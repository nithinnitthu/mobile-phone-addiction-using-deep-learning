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4"/>
  </p:notesMasterIdLst>
  <p:sldIdLst>
    <p:sldId id="266" r:id="rId2"/>
    <p:sldId id="272" r:id="rId3"/>
    <p:sldId id="277" r:id="rId4"/>
    <p:sldId id="278" r:id="rId5"/>
    <p:sldId id="285" r:id="rId6"/>
    <p:sldId id="286" r:id="rId7"/>
    <p:sldId id="279" r:id="rId8"/>
    <p:sldId id="280" r:id="rId9"/>
    <p:sldId id="281" r:id="rId10"/>
    <p:sldId id="282" r:id="rId11"/>
    <p:sldId id="288" r:id="rId12"/>
    <p:sldId id="287" r:id="rId13"/>
  </p:sldIdLst>
  <p:sldSz cx="18288000" cy="10287000"/>
  <p:notesSz cx="6858000" cy="9144000"/>
  <p:embeddedFontLst>
    <p:embeddedFont>
      <p:font typeface="Amasis MT Pro Medium" panose="02040604050005020304" pitchFamily="18" charset="0"/>
      <p:regular r:id="rId15"/>
      <p:italic r:id="rId16"/>
    </p:embeddedFont>
    <p:embeddedFont>
      <p:font typeface="Barlow Semi Condensed" panose="00000506000000000000" pitchFamily="2" charset="0"/>
      <p:regular r:id="rId17"/>
      <p:bold r:id="rId18"/>
      <p:italic r:id="rId19"/>
      <p:boldItalic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C6B6FBA-67FD-44A6-B70A-9A1E7AD3C9C6}">
          <p14:sldIdLst>
            <p14:sldId id="266"/>
            <p14:sldId id="272"/>
            <p14:sldId id="277"/>
            <p14:sldId id="278"/>
            <p14:sldId id="285"/>
            <p14:sldId id="286"/>
            <p14:sldId id="279"/>
            <p14:sldId id="280"/>
            <p14:sldId id="281"/>
            <p14:sldId id="282"/>
          </p14:sldIdLst>
        </p14:section>
        <p14:section name="Untitled Section" id="{0408EB85-52A1-40DE-BC72-0A9F95F5D5B0}">
          <p14:sldIdLst>
            <p14:sldId id="288"/>
            <p14:sldId id="28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E3FF"/>
    <a:srgbClr val="009EDE"/>
    <a:srgbClr val="71ADB9"/>
    <a:srgbClr val="3A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2" autoAdjust="0"/>
  </p:normalViewPr>
  <p:slideViewPr>
    <p:cSldViewPr>
      <p:cViewPr>
        <p:scale>
          <a:sx n="50" d="100"/>
          <a:sy n="50" d="100"/>
        </p:scale>
        <p:origin x="197"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F138AF-F3ED-4D52-8A86-EA4F030E278F}" type="datetimeFigureOut">
              <a:rPr lang="en-IN" smtClean="0"/>
              <a:t>17-11-2025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EC2050B-6B1F-4830-97DE-DD65E1463978}" type="slidenum">
              <a:rPr lang="en-IN" smtClean="0"/>
              <a:t>‹#›</a:t>
            </a:fld>
            <a:endParaRPr lang="en-IN"/>
          </a:p>
        </p:txBody>
      </p:sp>
    </p:spTree>
    <p:extLst>
      <p:ext uri="{BB962C8B-B14F-4D97-AF65-F5344CB8AC3E}">
        <p14:creationId xmlns:p14="http://schemas.microsoft.com/office/powerpoint/2010/main" val="3714299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1"/>
        <p:cNvGrpSpPr/>
        <p:nvPr/>
      </p:nvGrpSpPr>
      <p:grpSpPr>
        <a:xfrm>
          <a:off x="0" y="0"/>
          <a:ext cx="0" cy="0"/>
          <a:chOff x="0" y="0"/>
          <a:chExt cx="0" cy="0"/>
        </a:xfrm>
      </p:grpSpPr>
      <p:sp>
        <p:nvSpPr>
          <p:cNvPr id="1682" name="Google Shape;1682;g13c8e4cd0d8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3" name="Google Shape;1683;g13c8e4cd0d8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4"/>
        <p:cNvGrpSpPr/>
        <p:nvPr/>
      </p:nvGrpSpPr>
      <p:grpSpPr>
        <a:xfrm>
          <a:off x="0" y="0"/>
          <a:ext cx="0" cy="0"/>
          <a:chOff x="0" y="0"/>
          <a:chExt cx="0" cy="0"/>
        </a:xfrm>
      </p:grpSpPr>
      <p:sp>
        <p:nvSpPr>
          <p:cNvPr id="2145" name="Google Shape;2145;g13c8e4cd0d8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6" name="Google Shape;2146;g13c8e4cd0d8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EC2050B-6B1F-4830-97DE-DD65E1463978}" type="slidenum">
              <a:rPr lang="en-IN" smtClean="0"/>
              <a:t>4</a:t>
            </a:fld>
            <a:endParaRPr lang="en-IN"/>
          </a:p>
        </p:txBody>
      </p:sp>
    </p:spTree>
    <p:extLst>
      <p:ext uri="{BB962C8B-B14F-4D97-AF65-F5344CB8AC3E}">
        <p14:creationId xmlns:p14="http://schemas.microsoft.com/office/powerpoint/2010/main" val="2689198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680"/>
        <p:cNvGrpSpPr/>
        <p:nvPr/>
      </p:nvGrpSpPr>
      <p:grpSpPr>
        <a:xfrm>
          <a:off x="0" y="0"/>
          <a:ext cx="0" cy="0"/>
          <a:chOff x="0" y="0"/>
          <a:chExt cx="0" cy="0"/>
        </a:xfrm>
      </p:grpSpPr>
      <p:sp>
        <p:nvSpPr>
          <p:cNvPr id="681" name="Google Shape;681;p14"/>
          <p:cNvSpPr txBox="1">
            <a:spLocks noGrp="1"/>
          </p:cNvSpPr>
          <p:nvPr>
            <p:ph type="title"/>
          </p:nvPr>
        </p:nvSpPr>
        <p:spPr>
          <a:xfrm>
            <a:off x="1447500" y="1053850"/>
            <a:ext cx="15393000" cy="11454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cxnSp>
        <p:nvCxnSpPr>
          <p:cNvPr id="682" name="Google Shape;682;p14"/>
          <p:cNvCxnSpPr/>
          <p:nvPr/>
        </p:nvCxnSpPr>
        <p:spPr>
          <a:xfrm rot="10800000">
            <a:off x="735800" y="971900"/>
            <a:ext cx="1416000" cy="721800"/>
          </a:xfrm>
          <a:prstGeom prst="straightConnector1">
            <a:avLst/>
          </a:prstGeom>
          <a:noFill/>
          <a:ln w="9525" cap="flat" cmpd="sng">
            <a:solidFill>
              <a:schemeClr val="dk2"/>
            </a:solidFill>
            <a:prstDash val="solid"/>
            <a:round/>
            <a:headEnd type="none" w="med" len="med"/>
            <a:tailEnd type="none" w="med" len="med"/>
          </a:ln>
        </p:spPr>
      </p:cxnSp>
      <p:cxnSp>
        <p:nvCxnSpPr>
          <p:cNvPr id="683" name="Google Shape;683;p14"/>
          <p:cNvCxnSpPr/>
          <p:nvPr/>
        </p:nvCxnSpPr>
        <p:spPr>
          <a:xfrm flipH="1">
            <a:off x="820700" y="-17048"/>
            <a:ext cx="2005200" cy="988800"/>
          </a:xfrm>
          <a:prstGeom prst="straightConnector1">
            <a:avLst/>
          </a:prstGeom>
          <a:noFill/>
          <a:ln w="9525" cap="flat" cmpd="sng">
            <a:solidFill>
              <a:schemeClr val="dk2"/>
            </a:solidFill>
            <a:prstDash val="solid"/>
            <a:round/>
            <a:headEnd type="none" w="med" len="med"/>
            <a:tailEnd type="none" w="med" len="med"/>
          </a:ln>
        </p:spPr>
      </p:cxnSp>
      <p:grpSp>
        <p:nvGrpSpPr>
          <p:cNvPr id="684" name="Google Shape;684;p14"/>
          <p:cNvGrpSpPr/>
          <p:nvPr/>
        </p:nvGrpSpPr>
        <p:grpSpPr>
          <a:xfrm>
            <a:off x="165800" y="373952"/>
            <a:ext cx="1163600" cy="1164700"/>
            <a:chOff x="8064275" y="887850"/>
            <a:chExt cx="581800" cy="582350"/>
          </a:xfrm>
        </p:grpSpPr>
        <p:sp>
          <p:nvSpPr>
            <p:cNvPr id="685" name="Google Shape;685;p1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686" name="Google Shape;686;p1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687" name="Google Shape;687;p1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688" name="Google Shape;688;p1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689" name="Google Shape;689;p1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690" name="Google Shape;690;p1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grpSp>
      <p:grpSp>
        <p:nvGrpSpPr>
          <p:cNvPr id="691" name="Google Shape;691;p14"/>
          <p:cNvGrpSpPr/>
          <p:nvPr/>
        </p:nvGrpSpPr>
        <p:grpSpPr>
          <a:xfrm flipH="1">
            <a:off x="1885477" y="1440629"/>
            <a:ext cx="584050" cy="585150"/>
            <a:chOff x="7353050" y="316275"/>
            <a:chExt cx="292025" cy="292575"/>
          </a:xfrm>
        </p:grpSpPr>
        <p:sp>
          <p:nvSpPr>
            <p:cNvPr id="692" name="Google Shape;692;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693" name="Google Shape;693;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694" name="Google Shape;694;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695" name="Google Shape;695;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grpSp>
      <p:grpSp>
        <p:nvGrpSpPr>
          <p:cNvPr id="696" name="Google Shape;696;p14"/>
          <p:cNvGrpSpPr/>
          <p:nvPr/>
        </p:nvGrpSpPr>
        <p:grpSpPr>
          <a:xfrm>
            <a:off x="2825901" y="610252"/>
            <a:ext cx="350026" cy="54000"/>
            <a:chOff x="5662375" y="212375"/>
            <a:chExt cx="175013" cy="27000"/>
          </a:xfrm>
        </p:grpSpPr>
        <p:sp>
          <p:nvSpPr>
            <p:cNvPr id="697" name="Google Shape;697;p1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698" name="Google Shape;698;p1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699" name="Google Shape;699;p1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grpSp>
      <p:grpSp>
        <p:nvGrpSpPr>
          <p:cNvPr id="700" name="Google Shape;700;p14"/>
          <p:cNvGrpSpPr/>
          <p:nvPr/>
        </p:nvGrpSpPr>
        <p:grpSpPr>
          <a:xfrm>
            <a:off x="16977135" y="372576"/>
            <a:ext cx="350026" cy="54000"/>
            <a:chOff x="5662375" y="212375"/>
            <a:chExt cx="175013" cy="27000"/>
          </a:xfrm>
        </p:grpSpPr>
        <p:sp>
          <p:nvSpPr>
            <p:cNvPr id="701" name="Google Shape;701;p14"/>
            <p:cNvSpPr/>
            <p:nvPr/>
          </p:nvSpPr>
          <p:spPr>
            <a:xfrm>
              <a:off x="5662375" y="212375"/>
              <a:ext cx="27000" cy="27000"/>
            </a:xfrm>
            <a:prstGeom prst="ellipse">
              <a:avLst/>
            </a:pr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702" name="Google Shape;702;p14"/>
            <p:cNvSpPr/>
            <p:nvPr/>
          </p:nvSpPr>
          <p:spPr>
            <a:xfrm>
              <a:off x="5736381" y="212375"/>
              <a:ext cx="27000" cy="27000"/>
            </a:xfrm>
            <a:prstGeom prst="ellipse">
              <a:avLst/>
            </a:pr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703" name="Google Shape;703;p14"/>
            <p:cNvSpPr/>
            <p:nvPr/>
          </p:nvSpPr>
          <p:spPr>
            <a:xfrm>
              <a:off x="5810388" y="212375"/>
              <a:ext cx="27000" cy="27000"/>
            </a:xfrm>
            <a:prstGeom prst="ellipse">
              <a:avLst/>
            </a:pr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grpSp>
      <p:cxnSp>
        <p:nvCxnSpPr>
          <p:cNvPr id="704" name="Google Shape;704;p14"/>
          <p:cNvCxnSpPr/>
          <p:nvPr/>
        </p:nvCxnSpPr>
        <p:spPr>
          <a:xfrm rot="10800000">
            <a:off x="14697242" y="430150"/>
            <a:ext cx="2425800" cy="845400"/>
          </a:xfrm>
          <a:prstGeom prst="straightConnector1">
            <a:avLst/>
          </a:prstGeom>
          <a:noFill/>
          <a:ln w="9525" cap="flat" cmpd="sng">
            <a:solidFill>
              <a:schemeClr val="dk1"/>
            </a:solidFill>
            <a:prstDash val="solid"/>
            <a:round/>
            <a:headEnd type="none" w="med" len="med"/>
            <a:tailEnd type="none" w="med" len="med"/>
          </a:ln>
        </p:spPr>
      </p:cxnSp>
      <p:cxnSp>
        <p:nvCxnSpPr>
          <p:cNvPr id="705" name="Google Shape;705;p14"/>
          <p:cNvCxnSpPr/>
          <p:nvPr/>
        </p:nvCxnSpPr>
        <p:spPr>
          <a:xfrm flipH="1">
            <a:off x="17122792" y="-17050"/>
            <a:ext cx="1165200" cy="1308600"/>
          </a:xfrm>
          <a:prstGeom prst="straightConnector1">
            <a:avLst/>
          </a:prstGeom>
          <a:noFill/>
          <a:ln w="9525" cap="flat" cmpd="sng">
            <a:solidFill>
              <a:schemeClr val="dk1"/>
            </a:solidFill>
            <a:prstDash val="solid"/>
            <a:round/>
            <a:headEnd type="none" w="med" len="med"/>
            <a:tailEnd type="none" w="med" len="med"/>
          </a:ln>
        </p:spPr>
      </p:cxnSp>
      <p:grpSp>
        <p:nvGrpSpPr>
          <p:cNvPr id="706" name="Google Shape;706;p14"/>
          <p:cNvGrpSpPr/>
          <p:nvPr/>
        </p:nvGrpSpPr>
        <p:grpSpPr>
          <a:xfrm rot="10800000" flipH="1">
            <a:off x="16856443" y="1004051"/>
            <a:ext cx="584050" cy="585150"/>
            <a:chOff x="7353050" y="316275"/>
            <a:chExt cx="292025" cy="292575"/>
          </a:xfrm>
        </p:grpSpPr>
        <p:sp>
          <p:nvSpPr>
            <p:cNvPr id="707" name="Google Shape;707;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708" name="Google Shape;708;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709" name="Google Shape;709;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710" name="Google Shape;710;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grpSp>
      <p:grpSp>
        <p:nvGrpSpPr>
          <p:cNvPr id="711" name="Google Shape;711;p14"/>
          <p:cNvGrpSpPr/>
          <p:nvPr/>
        </p:nvGrpSpPr>
        <p:grpSpPr>
          <a:xfrm rot="10800000">
            <a:off x="14424293" y="136824"/>
            <a:ext cx="586222" cy="586776"/>
            <a:chOff x="3164039" y="430875"/>
            <a:chExt cx="293111" cy="293388"/>
          </a:xfrm>
        </p:grpSpPr>
        <p:sp>
          <p:nvSpPr>
            <p:cNvPr id="712" name="Google Shape;712;p14"/>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713" name="Google Shape;713;p14"/>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714" name="Google Shape;714;p14"/>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715" name="Google Shape;715;p14"/>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716" name="Google Shape;716;p14"/>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sp>
          <p:nvSpPr>
            <p:cNvPr id="717" name="Google Shape;717;p14"/>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3600"/>
            </a:p>
          </p:txBody>
        </p:sp>
      </p:grpSp>
    </p:spTree>
    <p:extLst>
      <p:ext uri="{BB962C8B-B14F-4D97-AF65-F5344CB8AC3E}">
        <p14:creationId xmlns:p14="http://schemas.microsoft.com/office/powerpoint/2010/main" val="26330241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721D46-32A6-0B10-82ED-2F7D7A2D92E6}"/>
              </a:ext>
            </a:extLst>
          </p:cNvPr>
          <p:cNvSpPr txBox="1"/>
          <p:nvPr/>
        </p:nvSpPr>
        <p:spPr>
          <a:xfrm>
            <a:off x="5867400" y="571500"/>
            <a:ext cx="7315200" cy="923330"/>
          </a:xfrm>
          <a:prstGeom prst="rect">
            <a:avLst/>
          </a:prstGeom>
          <a:noFill/>
        </p:spPr>
        <p:txBody>
          <a:bodyPr wrap="square" rtlCol="0">
            <a:spAutoFit/>
          </a:bodyPr>
          <a:lstStyle/>
          <a:p>
            <a:pPr algn="ctr"/>
            <a:r>
              <a:rPr lang="en-US" sz="5400" dirty="0">
                <a:latin typeface="Amasis MT Pro Medium" panose="02040604050005020304" pitchFamily="18" charset="0"/>
              </a:rPr>
              <a:t>CAPSTONE PROJECT</a:t>
            </a:r>
            <a:endParaRPr lang="en-IN" sz="5400" dirty="0">
              <a:latin typeface="Amasis MT Pro Medium" panose="02040604050005020304" pitchFamily="18" charset="0"/>
            </a:endParaRPr>
          </a:p>
        </p:txBody>
      </p:sp>
      <p:sp>
        <p:nvSpPr>
          <p:cNvPr id="3" name="TextBox 2">
            <a:extLst>
              <a:ext uri="{FF2B5EF4-FFF2-40B4-BE49-F238E27FC236}">
                <a16:creationId xmlns:a16="http://schemas.microsoft.com/office/drawing/2014/main" id="{2DF90EDE-0828-FD2E-390E-53A367437DBC}"/>
              </a:ext>
            </a:extLst>
          </p:cNvPr>
          <p:cNvSpPr txBox="1"/>
          <p:nvPr/>
        </p:nvSpPr>
        <p:spPr>
          <a:xfrm>
            <a:off x="6096000" y="1591062"/>
            <a:ext cx="7467600" cy="769441"/>
          </a:xfrm>
          <a:prstGeom prst="rect">
            <a:avLst/>
          </a:prstGeom>
          <a:noFill/>
        </p:spPr>
        <p:txBody>
          <a:bodyPr wrap="square" rtlCol="0">
            <a:spAutoFit/>
          </a:bodyPr>
          <a:lstStyle/>
          <a:p>
            <a:pPr algn="ctr"/>
            <a:r>
              <a:rPr lang="en-US" sz="4400" b="1" dirty="0"/>
              <a:t>PROJECT TEAM NUMBER : 195</a:t>
            </a:r>
            <a:endParaRPr lang="en-IN" sz="4400" b="1" dirty="0"/>
          </a:p>
        </p:txBody>
      </p:sp>
      <p:sp>
        <p:nvSpPr>
          <p:cNvPr id="4" name="TextBox 3">
            <a:extLst>
              <a:ext uri="{FF2B5EF4-FFF2-40B4-BE49-F238E27FC236}">
                <a16:creationId xmlns:a16="http://schemas.microsoft.com/office/drawing/2014/main" id="{1DF1DDA9-E051-7991-B675-6DABD3FABA64}"/>
              </a:ext>
            </a:extLst>
          </p:cNvPr>
          <p:cNvSpPr txBox="1"/>
          <p:nvPr/>
        </p:nvSpPr>
        <p:spPr>
          <a:xfrm>
            <a:off x="1181100" y="2453532"/>
            <a:ext cx="16916400" cy="1323439"/>
          </a:xfrm>
          <a:prstGeom prst="rect">
            <a:avLst/>
          </a:prstGeom>
          <a:noFill/>
        </p:spPr>
        <p:txBody>
          <a:bodyPr wrap="square" rtlCol="0">
            <a:spAutoFit/>
          </a:bodyPr>
          <a:lstStyle/>
          <a:p>
            <a:r>
              <a:rPr lang="en-US" sz="4000" b="1" dirty="0"/>
              <a:t>TITLE OF THE PROJECT :  PREDICTING SMART PHONE ADDICTION THROUGH DEEP LEARNING</a:t>
            </a:r>
            <a:endParaRPr lang="en-IN" sz="4000" dirty="0"/>
          </a:p>
        </p:txBody>
      </p:sp>
      <p:sp>
        <p:nvSpPr>
          <p:cNvPr id="5" name="TextBox 4">
            <a:extLst>
              <a:ext uri="{FF2B5EF4-FFF2-40B4-BE49-F238E27FC236}">
                <a16:creationId xmlns:a16="http://schemas.microsoft.com/office/drawing/2014/main" id="{E171E772-E7CA-A26E-B37C-6AD6EBA7D1C0}"/>
              </a:ext>
            </a:extLst>
          </p:cNvPr>
          <p:cNvSpPr txBox="1"/>
          <p:nvPr/>
        </p:nvSpPr>
        <p:spPr>
          <a:xfrm>
            <a:off x="1066800" y="3798956"/>
            <a:ext cx="9296400" cy="707886"/>
          </a:xfrm>
          <a:prstGeom prst="rect">
            <a:avLst/>
          </a:prstGeom>
          <a:noFill/>
        </p:spPr>
        <p:txBody>
          <a:bodyPr wrap="square" rtlCol="0">
            <a:spAutoFit/>
          </a:bodyPr>
          <a:lstStyle/>
          <a:p>
            <a:r>
              <a:rPr lang="en-US" sz="4000" b="1" dirty="0"/>
              <a:t>GUIDE NAME : S.NARESH KUMAR</a:t>
            </a:r>
            <a:endParaRPr lang="en-IN" sz="4000" dirty="0"/>
          </a:p>
        </p:txBody>
      </p:sp>
      <p:sp>
        <p:nvSpPr>
          <p:cNvPr id="6" name="TextBox 5">
            <a:extLst>
              <a:ext uri="{FF2B5EF4-FFF2-40B4-BE49-F238E27FC236}">
                <a16:creationId xmlns:a16="http://schemas.microsoft.com/office/drawing/2014/main" id="{5BDB663E-722D-4B0B-35DA-1C5ED2C19A8D}"/>
              </a:ext>
            </a:extLst>
          </p:cNvPr>
          <p:cNvSpPr txBox="1"/>
          <p:nvPr/>
        </p:nvSpPr>
        <p:spPr>
          <a:xfrm>
            <a:off x="1066800" y="4632250"/>
            <a:ext cx="9296400" cy="707886"/>
          </a:xfrm>
          <a:prstGeom prst="rect">
            <a:avLst/>
          </a:prstGeom>
          <a:noFill/>
        </p:spPr>
        <p:txBody>
          <a:bodyPr wrap="square" rtlCol="0">
            <a:spAutoFit/>
          </a:bodyPr>
          <a:lstStyle/>
          <a:p>
            <a:r>
              <a:rPr lang="en-US" sz="4000" b="1" dirty="0"/>
              <a:t>TEAM MEMBERS :</a:t>
            </a:r>
            <a:endParaRPr lang="en-IN" sz="4000" b="1" dirty="0"/>
          </a:p>
        </p:txBody>
      </p:sp>
      <p:sp>
        <p:nvSpPr>
          <p:cNvPr id="7" name="TextBox 6">
            <a:extLst>
              <a:ext uri="{FF2B5EF4-FFF2-40B4-BE49-F238E27FC236}">
                <a16:creationId xmlns:a16="http://schemas.microsoft.com/office/drawing/2014/main" id="{DC86B2FC-5011-CBBB-3770-9DAF9FD88333}"/>
              </a:ext>
            </a:extLst>
          </p:cNvPr>
          <p:cNvSpPr txBox="1"/>
          <p:nvPr/>
        </p:nvSpPr>
        <p:spPr>
          <a:xfrm>
            <a:off x="571500" y="5627967"/>
            <a:ext cx="10287000" cy="3170099"/>
          </a:xfrm>
          <a:prstGeom prst="rect">
            <a:avLst/>
          </a:prstGeom>
          <a:noFill/>
        </p:spPr>
        <p:txBody>
          <a:bodyPr wrap="square" rtlCol="0">
            <a:spAutoFit/>
          </a:bodyPr>
          <a:lstStyle/>
          <a:p>
            <a:pPr marL="914400" lvl="1" indent="-457200">
              <a:buFont typeface="Arial" panose="020B0604020202020204" pitchFamily="34" charset="0"/>
              <a:buChar char="•"/>
            </a:pPr>
            <a:r>
              <a:rPr lang="en-US" sz="4000" dirty="0"/>
              <a:t>Konda Manush(2203A51081)</a:t>
            </a:r>
          </a:p>
          <a:p>
            <a:pPr marL="914400" lvl="1" indent="-457200">
              <a:buFont typeface="Arial" panose="020B0604020202020204" pitchFamily="34" charset="0"/>
              <a:buChar char="•"/>
            </a:pPr>
            <a:r>
              <a:rPr lang="en-US" sz="4000" dirty="0"/>
              <a:t>Mittakolu Vedasree(2203A51371)</a:t>
            </a:r>
          </a:p>
          <a:p>
            <a:pPr marL="914400" lvl="1" indent="-457200">
              <a:buFont typeface="Arial" panose="020B0604020202020204" pitchFamily="34" charset="0"/>
              <a:buChar char="•"/>
            </a:pPr>
            <a:r>
              <a:rPr lang="en-US" sz="4000" dirty="0" err="1"/>
              <a:t>Anumandla</a:t>
            </a:r>
            <a:r>
              <a:rPr lang="en-US" sz="4000" dirty="0"/>
              <a:t> Nithin </a:t>
            </a:r>
            <a:r>
              <a:rPr lang="en-US" sz="4000" dirty="0" err="1"/>
              <a:t>chandra</a:t>
            </a:r>
            <a:r>
              <a:rPr lang="en-US" sz="4000" dirty="0"/>
              <a:t> (2203A51701)</a:t>
            </a:r>
          </a:p>
          <a:p>
            <a:pPr marL="914400" lvl="1" indent="-457200">
              <a:buFont typeface="Arial" panose="020B0604020202020204" pitchFamily="34" charset="0"/>
              <a:buChar char="•"/>
            </a:pPr>
            <a:r>
              <a:rPr lang="en-US" sz="4000" dirty="0" err="1"/>
              <a:t>Bomma</a:t>
            </a:r>
            <a:r>
              <a:rPr lang="en-US" sz="4000" dirty="0"/>
              <a:t> </a:t>
            </a:r>
            <a:r>
              <a:rPr lang="en-US" sz="4000" dirty="0" err="1"/>
              <a:t>Shivasahithi</a:t>
            </a:r>
            <a:r>
              <a:rPr lang="en-US" sz="4000" dirty="0"/>
              <a:t>(2203A51718)</a:t>
            </a:r>
          </a:p>
          <a:p>
            <a:pPr marL="914400" lvl="1" indent="-457200">
              <a:buFont typeface="Arial" panose="020B0604020202020204" pitchFamily="34" charset="0"/>
              <a:buChar char="•"/>
            </a:pPr>
            <a:r>
              <a:rPr lang="en-US" sz="4000" dirty="0" err="1"/>
              <a:t>Gourishetty</a:t>
            </a:r>
            <a:r>
              <a:rPr lang="en-US" sz="4000" dirty="0"/>
              <a:t> Raviteja(2203A51721)</a:t>
            </a:r>
            <a:r>
              <a:rPr lang="en-US" sz="4000" b="1" dirty="0"/>
              <a:t>	</a:t>
            </a:r>
            <a:endParaRPr lang="en-IN" sz="4000" b="1" dirty="0"/>
          </a:p>
        </p:txBody>
      </p:sp>
      <p:pic>
        <p:nvPicPr>
          <p:cNvPr id="1026" name="Picture 2" descr="SR University - Study in South India's Best University">
            <a:extLst>
              <a:ext uri="{FF2B5EF4-FFF2-40B4-BE49-F238E27FC236}">
                <a16:creationId xmlns:a16="http://schemas.microsoft.com/office/drawing/2014/main" id="{677447C3-0872-BE1E-24BF-F6ACCA03DA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4175" y="8903395"/>
            <a:ext cx="5810250" cy="1166058"/>
          </a:xfrm>
          <a:prstGeom prst="rect">
            <a:avLst/>
          </a:prstGeom>
          <a:noFill/>
          <a:extLst>
            <a:ext uri="{909E8E84-426E-40DD-AFC4-6F175D3DCCD1}">
              <a14:hiddenFill xmlns:a14="http://schemas.microsoft.com/office/drawing/2010/main">
                <a:solidFill>
                  <a:srgbClr val="FFFFFF"/>
                </a:solidFill>
              </a14:hiddenFill>
            </a:ext>
          </a:extLst>
        </p:spPr>
      </p:pic>
      <p:sp>
        <p:nvSpPr>
          <p:cNvPr id="8" name="Diagonal Stripe 7">
            <a:extLst>
              <a:ext uri="{FF2B5EF4-FFF2-40B4-BE49-F238E27FC236}">
                <a16:creationId xmlns:a16="http://schemas.microsoft.com/office/drawing/2014/main" id="{25074A66-9273-B3D9-24F4-36C936AAB6E1}"/>
              </a:ext>
            </a:extLst>
          </p:cNvPr>
          <p:cNvSpPr/>
          <p:nvPr/>
        </p:nvSpPr>
        <p:spPr>
          <a:xfrm>
            <a:off x="34636" y="78621"/>
            <a:ext cx="2057400" cy="2057400"/>
          </a:xfrm>
          <a:prstGeom prst="diagStripe">
            <a:avLst/>
          </a:prstGeom>
          <a:solidFill>
            <a:schemeClr val="tx2">
              <a:lumMod val="75000"/>
            </a:schemeClr>
          </a:solidFill>
          <a:effectLst>
            <a:glow rad="1397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10" name="Diagonal Stripe 9">
            <a:extLst>
              <a:ext uri="{FF2B5EF4-FFF2-40B4-BE49-F238E27FC236}">
                <a16:creationId xmlns:a16="http://schemas.microsoft.com/office/drawing/2014/main" id="{B430CF91-1D9F-83FA-050D-A40F758C8D93}"/>
              </a:ext>
            </a:extLst>
          </p:cNvPr>
          <p:cNvSpPr/>
          <p:nvPr/>
        </p:nvSpPr>
        <p:spPr>
          <a:xfrm rot="10800000">
            <a:off x="15773400" y="8237637"/>
            <a:ext cx="2514600" cy="2049363"/>
          </a:xfrm>
          <a:prstGeom prst="diagStripe">
            <a:avLst/>
          </a:prstGeom>
          <a:solidFill>
            <a:schemeClr val="tx2">
              <a:lumMod val="50000"/>
            </a:schemeClr>
          </a:solidFill>
          <a:effectLst>
            <a:glow rad="1397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75270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84"/>
        <p:cNvGrpSpPr/>
        <p:nvPr/>
      </p:nvGrpSpPr>
      <p:grpSpPr>
        <a:xfrm>
          <a:off x="0" y="0"/>
          <a:ext cx="0" cy="0"/>
          <a:chOff x="0" y="0"/>
          <a:chExt cx="0" cy="0"/>
        </a:xfrm>
      </p:grpSpPr>
      <p:sp>
        <p:nvSpPr>
          <p:cNvPr id="1685" name="Google Shape;1685;p33"/>
          <p:cNvSpPr txBox="1">
            <a:spLocks noGrp="1"/>
          </p:cNvSpPr>
          <p:nvPr>
            <p:ph type="title"/>
          </p:nvPr>
        </p:nvSpPr>
        <p:spPr>
          <a:xfrm>
            <a:off x="1447500" y="571500"/>
            <a:ext cx="15240300" cy="1600200"/>
          </a:xfrm>
          <a:prstGeom prst="rect">
            <a:avLst/>
          </a:prstGeom>
        </p:spPr>
        <p:txBody>
          <a:bodyPr spcFirstLastPara="1" vert="horz" wrap="square" lIns="182850" tIns="182850" rIns="182850" bIns="182850" rtlCol="0" anchor="t" anchorCtr="0">
            <a:noAutofit/>
          </a:bodyPr>
          <a:lstStyle/>
          <a:p>
            <a:r>
              <a:rPr lang="en-US" b="1" dirty="0"/>
              <a:t>PREDICTING SMART PHONE ADDICTION THROUGH DEEP LEARNING</a:t>
            </a:r>
            <a:br>
              <a:rPr lang="en-US" dirty="0">
                <a:latin typeface="Amasis MT Pro Medium" panose="02040604050005020304" pitchFamily="18" charset="0"/>
              </a:rPr>
            </a:br>
            <a:br>
              <a:rPr lang="en-US" dirty="0">
                <a:latin typeface="Amasis MT Pro Medium" panose="02040604050005020304" pitchFamily="18" charset="0"/>
              </a:rPr>
            </a:br>
            <a:br>
              <a:rPr lang="en-US" dirty="0">
                <a:latin typeface="Amasis MT Pro Medium" panose="02040604050005020304" pitchFamily="18" charset="0"/>
              </a:rPr>
            </a:br>
            <a:endParaRPr dirty="0">
              <a:latin typeface="Amasis MT Pro Medium" panose="02040604050005020304" pitchFamily="18" charset="0"/>
            </a:endParaRPr>
          </a:p>
        </p:txBody>
      </p:sp>
      <p:grpSp>
        <p:nvGrpSpPr>
          <p:cNvPr id="1686" name="Google Shape;1686;p33"/>
          <p:cNvGrpSpPr/>
          <p:nvPr/>
        </p:nvGrpSpPr>
        <p:grpSpPr>
          <a:xfrm>
            <a:off x="10439400" y="2608584"/>
            <a:ext cx="7272219" cy="6662666"/>
            <a:chOff x="1338075" y="463925"/>
            <a:chExt cx="5022575" cy="4585450"/>
          </a:xfrm>
        </p:grpSpPr>
        <p:sp>
          <p:nvSpPr>
            <p:cNvPr id="1687" name="Google Shape;1687;p33"/>
            <p:cNvSpPr/>
            <p:nvPr/>
          </p:nvSpPr>
          <p:spPr>
            <a:xfrm>
              <a:off x="1338075" y="522825"/>
              <a:ext cx="5022575" cy="4526325"/>
            </a:xfrm>
            <a:custGeom>
              <a:avLst/>
              <a:gdLst/>
              <a:ahLst/>
              <a:cxnLst/>
              <a:rect l="l" t="t" r="r" b="b"/>
              <a:pathLst>
                <a:path w="200903" h="181053" extrusionOk="0">
                  <a:moveTo>
                    <a:pt x="125732" y="1"/>
                  </a:moveTo>
                  <a:cubicBezTo>
                    <a:pt x="113978" y="1"/>
                    <a:pt x="102353" y="4024"/>
                    <a:pt x="92608" y="11467"/>
                  </a:cubicBezTo>
                  <a:cubicBezTo>
                    <a:pt x="70622" y="28310"/>
                    <a:pt x="54646" y="51229"/>
                    <a:pt x="30570" y="65823"/>
                  </a:cubicBezTo>
                  <a:cubicBezTo>
                    <a:pt x="10512" y="77974"/>
                    <a:pt x="0" y="97646"/>
                    <a:pt x="6751" y="125419"/>
                  </a:cubicBezTo>
                  <a:cubicBezTo>
                    <a:pt x="13127" y="151683"/>
                    <a:pt x="33585" y="167565"/>
                    <a:pt x="56639" y="167565"/>
                  </a:cubicBezTo>
                  <a:cubicBezTo>
                    <a:pt x="57991" y="167565"/>
                    <a:pt x="59353" y="167510"/>
                    <a:pt x="60721" y="167400"/>
                  </a:cubicBezTo>
                  <a:cubicBezTo>
                    <a:pt x="65021" y="167056"/>
                    <a:pt x="69362" y="166862"/>
                    <a:pt x="73701" y="166862"/>
                  </a:cubicBezTo>
                  <a:cubicBezTo>
                    <a:pt x="90057" y="166862"/>
                    <a:pt x="106390" y="169618"/>
                    <a:pt x="120413" y="177493"/>
                  </a:cubicBezTo>
                  <a:cubicBezTo>
                    <a:pt x="124643" y="179866"/>
                    <a:pt x="129744" y="181052"/>
                    <a:pt x="135391" y="181052"/>
                  </a:cubicBezTo>
                  <a:cubicBezTo>
                    <a:pt x="150859" y="181052"/>
                    <a:pt x="170424" y="172151"/>
                    <a:pt x="187402" y="154349"/>
                  </a:cubicBezTo>
                  <a:cubicBezTo>
                    <a:pt x="200903" y="140173"/>
                    <a:pt x="199585" y="122172"/>
                    <a:pt x="195181" y="105329"/>
                  </a:cubicBezTo>
                  <a:cubicBezTo>
                    <a:pt x="192481" y="94946"/>
                    <a:pt x="190713" y="84306"/>
                    <a:pt x="188624" y="73763"/>
                  </a:cubicBezTo>
                  <a:cubicBezTo>
                    <a:pt x="187113" y="66337"/>
                    <a:pt x="185473" y="58944"/>
                    <a:pt x="183223" y="51712"/>
                  </a:cubicBezTo>
                  <a:cubicBezTo>
                    <a:pt x="176634" y="30753"/>
                    <a:pt x="163551" y="9506"/>
                    <a:pt x="141114" y="2370"/>
                  </a:cubicBezTo>
                  <a:cubicBezTo>
                    <a:pt x="136060" y="773"/>
                    <a:pt x="130884" y="1"/>
                    <a:pt x="125732" y="1"/>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1688" name="Google Shape;1688;p33"/>
            <p:cNvSpPr/>
            <p:nvPr/>
          </p:nvSpPr>
          <p:spPr>
            <a:xfrm>
              <a:off x="1455400" y="522601"/>
              <a:ext cx="4838551" cy="4526774"/>
            </a:xfrm>
            <a:custGeom>
              <a:avLst/>
              <a:gdLst/>
              <a:ahLst/>
              <a:cxnLst/>
              <a:rect l="l" t="t" r="r" b="b"/>
              <a:pathLst>
                <a:path w="193542" h="181071" extrusionOk="0">
                  <a:moveTo>
                    <a:pt x="50853" y="46128"/>
                  </a:moveTo>
                  <a:cubicBezTo>
                    <a:pt x="50339" y="46610"/>
                    <a:pt x="49824" y="47092"/>
                    <a:pt x="49310" y="47574"/>
                  </a:cubicBezTo>
                  <a:cubicBezTo>
                    <a:pt x="49503" y="47670"/>
                    <a:pt x="49696" y="47767"/>
                    <a:pt x="49889" y="47863"/>
                  </a:cubicBezTo>
                  <a:cubicBezTo>
                    <a:pt x="50821" y="48345"/>
                    <a:pt x="51721" y="48763"/>
                    <a:pt x="52524" y="49149"/>
                  </a:cubicBezTo>
                  <a:cubicBezTo>
                    <a:pt x="51849" y="48185"/>
                    <a:pt x="51303" y="47156"/>
                    <a:pt x="50853" y="46128"/>
                  </a:cubicBezTo>
                  <a:close/>
                  <a:moveTo>
                    <a:pt x="89169" y="37802"/>
                  </a:moveTo>
                  <a:cubicBezTo>
                    <a:pt x="89169" y="38156"/>
                    <a:pt x="89137" y="45549"/>
                    <a:pt x="84572" y="50306"/>
                  </a:cubicBezTo>
                  <a:cubicBezTo>
                    <a:pt x="79879" y="55160"/>
                    <a:pt x="72229" y="55385"/>
                    <a:pt x="72229" y="55385"/>
                  </a:cubicBezTo>
                  <a:cubicBezTo>
                    <a:pt x="72229" y="55032"/>
                    <a:pt x="72293" y="47638"/>
                    <a:pt x="76858" y="42881"/>
                  </a:cubicBezTo>
                  <a:cubicBezTo>
                    <a:pt x="81551" y="38027"/>
                    <a:pt x="89169" y="37802"/>
                    <a:pt x="89169" y="37802"/>
                  </a:cubicBezTo>
                  <a:close/>
                  <a:moveTo>
                    <a:pt x="120992" y="0"/>
                  </a:moveTo>
                  <a:cubicBezTo>
                    <a:pt x="109259" y="0"/>
                    <a:pt x="97655" y="4050"/>
                    <a:pt x="87915" y="11476"/>
                  </a:cubicBezTo>
                  <a:cubicBezTo>
                    <a:pt x="83672" y="14722"/>
                    <a:pt x="79686" y="18194"/>
                    <a:pt x="75797" y="21762"/>
                  </a:cubicBezTo>
                  <a:cubicBezTo>
                    <a:pt x="77147" y="24848"/>
                    <a:pt x="78143" y="28416"/>
                    <a:pt x="78143" y="32209"/>
                  </a:cubicBezTo>
                  <a:cubicBezTo>
                    <a:pt x="78143" y="32241"/>
                    <a:pt x="78143" y="32273"/>
                    <a:pt x="78143" y="32305"/>
                  </a:cubicBezTo>
                  <a:cubicBezTo>
                    <a:pt x="78143" y="43910"/>
                    <a:pt x="69014" y="53296"/>
                    <a:pt x="69014" y="53296"/>
                  </a:cubicBezTo>
                  <a:cubicBezTo>
                    <a:pt x="69014" y="53296"/>
                    <a:pt x="62168" y="46353"/>
                    <a:pt x="60207" y="36966"/>
                  </a:cubicBezTo>
                  <a:cubicBezTo>
                    <a:pt x="59210" y="37963"/>
                    <a:pt x="58214" y="38959"/>
                    <a:pt x="57217" y="39956"/>
                  </a:cubicBezTo>
                  <a:cubicBezTo>
                    <a:pt x="58696" y="40727"/>
                    <a:pt x="60143" y="41756"/>
                    <a:pt x="61364" y="43138"/>
                  </a:cubicBezTo>
                  <a:cubicBezTo>
                    <a:pt x="65286" y="47510"/>
                    <a:pt x="65543" y="53842"/>
                    <a:pt x="65543" y="55417"/>
                  </a:cubicBezTo>
                  <a:cubicBezTo>
                    <a:pt x="65543" y="55674"/>
                    <a:pt x="65543" y="55803"/>
                    <a:pt x="65543" y="55803"/>
                  </a:cubicBezTo>
                  <a:cubicBezTo>
                    <a:pt x="65543" y="55803"/>
                    <a:pt x="59146" y="55353"/>
                    <a:pt x="54646" y="51464"/>
                  </a:cubicBezTo>
                  <a:cubicBezTo>
                    <a:pt x="53232" y="50788"/>
                    <a:pt x="51431" y="49921"/>
                    <a:pt x="49374" y="48796"/>
                  </a:cubicBezTo>
                  <a:cubicBezTo>
                    <a:pt x="49085" y="48667"/>
                    <a:pt x="48796" y="48506"/>
                    <a:pt x="48506" y="48345"/>
                  </a:cubicBezTo>
                  <a:cubicBezTo>
                    <a:pt x="41531" y="54774"/>
                    <a:pt x="34202" y="60785"/>
                    <a:pt x="25877" y="65832"/>
                  </a:cubicBezTo>
                  <a:cubicBezTo>
                    <a:pt x="9933" y="75508"/>
                    <a:pt x="0" y="89908"/>
                    <a:pt x="0" y="109356"/>
                  </a:cubicBezTo>
                  <a:cubicBezTo>
                    <a:pt x="0" y="114370"/>
                    <a:pt x="676" y="119738"/>
                    <a:pt x="2058" y="125428"/>
                  </a:cubicBezTo>
                  <a:cubicBezTo>
                    <a:pt x="8422" y="151690"/>
                    <a:pt x="28898" y="167569"/>
                    <a:pt x="51946" y="167569"/>
                  </a:cubicBezTo>
                  <a:cubicBezTo>
                    <a:pt x="53296" y="167569"/>
                    <a:pt x="54646" y="167537"/>
                    <a:pt x="56028" y="167409"/>
                  </a:cubicBezTo>
                  <a:cubicBezTo>
                    <a:pt x="60335" y="167055"/>
                    <a:pt x="64707" y="166862"/>
                    <a:pt x="69079" y="166862"/>
                  </a:cubicBezTo>
                  <a:cubicBezTo>
                    <a:pt x="85408" y="166862"/>
                    <a:pt x="101705" y="169627"/>
                    <a:pt x="115720" y="177502"/>
                  </a:cubicBezTo>
                  <a:cubicBezTo>
                    <a:pt x="119931" y="179881"/>
                    <a:pt x="125042" y="181070"/>
                    <a:pt x="130700" y="181070"/>
                  </a:cubicBezTo>
                  <a:cubicBezTo>
                    <a:pt x="146193" y="181070"/>
                    <a:pt x="165737" y="172166"/>
                    <a:pt x="182709" y="154358"/>
                  </a:cubicBezTo>
                  <a:cubicBezTo>
                    <a:pt x="190745" y="145904"/>
                    <a:pt x="193542" y="136068"/>
                    <a:pt x="193542" y="125942"/>
                  </a:cubicBezTo>
                  <a:cubicBezTo>
                    <a:pt x="193542" y="119096"/>
                    <a:pt x="192256" y="112120"/>
                    <a:pt x="190488" y="105338"/>
                  </a:cubicBezTo>
                  <a:cubicBezTo>
                    <a:pt x="187788" y="94955"/>
                    <a:pt x="186020" y="84315"/>
                    <a:pt x="183931" y="73772"/>
                  </a:cubicBezTo>
                  <a:cubicBezTo>
                    <a:pt x="182420" y="66346"/>
                    <a:pt x="180780" y="58953"/>
                    <a:pt x="178530" y="51721"/>
                  </a:cubicBezTo>
                  <a:cubicBezTo>
                    <a:pt x="171941" y="30762"/>
                    <a:pt x="158858" y="9515"/>
                    <a:pt x="136421" y="2379"/>
                  </a:cubicBezTo>
                  <a:cubicBezTo>
                    <a:pt x="131342" y="772"/>
                    <a:pt x="126167" y="0"/>
                    <a:pt x="120992" y="0"/>
                  </a:cubicBezTo>
                  <a:close/>
                </a:path>
              </a:pathLst>
            </a:custGeom>
            <a:solidFill>
              <a:srgbClr val="D6EEFE"/>
            </a:solidFill>
            <a:ln>
              <a:noFill/>
            </a:ln>
          </p:spPr>
          <p:txBody>
            <a:bodyPr spcFirstLastPara="1" wrap="square" lIns="182850" tIns="182850" rIns="182850" bIns="182850" anchor="ctr" anchorCtr="0">
              <a:noAutofit/>
            </a:bodyPr>
            <a:lstStyle/>
            <a:p>
              <a:endParaRPr sz="3600"/>
            </a:p>
          </p:txBody>
        </p:sp>
        <p:sp>
          <p:nvSpPr>
            <p:cNvPr id="1689" name="Google Shape;1689;p33"/>
            <p:cNvSpPr/>
            <p:nvPr/>
          </p:nvSpPr>
          <p:spPr>
            <a:xfrm>
              <a:off x="2412500" y="519875"/>
              <a:ext cx="132625" cy="207650"/>
            </a:xfrm>
            <a:custGeom>
              <a:avLst/>
              <a:gdLst/>
              <a:ahLst/>
              <a:cxnLst/>
              <a:rect l="l" t="t" r="r" b="b"/>
              <a:pathLst>
                <a:path w="5305" h="8306" extrusionOk="0">
                  <a:moveTo>
                    <a:pt x="2754" y="1"/>
                  </a:moveTo>
                  <a:cubicBezTo>
                    <a:pt x="2398" y="1"/>
                    <a:pt x="2038" y="96"/>
                    <a:pt x="1704" y="302"/>
                  </a:cubicBezTo>
                  <a:cubicBezTo>
                    <a:pt x="161" y="1266"/>
                    <a:pt x="0" y="4545"/>
                    <a:pt x="386" y="6120"/>
                  </a:cubicBezTo>
                  <a:cubicBezTo>
                    <a:pt x="418" y="6249"/>
                    <a:pt x="1190" y="8306"/>
                    <a:pt x="1222" y="8306"/>
                  </a:cubicBezTo>
                  <a:cubicBezTo>
                    <a:pt x="1222" y="8306"/>
                    <a:pt x="3729" y="6313"/>
                    <a:pt x="4372" y="5059"/>
                  </a:cubicBezTo>
                  <a:cubicBezTo>
                    <a:pt x="4919" y="3966"/>
                    <a:pt x="5304" y="2424"/>
                    <a:pt x="4758" y="1299"/>
                  </a:cubicBezTo>
                  <a:cubicBezTo>
                    <a:pt x="4356" y="494"/>
                    <a:pt x="3566" y="1"/>
                    <a:pt x="2754" y="1"/>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1690" name="Google Shape;1690;p33"/>
            <p:cNvSpPr/>
            <p:nvPr/>
          </p:nvSpPr>
          <p:spPr>
            <a:xfrm>
              <a:off x="1792100" y="970475"/>
              <a:ext cx="143875" cy="203075"/>
            </a:xfrm>
            <a:custGeom>
              <a:avLst/>
              <a:gdLst/>
              <a:ahLst/>
              <a:cxnLst/>
              <a:rect l="l" t="t" r="r" b="b"/>
              <a:pathLst>
                <a:path w="5755" h="8123" extrusionOk="0">
                  <a:moveTo>
                    <a:pt x="2663" y="0"/>
                  </a:moveTo>
                  <a:cubicBezTo>
                    <a:pt x="1887" y="0"/>
                    <a:pt x="1133" y="393"/>
                    <a:pt x="772" y="1179"/>
                  </a:cubicBezTo>
                  <a:cubicBezTo>
                    <a:pt x="1" y="2851"/>
                    <a:pt x="1672" y="5679"/>
                    <a:pt x="2862" y="6772"/>
                  </a:cubicBezTo>
                  <a:cubicBezTo>
                    <a:pt x="2957" y="6867"/>
                    <a:pt x="4714" y="8123"/>
                    <a:pt x="4758" y="8123"/>
                  </a:cubicBezTo>
                  <a:cubicBezTo>
                    <a:pt x="4758" y="8123"/>
                    <a:pt x="4758" y="8123"/>
                    <a:pt x="4758" y="8122"/>
                  </a:cubicBezTo>
                  <a:cubicBezTo>
                    <a:pt x="4758" y="8122"/>
                    <a:pt x="5755" y="5101"/>
                    <a:pt x="5594" y="3686"/>
                  </a:cubicBezTo>
                  <a:cubicBezTo>
                    <a:pt x="5466" y="2465"/>
                    <a:pt x="4951" y="986"/>
                    <a:pt x="3826" y="311"/>
                  </a:cubicBezTo>
                  <a:cubicBezTo>
                    <a:pt x="3466" y="104"/>
                    <a:pt x="3062" y="0"/>
                    <a:pt x="2663" y="0"/>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1691" name="Google Shape;1691;p33"/>
            <p:cNvSpPr/>
            <p:nvPr/>
          </p:nvSpPr>
          <p:spPr>
            <a:xfrm>
              <a:off x="2946900" y="802250"/>
              <a:ext cx="463700" cy="1052750"/>
            </a:xfrm>
            <a:custGeom>
              <a:avLst/>
              <a:gdLst/>
              <a:ahLst/>
              <a:cxnLst/>
              <a:rect l="l" t="t" r="r" b="b"/>
              <a:pathLst>
                <a:path w="18548" h="42110" extrusionOk="0">
                  <a:moveTo>
                    <a:pt x="9194" y="0"/>
                  </a:moveTo>
                  <a:cubicBezTo>
                    <a:pt x="9194" y="0"/>
                    <a:pt x="0" y="9483"/>
                    <a:pt x="65" y="21087"/>
                  </a:cubicBezTo>
                  <a:cubicBezTo>
                    <a:pt x="97" y="32724"/>
                    <a:pt x="9354" y="42110"/>
                    <a:pt x="9354" y="42110"/>
                  </a:cubicBezTo>
                  <a:cubicBezTo>
                    <a:pt x="9354" y="42110"/>
                    <a:pt x="18548" y="32659"/>
                    <a:pt x="18483" y="21023"/>
                  </a:cubicBezTo>
                  <a:cubicBezTo>
                    <a:pt x="18451" y="9387"/>
                    <a:pt x="9194" y="0"/>
                    <a:pt x="9194" y="0"/>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1692" name="Google Shape;1692;p33"/>
            <p:cNvSpPr/>
            <p:nvPr/>
          </p:nvSpPr>
          <p:spPr>
            <a:xfrm>
              <a:off x="1520500" y="464425"/>
              <a:ext cx="1581525" cy="1453275"/>
            </a:xfrm>
            <a:custGeom>
              <a:avLst/>
              <a:gdLst/>
              <a:ahLst/>
              <a:cxnLst/>
              <a:rect l="l" t="t" r="r" b="b"/>
              <a:pathLst>
                <a:path w="63261" h="58131" extrusionOk="0">
                  <a:moveTo>
                    <a:pt x="47124" y="44758"/>
                  </a:moveTo>
                  <a:cubicBezTo>
                    <a:pt x="47542" y="46879"/>
                    <a:pt x="48377" y="49322"/>
                    <a:pt x="49920" y="51476"/>
                  </a:cubicBezTo>
                  <a:cubicBezTo>
                    <a:pt x="49117" y="51090"/>
                    <a:pt x="48217" y="50672"/>
                    <a:pt x="47285" y="50190"/>
                  </a:cubicBezTo>
                  <a:cubicBezTo>
                    <a:pt x="46577" y="49837"/>
                    <a:pt x="45838" y="49451"/>
                    <a:pt x="45067" y="49033"/>
                  </a:cubicBezTo>
                  <a:cubicBezTo>
                    <a:pt x="45195" y="48712"/>
                    <a:pt x="46288" y="46301"/>
                    <a:pt x="46385" y="44919"/>
                  </a:cubicBezTo>
                  <a:cubicBezTo>
                    <a:pt x="46610" y="44886"/>
                    <a:pt x="46867" y="44822"/>
                    <a:pt x="47124" y="44758"/>
                  </a:cubicBezTo>
                  <a:close/>
                  <a:moveTo>
                    <a:pt x="26629" y="1"/>
                  </a:moveTo>
                  <a:cubicBezTo>
                    <a:pt x="26482" y="1"/>
                    <a:pt x="26338" y="15"/>
                    <a:pt x="26198" y="45"/>
                  </a:cubicBezTo>
                  <a:cubicBezTo>
                    <a:pt x="24912" y="302"/>
                    <a:pt x="24301" y="1652"/>
                    <a:pt x="24687" y="2841"/>
                  </a:cubicBezTo>
                  <a:cubicBezTo>
                    <a:pt x="25105" y="4063"/>
                    <a:pt x="26455" y="4899"/>
                    <a:pt x="27580" y="5284"/>
                  </a:cubicBezTo>
                  <a:cubicBezTo>
                    <a:pt x="28155" y="5487"/>
                    <a:pt x="29054" y="5546"/>
                    <a:pt x="29898" y="5546"/>
                  </a:cubicBezTo>
                  <a:cubicBezTo>
                    <a:pt x="30798" y="5546"/>
                    <a:pt x="31636" y="5478"/>
                    <a:pt x="31952" y="5445"/>
                  </a:cubicBezTo>
                  <a:cubicBezTo>
                    <a:pt x="32370" y="5831"/>
                    <a:pt x="32755" y="6217"/>
                    <a:pt x="33205" y="6667"/>
                  </a:cubicBezTo>
                  <a:cubicBezTo>
                    <a:pt x="33977" y="7470"/>
                    <a:pt x="34845" y="8402"/>
                    <a:pt x="35745" y="9463"/>
                  </a:cubicBezTo>
                  <a:cubicBezTo>
                    <a:pt x="35970" y="9720"/>
                    <a:pt x="36195" y="10042"/>
                    <a:pt x="36452" y="10331"/>
                  </a:cubicBezTo>
                  <a:cubicBezTo>
                    <a:pt x="35938" y="9913"/>
                    <a:pt x="35230" y="9367"/>
                    <a:pt x="35166" y="9303"/>
                  </a:cubicBezTo>
                  <a:cubicBezTo>
                    <a:pt x="34261" y="8734"/>
                    <a:pt x="32599" y="8166"/>
                    <a:pt x="31170" y="8166"/>
                  </a:cubicBezTo>
                  <a:cubicBezTo>
                    <a:pt x="30417" y="8166"/>
                    <a:pt x="29729" y="8324"/>
                    <a:pt x="29252" y="8724"/>
                  </a:cubicBezTo>
                  <a:cubicBezTo>
                    <a:pt x="28223" y="9560"/>
                    <a:pt x="28319" y="11038"/>
                    <a:pt x="29187" y="11906"/>
                  </a:cubicBezTo>
                  <a:cubicBezTo>
                    <a:pt x="29882" y="12577"/>
                    <a:pt x="30934" y="12819"/>
                    <a:pt x="31917" y="12819"/>
                  </a:cubicBezTo>
                  <a:cubicBezTo>
                    <a:pt x="32253" y="12819"/>
                    <a:pt x="32581" y="12791"/>
                    <a:pt x="32884" y="12742"/>
                  </a:cubicBezTo>
                  <a:cubicBezTo>
                    <a:pt x="34137" y="12581"/>
                    <a:pt x="36388" y="11167"/>
                    <a:pt x="36870" y="10845"/>
                  </a:cubicBezTo>
                  <a:cubicBezTo>
                    <a:pt x="37384" y="11520"/>
                    <a:pt x="37898" y="12228"/>
                    <a:pt x="38381" y="12999"/>
                  </a:cubicBezTo>
                  <a:cubicBezTo>
                    <a:pt x="39248" y="14285"/>
                    <a:pt x="40084" y="15731"/>
                    <a:pt x="40759" y="17306"/>
                  </a:cubicBezTo>
                  <a:cubicBezTo>
                    <a:pt x="40791" y="17371"/>
                    <a:pt x="40824" y="17467"/>
                    <a:pt x="40856" y="17564"/>
                  </a:cubicBezTo>
                  <a:cubicBezTo>
                    <a:pt x="40663" y="17306"/>
                    <a:pt x="39377" y="16021"/>
                    <a:pt x="39281" y="15956"/>
                  </a:cubicBezTo>
                  <a:cubicBezTo>
                    <a:pt x="38355" y="15197"/>
                    <a:pt x="36449" y="14333"/>
                    <a:pt x="34907" y="14333"/>
                  </a:cubicBezTo>
                  <a:cubicBezTo>
                    <a:pt x="34360" y="14333"/>
                    <a:pt x="33858" y="14442"/>
                    <a:pt x="33462" y="14703"/>
                  </a:cubicBezTo>
                  <a:cubicBezTo>
                    <a:pt x="32370" y="15442"/>
                    <a:pt x="32273" y="16921"/>
                    <a:pt x="33077" y="17885"/>
                  </a:cubicBezTo>
                  <a:cubicBezTo>
                    <a:pt x="33810" y="18795"/>
                    <a:pt x="35160" y="19115"/>
                    <a:pt x="36319" y="19115"/>
                  </a:cubicBezTo>
                  <a:cubicBezTo>
                    <a:pt x="36430" y="19115"/>
                    <a:pt x="36538" y="19112"/>
                    <a:pt x="36645" y="19107"/>
                  </a:cubicBezTo>
                  <a:cubicBezTo>
                    <a:pt x="38027" y="19074"/>
                    <a:pt x="40791" y="17692"/>
                    <a:pt x="40888" y="17628"/>
                  </a:cubicBezTo>
                  <a:cubicBezTo>
                    <a:pt x="41499" y="19107"/>
                    <a:pt x="42013" y="20682"/>
                    <a:pt x="42431" y="22289"/>
                  </a:cubicBezTo>
                  <a:cubicBezTo>
                    <a:pt x="42752" y="23478"/>
                    <a:pt x="43041" y="24668"/>
                    <a:pt x="43299" y="25857"/>
                  </a:cubicBezTo>
                  <a:cubicBezTo>
                    <a:pt x="43009" y="25535"/>
                    <a:pt x="41820" y="24346"/>
                    <a:pt x="41724" y="24282"/>
                  </a:cubicBezTo>
                  <a:cubicBezTo>
                    <a:pt x="40775" y="23523"/>
                    <a:pt x="38880" y="22658"/>
                    <a:pt x="37345" y="22658"/>
                  </a:cubicBezTo>
                  <a:cubicBezTo>
                    <a:pt x="36800" y="22658"/>
                    <a:pt x="36301" y="22767"/>
                    <a:pt x="35905" y="23028"/>
                  </a:cubicBezTo>
                  <a:cubicBezTo>
                    <a:pt x="34813" y="23768"/>
                    <a:pt x="34716" y="25246"/>
                    <a:pt x="35520" y="26211"/>
                  </a:cubicBezTo>
                  <a:cubicBezTo>
                    <a:pt x="36284" y="27159"/>
                    <a:pt x="37718" y="27467"/>
                    <a:pt x="38908" y="27467"/>
                  </a:cubicBezTo>
                  <a:cubicBezTo>
                    <a:pt x="38968" y="27467"/>
                    <a:pt x="39028" y="27466"/>
                    <a:pt x="39088" y="27464"/>
                  </a:cubicBezTo>
                  <a:cubicBezTo>
                    <a:pt x="40438" y="27400"/>
                    <a:pt x="43074" y="26082"/>
                    <a:pt x="43299" y="25986"/>
                  </a:cubicBezTo>
                  <a:cubicBezTo>
                    <a:pt x="43427" y="26532"/>
                    <a:pt x="43556" y="27078"/>
                    <a:pt x="43652" y="27625"/>
                  </a:cubicBezTo>
                  <a:cubicBezTo>
                    <a:pt x="44038" y="29425"/>
                    <a:pt x="44392" y="31225"/>
                    <a:pt x="44809" y="32993"/>
                  </a:cubicBezTo>
                  <a:cubicBezTo>
                    <a:pt x="44938" y="33604"/>
                    <a:pt x="45099" y="34182"/>
                    <a:pt x="45292" y="34793"/>
                  </a:cubicBezTo>
                  <a:cubicBezTo>
                    <a:pt x="44842" y="34343"/>
                    <a:pt x="44006" y="33507"/>
                    <a:pt x="43942" y="33443"/>
                  </a:cubicBezTo>
                  <a:cubicBezTo>
                    <a:pt x="42993" y="32684"/>
                    <a:pt x="41098" y="31820"/>
                    <a:pt x="39550" y="31820"/>
                  </a:cubicBezTo>
                  <a:cubicBezTo>
                    <a:pt x="39001" y="31820"/>
                    <a:pt x="38495" y="31928"/>
                    <a:pt x="38091" y="32189"/>
                  </a:cubicBezTo>
                  <a:cubicBezTo>
                    <a:pt x="36998" y="32929"/>
                    <a:pt x="36934" y="34407"/>
                    <a:pt x="37706" y="35372"/>
                  </a:cubicBezTo>
                  <a:cubicBezTo>
                    <a:pt x="38439" y="36281"/>
                    <a:pt x="39816" y="36602"/>
                    <a:pt x="40979" y="36602"/>
                  </a:cubicBezTo>
                  <a:cubicBezTo>
                    <a:pt x="41090" y="36602"/>
                    <a:pt x="41199" y="36599"/>
                    <a:pt x="41306" y="36593"/>
                  </a:cubicBezTo>
                  <a:cubicBezTo>
                    <a:pt x="42495" y="36561"/>
                    <a:pt x="44745" y="35500"/>
                    <a:pt x="45388" y="35179"/>
                  </a:cubicBezTo>
                  <a:cubicBezTo>
                    <a:pt x="45645" y="36175"/>
                    <a:pt x="45967" y="37172"/>
                    <a:pt x="46288" y="38136"/>
                  </a:cubicBezTo>
                  <a:cubicBezTo>
                    <a:pt x="46449" y="38522"/>
                    <a:pt x="46577" y="38972"/>
                    <a:pt x="46738" y="39358"/>
                  </a:cubicBezTo>
                  <a:cubicBezTo>
                    <a:pt x="46835" y="39550"/>
                    <a:pt x="46899" y="39743"/>
                    <a:pt x="46995" y="39936"/>
                  </a:cubicBezTo>
                  <a:cubicBezTo>
                    <a:pt x="46770" y="39936"/>
                    <a:pt x="46642" y="39904"/>
                    <a:pt x="46642" y="39904"/>
                  </a:cubicBezTo>
                  <a:lnTo>
                    <a:pt x="46642" y="39904"/>
                  </a:lnTo>
                  <a:cubicBezTo>
                    <a:pt x="46642" y="39904"/>
                    <a:pt x="46610" y="40483"/>
                    <a:pt x="46674" y="41415"/>
                  </a:cubicBezTo>
                  <a:cubicBezTo>
                    <a:pt x="45663" y="40676"/>
                    <a:pt x="44294" y="40031"/>
                    <a:pt x="43145" y="40031"/>
                  </a:cubicBezTo>
                  <a:cubicBezTo>
                    <a:pt x="42795" y="40031"/>
                    <a:pt x="42466" y="40090"/>
                    <a:pt x="42174" y="40226"/>
                  </a:cubicBezTo>
                  <a:cubicBezTo>
                    <a:pt x="40984" y="40772"/>
                    <a:pt x="40663" y="42218"/>
                    <a:pt x="41306" y="43311"/>
                  </a:cubicBezTo>
                  <a:cubicBezTo>
                    <a:pt x="41370" y="43440"/>
                    <a:pt x="41466" y="43569"/>
                    <a:pt x="41595" y="43697"/>
                  </a:cubicBezTo>
                  <a:cubicBezTo>
                    <a:pt x="41788" y="45111"/>
                    <a:pt x="42591" y="46719"/>
                    <a:pt x="43299" y="47522"/>
                  </a:cubicBezTo>
                  <a:cubicBezTo>
                    <a:pt x="43363" y="47619"/>
                    <a:pt x="44295" y="48455"/>
                    <a:pt x="44745" y="48872"/>
                  </a:cubicBezTo>
                  <a:cubicBezTo>
                    <a:pt x="44295" y="48615"/>
                    <a:pt x="43845" y="48358"/>
                    <a:pt x="43363" y="48101"/>
                  </a:cubicBezTo>
                  <a:cubicBezTo>
                    <a:pt x="42688" y="47715"/>
                    <a:pt x="41981" y="47297"/>
                    <a:pt x="41306" y="46912"/>
                  </a:cubicBezTo>
                  <a:cubicBezTo>
                    <a:pt x="40952" y="46687"/>
                    <a:pt x="40599" y="46462"/>
                    <a:pt x="40245" y="46237"/>
                  </a:cubicBezTo>
                  <a:cubicBezTo>
                    <a:pt x="39859" y="46012"/>
                    <a:pt x="39538" y="45754"/>
                    <a:pt x="39216" y="45497"/>
                  </a:cubicBezTo>
                  <a:cubicBezTo>
                    <a:pt x="38702" y="45144"/>
                    <a:pt x="38188" y="44726"/>
                    <a:pt x="37706" y="44340"/>
                  </a:cubicBezTo>
                  <a:cubicBezTo>
                    <a:pt x="38123" y="43665"/>
                    <a:pt x="39345" y="41672"/>
                    <a:pt x="39506" y="40515"/>
                  </a:cubicBezTo>
                  <a:cubicBezTo>
                    <a:pt x="39698" y="39325"/>
                    <a:pt x="39602" y="37750"/>
                    <a:pt x="38702" y="36818"/>
                  </a:cubicBezTo>
                  <a:cubicBezTo>
                    <a:pt x="38264" y="36364"/>
                    <a:pt x="37671" y="36123"/>
                    <a:pt x="37080" y="36123"/>
                  </a:cubicBezTo>
                  <a:cubicBezTo>
                    <a:pt x="36498" y="36123"/>
                    <a:pt x="35918" y="36356"/>
                    <a:pt x="35488" y="36850"/>
                  </a:cubicBezTo>
                  <a:cubicBezTo>
                    <a:pt x="34330" y="38233"/>
                    <a:pt x="35198" y="41415"/>
                    <a:pt x="36066" y="42765"/>
                  </a:cubicBezTo>
                  <a:cubicBezTo>
                    <a:pt x="36098" y="42829"/>
                    <a:pt x="36291" y="43086"/>
                    <a:pt x="36548" y="43408"/>
                  </a:cubicBezTo>
                  <a:cubicBezTo>
                    <a:pt x="36098" y="43022"/>
                    <a:pt x="35616" y="42604"/>
                    <a:pt x="35134" y="42186"/>
                  </a:cubicBezTo>
                  <a:cubicBezTo>
                    <a:pt x="33784" y="40965"/>
                    <a:pt x="32466" y="39711"/>
                    <a:pt x="31148" y="38425"/>
                  </a:cubicBezTo>
                  <a:cubicBezTo>
                    <a:pt x="30859" y="38168"/>
                    <a:pt x="30602" y="37911"/>
                    <a:pt x="30312" y="37654"/>
                  </a:cubicBezTo>
                  <a:cubicBezTo>
                    <a:pt x="30666" y="37075"/>
                    <a:pt x="32016" y="34954"/>
                    <a:pt x="32209" y="33732"/>
                  </a:cubicBezTo>
                  <a:cubicBezTo>
                    <a:pt x="32370" y="32543"/>
                    <a:pt x="32273" y="30968"/>
                    <a:pt x="31373" y="30036"/>
                  </a:cubicBezTo>
                  <a:cubicBezTo>
                    <a:pt x="30932" y="29578"/>
                    <a:pt x="30333" y="29328"/>
                    <a:pt x="29741" y="29328"/>
                  </a:cubicBezTo>
                  <a:cubicBezTo>
                    <a:pt x="29168" y="29328"/>
                    <a:pt x="28602" y="29562"/>
                    <a:pt x="28191" y="30068"/>
                  </a:cubicBezTo>
                  <a:cubicBezTo>
                    <a:pt x="27001" y="31450"/>
                    <a:pt x="27869" y="34600"/>
                    <a:pt x="28737" y="35982"/>
                  </a:cubicBezTo>
                  <a:cubicBezTo>
                    <a:pt x="28769" y="36047"/>
                    <a:pt x="29027" y="36368"/>
                    <a:pt x="29316" y="36722"/>
                  </a:cubicBezTo>
                  <a:cubicBezTo>
                    <a:pt x="28577" y="36047"/>
                    <a:pt x="27837" y="35372"/>
                    <a:pt x="27098" y="34729"/>
                  </a:cubicBezTo>
                  <a:cubicBezTo>
                    <a:pt x="25780" y="33604"/>
                    <a:pt x="24430" y="32575"/>
                    <a:pt x="23016" y="31675"/>
                  </a:cubicBezTo>
                  <a:cubicBezTo>
                    <a:pt x="23144" y="31482"/>
                    <a:pt x="24783" y="29007"/>
                    <a:pt x="24976" y="27657"/>
                  </a:cubicBezTo>
                  <a:cubicBezTo>
                    <a:pt x="25169" y="26468"/>
                    <a:pt x="25073" y="24893"/>
                    <a:pt x="24173" y="23960"/>
                  </a:cubicBezTo>
                  <a:cubicBezTo>
                    <a:pt x="23735" y="23507"/>
                    <a:pt x="23134" y="23265"/>
                    <a:pt x="22538" y="23265"/>
                  </a:cubicBezTo>
                  <a:cubicBezTo>
                    <a:pt x="21953" y="23265"/>
                    <a:pt x="21373" y="23499"/>
                    <a:pt x="20958" y="23993"/>
                  </a:cubicBezTo>
                  <a:cubicBezTo>
                    <a:pt x="19801" y="25375"/>
                    <a:pt x="20669" y="28557"/>
                    <a:pt x="21537" y="29907"/>
                  </a:cubicBezTo>
                  <a:cubicBezTo>
                    <a:pt x="21601" y="30004"/>
                    <a:pt x="22533" y="31161"/>
                    <a:pt x="22855" y="31579"/>
                  </a:cubicBezTo>
                  <a:lnTo>
                    <a:pt x="22823" y="31547"/>
                  </a:lnTo>
                  <a:cubicBezTo>
                    <a:pt x="21344" y="30614"/>
                    <a:pt x="19833" y="29907"/>
                    <a:pt x="18355" y="29329"/>
                  </a:cubicBezTo>
                  <a:cubicBezTo>
                    <a:pt x="16876" y="28718"/>
                    <a:pt x="15462" y="28300"/>
                    <a:pt x="14112" y="27914"/>
                  </a:cubicBezTo>
                  <a:cubicBezTo>
                    <a:pt x="12794" y="27561"/>
                    <a:pt x="11572" y="27303"/>
                    <a:pt x="10447" y="27078"/>
                  </a:cubicBezTo>
                  <a:cubicBezTo>
                    <a:pt x="9868" y="26950"/>
                    <a:pt x="9322" y="26886"/>
                    <a:pt x="8808" y="26789"/>
                  </a:cubicBezTo>
                  <a:lnTo>
                    <a:pt x="8840" y="26757"/>
                  </a:lnTo>
                  <a:cubicBezTo>
                    <a:pt x="8872" y="26757"/>
                    <a:pt x="7008" y="25535"/>
                    <a:pt x="6879" y="25471"/>
                  </a:cubicBezTo>
                  <a:cubicBezTo>
                    <a:pt x="6067" y="25074"/>
                    <a:pt x="4688" y="24728"/>
                    <a:pt x="3412" y="24728"/>
                  </a:cubicBezTo>
                  <a:cubicBezTo>
                    <a:pt x="2416" y="24728"/>
                    <a:pt x="1482" y="24939"/>
                    <a:pt x="932" y="25503"/>
                  </a:cubicBezTo>
                  <a:cubicBezTo>
                    <a:pt x="0" y="26468"/>
                    <a:pt x="257" y="27914"/>
                    <a:pt x="1222" y="28718"/>
                  </a:cubicBezTo>
                  <a:cubicBezTo>
                    <a:pt x="1831" y="29175"/>
                    <a:pt x="2632" y="29350"/>
                    <a:pt x="3424" y="29350"/>
                  </a:cubicBezTo>
                  <a:cubicBezTo>
                    <a:pt x="3969" y="29350"/>
                    <a:pt x="4511" y="29267"/>
                    <a:pt x="4983" y="29136"/>
                  </a:cubicBezTo>
                  <a:cubicBezTo>
                    <a:pt x="6204" y="28846"/>
                    <a:pt x="8229" y="27239"/>
                    <a:pt x="8711" y="26853"/>
                  </a:cubicBezTo>
                  <a:cubicBezTo>
                    <a:pt x="9258" y="26950"/>
                    <a:pt x="9804" y="27046"/>
                    <a:pt x="10447" y="27207"/>
                  </a:cubicBezTo>
                  <a:cubicBezTo>
                    <a:pt x="11540" y="27432"/>
                    <a:pt x="12761" y="27721"/>
                    <a:pt x="14079" y="28107"/>
                  </a:cubicBezTo>
                  <a:cubicBezTo>
                    <a:pt x="14433" y="28236"/>
                    <a:pt x="14787" y="28364"/>
                    <a:pt x="15172" y="28461"/>
                  </a:cubicBezTo>
                  <a:cubicBezTo>
                    <a:pt x="14497" y="28396"/>
                    <a:pt x="13597" y="28300"/>
                    <a:pt x="13501" y="28300"/>
                  </a:cubicBezTo>
                  <a:cubicBezTo>
                    <a:pt x="11894" y="28332"/>
                    <a:pt x="8776" y="29361"/>
                    <a:pt x="8261" y="31096"/>
                  </a:cubicBezTo>
                  <a:cubicBezTo>
                    <a:pt x="7876" y="32350"/>
                    <a:pt x="8743" y="33539"/>
                    <a:pt x="9997" y="33797"/>
                  </a:cubicBezTo>
                  <a:cubicBezTo>
                    <a:pt x="10147" y="33824"/>
                    <a:pt x="10299" y="33836"/>
                    <a:pt x="10452" y="33836"/>
                  </a:cubicBezTo>
                  <a:cubicBezTo>
                    <a:pt x="11575" y="33836"/>
                    <a:pt x="12741" y="33154"/>
                    <a:pt x="13533" y="32447"/>
                  </a:cubicBezTo>
                  <a:cubicBezTo>
                    <a:pt x="14465" y="31579"/>
                    <a:pt x="15558" y="29200"/>
                    <a:pt x="15783" y="28654"/>
                  </a:cubicBezTo>
                  <a:cubicBezTo>
                    <a:pt x="16587" y="28943"/>
                    <a:pt x="17422" y="29232"/>
                    <a:pt x="18258" y="29586"/>
                  </a:cubicBezTo>
                  <a:cubicBezTo>
                    <a:pt x="19673" y="30229"/>
                    <a:pt x="21183" y="30936"/>
                    <a:pt x="22598" y="31900"/>
                  </a:cubicBezTo>
                  <a:cubicBezTo>
                    <a:pt x="22694" y="31932"/>
                    <a:pt x="22758" y="31997"/>
                    <a:pt x="22823" y="32061"/>
                  </a:cubicBezTo>
                  <a:cubicBezTo>
                    <a:pt x="22501" y="31964"/>
                    <a:pt x="20733" y="31579"/>
                    <a:pt x="20605" y="31579"/>
                  </a:cubicBezTo>
                  <a:cubicBezTo>
                    <a:pt x="20452" y="31563"/>
                    <a:pt x="20284" y="31556"/>
                    <a:pt x="20105" y="31556"/>
                  </a:cubicBezTo>
                  <a:cubicBezTo>
                    <a:pt x="18408" y="31556"/>
                    <a:pt x="15716" y="32252"/>
                    <a:pt x="15076" y="33764"/>
                  </a:cubicBezTo>
                  <a:cubicBezTo>
                    <a:pt x="14562" y="34954"/>
                    <a:pt x="15301" y="36240"/>
                    <a:pt x="16490" y="36625"/>
                  </a:cubicBezTo>
                  <a:cubicBezTo>
                    <a:pt x="16759" y="36708"/>
                    <a:pt x="17036" y="36745"/>
                    <a:pt x="17316" y="36745"/>
                  </a:cubicBezTo>
                  <a:cubicBezTo>
                    <a:pt x="18342" y="36745"/>
                    <a:pt x="19397" y="36249"/>
                    <a:pt x="20155" y="35693"/>
                  </a:cubicBezTo>
                  <a:cubicBezTo>
                    <a:pt x="21312" y="34857"/>
                    <a:pt x="22823" y="32189"/>
                    <a:pt x="22887" y="32093"/>
                  </a:cubicBezTo>
                  <a:cubicBezTo>
                    <a:pt x="24205" y="32993"/>
                    <a:pt x="25491" y="34022"/>
                    <a:pt x="26744" y="35115"/>
                  </a:cubicBezTo>
                  <a:cubicBezTo>
                    <a:pt x="27676" y="35918"/>
                    <a:pt x="28544" y="36786"/>
                    <a:pt x="29444" y="37654"/>
                  </a:cubicBezTo>
                  <a:cubicBezTo>
                    <a:pt x="29027" y="37525"/>
                    <a:pt x="27355" y="37204"/>
                    <a:pt x="27259" y="37172"/>
                  </a:cubicBezTo>
                  <a:cubicBezTo>
                    <a:pt x="27124" y="37161"/>
                    <a:pt x="26978" y="37156"/>
                    <a:pt x="26825" y="37156"/>
                  </a:cubicBezTo>
                  <a:cubicBezTo>
                    <a:pt x="25108" y="37156"/>
                    <a:pt x="22347" y="37824"/>
                    <a:pt x="21698" y="39358"/>
                  </a:cubicBezTo>
                  <a:cubicBezTo>
                    <a:pt x="21183" y="40579"/>
                    <a:pt x="21923" y="41865"/>
                    <a:pt x="23144" y="42218"/>
                  </a:cubicBezTo>
                  <a:cubicBezTo>
                    <a:pt x="23406" y="42301"/>
                    <a:pt x="23678" y="42338"/>
                    <a:pt x="23954" y="42338"/>
                  </a:cubicBezTo>
                  <a:cubicBezTo>
                    <a:pt x="24965" y="42338"/>
                    <a:pt x="26026" y="41842"/>
                    <a:pt x="26809" y="41286"/>
                  </a:cubicBezTo>
                  <a:cubicBezTo>
                    <a:pt x="27901" y="40483"/>
                    <a:pt x="29380" y="37943"/>
                    <a:pt x="29509" y="37718"/>
                  </a:cubicBezTo>
                  <a:cubicBezTo>
                    <a:pt x="29894" y="38104"/>
                    <a:pt x="30312" y="38490"/>
                    <a:pt x="30698" y="38908"/>
                  </a:cubicBezTo>
                  <a:cubicBezTo>
                    <a:pt x="32016" y="40193"/>
                    <a:pt x="33302" y="41479"/>
                    <a:pt x="34620" y="42733"/>
                  </a:cubicBezTo>
                  <a:cubicBezTo>
                    <a:pt x="35070" y="43183"/>
                    <a:pt x="35552" y="43569"/>
                    <a:pt x="36002" y="43986"/>
                  </a:cubicBezTo>
                  <a:cubicBezTo>
                    <a:pt x="35391" y="43858"/>
                    <a:pt x="34234" y="43601"/>
                    <a:pt x="34137" y="43601"/>
                  </a:cubicBezTo>
                  <a:cubicBezTo>
                    <a:pt x="33984" y="43585"/>
                    <a:pt x="33817" y="43578"/>
                    <a:pt x="33638" y="43578"/>
                  </a:cubicBezTo>
                  <a:cubicBezTo>
                    <a:pt x="31940" y="43578"/>
                    <a:pt x="29248" y="44274"/>
                    <a:pt x="28609" y="45787"/>
                  </a:cubicBezTo>
                  <a:cubicBezTo>
                    <a:pt x="28094" y="46976"/>
                    <a:pt x="28834" y="48262"/>
                    <a:pt x="30023" y="48647"/>
                  </a:cubicBezTo>
                  <a:cubicBezTo>
                    <a:pt x="30278" y="48728"/>
                    <a:pt x="30542" y="48764"/>
                    <a:pt x="30811" y="48764"/>
                  </a:cubicBezTo>
                  <a:cubicBezTo>
                    <a:pt x="31828" y="48764"/>
                    <a:pt x="32899" y="48249"/>
                    <a:pt x="33687" y="47715"/>
                  </a:cubicBezTo>
                  <a:cubicBezTo>
                    <a:pt x="34684" y="47008"/>
                    <a:pt x="35970" y="44886"/>
                    <a:pt x="36323" y="44276"/>
                  </a:cubicBezTo>
                  <a:cubicBezTo>
                    <a:pt x="37095" y="44951"/>
                    <a:pt x="37898" y="45594"/>
                    <a:pt x="38702" y="46204"/>
                  </a:cubicBezTo>
                  <a:cubicBezTo>
                    <a:pt x="39056" y="46462"/>
                    <a:pt x="39377" y="46751"/>
                    <a:pt x="39731" y="46976"/>
                  </a:cubicBezTo>
                  <a:cubicBezTo>
                    <a:pt x="40084" y="47201"/>
                    <a:pt x="40438" y="47458"/>
                    <a:pt x="40791" y="47683"/>
                  </a:cubicBezTo>
                  <a:cubicBezTo>
                    <a:pt x="41531" y="48133"/>
                    <a:pt x="42206" y="48551"/>
                    <a:pt x="42881" y="48937"/>
                  </a:cubicBezTo>
                  <a:cubicBezTo>
                    <a:pt x="43234" y="49162"/>
                    <a:pt x="43556" y="49355"/>
                    <a:pt x="43909" y="49547"/>
                  </a:cubicBezTo>
                  <a:cubicBezTo>
                    <a:pt x="43299" y="49290"/>
                    <a:pt x="42302" y="48937"/>
                    <a:pt x="42206" y="48905"/>
                  </a:cubicBezTo>
                  <a:cubicBezTo>
                    <a:pt x="41750" y="48793"/>
                    <a:pt x="41153" y="48727"/>
                    <a:pt x="40511" y="48727"/>
                  </a:cubicBezTo>
                  <a:cubicBezTo>
                    <a:pt x="38931" y="48727"/>
                    <a:pt x="37082" y="49126"/>
                    <a:pt x="36420" y="50222"/>
                  </a:cubicBezTo>
                  <a:cubicBezTo>
                    <a:pt x="35713" y="51348"/>
                    <a:pt x="36259" y="52730"/>
                    <a:pt x="37384" y="53276"/>
                  </a:cubicBezTo>
                  <a:cubicBezTo>
                    <a:pt x="37779" y="53463"/>
                    <a:pt x="38219" y="53541"/>
                    <a:pt x="38669" y="53541"/>
                  </a:cubicBezTo>
                  <a:cubicBezTo>
                    <a:pt x="39538" y="53541"/>
                    <a:pt x="40446" y="53250"/>
                    <a:pt x="41145" y="52890"/>
                  </a:cubicBezTo>
                  <a:cubicBezTo>
                    <a:pt x="42334" y="52280"/>
                    <a:pt x="44134" y="50062"/>
                    <a:pt x="44359" y="49805"/>
                  </a:cubicBezTo>
                  <a:cubicBezTo>
                    <a:pt x="45195" y="50287"/>
                    <a:pt x="45999" y="50737"/>
                    <a:pt x="46770" y="51123"/>
                  </a:cubicBezTo>
                  <a:cubicBezTo>
                    <a:pt x="48827" y="52248"/>
                    <a:pt x="50628" y="53115"/>
                    <a:pt x="52042" y="53791"/>
                  </a:cubicBezTo>
                  <a:cubicBezTo>
                    <a:pt x="56542" y="57680"/>
                    <a:pt x="62939" y="58130"/>
                    <a:pt x="62939" y="58130"/>
                  </a:cubicBezTo>
                  <a:cubicBezTo>
                    <a:pt x="62939" y="58130"/>
                    <a:pt x="63260" y="50480"/>
                    <a:pt x="58760" y="45465"/>
                  </a:cubicBezTo>
                  <a:cubicBezTo>
                    <a:pt x="57153" y="43633"/>
                    <a:pt x="55096" y="42411"/>
                    <a:pt x="53167" y="41576"/>
                  </a:cubicBezTo>
                  <a:cubicBezTo>
                    <a:pt x="53296" y="41447"/>
                    <a:pt x="53392" y="41286"/>
                    <a:pt x="53488" y="41158"/>
                  </a:cubicBezTo>
                  <a:cubicBezTo>
                    <a:pt x="54163" y="40161"/>
                    <a:pt x="54742" y="38683"/>
                    <a:pt x="54292" y="37461"/>
                  </a:cubicBezTo>
                  <a:cubicBezTo>
                    <a:pt x="53975" y="36558"/>
                    <a:pt x="53138" y="35951"/>
                    <a:pt x="52247" y="35951"/>
                  </a:cubicBezTo>
                  <a:cubicBezTo>
                    <a:pt x="51965" y="35951"/>
                    <a:pt x="51677" y="36012"/>
                    <a:pt x="51399" y="36143"/>
                  </a:cubicBezTo>
                  <a:cubicBezTo>
                    <a:pt x="50145" y="36722"/>
                    <a:pt x="49535" y="38747"/>
                    <a:pt x="49406" y="40354"/>
                  </a:cubicBezTo>
                  <a:cubicBezTo>
                    <a:pt x="48892" y="40258"/>
                    <a:pt x="48442" y="40161"/>
                    <a:pt x="48056" y="40097"/>
                  </a:cubicBezTo>
                  <a:cubicBezTo>
                    <a:pt x="47895" y="39743"/>
                    <a:pt x="47735" y="39358"/>
                    <a:pt x="47574" y="38972"/>
                  </a:cubicBezTo>
                  <a:cubicBezTo>
                    <a:pt x="47381" y="38586"/>
                    <a:pt x="47252" y="38200"/>
                    <a:pt x="47092" y="37815"/>
                  </a:cubicBezTo>
                  <a:cubicBezTo>
                    <a:pt x="46899" y="37236"/>
                    <a:pt x="46674" y="36625"/>
                    <a:pt x="46481" y="36015"/>
                  </a:cubicBezTo>
                  <a:cubicBezTo>
                    <a:pt x="47220" y="35693"/>
                    <a:pt x="49342" y="34697"/>
                    <a:pt x="50113" y="33829"/>
                  </a:cubicBezTo>
                  <a:cubicBezTo>
                    <a:pt x="50917" y="32929"/>
                    <a:pt x="51720" y="31579"/>
                    <a:pt x="51463" y="30293"/>
                  </a:cubicBezTo>
                  <a:cubicBezTo>
                    <a:pt x="51274" y="29266"/>
                    <a:pt x="50404" y="28467"/>
                    <a:pt x="49387" y="28467"/>
                  </a:cubicBezTo>
                  <a:cubicBezTo>
                    <a:pt x="49194" y="28467"/>
                    <a:pt x="48995" y="28496"/>
                    <a:pt x="48795" y="28557"/>
                  </a:cubicBezTo>
                  <a:cubicBezTo>
                    <a:pt x="47060" y="29071"/>
                    <a:pt x="46031" y="32189"/>
                    <a:pt x="45999" y="33797"/>
                  </a:cubicBezTo>
                  <a:cubicBezTo>
                    <a:pt x="45999" y="33861"/>
                    <a:pt x="46031" y="34214"/>
                    <a:pt x="46063" y="34600"/>
                  </a:cubicBezTo>
                  <a:cubicBezTo>
                    <a:pt x="45870" y="34022"/>
                    <a:pt x="45709" y="33411"/>
                    <a:pt x="45549" y="32800"/>
                  </a:cubicBezTo>
                  <a:cubicBezTo>
                    <a:pt x="45099" y="31064"/>
                    <a:pt x="44681" y="29264"/>
                    <a:pt x="44295" y="27464"/>
                  </a:cubicBezTo>
                  <a:cubicBezTo>
                    <a:pt x="44199" y="27111"/>
                    <a:pt x="44102" y="26725"/>
                    <a:pt x="44006" y="26371"/>
                  </a:cubicBezTo>
                  <a:cubicBezTo>
                    <a:pt x="44617" y="26082"/>
                    <a:pt x="46931" y="25053"/>
                    <a:pt x="47767" y="24121"/>
                  </a:cubicBezTo>
                  <a:cubicBezTo>
                    <a:pt x="48570" y="23221"/>
                    <a:pt x="49342" y="21871"/>
                    <a:pt x="49117" y="20585"/>
                  </a:cubicBezTo>
                  <a:cubicBezTo>
                    <a:pt x="48926" y="19551"/>
                    <a:pt x="48044" y="18770"/>
                    <a:pt x="47017" y="18770"/>
                  </a:cubicBezTo>
                  <a:cubicBezTo>
                    <a:pt x="46831" y="18770"/>
                    <a:pt x="46641" y="18795"/>
                    <a:pt x="46449" y="18849"/>
                  </a:cubicBezTo>
                  <a:cubicBezTo>
                    <a:pt x="44681" y="19364"/>
                    <a:pt x="43652" y="22482"/>
                    <a:pt x="43620" y="24121"/>
                  </a:cubicBezTo>
                  <a:cubicBezTo>
                    <a:pt x="43620" y="24153"/>
                    <a:pt x="43652" y="24571"/>
                    <a:pt x="43717" y="25021"/>
                  </a:cubicBezTo>
                  <a:cubicBezTo>
                    <a:pt x="43459" y="24057"/>
                    <a:pt x="43234" y="23093"/>
                    <a:pt x="42945" y="22160"/>
                  </a:cubicBezTo>
                  <a:cubicBezTo>
                    <a:pt x="42463" y="20489"/>
                    <a:pt x="41916" y="18882"/>
                    <a:pt x="41241" y="17371"/>
                  </a:cubicBezTo>
                  <a:cubicBezTo>
                    <a:pt x="41434" y="17274"/>
                    <a:pt x="44167" y="16117"/>
                    <a:pt x="45099" y="15089"/>
                  </a:cubicBezTo>
                  <a:cubicBezTo>
                    <a:pt x="45902" y="14188"/>
                    <a:pt x="46674" y="12806"/>
                    <a:pt x="46449" y="11553"/>
                  </a:cubicBezTo>
                  <a:cubicBezTo>
                    <a:pt x="46260" y="10526"/>
                    <a:pt x="45367" y="9726"/>
                    <a:pt x="44342" y="9726"/>
                  </a:cubicBezTo>
                  <a:cubicBezTo>
                    <a:pt x="44148" y="9726"/>
                    <a:pt x="43949" y="9755"/>
                    <a:pt x="43749" y="9817"/>
                  </a:cubicBezTo>
                  <a:cubicBezTo>
                    <a:pt x="42013" y="10331"/>
                    <a:pt x="40984" y="13449"/>
                    <a:pt x="40952" y="15056"/>
                  </a:cubicBezTo>
                  <a:cubicBezTo>
                    <a:pt x="40952" y="15181"/>
                    <a:pt x="41074" y="16585"/>
                    <a:pt x="41140" y="17134"/>
                  </a:cubicBezTo>
                  <a:lnTo>
                    <a:pt x="41140" y="17134"/>
                  </a:lnTo>
                  <a:cubicBezTo>
                    <a:pt x="40401" y="15532"/>
                    <a:pt x="39536" y="14121"/>
                    <a:pt x="38638" y="12806"/>
                  </a:cubicBezTo>
                  <a:cubicBezTo>
                    <a:pt x="37738" y="11520"/>
                    <a:pt x="36773" y="10363"/>
                    <a:pt x="35873" y="9303"/>
                  </a:cubicBezTo>
                  <a:cubicBezTo>
                    <a:pt x="34973" y="8274"/>
                    <a:pt x="34073" y="7374"/>
                    <a:pt x="33302" y="6602"/>
                  </a:cubicBezTo>
                  <a:cubicBezTo>
                    <a:pt x="32852" y="6152"/>
                    <a:pt x="32466" y="5799"/>
                    <a:pt x="32080" y="5445"/>
                  </a:cubicBezTo>
                  <a:lnTo>
                    <a:pt x="32112" y="5445"/>
                  </a:lnTo>
                  <a:cubicBezTo>
                    <a:pt x="32145" y="5445"/>
                    <a:pt x="31277" y="3420"/>
                    <a:pt x="31180" y="3291"/>
                  </a:cubicBezTo>
                  <a:cubicBezTo>
                    <a:pt x="30439" y="1988"/>
                    <a:pt x="28360" y="1"/>
                    <a:pt x="26629" y="1"/>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1693" name="Google Shape;1693;p33"/>
            <p:cNvSpPr/>
            <p:nvPr/>
          </p:nvSpPr>
          <p:spPr>
            <a:xfrm>
              <a:off x="3260300" y="1467650"/>
              <a:ext cx="425950" cy="439600"/>
            </a:xfrm>
            <a:custGeom>
              <a:avLst/>
              <a:gdLst/>
              <a:ahLst/>
              <a:cxnLst/>
              <a:rect l="l" t="t" r="r" b="b"/>
              <a:pathLst>
                <a:path w="17038" h="17584" extrusionOk="0">
                  <a:moveTo>
                    <a:pt x="16973" y="0"/>
                  </a:moveTo>
                  <a:cubicBezTo>
                    <a:pt x="16973" y="0"/>
                    <a:pt x="9355" y="225"/>
                    <a:pt x="4662" y="5079"/>
                  </a:cubicBezTo>
                  <a:cubicBezTo>
                    <a:pt x="1" y="9933"/>
                    <a:pt x="33" y="17583"/>
                    <a:pt x="33" y="17583"/>
                  </a:cubicBezTo>
                  <a:cubicBezTo>
                    <a:pt x="33" y="17583"/>
                    <a:pt x="7683" y="17358"/>
                    <a:pt x="12376" y="12504"/>
                  </a:cubicBezTo>
                  <a:cubicBezTo>
                    <a:pt x="17037" y="7651"/>
                    <a:pt x="16973" y="0"/>
                    <a:pt x="16973" y="0"/>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1694" name="Google Shape;1694;p33"/>
            <p:cNvSpPr/>
            <p:nvPr/>
          </p:nvSpPr>
          <p:spPr>
            <a:xfrm>
              <a:off x="2417325" y="520175"/>
              <a:ext cx="120550" cy="207350"/>
            </a:xfrm>
            <a:custGeom>
              <a:avLst/>
              <a:gdLst/>
              <a:ahLst/>
              <a:cxnLst/>
              <a:rect l="l" t="t" r="r" b="b"/>
              <a:pathLst>
                <a:path w="4822" h="8294" extrusionOk="0">
                  <a:moveTo>
                    <a:pt x="2572" y="1"/>
                  </a:moveTo>
                  <a:cubicBezTo>
                    <a:pt x="2218" y="1"/>
                    <a:pt x="1833" y="97"/>
                    <a:pt x="1511" y="290"/>
                  </a:cubicBezTo>
                  <a:cubicBezTo>
                    <a:pt x="418" y="965"/>
                    <a:pt x="0" y="2829"/>
                    <a:pt x="0" y="4405"/>
                  </a:cubicBezTo>
                  <a:cubicBezTo>
                    <a:pt x="0" y="5047"/>
                    <a:pt x="65" y="5658"/>
                    <a:pt x="193" y="6108"/>
                  </a:cubicBezTo>
                  <a:cubicBezTo>
                    <a:pt x="225" y="6237"/>
                    <a:pt x="997" y="8294"/>
                    <a:pt x="1029" y="8294"/>
                  </a:cubicBezTo>
                  <a:cubicBezTo>
                    <a:pt x="1029" y="8294"/>
                    <a:pt x="3536" y="6301"/>
                    <a:pt x="4179" y="5047"/>
                  </a:cubicBezTo>
                  <a:cubicBezTo>
                    <a:pt x="4533" y="4340"/>
                    <a:pt x="4822" y="3408"/>
                    <a:pt x="4822" y="2572"/>
                  </a:cubicBezTo>
                  <a:cubicBezTo>
                    <a:pt x="4822" y="2122"/>
                    <a:pt x="4758" y="1672"/>
                    <a:pt x="4565" y="1287"/>
                  </a:cubicBezTo>
                  <a:cubicBezTo>
                    <a:pt x="4179" y="483"/>
                    <a:pt x="3375" y="1"/>
                    <a:pt x="2572" y="1"/>
                  </a:cubicBezTo>
                  <a:close/>
                </a:path>
              </a:pathLst>
            </a:custGeom>
            <a:solidFill>
              <a:srgbClr val="BBE3FE"/>
            </a:solidFill>
            <a:ln>
              <a:noFill/>
            </a:ln>
          </p:spPr>
          <p:txBody>
            <a:bodyPr spcFirstLastPara="1" wrap="square" lIns="182850" tIns="182850" rIns="182850" bIns="182850" anchor="ctr" anchorCtr="0">
              <a:noAutofit/>
            </a:bodyPr>
            <a:lstStyle/>
            <a:p>
              <a:endParaRPr sz="3600"/>
            </a:p>
          </p:txBody>
        </p:sp>
        <p:sp>
          <p:nvSpPr>
            <p:cNvPr id="1695" name="Google Shape;1695;p33"/>
            <p:cNvSpPr/>
            <p:nvPr/>
          </p:nvSpPr>
          <p:spPr>
            <a:xfrm>
              <a:off x="1806575" y="970200"/>
              <a:ext cx="126200" cy="203350"/>
            </a:xfrm>
            <a:custGeom>
              <a:avLst/>
              <a:gdLst/>
              <a:ahLst/>
              <a:cxnLst/>
              <a:rect l="l" t="t" r="r" b="b"/>
              <a:pathLst>
                <a:path w="5048" h="8134" extrusionOk="0">
                  <a:moveTo>
                    <a:pt x="2090" y="1"/>
                  </a:moveTo>
                  <a:cubicBezTo>
                    <a:pt x="1286" y="1"/>
                    <a:pt x="547" y="419"/>
                    <a:pt x="193" y="1190"/>
                  </a:cubicBezTo>
                  <a:cubicBezTo>
                    <a:pt x="33" y="1479"/>
                    <a:pt x="1" y="1801"/>
                    <a:pt x="1" y="2154"/>
                  </a:cubicBezTo>
                  <a:cubicBezTo>
                    <a:pt x="1" y="3794"/>
                    <a:pt x="1286" y="5851"/>
                    <a:pt x="2283" y="6783"/>
                  </a:cubicBezTo>
                  <a:cubicBezTo>
                    <a:pt x="2379" y="6880"/>
                    <a:pt x="4147" y="8133"/>
                    <a:pt x="4179" y="8133"/>
                  </a:cubicBezTo>
                  <a:cubicBezTo>
                    <a:pt x="4179" y="8133"/>
                    <a:pt x="5047" y="5529"/>
                    <a:pt x="5047" y="4019"/>
                  </a:cubicBezTo>
                  <a:cubicBezTo>
                    <a:pt x="5047" y="3922"/>
                    <a:pt x="5047" y="3794"/>
                    <a:pt x="5015" y="3697"/>
                  </a:cubicBezTo>
                  <a:cubicBezTo>
                    <a:pt x="4887" y="2476"/>
                    <a:pt x="4372" y="997"/>
                    <a:pt x="3247" y="322"/>
                  </a:cubicBezTo>
                  <a:cubicBezTo>
                    <a:pt x="2894" y="129"/>
                    <a:pt x="2476" y="1"/>
                    <a:pt x="2090" y="1"/>
                  </a:cubicBezTo>
                  <a:close/>
                </a:path>
              </a:pathLst>
            </a:custGeom>
            <a:solidFill>
              <a:srgbClr val="BBE3FE"/>
            </a:solidFill>
            <a:ln>
              <a:noFill/>
            </a:ln>
          </p:spPr>
          <p:txBody>
            <a:bodyPr spcFirstLastPara="1" wrap="square" lIns="182850" tIns="182850" rIns="182850" bIns="182850" anchor="ctr" anchorCtr="0">
              <a:noAutofit/>
            </a:bodyPr>
            <a:lstStyle/>
            <a:p>
              <a:endParaRPr sz="3600"/>
            </a:p>
          </p:txBody>
        </p:sp>
        <p:sp>
          <p:nvSpPr>
            <p:cNvPr id="1696" name="Google Shape;1696;p33"/>
            <p:cNvSpPr/>
            <p:nvPr/>
          </p:nvSpPr>
          <p:spPr>
            <a:xfrm>
              <a:off x="2948500" y="802250"/>
              <a:ext cx="460500" cy="1052750"/>
            </a:xfrm>
            <a:custGeom>
              <a:avLst/>
              <a:gdLst/>
              <a:ahLst/>
              <a:cxnLst/>
              <a:rect l="l" t="t" r="r" b="b"/>
              <a:pathLst>
                <a:path w="18420" h="42110" extrusionOk="0">
                  <a:moveTo>
                    <a:pt x="9130" y="0"/>
                  </a:moveTo>
                  <a:cubicBezTo>
                    <a:pt x="9130" y="0"/>
                    <a:pt x="1" y="9419"/>
                    <a:pt x="1" y="20991"/>
                  </a:cubicBezTo>
                  <a:cubicBezTo>
                    <a:pt x="1" y="21023"/>
                    <a:pt x="1" y="21055"/>
                    <a:pt x="1" y="21087"/>
                  </a:cubicBezTo>
                  <a:cubicBezTo>
                    <a:pt x="33" y="32724"/>
                    <a:pt x="9290" y="42110"/>
                    <a:pt x="9290" y="42110"/>
                  </a:cubicBezTo>
                  <a:cubicBezTo>
                    <a:pt x="9290" y="42110"/>
                    <a:pt x="18419" y="32724"/>
                    <a:pt x="18419" y="21119"/>
                  </a:cubicBezTo>
                  <a:cubicBezTo>
                    <a:pt x="18419" y="21087"/>
                    <a:pt x="18419" y="21055"/>
                    <a:pt x="18419" y="21023"/>
                  </a:cubicBezTo>
                  <a:cubicBezTo>
                    <a:pt x="18387" y="9387"/>
                    <a:pt x="9130" y="0"/>
                    <a:pt x="9130" y="0"/>
                  </a:cubicBezTo>
                  <a:close/>
                </a:path>
              </a:pathLst>
            </a:custGeom>
            <a:solidFill>
              <a:srgbClr val="BBE3FE"/>
            </a:solidFill>
            <a:ln>
              <a:noFill/>
            </a:ln>
          </p:spPr>
          <p:txBody>
            <a:bodyPr spcFirstLastPara="1" wrap="square" lIns="182850" tIns="182850" rIns="182850" bIns="182850" anchor="ctr" anchorCtr="0">
              <a:noAutofit/>
            </a:bodyPr>
            <a:lstStyle/>
            <a:p>
              <a:endParaRPr sz="3600"/>
            </a:p>
          </p:txBody>
        </p:sp>
        <p:sp>
          <p:nvSpPr>
            <p:cNvPr id="1697" name="Google Shape;1697;p33"/>
            <p:cNvSpPr/>
            <p:nvPr/>
          </p:nvSpPr>
          <p:spPr>
            <a:xfrm>
              <a:off x="1529325" y="463925"/>
              <a:ext cx="1564650" cy="1453775"/>
            </a:xfrm>
            <a:custGeom>
              <a:avLst/>
              <a:gdLst/>
              <a:ahLst/>
              <a:cxnLst/>
              <a:rect l="l" t="t" r="r" b="b"/>
              <a:pathLst>
                <a:path w="62586" h="58151" extrusionOk="0">
                  <a:moveTo>
                    <a:pt x="46771" y="44778"/>
                  </a:moveTo>
                  <a:cubicBezTo>
                    <a:pt x="47189" y="46899"/>
                    <a:pt x="48024" y="49342"/>
                    <a:pt x="49567" y="51496"/>
                  </a:cubicBezTo>
                  <a:cubicBezTo>
                    <a:pt x="48764" y="51110"/>
                    <a:pt x="47864" y="50692"/>
                    <a:pt x="46932" y="50210"/>
                  </a:cubicBezTo>
                  <a:cubicBezTo>
                    <a:pt x="46224" y="49857"/>
                    <a:pt x="45485" y="49471"/>
                    <a:pt x="44714" y="49053"/>
                  </a:cubicBezTo>
                  <a:cubicBezTo>
                    <a:pt x="44842" y="48732"/>
                    <a:pt x="45935" y="46321"/>
                    <a:pt x="46032" y="44939"/>
                  </a:cubicBezTo>
                  <a:cubicBezTo>
                    <a:pt x="46257" y="44906"/>
                    <a:pt x="46514" y="44842"/>
                    <a:pt x="46771" y="44778"/>
                  </a:cubicBezTo>
                  <a:close/>
                  <a:moveTo>
                    <a:pt x="26263" y="1"/>
                  </a:moveTo>
                  <a:cubicBezTo>
                    <a:pt x="26134" y="1"/>
                    <a:pt x="26006" y="33"/>
                    <a:pt x="25845" y="65"/>
                  </a:cubicBezTo>
                  <a:cubicBezTo>
                    <a:pt x="24816" y="290"/>
                    <a:pt x="24238" y="1190"/>
                    <a:pt x="24238" y="2154"/>
                  </a:cubicBezTo>
                  <a:cubicBezTo>
                    <a:pt x="24238" y="2379"/>
                    <a:pt x="24270" y="2636"/>
                    <a:pt x="24334" y="2861"/>
                  </a:cubicBezTo>
                  <a:cubicBezTo>
                    <a:pt x="24752" y="4083"/>
                    <a:pt x="26102" y="4919"/>
                    <a:pt x="27227" y="5304"/>
                  </a:cubicBezTo>
                  <a:cubicBezTo>
                    <a:pt x="27806" y="5497"/>
                    <a:pt x="28674" y="5562"/>
                    <a:pt x="29509" y="5562"/>
                  </a:cubicBezTo>
                  <a:cubicBezTo>
                    <a:pt x="30409" y="5562"/>
                    <a:pt x="31277" y="5497"/>
                    <a:pt x="31599" y="5465"/>
                  </a:cubicBezTo>
                  <a:cubicBezTo>
                    <a:pt x="32017" y="5851"/>
                    <a:pt x="32402" y="6237"/>
                    <a:pt x="32852" y="6687"/>
                  </a:cubicBezTo>
                  <a:cubicBezTo>
                    <a:pt x="33624" y="7490"/>
                    <a:pt x="34492" y="8422"/>
                    <a:pt x="35392" y="9483"/>
                  </a:cubicBezTo>
                  <a:cubicBezTo>
                    <a:pt x="35617" y="9740"/>
                    <a:pt x="35842" y="10062"/>
                    <a:pt x="36099" y="10351"/>
                  </a:cubicBezTo>
                  <a:cubicBezTo>
                    <a:pt x="35585" y="9933"/>
                    <a:pt x="34877" y="9387"/>
                    <a:pt x="34813" y="9323"/>
                  </a:cubicBezTo>
                  <a:cubicBezTo>
                    <a:pt x="33913" y="8744"/>
                    <a:pt x="32242" y="8197"/>
                    <a:pt x="30795" y="8197"/>
                  </a:cubicBezTo>
                  <a:cubicBezTo>
                    <a:pt x="30056" y="8197"/>
                    <a:pt x="29381" y="8326"/>
                    <a:pt x="28899" y="8744"/>
                  </a:cubicBezTo>
                  <a:cubicBezTo>
                    <a:pt x="28384" y="9162"/>
                    <a:pt x="28159" y="9708"/>
                    <a:pt x="28159" y="10287"/>
                  </a:cubicBezTo>
                  <a:cubicBezTo>
                    <a:pt x="28159" y="10898"/>
                    <a:pt x="28384" y="11508"/>
                    <a:pt x="28834" y="11926"/>
                  </a:cubicBezTo>
                  <a:cubicBezTo>
                    <a:pt x="29541" y="12601"/>
                    <a:pt x="30570" y="12826"/>
                    <a:pt x="31567" y="12826"/>
                  </a:cubicBezTo>
                  <a:cubicBezTo>
                    <a:pt x="31920" y="12826"/>
                    <a:pt x="32242" y="12826"/>
                    <a:pt x="32531" y="12762"/>
                  </a:cubicBezTo>
                  <a:cubicBezTo>
                    <a:pt x="33784" y="12601"/>
                    <a:pt x="36035" y="11187"/>
                    <a:pt x="36517" y="10865"/>
                  </a:cubicBezTo>
                  <a:cubicBezTo>
                    <a:pt x="37031" y="11540"/>
                    <a:pt x="37545" y="12248"/>
                    <a:pt x="38028" y="13019"/>
                  </a:cubicBezTo>
                  <a:cubicBezTo>
                    <a:pt x="38895" y="14305"/>
                    <a:pt x="39731" y="15751"/>
                    <a:pt x="40406" y="17326"/>
                  </a:cubicBezTo>
                  <a:cubicBezTo>
                    <a:pt x="40438" y="17391"/>
                    <a:pt x="40471" y="17487"/>
                    <a:pt x="40503" y="17584"/>
                  </a:cubicBezTo>
                  <a:cubicBezTo>
                    <a:pt x="40310" y="17326"/>
                    <a:pt x="39024" y="16041"/>
                    <a:pt x="38928" y="15976"/>
                  </a:cubicBezTo>
                  <a:cubicBezTo>
                    <a:pt x="37995" y="15205"/>
                    <a:pt x="36099" y="14369"/>
                    <a:pt x="34556" y="14369"/>
                  </a:cubicBezTo>
                  <a:cubicBezTo>
                    <a:pt x="34010" y="14369"/>
                    <a:pt x="33495" y="14466"/>
                    <a:pt x="33109" y="14723"/>
                  </a:cubicBezTo>
                  <a:cubicBezTo>
                    <a:pt x="32499" y="15141"/>
                    <a:pt x="32177" y="15784"/>
                    <a:pt x="32177" y="16459"/>
                  </a:cubicBezTo>
                  <a:cubicBezTo>
                    <a:pt x="32177" y="16973"/>
                    <a:pt x="32370" y="17487"/>
                    <a:pt x="32724" y="17905"/>
                  </a:cubicBezTo>
                  <a:cubicBezTo>
                    <a:pt x="33463" y="18837"/>
                    <a:pt x="34877" y="19159"/>
                    <a:pt x="36035" y="19159"/>
                  </a:cubicBezTo>
                  <a:cubicBezTo>
                    <a:pt x="36131" y="19159"/>
                    <a:pt x="36227" y="19159"/>
                    <a:pt x="36292" y="19127"/>
                  </a:cubicBezTo>
                  <a:cubicBezTo>
                    <a:pt x="37674" y="19094"/>
                    <a:pt x="40438" y="17712"/>
                    <a:pt x="40535" y="17648"/>
                  </a:cubicBezTo>
                  <a:cubicBezTo>
                    <a:pt x="41146" y="19127"/>
                    <a:pt x="41660" y="20702"/>
                    <a:pt x="42078" y="22309"/>
                  </a:cubicBezTo>
                  <a:cubicBezTo>
                    <a:pt x="42399" y="23498"/>
                    <a:pt x="42688" y="24688"/>
                    <a:pt x="42946" y="25877"/>
                  </a:cubicBezTo>
                  <a:cubicBezTo>
                    <a:pt x="42656" y="25555"/>
                    <a:pt x="41467" y="24366"/>
                    <a:pt x="41371" y="24302"/>
                  </a:cubicBezTo>
                  <a:cubicBezTo>
                    <a:pt x="40438" y="23563"/>
                    <a:pt x="38542" y="22695"/>
                    <a:pt x="36999" y="22695"/>
                  </a:cubicBezTo>
                  <a:cubicBezTo>
                    <a:pt x="36452" y="22695"/>
                    <a:pt x="35938" y="22791"/>
                    <a:pt x="35552" y="23048"/>
                  </a:cubicBezTo>
                  <a:cubicBezTo>
                    <a:pt x="34942" y="23466"/>
                    <a:pt x="34620" y="24109"/>
                    <a:pt x="34620" y="24784"/>
                  </a:cubicBezTo>
                  <a:cubicBezTo>
                    <a:pt x="34620" y="25298"/>
                    <a:pt x="34813" y="25813"/>
                    <a:pt x="35167" y="26231"/>
                  </a:cubicBezTo>
                  <a:cubicBezTo>
                    <a:pt x="35906" y="27163"/>
                    <a:pt x="37320" y="27484"/>
                    <a:pt x="38478" y="27484"/>
                  </a:cubicBezTo>
                  <a:lnTo>
                    <a:pt x="38735" y="27484"/>
                  </a:lnTo>
                  <a:cubicBezTo>
                    <a:pt x="40085" y="27420"/>
                    <a:pt x="42721" y="26102"/>
                    <a:pt x="42946" y="26006"/>
                  </a:cubicBezTo>
                  <a:cubicBezTo>
                    <a:pt x="43074" y="26552"/>
                    <a:pt x="43203" y="27098"/>
                    <a:pt x="43299" y="27645"/>
                  </a:cubicBezTo>
                  <a:cubicBezTo>
                    <a:pt x="43685" y="29445"/>
                    <a:pt x="44039" y="31245"/>
                    <a:pt x="44456" y="33013"/>
                  </a:cubicBezTo>
                  <a:cubicBezTo>
                    <a:pt x="44585" y="33624"/>
                    <a:pt x="44746" y="34202"/>
                    <a:pt x="44939" y="34813"/>
                  </a:cubicBezTo>
                  <a:cubicBezTo>
                    <a:pt x="44489" y="34363"/>
                    <a:pt x="43653" y="33527"/>
                    <a:pt x="43589" y="33463"/>
                  </a:cubicBezTo>
                  <a:cubicBezTo>
                    <a:pt x="42656" y="32692"/>
                    <a:pt x="40728" y="31856"/>
                    <a:pt x="39217" y="31856"/>
                  </a:cubicBezTo>
                  <a:cubicBezTo>
                    <a:pt x="38638" y="31856"/>
                    <a:pt x="38156" y="31952"/>
                    <a:pt x="37738" y="32209"/>
                  </a:cubicBezTo>
                  <a:cubicBezTo>
                    <a:pt x="37128" y="32627"/>
                    <a:pt x="36838" y="33270"/>
                    <a:pt x="36838" y="33945"/>
                  </a:cubicBezTo>
                  <a:cubicBezTo>
                    <a:pt x="36838" y="34460"/>
                    <a:pt x="36999" y="34974"/>
                    <a:pt x="37353" y="35392"/>
                  </a:cubicBezTo>
                  <a:cubicBezTo>
                    <a:pt x="38124" y="36324"/>
                    <a:pt x="39538" y="36645"/>
                    <a:pt x="40696" y="36645"/>
                  </a:cubicBezTo>
                  <a:cubicBezTo>
                    <a:pt x="40792" y="36645"/>
                    <a:pt x="40856" y="36613"/>
                    <a:pt x="40953" y="36613"/>
                  </a:cubicBezTo>
                  <a:cubicBezTo>
                    <a:pt x="42142" y="36581"/>
                    <a:pt x="44392" y="35520"/>
                    <a:pt x="45035" y="35199"/>
                  </a:cubicBezTo>
                  <a:cubicBezTo>
                    <a:pt x="45292" y="36195"/>
                    <a:pt x="45614" y="37192"/>
                    <a:pt x="45935" y="38156"/>
                  </a:cubicBezTo>
                  <a:cubicBezTo>
                    <a:pt x="46096" y="38542"/>
                    <a:pt x="46224" y="38992"/>
                    <a:pt x="46385" y="39378"/>
                  </a:cubicBezTo>
                  <a:cubicBezTo>
                    <a:pt x="46482" y="39570"/>
                    <a:pt x="46546" y="39763"/>
                    <a:pt x="46642" y="39956"/>
                  </a:cubicBezTo>
                  <a:cubicBezTo>
                    <a:pt x="46417" y="39956"/>
                    <a:pt x="46289" y="39924"/>
                    <a:pt x="46289" y="39924"/>
                  </a:cubicBezTo>
                  <a:cubicBezTo>
                    <a:pt x="46289" y="39924"/>
                    <a:pt x="46289" y="40053"/>
                    <a:pt x="46289" y="40278"/>
                  </a:cubicBezTo>
                  <a:cubicBezTo>
                    <a:pt x="46289" y="40535"/>
                    <a:pt x="46289" y="40953"/>
                    <a:pt x="46321" y="41435"/>
                  </a:cubicBezTo>
                  <a:cubicBezTo>
                    <a:pt x="45292" y="40696"/>
                    <a:pt x="43910" y="40053"/>
                    <a:pt x="42785" y="40053"/>
                  </a:cubicBezTo>
                  <a:cubicBezTo>
                    <a:pt x="42431" y="40053"/>
                    <a:pt x="42110" y="40117"/>
                    <a:pt x="41821" y="40246"/>
                  </a:cubicBezTo>
                  <a:cubicBezTo>
                    <a:pt x="41017" y="40599"/>
                    <a:pt x="40631" y="41338"/>
                    <a:pt x="40631" y="42142"/>
                  </a:cubicBezTo>
                  <a:cubicBezTo>
                    <a:pt x="40631" y="42528"/>
                    <a:pt x="40728" y="42946"/>
                    <a:pt x="40953" y="43331"/>
                  </a:cubicBezTo>
                  <a:cubicBezTo>
                    <a:pt x="41017" y="43460"/>
                    <a:pt x="41113" y="43589"/>
                    <a:pt x="41242" y="43717"/>
                  </a:cubicBezTo>
                  <a:cubicBezTo>
                    <a:pt x="41435" y="45131"/>
                    <a:pt x="42238" y="46739"/>
                    <a:pt x="42946" y="47542"/>
                  </a:cubicBezTo>
                  <a:cubicBezTo>
                    <a:pt x="43010" y="47639"/>
                    <a:pt x="43942" y="48475"/>
                    <a:pt x="44392" y="48892"/>
                  </a:cubicBezTo>
                  <a:cubicBezTo>
                    <a:pt x="43942" y="48635"/>
                    <a:pt x="43492" y="48378"/>
                    <a:pt x="43010" y="48121"/>
                  </a:cubicBezTo>
                  <a:cubicBezTo>
                    <a:pt x="42335" y="47735"/>
                    <a:pt x="41628" y="47317"/>
                    <a:pt x="40953" y="46932"/>
                  </a:cubicBezTo>
                  <a:cubicBezTo>
                    <a:pt x="40599" y="46707"/>
                    <a:pt x="40246" y="46482"/>
                    <a:pt x="39892" y="46257"/>
                  </a:cubicBezTo>
                  <a:cubicBezTo>
                    <a:pt x="39506" y="46032"/>
                    <a:pt x="39185" y="45774"/>
                    <a:pt x="38863" y="45517"/>
                  </a:cubicBezTo>
                  <a:cubicBezTo>
                    <a:pt x="38349" y="45164"/>
                    <a:pt x="37835" y="44746"/>
                    <a:pt x="37353" y="44360"/>
                  </a:cubicBezTo>
                  <a:cubicBezTo>
                    <a:pt x="37770" y="43685"/>
                    <a:pt x="38992" y="41692"/>
                    <a:pt x="39153" y="40535"/>
                  </a:cubicBezTo>
                  <a:cubicBezTo>
                    <a:pt x="39217" y="40213"/>
                    <a:pt x="39249" y="39892"/>
                    <a:pt x="39249" y="39538"/>
                  </a:cubicBezTo>
                  <a:cubicBezTo>
                    <a:pt x="39249" y="38574"/>
                    <a:pt x="39024" y="37513"/>
                    <a:pt x="38349" y="36838"/>
                  </a:cubicBezTo>
                  <a:cubicBezTo>
                    <a:pt x="37899" y="36388"/>
                    <a:pt x="37288" y="36131"/>
                    <a:pt x="36710" y="36131"/>
                  </a:cubicBezTo>
                  <a:cubicBezTo>
                    <a:pt x="36131" y="36131"/>
                    <a:pt x="35552" y="36388"/>
                    <a:pt x="35135" y="36870"/>
                  </a:cubicBezTo>
                  <a:cubicBezTo>
                    <a:pt x="34749" y="37353"/>
                    <a:pt x="34588" y="38060"/>
                    <a:pt x="34588" y="38799"/>
                  </a:cubicBezTo>
                  <a:cubicBezTo>
                    <a:pt x="34588" y="40246"/>
                    <a:pt x="35135" y="41885"/>
                    <a:pt x="35713" y="42785"/>
                  </a:cubicBezTo>
                  <a:cubicBezTo>
                    <a:pt x="35745" y="42849"/>
                    <a:pt x="35938" y="43106"/>
                    <a:pt x="36195" y="43428"/>
                  </a:cubicBezTo>
                  <a:cubicBezTo>
                    <a:pt x="35745" y="43042"/>
                    <a:pt x="35263" y="42624"/>
                    <a:pt x="34781" y="42206"/>
                  </a:cubicBezTo>
                  <a:cubicBezTo>
                    <a:pt x="33431" y="40985"/>
                    <a:pt x="32113" y="39731"/>
                    <a:pt x="30795" y="38445"/>
                  </a:cubicBezTo>
                  <a:cubicBezTo>
                    <a:pt x="30506" y="38188"/>
                    <a:pt x="30249" y="37931"/>
                    <a:pt x="29959" y="37674"/>
                  </a:cubicBezTo>
                  <a:cubicBezTo>
                    <a:pt x="30313" y="37095"/>
                    <a:pt x="31663" y="34974"/>
                    <a:pt x="31856" y="33752"/>
                  </a:cubicBezTo>
                  <a:cubicBezTo>
                    <a:pt x="31888" y="33431"/>
                    <a:pt x="31920" y="33109"/>
                    <a:pt x="31920" y="32756"/>
                  </a:cubicBezTo>
                  <a:cubicBezTo>
                    <a:pt x="31920" y="31759"/>
                    <a:pt x="31695" y="30731"/>
                    <a:pt x="31020" y="30056"/>
                  </a:cubicBezTo>
                  <a:cubicBezTo>
                    <a:pt x="30570" y="29606"/>
                    <a:pt x="29991" y="29349"/>
                    <a:pt x="29381" y="29349"/>
                  </a:cubicBezTo>
                  <a:cubicBezTo>
                    <a:pt x="28802" y="29349"/>
                    <a:pt x="28256" y="29574"/>
                    <a:pt x="27838" y="30088"/>
                  </a:cubicBezTo>
                  <a:cubicBezTo>
                    <a:pt x="27420" y="30570"/>
                    <a:pt x="27259" y="31245"/>
                    <a:pt x="27259" y="32017"/>
                  </a:cubicBezTo>
                  <a:cubicBezTo>
                    <a:pt x="27259" y="33463"/>
                    <a:pt x="27838" y="35102"/>
                    <a:pt x="28384" y="36002"/>
                  </a:cubicBezTo>
                  <a:cubicBezTo>
                    <a:pt x="28416" y="36067"/>
                    <a:pt x="28674" y="36388"/>
                    <a:pt x="28963" y="36742"/>
                  </a:cubicBezTo>
                  <a:cubicBezTo>
                    <a:pt x="28224" y="36067"/>
                    <a:pt x="27484" y="35392"/>
                    <a:pt x="26745" y="34749"/>
                  </a:cubicBezTo>
                  <a:cubicBezTo>
                    <a:pt x="25427" y="33624"/>
                    <a:pt x="24077" y="32595"/>
                    <a:pt x="22663" y="31695"/>
                  </a:cubicBezTo>
                  <a:cubicBezTo>
                    <a:pt x="22791" y="31502"/>
                    <a:pt x="24430" y="29027"/>
                    <a:pt x="24623" y="27677"/>
                  </a:cubicBezTo>
                  <a:cubicBezTo>
                    <a:pt x="24688" y="27356"/>
                    <a:pt x="24720" y="27034"/>
                    <a:pt x="24720" y="26681"/>
                  </a:cubicBezTo>
                  <a:cubicBezTo>
                    <a:pt x="24720" y="25716"/>
                    <a:pt x="24463" y="24655"/>
                    <a:pt x="23820" y="23980"/>
                  </a:cubicBezTo>
                  <a:cubicBezTo>
                    <a:pt x="23370" y="23530"/>
                    <a:pt x="22759" y="23273"/>
                    <a:pt x="22180" y="23273"/>
                  </a:cubicBezTo>
                  <a:cubicBezTo>
                    <a:pt x="21602" y="23273"/>
                    <a:pt x="21023" y="23498"/>
                    <a:pt x="20605" y="24013"/>
                  </a:cubicBezTo>
                  <a:cubicBezTo>
                    <a:pt x="20220" y="24495"/>
                    <a:pt x="20059" y="25202"/>
                    <a:pt x="20059" y="25941"/>
                  </a:cubicBezTo>
                  <a:cubicBezTo>
                    <a:pt x="20059" y="27388"/>
                    <a:pt x="20605" y="29027"/>
                    <a:pt x="21184" y="29927"/>
                  </a:cubicBezTo>
                  <a:cubicBezTo>
                    <a:pt x="21248" y="30024"/>
                    <a:pt x="22180" y="31181"/>
                    <a:pt x="22502" y="31599"/>
                  </a:cubicBezTo>
                  <a:lnTo>
                    <a:pt x="22470" y="31567"/>
                  </a:lnTo>
                  <a:cubicBezTo>
                    <a:pt x="20991" y="30634"/>
                    <a:pt x="19480" y="29927"/>
                    <a:pt x="18002" y="29349"/>
                  </a:cubicBezTo>
                  <a:cubicBezTo>
                    <a:pt x="16523" y="28738"/>
                    <a:pt x="15109" y="28320"/>
                    <a:pt x="13759" y="27934"/>
                  </a:cubicBezTo>
                  <a:cubicBezTo>
                    <a:pt x="12441" y="27581"/>
                    <a:pt x="11219" y="27323"/>
                    <a:pt x="10094" y="27098"/>
                  </a:cubicBezTo>
                  <a:cubicBezTo>
                    <a:pt x="9515" y="26970"/>
                    <a:pt x="8969" y="26906"/>
                    <a:pt x="8455" y="26809"/>
                  </a:cubicBezTo>
                  <a:lnTo>
                    <a:pt x="8487" y="26777"/>
                  </a:lnTo>
                  <a:cubicBezTo>
                    <a:pt x="8487" y="26745"/>
                    <a:pt x="6655" y="25555"/>
                    <a:pt x="6526" y="25491"/>
                  </a:cubicBezTo>
                  <a:cubicBezTo>
                    <a:pt x="5722" y="25105"/>
                    <a:pt x="4340" y="24752"/>
                    <a:pt x="3087" y="24752"/>
                  </a:cubicBezTo>
                  <a:cubicBezTo>
                    <a:pt x="2090" y="24752"/>
                    <a:pt x="1126" y="24977"/>
                    <a:pt x="579" y="25523"/>
                  </a:cubicBezTo>
                  <a:cubicBezTo>
                    <a:pt x="194" y="25941"/>
                    <a:pt x="1" y="26456"/>
                    <a:pt x="1" y="26938"/>
                  </a:cubicBezTo>
                  <a:cubicBezTo>
                    <a:pt x="1" y="27613"/>
                    <a:pt x="322" y="28288"/>
                    <a:pt x="869" y="28738"/>
                  </a:cubicBezTo>
                  <a:cubicBezTo>
                    <a:pt x="1479" y="29188"/>
                    <a:pt x="2251" y="29381"/>
                    <a:pt x="3054" y="29381"/>
                  </a:cubicBezTo>
                  <a:cubicBezTo>
                    <a:pt x="3601" y="29381"/>
                    <a:pt x="4147" y="29284"/>
                    <a:pt x="4630" y="29156"/>
                  </a:cubicBezTo>
                  <a:cubicBezTo>
                    <a:pt x="5851" y="28866"/>
                    <a:pt x="7876" y="27259"/>
                    <a:pt x="8358" y="26873"/>
                  </a:cubicBezTo>
                  <a:cubicBezTo>
                    <a:pt x="8905" y="26970"/>
                    <a:pt x="9451" y="27066"/>
                    <a:pt x="10094" y="27227"/>
                  </a:cubicBezTo>
                  <a:cubicBezTo>
                    <a:pt x="11187" y="27452"/>
                    <a:pt x="12408" y="27741"/>
                    <a:pt x="13726" y="28127"/>
                  </a:cubicBezTo>
                  <a:cubicBezTo>
                    <a:pt x="14080" y="28256"/>
                    <a:pt x="14434" y="28384"/>
                    <a:pt x="14819" y="28481"/>
                  </a:cubicBezTo>
                  <a:cubicBezTo>
                    <a:pt x="14144" y="28416"/>
                    <a:pt x="13276" y="28320"/>
                    <a:pt x="13180" y="28320"/>
                  </a:cubicBezTo>
                  <a:lnTo>
                    <a:pt x="13148" y="28320"/>
                  </a:lnTo>
                  <a:cubicBezTo>
                    <a:pt x="11541" y="28352"/>
                    <a:pt x="8423" y="29381"/>
                    <a:pt x="7908" y="31116"/>
                  </a:cubicBezTo>
                  <a:cubicBezTo>
                    <a:pt x="7844" y="31309"/>
                    <a:pt x="7812" y="31502"/>
                    <a:pt x="7812" y="31695"/>
                  </a:cubicBezTo>
                  <a:cubicBezTo>
                    <a:pt x="7812" y="32724"/>
                    <a:pt x="8583" y="33592"/>
                    <a:pt x="9644" y="33817"/>
                  </a:cubicBezTo>
                  <a:cubicBezTo>
                    <a:pt x="9805" y="33817"/>
                    <a:pt x="9966" y="33849"/>
                    <a:pt x="10126" y="33849"/>
                  </a:cubicBezTo>
                  <a:cubicBezTo>
                    <a:pt x="11219" y="33849"/>
                    <a:pt x="12376" y="33174"/>
                    <a:pt x="13180" y="32467"/>
                  </a:cubicBezTo>
                  <a:cubicBezTo>
                    <a:pt x="14112" y="31599"/>
                    <a:pt x="15205" y="29220"/>
                    <a:pt x="15430" y="28674"/>
                  </a:cubicBezTo>
                  <a:cubicBezTo>
                    <a:pt x="16234" y="28963"/>
                    <a:pt x="17069" y="29252"/>
                    <a:pt x="17905" y="29606"/>
                  </a:cubicBezTo>
                  <a:cubicBezTo>
                    <a:pt x="19320" y="30249"/>
                    <a:pt x="20830" y="30956"/>
                    <a:pt x="22245" y="31920"/>
                  </a:cubicBezTo>
                  <a:cubicBezTo>
                    <a:pt x="22341" y="31952"/>
                    <a:pt x="22405" y="32017"/>
                    <a:pt x="22470" y="32081"/>
                  </a:cubicBezTo>
                  <a:cubicBezTo>
                    <a:pt x="22148" y="31984"/>
                    <a:pt x="20380" y="31599"/>
                    <a:pt x="20252" y="31599"/>
                  </a:cubicBezTo>
                  <a:cubicBezTo>
                    <a:pt x="20123" y="31599"/>
                    <a:pt x="19962" y="31567"/>
                    <a:pt x="19770" y="31567"/>
                  </a:cubicBezTo>
                  <a:cubicBezTo>
                    <a:pt x="18098" y="31567"/>
                    <a:pt x="15366" y="32274"/>
                    <a:pt x="14723" y="33784"/>
                  </a:cubicBezTo>
                  <a:cubicBezTo>
                    <a:pt x="14594" y="34042"/>
                    <a:pt x="14562" y="34331"/>
                    <a:pt x="14562" y="34588"/>
                  </a:cubicBezTo>
                  <a:cubicBezTo>
                    <a:pt x="14562" y="35520"/>
                    <a:pt x="15205" y="36356"/>
                    <a:pt x="16137" y="36645"/>
                  </a:cubicBezTo>
                  <a:cubicBezTo>
                    <a:pt x="16394" y="36742"/>
                    <a:pt x="16684" y="36774"/>
                    <a:pt x="16941" y="36774"/>
                  </a:cubicBezTo>
                  <a:cubicBezTo>
                    <a:pt x="17969" y="36774"/>
                    <a:pt x="19030" y="36260"/>
                    <a:pt x="19802" y="35713"/>
                  </a:cubicBezTo>
                  <a:cubicBezTo>
                    <a:pt x="20959" y="34877"/>
                    <a:pt x="22470" y="32209"/>
                    <a:pt x="22534" y="32113"/>
                  </a:cubicBezTo>
                  <a:cubicBezTo>
                    <a:pt x="23852" y="33013"/>
                    <a:pt x="25138" y="34042"/>
                    <a:pt x="26391" y="35135"/>
                  </a:cubicBezTo>
                  <a:cubicBezTo>
                    <a:pt x="27323" y="35938"/>
                    <a:pt x="28191" y="36806"/>
                    <a:pt x="29091" y="37674"/>
                  </a:cubicBezTo>
                  <a:cubicBezTo>
                    <a:pt x="28674" y="37545"/>
                    <a:pt x="27002" y="37224"/>
                    <a:pt x="26906" y="37192"/>
                  </a:cubicBezTo>
                  <a:lnTo>
                    <a:pt x="26423" y="37192"/>
                  </a:lnTo>
                  <a:cubicBezTo>
                    <a:pt x="24720" y="37192"/>
                    <a:pt x="21988" y="37867"/>
                    <a:pt x="21345" y="39378"/>
                  </a:cubicBezTo>
                  <a:cubicBezTo>
                    <a:pt x="21248" y="39635"/>
                    <a:pt x="21184" y="39924"/>
                    <a:pt x="21184" y="40181"/>
                  </a:cubicBezTo>
                  <a:cubicBezTo>
                    <a:pt x="21184" y="41113"/>
                    <a:pt x="21859" y="41949"/>
                    <a:pt x="22791" y="42238"/>
                  </a:cubicBezTo>
                  <a:cubicBezTo>
                    <a:pt x="23048" y="42335"/>
                    <a:pt x="23305" y="42367"/>
                    <a:pt x="23563" y="42367"/>
                  </a:cubicBezTo>
                  <a:cubicBezTo>
                    <a:pt x="24591" y="42367"/>
                    <a:pt x="25652" y="41853"/>
                    <a:pt x="26456" y="41306"/>
                  </a:cubicBezTo>
                  <a:cubicBezTo>
                    <a:pt x="27548" y="40503"/>
                    <a:pt x="29027" y="37963"/>
                    <a:pt x="29156" y="37738"/>
                  </a:cubicBezTo>
                  <a:cubicBezTo>
                    <a:pt x="29541" y="38124"/>
                    <a:pt x="29959" y="38510"/>
                    <a:pt x="30345" y="38928"/>
                  </a:cubicBezTo>
                  <a:cubicBezTo>
                    <a:pt x="31663" y="40213"/>
                    <a:pt x="32949" y="41499"/>
                    <a:pt x="34267" y="42753"/>
                  </a:cubicBezTo>
                  <a:cubicBezTo>
                    <a:pt x="34717" y="43203"/>
                    <a:pt x="35199" y="43589"/>
                    <a:pt x="35649" y="44006"/>
                  </a:cubicBezTo>
                  <a:cubicBezTo>
                    <a:pt x="35038" y="43878"/>
                    <a:pt x="33881" y="43621"/>
                    <a:pt x="33784" y="43621"/>
                  </a:cubicBezTo>
                  <a:cubicBezTo>
                    <a:pt x="33624" y="43621"/>
                    <a:pt x="33463" y="43589"/>
                    <a:pt x="33302" y="43589"/>
                  </a:cubicBezTo>
                  <a:cubicBezTo>
                    <a:pt x="31599" y="43589"/>
                    <a:pt x="28899" y="44296"/>
                    <a:pt x="28256" y="45807"/>
                  </a:cubicBezTo>
                  <a:cubicBezTo>
                    <a:pt x="28127" y="46064"/>
                    <a:pt x="28063" y="46353"/>
                    <a:pt x="28063" y="46610"/>
                  </a:cubicBezTo>
                  <a:cubicBezTo>
                    <a:pt x="28095" y="47542"/>
                    <a:pt x="28738" y="48378"/>
                    <a:pt x="29670" y="48667"/>
                  </a:cubicBezTo>
                  <a:cubicBezTo>
                    <a:pt x="29927" y="48732"/>
                    <a:pt x="30184" y="48796"/>
                    <a:pt x="30474" y="48796"/>
                  </a:cubicBezTo>
                  <a:cubicBezTo>
                    <a:pt x="31502" y="48796"/>
                    <a:pt x="32563" y="48282"/>
                    <a:pt x="33334" y="47735"/>
                  </a:cubicBezTo>
                  <a:cubicBezTo>
                    <a:pt x="34331" y="47028"/>
                    <a:pt x="35617" y="44906"/>
                    <a:pt x="35970" y="44296"/>
                  </a:cubicBezTo>
                  <a:cubicBezTo>
                    <a:pt x="36742" y="44971"/>
                    <a:pt x="37545" y="45614"/>
                    <a:pt x="38349" y="46224"/>
                  </a:cubicBezTo>
                  <a:cubicBezTo>
                    <a:pt x="38703" y="46482"/>
                    <a:pt x="39024" y="46771"/>
                    <a:pt x="39378" y="46996"/>
                  </a:cubicBezTo>
                  <a:cubicBezTo>
                    <a:pt x="39731" y="47221"/>
                    <a:pt x="40085" y="47478"/>
                    <a:pt x="40438" y="47703"/>
                  </a:cubicBezTo>
                  <a:cubicBezTo>
                    <a:pt x="41178" y="48153"/>
                    <a:pt x="41853" y="48571"/>
                    <a:pt x="42528" y="48957"/>
                  </a:cubicBezTo>
                  <a:cubicBezTo>
                    <a:pt x="42881" y="49182"/>
                    <a:pt x="43203" y="49375"/>
                    <a:pt x="43556" y="49567"/>
                  </a:cubicBezTo>
                  <a:cubicBezTo>
                    <a:pt x="42946" y="49310"/>
                    <a:pt x="41949" y="48957"/>
                    <a:pt x="41853" y="48925"/>
                  </a:cubicBezTo>
                  <a:cubicBezTo>
                    <a:pt x="41403" y="48828"/>
                    <a:pt x="40792" y="48764"/>
                    <a:pt x="40149" y="48764"/>
                  </a:cubicBezTo>
                  <a:cubicBezTo>
                    <a:pt x="38574" y="48764"/>
                    <a:pt x="36742" y="49150"/>
                    <a:pt x="36067" y="50242"/>
                  </a:cubicBezTo>
                  <a:cubicBezTo>
                    <a:pt x="35842" y="50596"/>
                    <a:pt x="35745" y="50950"/>
                    <a:pt x="35745" y="51303"/>
                  </a:cubicBezTo>
                  <a:cubicBezTo>
                    <a:pt x="35745" y="52139"/>
                    <a:pt x="36260" y="52910"/>
                    <a:pt x="37031" y="53296"/>
                  </a:cubicBezTo>
                  <a:cubicBezTo>
                    <a:pt x="37417" y="53489"/>
                    <a:pt x="37867" y="53553"/>
                    <a:pt x="38317" y="53553"/>
                  </a:cubicBezTo>
                  <a:cubicBezTo>
                    <a:pt x="39185" y="53553"/>
                    <a:pt x="40085" y="53264"/>
                    <a:pt x="40792" y="52910"/>
                  </a:cubicBezTo>
                  <a:cubicBezTo>
                    <a:pt x="41981" y="52300"/>
                    <a:pt x="43781" y="50082"/>
                    <a:pt x="44006" y="49825"/>
                  </a:cubicBezTo>
                  <a:cubicBezTo>
                    <a:pt x="44842" y="50307"/>
                    <a:pt x="45646" y="50757"/>
                    <a:pt x="46417" y="51143"/>
                  </a:cubicBezTo>
                  <a:cubicBezTo>
                    <a:pt x="48474" y="52268"/>
                    <a:pt x="50275" y="53135"/>
                    <a:pt x="51689" y="53811"/>
                  </a:cubicBezTo>
                  <a:cubicBezTo>
                    <a:pt x="56189" y="57700"/>
                    <a:pt x="62586" y="58150"/>
                    <a:pt x="62586" y="58150"/>
                  </a:cubicBezTo>
                  <a:cubicBezTo>
                    <a:pt x="62586" y="58150"/>
                    <a:pt x="62586" y="58021"/>
                    <a:pt x="62586" y="57764"/>
                  </a:cubicBezTo>
                  <a:cubicBezTo>
                    <a:pt x="62586" y="56189"/>
                    <a:pt x="62329" y="49857"/>
                    <a:pt x="58407" y="45485"/>
                  </a:cubicBezTo>
                  <a:cubicBezTo>
                    <a:pt x="56800" y="43653"/>
                    <a:pt x="54743" y="42431"/>
                    <a:pt x="52814" y="41596"/>
                  </a:cubicBezTo>
                  <a:cubicBezTo>
                    <a:pt x="52943" y="41467"/>
                    <a:pt x="53039" y="41306"/>
                    <a:pt x="53135" y="41178"/>
                  </a:cubicBezTo>
                  <a:cubicBezTo>
                    <a:pt x="53650" y="40406"/>
                    <a:pt x="54100" y="39378"/>
                    <a:pt x="54100" y="38413"/>
                  </a:cubicBezTo>
                  <a:cubicBezTo>
                    <a:pt x="54100" y="38092"/>
                    <a:pt x="54035" y="37770"/>
                    <a:pt x="53939" y="37481"/>
                  </a:cubicBezTo>
                  <a:cubicBezTo>
                    <a:pt x="53618" y="36581"/>
                    <a:pt x="52782" y="35970"/>
                    <a:pt x="51882" y="35970"/>
                  </a:cubicBezTo>
                  <a:cubicBezTo>
                    <a:pt x="51625" y="35970"/>
                    <a:pt x="51303" y="36035"/>
                    <a:pt x="51046" y="36163"/>
                  </a:cubicBezTo>
                  <a:cubicBezTo>
                    <a:pt x="49792" y="36742"/>
                    <a:pt x="49182" y="38767"/>
                    <a:pt x="49053" y="40374"/>
                  </a:cubicBezTo>
                  <a:cubicBezTo>
                    <a:pt x="48539" y="40278"/>
                    <a:pt x="48089" y="40181"/>
                    <a:pt x="47703" y="40117"/>
                  </a:cubicBezTo>
                  <a:cubicBezTo>
                    <a:pt x="47542" y="39763"/>
                    <a:pt x="47382" y="39378"/>
                    <a:pt x="47221" y="38992"/>
                  </a:cubicBezTo>
                  <a:cubicBezTo>
                    <a:pt x="47028" y="38606"/>
                    <a:pt x="46899" y="38220"/>
                    <a:pt x="46739" y="37835"/>
                  </a:cubicBezTo>
                  <a:cubicBezTo>
                    <a:pt x="46546" y="37256"/>
                    <a:pt x="46321" y="36645"/>
                    <a:pt x="46128" y="36035"/>
                  </a:cubicBezTo>
                  <a:cubicBezTo>
                    <a:pt x="46867" y="35713"/>
                    <a:pt x="48989" y="34717"/>
                    <a:pt x="49760" y="33849"/>
                  </a:cubicBezTo>
                  <a:cubicBezTo>
                    <a:pt x="50467" y="33077"/>
                    <a:pt x="51175" y="31920"/>
                    <a:pt x="51175" y="30795"/>
                  </a:cubicBezTo>
                  <a:cubicBezTo>
                    <a:pt x="51175" y="30634"/>
                    <a:pt x="51142" y="30474"/>
                    <a:pt x="51110" y="30313"/>
                  </a:cubicBezTo>
                  <a:cubicBezTo>
                    <a:pt x="50917" y="29284"/>
                    <a:pt x="50050" y="28481"/>
                    <a:pt x="49021" y="28481"/>
                  </a:cubicBezTo>
                  <a:cubicBezTo>
                    <a:pt x="48828" y="28481"/>
                    <a:pt x="48635" y="28513"/>
                    <a:pt x="48442" y="28577"/>
                  </a:cubicBezTo>
                  <a:cubicBezTo>
                    <a:pt x="46707" y="29091"/>
                    <a:pt x="45678" y="32209"/>
                    <a:pt x="45646" y="33817"/>
                  </a:cubicBezTo>
                  <a:cubicBezTo>
                    <a:pt x="45646" y="33881"/>
                    <a:pt x="45678" y="34234"/>
                    <a:pt x="45710" y="34620"/>
                  </a:cubicBezTo>
                  <a:cubicBezTo>
                    <a:pt x="45517" y="34042"/>
                    <a:pt x="45356" y="33431"/>
                    <a:pt x="45196" y="32820"/>
                  </a:cubicBezTo>
                  <a:cubicBezTo>
                    <a:pt x="44746" y="31084"/>
                    <a:pt x="44328" y="29284"/>
                    <a:pt x="43942" y="27484"/>
                  </a:cubicBezTo>
                  <a:cubicBezTo>
                    <a:pt x="43846" y="27131"/>
                    <a:pt x="43749" y="26745"/>
                    <a:pt x="43653" y="26391"/>
                  </a:cubicBezTo>
                  <a:cubicBezTo>
                    <a:pt x="44264" y="26102"/>
                    <a:pt x="46578" y="25073"/>
                    <a:pt x="47414" y="24141"/>
                  </a:cubicBezTo>
                  <a:cubicBezTo>
                    <a:pt x="48121" y="23370"/>
                    <a:pt x="48796" y="22212"/>
                    <a:pt x="48796" y="21087"/>
                  </a:cubicBezTo>
                  <a:cubicBezTo>
                    <a:pt x="48796" y="20927"/>
                    <a:pt x="48796" y="20766"/>
                    <a:pt x="48764" y="20605"/>
                  </a:cubicBezTo>
                  <a:cubicBezTo>
                    <a:pt x="48571" y="19577"/>
                    <a:pt x="47671" y="18773"/>
                    <a:pt x="46674" y="18773"/>
                  </a:cubicBezTo>
                  <a:cubicBezTo>
                    <a:pt x="46482" y="18773"/>
                    <a:pt x="46289" y="18805"/>
                    <a:pt x="46096" y="18869"/>
                  </a:cubicBezTo>
                  <a:cubicBezTo>
                    <a:pt x="44328" y="19384"/>
                    <a:pt x="43299" y="22502"/>
                    <a:pt x="43267" y="24141"/>
                  </a:cubicBezTo>
                  <a:cubicBezTo>
                    <a:pt x="43267" y="24205"/>
                    <a:pt x="43299" y="24591"/>
                    <a:pt x="43364" y="25041"/>
                  </a:cubicBezTo>
                  <a:cubicBezTo>
                    <a:pt x="43106" y="24077"/>
                    <a:pt x="42881" y="23113"/>
                    <a:pt x="42592" y="22180"/>
                  </a:cubicBezTo>
                  <a:cubicBezTo>
                    <a:pt x="42110" y="20509"/>
                    <a:pt x="41563" y="18902"/>
                    <a:pt x="40888" y="17391"/>
                  </a:cubicBezTo>
                  <a:cubicBezTo>
                    <a:pt x="41081" y="17294"/>
                    <a:pt x="43814" y="16137"/>
                    <a:pt x="44746" y="15109"/>
                  </a:cubicBezTo>
                  <a:cubicBezTo>
                    <a:pt x="45453" y="14305"/>
                    <a:pt x="46128" y="13180"/>
                    <a:pt x="46128" y="12055"/>
                  </a:cubicBezTo>
                  <a:cubicBezTo>
                    <a:pt x="46128" y="11894"/>
                    <a:pt x="46128" y="11733"/>
                    <a:pt x="46096" y="11573"/>
                  </a:cubicBezTo>
                  <a:cubicBezTo>
                    <a:pt x="45903" y="10544"/>
                    <a:pt x="45003" y="9740"/>
                    <a:pt x="44006" y="9740"/>
                  </a:cubicBezTo>
                  <a:cubicBezTo>
                    <a:pt x="43814" y="9740"/>
                    <a:pt x="43621" y="9773"/>
                    <a:pt x="43396" y="9837"/>
                  </a:cubicBezTo>
                  <a:cubicBezTo>
                    <a:pt x="41660" y="10351"/>
                    <a:pt x="40631" y="13469"/>
                    <a:pt x="40599" y="15076"/>
                  </a:cubicBezTo>
                  <a:cubicBezTo>
                    <a:pt x="40599" y="15233"/>
                    <a:pt x="40721" y="16606"/>
                    <a:pt x="40787" y="17154"/>
                  </a:cubicBezTo>
                  <a:lnTo>
                    <a:pt x="40787" y="17154"/>
                  </a:lnTo>
                  <a:cubicBezTo>
                    <a:pt x="40048" y="15552"/>
                    <a:pt x="39183" y="14141"/>
                    <a:pt x="38285" y="12826"/>
                  </a:cubicBezTo>
                  <a:cubicBezTo>
                    <a:pt x="37385" y="11540"/>
                    <a:pt x="36420" y="10383"/>
                    <a:pt x="35520" y="9323"/>
                  </a:cubicBezTo>
                  <a:cubicBezTo>
                    <a:pt x="34620" y="8294"/>
                    <a:pt x="33720" y="7394"/>
                    <a:pt x="32949" y="6622"/>
                  </a:cubicBezTo>
                  <a:cubicBezTo>
                    <a:pt x="32499" y="6172"/>
                    <a:pt x="32113" y="5819"/>
                    <a:pt x="31727" y="5465"/>
                  </a:cubicBezTo>
                  <a:lnTo>
                    <a:pt x="31759" y="5465"/>
                  </a:lnTo>
                  <a:cubicBezTo>
                    <a:pt x="31759" y="5369"/>
                    <a:pt x="30924" y="3408"/>
                    <a:pt x="30827" y="3311"/>
                  </a:cubicBezTo>
                  <a:cubicBezTo>
                    <a:pt x="30088" y="2026"/>
                    <a:pt x="27999" y="1"/>
                    <a:pt x="26263" y="1"/>
                  </a:cubicBezTo>
                  <a:close/>
                </a:path>
              </a:pathLst>
            </a:custGeom>
            <a:solidFill>
              <a:srgbClr val="BBE3FE"/>
            </a:solidFill>
            <a:ln>
              <a:noFill/>
            </a:ln>
          </p:spPr>
          <p:txBody>
            <a:bodyPr spcFirstLastPara="1" wrap="square" lIns="182850" tIns="182850" rIns="182850" bIns="182850" anchor="ctr" anchorCtr="0">
              <a:noAutofit/>
            </a:bodyPr>
            <a:lstStyle/>
            <a:p>
              <a:endParaRPr sz="3600"/>
            </a:p>
          </p:txBody>
        </p:sp>
        <p:sp>
          <p:nvSpPr>
            <p:cNvPr id="1698" name="Google Shape;1698;p33"/>
            <p:cNvSpPr/>
            <p:nvPr/>
          </p:nvSpPr>
          <p:spPr>
            <a:xfrm>
              <a:off x="3261100" y="1467650"/>
              <a:ext cx="423525" cy="439600"/>
            </a:xfrm>
            <a:custGeom>
              <a:avLst/>
              <a:gdLst/>
              <a:ahLst/>
              <a:cxnLst/>
              <a:rect l="l" t="t" r="r" b="b"/>
              <a:pathLst>
                <a:path w="16941" h="17584" extrusionOk="0">
                  <a:moveTo>
                    <a:pt x="16941" y="0"/>
                  </a:moveTo>
                  <a:cubicBezTo>
                    <a:pt x="16941" y="0"/>
                    <a:pt x="9323" y="225"/>
                    <a:pt x="4630" y="5079"/>
                  </a:cubicBezTo>
                  <a:cubicBezTo>
                    <a:pt x="65" y="9836"/>
                    <a:pt x="1" y="17230"/>
                    <a:pt x="1" y="17583"/>
                  </a:cubicBezTo>
                  <a:cubicBezTo>
                    <a:pt x="1" y="17583"/>
                    <a:pt x="7651" y="17358"/>
                    <a:pt x="12344" y="12504"/>
                  </a:cubicBezTo>
                  <a:cubicBezTo>
                    <a:pt x="16909" y="7747"/>
                    <a:pt x="16941" y="354"/>
                    <a:pt x="16941" y="0"/>
                  </a:cubicBezTo>
                  <a:close/>
                </a:path>
              </a:pathLst>
            </a:custGeom>
            <a:solidFill>
              <a:srgbClr val="BBE3FE"/>
            </a:solidFill>
            <a:ln>
              <a:noFill/>
            </a:ln>
          </p:spPr>
          <p:txBody>
            <a:bodyPr spcFirstLastPara="1" wrap="square" lIns="182850" tIns="182850" rIns="182850" bIns="182850" anchor="ctr" anchorCtr="0">
              <a:noAutofit/>
            </a:bodyPr>
            <a:lstStyle/>
            <a:p>
              <a:endParaRPr sz="3600"/>
            </a:p>
          </p:txBody>
        </p:sp>
        <p:sp>
          <p:nvSpPr>
            <p:cNvPr id="1699" name="Google Shape;1699;p33"/>
            <p:cNvSpPr/>
            <p:nvPr/>
          </p:nvSpPr>
          <p:spPr>
            <a:xfrm>
              <a:off x="2983875" y="802250"/>
              <a:ext cx="389775" cy="1053550"/>
            </a:xfrm>
            <a:custGeom>
              <a:avLst/>
              <a:gdLst/>
              <a:ahLst/>
              <a:cxnLst/>
              <a:rect l="l" t="t" r="r" b="b"/>
              <a:pathLst>
                <a:path w="15591" h="42142" extrusionOk="0">
                  <a:moveTo>
                    <a:pt x="7458" y="0"/>
                  </a:moveTo>
                  <a:lnTo>
                    <a:pt x="7522" y="14433"/>
                  </a:lnTo>
                  <a:lnTo>
                    <a:pt x="7522" y="14433"/>
                  </a:lnTo>
                  <a:lnTo>
                    <a:pt x="2764" y="10319"/>
                  </a:lnTo>
                  <a:lnTo>
                    <a:pt x="2443" y="10672"/>
                  </a:lnTo>
                  <a:lnTo>
                    <a:pt x="7522" y="15076"/>
                  </a:lnTo>
                  <a:lnTo>
                    <a:pt x="7586" y="25427"/>
                  </a:lnTo>
                  <a:lnTo>
                    <a:pt x="322" y="18998"/>
                  </a:lnTo>
                  <a:lnTo>
                    <a:pt x="0" y="19351"/>
                  </a:lnTo>
                  <a:lnTo>
                    <a:pt x="7586" y="26070"/>
                  </a:lnTo>
                  <a:lnTo>
                    <a:pt x="7618" y="35456"/>
                  </a:lnTo>
                  <a:lnTo>
                    <a:pt x="2186" y="31181"/>
                  </a:lnTo>
                  <a:lnTo>
                    <a:pt x="1864" y="31566"/>
                  </a:lnTo>
                  <a:lnTo>
                    <a:pt x="7618" y="36067"/>
                  </a:lnTo>
                  <a:lnTo>
                    <a:pt x="7650" y="42142"/>
                  </a:lnTo>
                  <a:lnTo>
                    <a:pt x="8133" y="42110"/>
                  </a:lnTo>
                  <a:lnTo>
                    <a:pt x="8068" y="31534"/>
                  </a:lnTo>
                  <a:lnTo>
                    <a:pt x="15590" y="24784"/>
                  </a:lnTo>
                  <a:lnTo>
                    <a:pt x="15269" y="24430"/>
                  </a:lnTo>
                  <a:lnTo>
                    <a:pt x="8068" y="30891"/>
                  </a:lnTo>
                  <a:lnTo>
                    <a:pt x="8036" y="22052"/>
                  </a:lnTo>
                  <a:lnTo>
                    <a:pt x="8068" y="22084"/>
                  </a:lnTo>
                  <a:lnTo>
                    <a:pt x="14433" y="12794"/>
                  </a:lnTo>
                  <a:lnTo>
                    <a:pt x="14047" y="12505"/>
                  </a:lnTo>
                  <a:lnTo>
                    <a:pt x="8036" y="21280"/>
                  </a:lnTo>
                  <a:lnTo>
                    <a:pt x="7940" y="0"/>
                  </a:ln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00" name="Google Shape;1700;p33"/>
            <p:cNvSpPr/>
            <p:nvPr/>
          </p:nvSpPr>
          <p:spPr>
            <a:xfrm>
              <a:off x="2682500" y="1458000"/>
              <a:ext cx="415500" cy="463700"/>
            </a:xfrm>
            <a:custGeom>
              <a:avLst/>
              <a:gdLst/>
              <a:ahLst/>
              <a:cxnLst/>
              <a:rect l="l" t="t" r="r" b="b"/>
              <a:pathLst>
                <a:path w="16620" h="18548" extrusionOk="0">
                  <a:moveTo>
                    <a:pt x="355" y="0"/>
                  </a:moveTo>
                  <a:lnTo>
                    <a:pt x="1" y="322"/>
                  </a:lnTo>
                  <a:lnTo>
                    <a:pt x="5433" y="6397"/>
                  </a:lnTo>
                  <a:lnTo>
                    <a:pt x="1994" y="6461"/>
                  </a:lnTo>
                  <a:lnTo>
                    <a:pt x="1994" y="6944"/>
                  </a:lnTo>
                  <a:lnTo>
                    <a:pt x="5851" y="6879"/>
                  </a:lnTo>
                  <a:lnTo>
                    <a:pt x="9676" y="11154"/>
                  </a:lnTo>
                  <a:lnTo>
                    <a:pt x="4276" y="11154"/>
                  </a:lnTo>
                  <a:lnTo>
                    <a:pt x="4276" y="11637"/>
                  </a:lnTo>
                  <a:lnTo>
                    <a:pt x="10094" y="11637"/>
                  </a:lnTo>
                  <a:lnTo>
                    <a:pt x="13566" y="15494"/>
                  </a:lnTo>
                  <a:lnTo>
                    <a:pt x="9773" y="15719"/>
                  </a:lnTo>
                  <a:lnTo>
                    <a:pt x="9805" y="16201"/>
                  </a:lnTo>
                  <a:lnTo>
                    <a:pt x="13952" y="15976"/>
                  </a:lnTo>
                  <a:lnTo>
                    <a:pt x="16266" y="18548"/>
                  </a:lnTo>
                  <a:lnTo>
                    <a:pt x="16620" y="18226"/>
                  </a:lnTo>
                  <a:lnTo>
                    <a:pt x="12569" y="13662"/>
                  </a:lnTo>
                  <a:lnTo>
                    <a:pt x="13212" y="7908"/>
                  </a:lnTo>
                  <a:lnTo>
                    <a:pt x="12730" y="7844"/>
                  </a:lnTo>
                  <a:lnTo>
                    <a:pt x="12152" y="13212"/>
                  </a:lnTo>
                  <a:lnTo>
                    <a:pt x="8905" y="9579"/>
                  </a:lnTo>
                  <a:lnTo>
                    <a:pt x="8937" y="9579"/>
                  </a:lnTo>
                  <a:lnTo>
                    <a:pt x="8101" y="3118"/>
                  </a:lnTo>
                  <a:lnTo>
                    <a:pt x="7619" y="3183"/>
                  </a:lnTo>
                  <a:lnTo>
                    <a:pt x="8358" y="8969"/>
                  </a:lnTo>
                  <a:lnTo>
                    <a:pt x="355" y="0"/>
                  </a:ln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01" name="Google Shape;1701;p33"/>
            <p:cNvSpPr/>
            <p:nvPr/>
          </p:nvSpPr>
          <p:spPr>
            <a:xfrm>
              <a:off x="3257100" y="1463625"/>
              <a:ext cx="432350" cy="447625"/>
            </a:xfrm>
            <a:custGeom>
              <a:avLst/>
              <a:gdLst/>
              <a:ahLst/>
              <a:cxnLst/>
              <a:rect l="l" t="t" r="r" b="b"/>
              <a:pathLst>
                <a:path w="17294" h="17905" extrusionOk="0">
                  <a:moveTo>
                    <a:pt x="16940" y="0"/>
                  </a:moveTo>
                  <a:lnTo>
                    <a:pt x="11283" y="5851"/>
                  </a:lnTo>
                  <a:lnTo>
                    <a:pt x="10994" y="2443"/>
                  </a:lnTo>
                  <a:lnTo>
                    <a:pt x="10511" y="2475"/>
                  </a:lnTo>
                  <a:lnTo>
                    <a:pt x="10833" y="6333"/>
                  </a:lnTo>
                  <a:lnTo>
                    <a:pt x="6879" y="10447"/>
                  </a:lnTo>
                  <a:lnTo>
                    <a:pt x="6461" y="5079"/>
                  </a:lnTo>
                  <a:lnTo>
                    <a:pt x="5979" y="5111"/>
                  </a:lnTo>
                  <a:lnTo>
                    <a:pt x="6429" y="10897"/>
                  </a:lnTo>
                  <a:lnTo>
                    <a:pt x="2829" y="14658"/>
                  </a:lnTo>
                  <a:lnTo>
                    <a:pt x="2315" y="10865"/>
                  </a:lnTo>
                  <a:lnTo>
                    <a:pt x="1832" y="10962"/>
                  </a:lnTo>
                  <a:lnTo>
                    <a:pt x="2411" y="15076"/>
                  </a:lnTo>
                  <a:lnTo>
                    <a:pt x="0" y="17583"/>
                  </a:lnTo>
                  <a:lnTo>
                    <a:pt x="354" y="17905"/>
                  </a:lnTo>
                  <a:lnTo>
                    <a:pt x="4565" y="13533"/>
                  </a:lnTo>
                  <a:lnTo>
                    <a:pt x="10383" y="13758"/>
                  </a:lnTo>
                  <a:lnTo>
                    <a:pt x="10383" y="13276"/>
                  </a:lnTo>
                  <a:lnTo>
                    <a:pt x="5015" y="13051"/>
                  </a:lnTo>
                  <a:lnTo>
                    <a:pt x="8390" y="9579"/>
                  </a:lnTo>
                  <a:lnTo>
                    <a:pt x="14754" y="8294"/>
                  </a:lnTo>
                  <a:lnTo>
                    <a:pt x="14658" y="7811"/>
                  </a:lnTo>
                  <a:lnTo>
                    <a:pt x="8968" y="8969"/>
                  </a:lnTo>
                  <a:lnTo>
                    <a:pt x="8968" y="8969"/>
                  </a:lnTo>
                  <a:lnTo>
                    <a:pt x="17294" y="322"/>
                  </a:lnTo>
                  <a:lnTo>
                    <a:pt x="16940" y="0"/>
                  </a:ln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02" name="Google Shape;1702;p33"/>
            <p:cNvSpPr/>
            <p:nvPr/>
          </p:nvSpPr>
          <p:spPr>
            <a:xfrm>
              <a:off x="3434700" y="1007975"/>
              <a:ext cx="226625" cy="229850"/>
            </a:xfrm>
            <a:custGeom>
              <a:avLst/>
              <a:gdLst/>
              <a:ahLst/>
              <a:cxnLst/>
              <a:rect l="l" t="t" r="r" b="b"/>
              <a:pathLst>
                <a:path w="9065" h="9194" extrusionOk="0">
                  <a:moveTo>
                    <a:pt x="4532" y="0"/>
                  </a:moveTo>
                  <a:cubicBezTo>
                    <a:pt x="2025" y="0"/>
                    <a:pt x="0" y="2058"/>
                    <a:pt x="0" y="4597"/>
                  </a:cubicBezTo>
                  <a:cubicBezTo>
                    <a:pt x="0" y="7137"/>
                    <a:pt x="2025" y="9194"/>
                    <a:pt x="4532" y="9194"/>
                  </a:cubicBezTo>
                  <a:cubicBezTo>
                    <a:pt x="7040" y="9194"/>
                    <a:pt x="9065" y="7137"/>
                    <a:pt x="9065" y="4597"/>
                  </a:cubicBezTo>
                  <a:cubicBezTo>
                    <a:pt x="9065" y="2058"/>
                    <a:pt x="7040" y="0"/>
                    <a:pt x="4532"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03" name="Google Shape;1703;p33"/>
            <p:cNvSpPr/>
            <p:nvPr/>
          </p:nvSpPr>
          <p:spPr>
            <a:xfrm>
              <a:off x="3428250" y="1001550"/>
              <a:ext cx="240325" cy="242700"/>
            </a:xfrm>
            <a:custGeom>
              <a:avLst/>
              <a:gdLst/>
              <a:ahLst/>
              <a:cxnLst/>
              <a:rect l="l" t="t" r="r" b="b"/>
              <a:pathLst>
                <a:path w="9613" h="9708" extrusionOk="0">
                  <a:moveTo>
                    <a:pt x="4790" y="547"/>
                  </a:moveTo>
                  <a:cubicBezTo>
                    <a:pt x="5980" y="547"/>
                    <a:pt x="7041" y="1029"/>
                    <a:pt x="7812" y="1800"/>
                  </a:cubicBezTo>
                  <a:cubicBezTo>
                    <a:pt x="8583" y="2572"/>
                    <a:pt x="9066" y="3665"/>
                    <a:pt x="9066" y="4854"/>
                  </a:cubicBezTo>
                  <a:cubicBezTo>
                    <a:pt x="9066" y="6043"/>
                    <a:pt x="8583" y="7136"/>
                    <a:pt x="7812" y="7908"/>
                  </a:cubicBezTo>
                  <a:cubicBezTo>
                    <a:pt x="7041" y="8679"/>
                    <a:pt x="5980" y="9161"/>
                    <a:pt x="4790" y="9161"/>
                  </a:cubicBezTo>
                  <a:cubicBezTo>
                    <a:pt x="3633" y="9161"/>
                    <a:pt x="2540" y="8679"/>
                    <a:pt x="1769" y="7908"/>
                  </a:cubicBezTo>
                  <a:cubicBezTo>
                    <a:pt x="997" y="7136"/>
                    <a:pt x="515" y="6043"/>
                    <a:pt x="515" y="4854"/>
                  </a:cubicBezTo>
                  <a:cubicBezTo>
                    <a:pt x="515" y="3665"/>
                    <a:pt x="997" y="2572"/>
                    <a:pt x="1769" y="1800"/>
                  </a:cubicBezTo>
                  <a:cubicBezTo>
                    <a:pt x="2540" y="1029"/>
                    <a:pt x="3633" y="547"/>
                    <a:pt x="4790" y="547"/>
                  </a:cubicBezTo>
                  <a:close/>
                  <a:moveTo>
                    <a:pt x="4790" y="0"/>
                  </a:moveTo>
                  <a:cubicBezTo>
                    <a:pt x="3473" y="0"/>
                    <a:pt x="2251" y="547"/>
                    <a:pt x="1383" y="1415"/>
                  </a:cubicBezTo>
                  <a:cubicBezTo>
                    <a:pt x="515" y="2315"/>
                    <a:pt x="1" y="3504"/>
                    <a:pt x="1" y="4854"/>
                  </a:cubicBezTo>
                  <a:cubicBezTo>
                    <a:pt x="1" y="6204"/>
                    <a:pt x="515" y="7394"/>
                    <a:pt x="1383" y="8294"/>
                  </a:cubicBezTo>
                  <a:cubicBezTo>
                    <a:pt x="2251" y="9161"/>
                    <a:pt x="3473" y="9708"/>
                    <a:pt x="4790" y="9708"/>
                  </a:cubicBezTo>
                  <a:cubicBezTo>
                    <a:pt x="6108" y="9708"/>
                    <a:pt x="7330" y="9161"/>
                    <a:pt x="8198" y="8294"/>
                  </a:cubicBezTo>
                  <a:cubicBezTo>
                    <a:pt x="9066" y="7394"/>
                    <a:pt x="9612" y="6204"/>
                    <a:pt x="9612" y="4854"/>
                  </a:cubicBezTo>
                  <a:cubicBezTo>
                    <a:pt x="9612" y="3504"/>
                    <a:pt x="9066" y="2315"/>
                    <a:pt x="8198" y="1415"/>
                  </a:cubicBezTo>
                  <a:cubicBezTo>
                    <a:pt x="7330" y="547"/>
                    <a:pt x="6108" y="0"/>
                    <a:pt x="4790"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04" name="Google Shape;1704;p33"/>
            <p:cNvSpPr/>
            <p:nvPr/>
          </p:nvSpPr>
          <p:spPr>
            <a:xfrm>
              <a:off x="3804350" y="1436300"/>
              <a:ext cx="204950" cy="566025"/>
            </a:xfrm>
            <a:custGeom>
              <a:avLst/>
              <a:gdLst/>
              <a:ahLst/>
              <a:cxnLst/>
              <a:rect l="l" t="t" r="r" b="b"/>
              <a:pathLst>
                <a:path w="8198" h="22641" extrusionOk="0">
                  <a:moveTo>
                    <a:pt x="2361" y="0"/>
                  </a:moveTo>
                  <a:cubicBezTo>
                    <a:pt x="2352" y="0"/>
                    <a:pt x="2347" y="0"/>
                    <a:pt x="2347" y="0"/>
                  </a:cubicBezTo>
                  <a:lnTo>
                    <a:pt x="0" y="8101"/>
                  </a:lnTo>
                  <a:cubicBezTo>
                    <a:pt x="0" y="8101"/>
                    <a:pt x="1801" y="19351"/>
                    <a:pt x="1993" y="20284"/>
                  </a:cubicBezTo>
                  <a:cubicBezTo>
                    <a:pt x="2131" y="21083"/>
                    <a:pt x="2979" y="22640"/>
                    <a:pt x="4496" y="22640"/>
                  </a:cubicBezTo>
                  <a:cubicBezTo>
                    <a:pt x="4747" y="22640"/>
                    <a:pt x="5017" y="22598"/>
                    <a:pt x="5304" y="22502"/>
                  </a:cubicBezTo>
                  <a:cubicBezTo>
                    <a:pt x="7362" y="21859"/>
                    <a:pt x="8197" y="20187"/>
                    <a:pt x="8004" y="18805"/>
                  </a:cubicBezTo>
                  <a:cubicBezTo>
                    <a:pt x="7812" y="17423"/>
                    <a:pt x="5594" y="7522"/>
                    <a:pt x="5047" y="3729"/>
                  </a:cubicBezTo>
                  <a:cubicBezTo>
                    <a:pt x="4496" y="88"/>
                    <a:pt x="2547" y="0"/>
                    <a:pt x="2361"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05" name="Google Shape;1705;p33"/>
            <p:cNvSpPr/>
            <p:nvPr/>
          </p:nvSpPr>
          <p:spPr>
            <a:xfrm>
              <a:off x="3797925" y="1429875"/>
              <a:ext cx="213775" cy="579425"/>
            </a:xfrm>
            <a:custGeom>
              <a:avLst/>
              <a:gdLst/>
              <a:ahLst/>
              <a:cxnLst/>
              <a:rect l="l" t="t" r="r" b="b"/>
              <a:pathLst>
                <a:path w="8551" h="23177" extrusionOk="0">
                  <a:moveTo>
                    <a:pt x="2800" y="563"/>
                  </a:moveTo>
                  <a:cubicBezTo>
                    <a:pt x="3001" y="595"/>
                    <a:pt x="3326" y="689"/>
                    <a:pt x="3665" y="965"/>
                  </a:cubicBezTo>
                  <a:cubicBezTo>
                    <a:pt x="4179" y="1383"/>
                    <a:pt x="4758" y="2250"/>
                    <a:pt x="5015" y="4018"/>
                  </a:cubicBezTo>
                  <a:cubicBezTo>
                    <a:pt x="5304" y="5915"/>
                    <a:pt x="6011" y="9354"/>
                    <a:pt x="6654" y="12472"/>
                  </a:cubicBezTo>
                  <a:cubicBezTo>
                    <a:pt x="6976" y="14047"/>
                    <a:pt x="7297" y="15526"/>
                    <a:pt x="7522" y="16715"/>
                  </a:cubicBezTo>
                  <a:cubicBezTo>
                    <a:pt x="7779" y="17905"/>
                    <a:pt x="7940" y="18773"/>
                    <a:pt x="8004" y="19094"/>
                  </a:cubicBezTo>
                  <a:cubicBezTo>
                    <a:pt x="8004" y="19223"/>
                    <a:pt x="8004" y="19319"/>
                    <a:pt x="8004" y="19448"/>
                  </a:cubicBezTo>
                  <a:cubicBezTo>
                    <a:pt x="8004" y="20637"/>
                    <a:pt x="7233" y="21955"/>
                    <a:pt x="5497" y="22501"/>
                  </a:cubicBezTo>
                  <a:cubicBezTo>
                    <a:pt x="5240" y="22598"/>
                    <a:pt x="4983" y="22630"/>
                    <a:pt x="4790" y="22630"/>
                  </a:cubicBezTo>
                  <a:cubicBezTo>
                    <a:pt x="4115" y="22630"/>
                    <a:pt x="3568" y="22309"/>
                    <a:pt x="3183" y="21859"/>
                  </a:cubicBezTo>
                  <a:cubicBezTo>
                    <a:pt x="2797" y="21409"/>
                    <a:pt x="2572" y="20830"/>
                    <a:pt x="2508" y="20508"/>
                  </a:cubicBezTo>
                  <a:cubicBezTo>
                    <a:pt x="2411" y="20058"/>
                    <a:pt x="1897" y="17005"/>
                    <a:pt x="1447" y="14047"/>
                  </a:cubicBezTo>
                  <a:cubicBezTo>
                    <a:pt x="1190" y="12601"/>
                    <a:pt x="965" y="11154"/>
                    <a:pt x="804" y="10062"/>
                  </a:cubicBezTo>
                  <a:cubicBezTo>
                    <a:pt x="675" y="9210"/>
                    <a:pt x="567" y="8586"/>
                    <a:pt x="529" y="8373"/>
                  </a:cubicBezTo>
                  <a:lnTo>
                    <a:pt x="529" y="8373"/>
                  </a:lnTo>
                  <a:lnTo>
                    <a:pt x="2800" y="563"/>
                  </a:lnTo>
                  <a:close/>
                  <a:moveTo>
                    <a:pt x="2604" y="0"/>
                  </a:moveTo>
                  <a:cubicBezTo>
                    <a:pt x="2475" y="0"/>
                    <a:pt x="2379" y="97"/>
                    <a:pt x="2347" y="193"/>
                  </a:cubicBezTo>
                  <a:lnTo>
                    <a:pt x="0" y="8261"/>
                  </a:lnTo>
                  <a:lnTo>
                    <a:pt x="0" y="8390"/>
                  </a:lnTo>
                  <a:cubicBezTo>
                    <a:pt x="0" y="8390"/>
                    <a:pt x="450" y="11219"/>
                    <a:pt x="900" y="14144"/>
                  </a:cubicBezTo>
                  <a:cubicBezTo>
                    <a:pt x="1383" y="17069"/>
                    <a:pt x="1865" y="20123"/>
                    <a:pt x="1961" y="20605"/>
                  </a:cubicBezTo>
                  <a:cubicBezTo>
                    <a:pt x="2058" y="21055"/>
                    <a:pt x="2315" y="21666"/>
                    <a:pt x="2797" y="22212"/>
                  </a:cubicBezTo>
                  <a:cubicBezTo>
                    <a:pt x="3247" y="22726"/>
                    <a:pt x="3922" y="23176"/>
                    <a:pt x="4790" y="23176"/>
                  </a:cubicBezTo>
                  <a:cubicBezTo>
                    <a:pt x="5047" y="23176"/>
                    <a:pt x="5336" y="23112"/>
                    <a:pt x="5658" y="23016"/>
                  </a:cubicBezTo>
                  <a:cubicBezTo>
                    <a:pt x="7619" y="22405"/>
                    <a:pt x="8551" y="20862"/>
                    <a:pt x="8551" y="19448"/>
                  </a:cubicBezTo>
                  <a:cubicBezTo>
                    <a:pt x="8551" y="19319"/>
                    <a:pt x="8551" y="19158"/>
                    <a:pt x="8519" y="19030"/>
                  </a:cubicBezTo>
                  <a:cubicBezTo>
                    <a:pt x="8454" y="18676"/>
                    <a:pt x="8294" y="17776"/>
                    <a:pt x="8069" y="16619"/>
                  </a:cubicBezTo>
                  <a:cubicBezTo>
                    <a:pt x="7329" y="13051"/>
                    <a:pt x="5979" y="6751"/>
                    <a:pt x="5561" y="3922"/>
                  </a:cubicBezTo>
                  <a:cubicBezTo>
                    <a:pt x="5272" y="2090"/>
                    <a:pt x="4629" y="1093"/>
                    <a:pt x="3986" y="547"/>
                  </a:cubicBezTo>
                  <a:cubicBezTo>
                    <a:pt x="3343" y="32"/>
                    <a:pt x="2733" y="0"/>
                    <a:pt x="2604"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06" name="Google Shape;1706;p33"/>
            <p:cNvSpPr/>
            <p:nvPr/>
          </p:nvSpPr>
          <p:spPr>
            <a:xfrm>
              <a:off x="3106825" y="1594975"/>
              <a:ext cx="767475" cy="595950"/>
            </a:xfrm>
            <a:custGeom>
              <a:avLst/>
              <a:gdLst/>
              <a:ahLst/>
              <a:cxnLst/>
              <a:rect l="l" t="t" r="r" b="b"/>
              <a:pathLst>
                <a:path w="30699" h="23838" extrusionOk="0">
                  <a:moveTo>
                    <a:pt x="21971" y="1"/>
                  </a:moveTo>
                  <a:cubicBezTo>
                    <a:pt x="19140" y="1"/>
                    <a:pt x="15086" y="686"/>
                    <a:pt x="9386" y="2911"/>
                  </a:cubicBezTo>
                  <a:cubicBezTo>
                    <a:pt x="9386" y="2911"/>
                    <a:pt x="0" y="6865"/>
                    <a:pt x="0" y="8311"/>
                  </a:cubicBezTo>
                  <a:cubicBezTo>
                    <a:pt x="0" y="9758"/>
                    <a:pt x="5786" y="23837"/>
                    <a:pt x="5786" y="23837"/>
                  </a:cubicBezTo>
                  <a:lnTo>
                    <a:pt x="30698" y="17344"/>
                  </a:lnTo>
                  <a:lnTo>
                    <a:pt x="27901" y="1754"/>
                  </a:lnTo>
                  <a:cubicBezTo>
                    <a:pt x="27901" y="1754"/>
                    <a:pt x="26502" y="1"/>
                    <a:pt x="21971" y="1"/>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1707" name="Google Shape;1707;p33"/>
            <p:cNvSpPr/>
            <p:nvPr/>
          </p:nvSpPr>
          <p:spPr>
            <a:xfrm>
              <a:off x="3100400" y="1588175"/>
              <a:ext cx="781125" cy="609375"/>
            </a:xfrm>
            <a:custGeom>
              <a:avLst/>
              <a:gdLst/>
              <a:ahLst/>
              <a:cxnLst/>
              <a:rect l="l" t="t" r="r" b="b"/>
              <a:pathLst>
                <a:path w="31245" h="24375" extrusionOk="0">
                  <a:moveTo>
                    <a:pt x="22244" y="515"/>
                  </a:moveTo>
                  <a:cubicBezTo>
                    <a:pt x="24462" y="515"/>
                    <a:pt x="25908" y="965"/>
                    <a:pt x="26776" y="1383"/>
                  </a:cubicBezTo>
                  <a:cubicBezTo>
                    <a:pt x="27226" y="1576"/>
                    <a:pt x="27516" y="1801"/>
                    <a:pt x="27708" y="1929"/>
                  </a:cubicBezTo>
                  <a:cubicBezTo>
                    <a:pt x="27805" y="2026"/>
                    <a:pt x="27869" y="2090"/>
                    <a:pt x="27901" y="2122"/>
                  </a:cubicBezTo>
                  <a:lnTo>
                    <a:pt x="27915" y="2136"/>
                  </a:lnTo>
                  <a:lnTo>
                    <a:pt x="30634" y="17423"/>
                  </a:lnTo>
                  <a:lnTo>
                    <a:pt x="6207" y="23793"/>
                  </a:lnTo>
                  <a:lnTo>
                    <a:pt x="6207" y="23793"/>
                  </a:lnTo>
                  <a:cubicBezTo>
                    <a:pt x="6165" y="23693"/>
                    <a:pt x="6109" y="23561"/>
                    <a:pt x="6043" y="23402"/>
                  </a:cubicBezTo>
                  <a:cubicBezTo>
                    <a:pt x="5497" y="22052"/>
                    <a:pt x="4114" y="18645"/>
                    <a:pt x="2861" y="15398"/>
                  </a:cubicBezTo>
                  <a:cubicBezTo>
                    <a:pt x="2250" y="13791"/>
                    <a:pt x="1639" y="12216"/>
                    <a:pt x="1222" y="10994"/>
                  </a:cubicBezTo>
                  <a:cubicBezTo>
                    <a:pt x="996" y="10351"/>
                    <a:pt x="836" y="9805"/>
                    <a:pt x="707" y="9387"/>
                  </a:cubicBezTo>
                  <a:cubicBezTo>
                    <a:pt x="643" y="9194"/>
                    <a:pt x="611" y="9001"/>
                    <a:pt x="579" y="8873"/>
                  </a:cubicBezTo>
                  <a:cubicBezTo>
                    <a:pt x="546" y="8744"/>
                    <a:pt x="546" y="8615"/>
                    <a:pt x="546" y="8583"/>
                  </a:cubicBezTo>
                  <a:cubicBezTo>
                    <a:pt x="514" y="8583"/>
                    <a:pt x="546" y="8519"/>
                    <a:pt x="611" y="8423"/>
                  </a:cubicBezTo>
                  <a:cubicBezTo>
                    <a:pt x="707" y="8262"/>
                    <a:pt x="900" y="8037"/>
                    <a:pt x="1222" y="7812"/>
                  </a:cubicBezTo>
                  <a:cubicBezTo>
                    <a:pt x="2314" y="6976"/>
                    <a:pt x="4468" y="5851"/>
                    <a:pt x="6332" y="4983"/>
                  </a:cubicBezTo>
                  <a:cubicBezTo>
                    <a:pt x="7265" y="4533"/>
                    <a:pt x="8100" y="4147"/>
                    <a:pt x="8743" y="3858"/>
                  </a:cubicBezTo>
                  <a:cubicBezTo>
                    <a:pt x="9354" y="3569"/>
                    <a:pt x="9740" y="3408"/>
                    <a:pt x="9740" y="3408"/>
                  </a:cubicBezTo>
                  <a:cubicBezTo>
                    <a:pt x="15429" y="1190"/>
                    <a:pt x="19447" y="515"/>
                    <a:pt x="22244" y="515"/>
                  </a:cubicBezTo>
                  <a:close/>
                  <a:moveTo>
                    <a:pt x="22244" y="1"/>
                  </a:moveTo>
                  <a:cubicBezTo>
                    <a:pt x="19351" y="1"/>
                    <a:pt x="15269" y="676"/>
                    <a:pt x="9547" y="2926"/>
                  </a:cubicBezTo>
                  <a:cubicBezTo>
                    <a:pt x="9547" y="2926"/>
                    <a:pt x="7200" y="3922"/>
                    <a:pt x="4822" y="5112"/>
                  </a:cubicBezTo>
                  <a:cubicBezTo>
                    <a:pt x="3664" y="5690"/>
                    <a:pt x="2475" y="6333"/>
                    <a:pt x="1575" y="6912"/>
                  </a:cubicBezTo>
                  <a:cubicBezTo>
                    <a:pt x="1125" y="7201"/>
                    <a:pt x="771" y="7490"/>
                    <a:pt x="482" y="7748"/>
                  </a:cubicBezTo>
                  <a:cubicBezTo>
                    <a:pt x="354" y="7876"/>
                    <a:pt x="225" y="8005"/>
                    <a:pt x="129" y="8133"/>
                  </a:cubicBezTo>
                  <a:cubicBezTo>
                    <a:pt x="64" y="8262"/>
                    <a:pt x="0" y="8423"/>
                    <a:pt x="0" y="8583"/>
                  </a:cubicBezTo>
                  <a:cubicBezTo>
                    <a:pt x="0" y="8712"/>
                    <a:pt x="32" y="8873"/>
                    <a:pt x="64" y="9066"/>
                  </a:cubicBezTo>
                  <a:cubicBezTo>
                    <a:pt x="225" y="9773"/>
                    <a:pt x="675" y="11058"/>
                    <a:pt x="1222" y="12601"/>
                  </a:cubicBezTo>
                  <a:cubicBezTo>
                    <a:pt x="2925" y="17262"/>
                    <a:pt x="5786" y="24206"/>
                    <a:pt x="5786" y="24206"/>
                  </a:cubicBezTo>
                  <a:cubicBezTo>
                    <a:pt x="5839" y="24312"/>
                    <a:pt x="5937" y="24374"/>
                    <a:pt x="6042" y="24374"/>
                  </a:cubicBezTo>
                  <a:cubicBezTo>
                    <a:pt x="6063" y="24374"/>
                    <a:pt x="6085" y="24372"/>
                    <a:pt x="6107" y="24366"/>
                  </a:cubicBezTo>
                  <a:lnTo>
                    <a:pt x="31019" y="17873"/>
                  </a:lnTo>
                  <a:cubicBezTo>
                    <a:pt x="31148" y="17841"/>
                    <a:pt x="31244" y="17712"/>
                    <a:pt x="31212" y="17552"/>
                  </a:cubicBezTo>
                  <a:lnTo>
                    <a:pt x="28416" y="1962"/>
                  </a:lnTo>
                  <a:lnTo>
                    <a:pt x="28351" y="1833"/>
                  </a:lnTo>
                  <a:cubicBezTo>
                    <a:pt x="28319" y="1769"/>
                    <a:pt x="26808" y="1"/>
                    <a:pt x="22244"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08" name="Google Shape;1708;p33"/>
            <p:cNvSpPr/>
            <p:nvPr/>
          </p:nvSpPr>
          <p:spPr>
            <a:xfrm>
              <a:off x="3300475" y="1435225"/>
              <a:ext cx="606750" cy="742775"/>
            </a:xfrm>
            <a:custGeom>
              <a:avLst/>
              <a:gdLst/>
              <a:ahLst/>
              <a:cxnLst/>
              <a:rect l="l" t="t" r="r" b="b"/>
              <a:pathLst>
                <a:path w="24270" h="29711" extrusionOk="0">
                  <a:moveTo>
                    <a:pt x="17600" y="1"/>
                  </a:moveTo>
                  <a:cubicBezTo>
                    <a:pt x="15099" y="1"/>
                    <a:pt x="12134" y="159"/>
                    <a:pt x="10191" y="783"/>
                  </a:cubicBezTo>
                  <a:cubicBezTo>
                    <a:pt x="10191" y="783"/>
                    <a:pt x="7523" y="2422"/>
                    <a:pt x="5401" y="3644"/>
                  </a:cubicBezTo>
                  <a:cubicBezTo>
                    <a:pt x="3248" y="4833"/>
                    <a:pt x="1" y="6504"/>
                    <a:pt x="1" y="9848"/>
                  </a:cubicBezTo>
                  <a:cubicBezTo>
                    <a:pt x="1" y="13191"/>
                    <a:pt x="2412" y="26434"/>
                    <a:pt x="2412" y="27816"/>
                  </a:cubicBezTo>
                  <a:cubicBezTo>
                    <a:pt x="2412" y="28999"/>
                    <a:pt x="2482" y="29711"/>
                    <a:pt x="2503" y="29711"/>
                  </a:cubicBezTo>
                  <a:cubicBezTo>
                    <a:pt x="2506" y="29711"/>
                    <a:pt x="2508" y="29690"/>
                    <a:pt x="2508" y="29649"/>
                  </a:cubicBezTo>
                  <a:cubicBezTo>
                    <a:pt x="2508" y="29391"/>
                    <a:pt x="18805" y="24023"/>
                    <a:pt x="18805" y="24023"/>
                  </a:cubicBezTo>
                  <a:cubicBezTo>
                    <a:pt x="18805" y="24023"/>
                    <a:pt x="19834" y="19748"/>
                    <a:pt x="20670" y="17723"/>
                  </a:cubicBezTo>
                  <a:cubicBezTo>
                    <a:pt x="21506" y="15666"/>
                    <a:pt x="20670" y="13930"/>
                    <a:pt x="21602" y="10587"/>
                  </a:cubicBezTo>
                  <a:cubicBezTo>
                    <a:pt x="22534" y="7244"/>
                    <a:pt x="24270" y="5026"/>
                    <a:pt x="23531" y="2519"/>
                  </a:cubicBezTo>
                  <a:cubicBezTo>
                    <a:pt x="22791" y="43"/>
                    <a:pt x="22598" y="108"/>
                    <a:pt x="19930" y="43"/>
                  </a:cubicBezTo>
                  <a:cubicBezTo>
                    <a:pt x="19246" y="19"/>
                    <a:pt x="18450" y="1"/>
                    <a:pt x="17600"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09" name="Google Shape;1709;p33"/>
            <p:cNvSpPr/>
            <p:nvPr/>
          </p:nvSpPr>
          <p:spPr>
            <a:xfrm>
              <a:off x="3294050" y="1428275"/>
              <a:ext cx="605950" cy="757025"/>
            </a:xfrm>
            <a:custGeom>
              <a:avLst/>
              <a:gdLst/>
              <a:ahLst/>
              <a:cxnLst/>
              <a:rect l="l" t="t" r="r" b="b"/>
              <a:pathLst>
                <a:path w="24238" h="30281" extrusionOk="0">
                  <a:moveTo>
                    <a:pt x="17905" y="546"/>
                  </a:moveTo>
                  <a:cubicBezTo>
                    <a:pt x="18741" y="546"/>
                    <a:pt x="19512" y="546"/>
                    <a:pt x="20187" y="579"/>
                  </a:cubicBezTo>
                  <a:cubicBezTo>
                    <a:pt x="20863" y="611"/>
                    <a:pt x="21377" y="611"/>
                    <a:pt x="21763" y="643"/>
                  </a:cubicBezTo>
                  <a:cubicBezTo>
                    <a:pt x="22052" y="675"/>
                    <a:pt x="22245" y="739"/>
                    <a:pt x="22438" y="804"/>
                  </a:cubicBezTo>
                  <a:cubicBezTo>
                    <a:pt x="22663" y="900"/>
                    <a:pt x="22823" y="1061"/>
                    <a:pt x="22984" y="1382"/>
                  </a:cubicBezTo>
                  <a:cubicBezTo>
                    <a:pt x="23177" y="1704"/>
                    <a:pt x="23338" y="2186"/>
                    <a:pt x="23531" y="2893"/>
                  </a:cubicBezTo>
                  <a:cubicBezTo>
                    <a:pt x="23659" y="3279"/>
                    <a:pt x="23691" y="3664"/>
                    <a:pt x="23691" y="4050"/>
                  </a:cubicBezTo>
                  <a:cubicBezTo>
                    <a:pt x="23691" y="4982"/>
                    <a:pt x="23370" y="5979"/>
                    <a:pt x="22952" y="7072"/>
                  </a:cubicBezTo>
                  <a:cubicBezTo>
                    <a:pt x="22534" y="8165"/>
                    <a:pt x="21988" y="9386"/>
                    <a:pt x="21602" y="10801"/>
                  </a:cubicBezTo>
                  <a:cubicBezTo>
                    <a:pt x="21120" y="12504"/>
                    <a:pt x="21088" y="13790"/>
                    <a:pt x="21088" y="14915"/>
                  </a:cubicBezTo>
                  <a:cubicBezTo>
                    <a:pt x="21088" y="16040"/>
                    <a:pt x="21055" y="16940"/>
                    <a:pt x="20670" y="17904"/>
                  </a:cubicBezTo>
                  <a:cubicBezTo>
                    <a:pt x="20252" y="18933"/>
                    <a:pt x="19802" y="20508"/>
                    <a:pt x="19416" y="21826"/>
                  </a:cubicBezTo>
                  <a:cubicBezTo>
                    <a:pt x="19139" y="22885"/>
                    <a:pt x="18921" y="23766"/>
                    <a:pt x="18840" y="24097"/>
                  </a:cubicBezTo>
                  <a:lnTo>
                    <a:pt x="18840" y="24097"/>
                  </a:lnTo>
                  <a:cubicBezTo>
                    <a:pt x="18051" y="24357"/>
                    <a:pt x="14442" y="25551"/>
                    <a:pt x="10833" y="26744"/>
                  </a:cubicBezTo>
                  <a:cubicBezTo>
                    <a:pt x="8808" y="27451"/>
                    <a:pt x="6751" y="28159"/>
                    <a:pt x="5240" y="28673"/>
                  </a:cubicBezTo>
                  <a:cubicBezTo>
                    <a:pt x="4469" y="28962"/>
                    <a:pt x="3826" y="29187"/>
                    <a:pt x="3376" y="29380"/>
                  </a:cubicBezTo>
                  <a:cubicBezTo>
                    <a:pt x="3229" y="29422"/>
                    <a:pt x="3096" y="29478"/>
                    <a:pt x="2986" y="29520"/>
                  </a:cubicBezTo>
                  <a:lnTo>
                    <a:pt x="2986" y="29520"/>
                  </a:lnTo>
                  <a:cubicBezTo>
                    <a:pt x="2977" y="29197"/>
                    <a:pt x="2958" y="28712"/>
                    <a:pt x="2958" y="28094"/>
                  </a:cubicBezTo>
                  <a:cubicBezTo>
                    <a:pt x="2958" y="27869"/>
                    <a:pt x="2894" y="27516"/>
                    <a:pt x="2830" y="27034"/>
                  </a:cubicBezTo>
                  <a:cubicBezTo>
                    <a:pt x="2605" y="25266"/>
                    <a:pt x="2026" y="21762"/>
                    <a:pt x="1512" y="18322"/>
                  </a:cubicBezTo>
                  <a:cubicBezTo>
                    <a:pt x="997" y="14915"/>
                    <a:pt x="547" y="11540"/>
                    <a:pt x="547" y="10126"/>
                  </a:cubicBezTo>
                  <a:cubicBezTo>
                    <a:pt x="547" y="8550"/>
                    <a:pt x="1287" y="7361"/>
                    <a:pt x="2347" y="6429"/>
                  </a:cubicBezTo>
                  <a:cubicBezTo>
                    <a:pt x="3376" y="5465"/>
                    <a:pt x="4694" y="4757"/>
                    <a:pt x="5787" y="4147"/>
                  </a:cubicBezTo>
                  <a:cubicBezTo>
                    <a:pt x="7908" y="2957"/>
                    <a:pt x="10608" y="1286"/>
                    <a:pt x="10608" y="1286"/>
                  </a:cubicBezTo>
                  <a:lnTo>
                    <a:pt x="10597" y="1270"/>
                  </a:lnTo>
                  <a:lnTo>
                    <a:pt x="10597" y="1270"/>
                  </a:lnTo>
                  <a:cubicBezTo>
                    <a:pt x="12495" y="704"/>
                    <a:pt x="15421" y="546"/>
                    <a:pt x="17905" y="546"/>
                  </a:cubicBezTo>
                  <a:close/>
                  <a:moveTo>
                    <a:pt x="17905" y="0"/>
                  </a:moveTo>
                  <a:cubicBezTo>
                    <a:pt x="15366" y="0"/>
                    <a:pt x="12376" y="161"/>
                    <a:pt x="10383" y="804"/>
                  </a:cubicBezTo>
                  <a:lnTo>
                    <a:pt x="10319" y="804"/>
                  </a:lnTo>
                  <a:cubicBezTo>
                    <a:pt x="10319" y="804"/>
                    <a:pt x="10158" y="932"/>
                    <a:pt x="9869" y="1093"/>
                  </a:cubicBezTo>
                  <a:cubicBezTo>
                    <a:pt x="9001" y="1607"/>
                    <a:pt x="7105" y="2797"/>
                    <a:pt x="5498" y="3697"/>
                  </a:cubicBezTo>
                  <a:cubicBezTo>
                    <a:pt x="4437" y="4275"/>
                    <a:pt x="3087" y="5015"/>
                    <a:pt x="1994" y="6011"/>
                  </a:cubicBezTo>
                  <a:cubicBezTo>
                    <a:pt x="869" y="7040"/>
                    <a:pt x="1" y="8358"/>
                    <a:pt x="1" y="10126"/>
                  </a:cubicBezTo>
                  <a:cubicBezTo>
                    <a:pt x="1" y="10993"/>
                    <a:pt x="162" y="12440"/>
                    <a:pt x="387" y="14176"/>
                  </a:cubicBezTo>
                  <a:cubicBezTo>
                    <a:pt x="708" y="16779"/>
                    <a:pt x="1222" y="19994"/>
                    <a:pt x="1640" y="22726"/>
                  </a:cubicBezTo>
                  <a:cubicBezTo>
                    <a:pt x="1865" y="24076"/>
                    <a:pt x="2058" y="25298"/>
                    <a:pt x="2187" y="26230"/>
                  </a:cubicBezTo>
                  <a:cubicBezTo>
                    <a:pt x="2347" y="27194"/>
                    <a:pt x="2412" y="27869"/>
                    <a:pt x="2412" y="28094"/>
                  </a:cubicBezTo>
                  <a:cubicBezTo>
                    <a:pt x="2412" y="28705"/>
                    <a:pt x="2444" y="29187"/>
                    <a:pt x="2444" y="29509"/>
                  </a:cubicBezTo>
                  <a:cubicBezTo>
                    <a:pt x="2476" y="29669"/>
                    <a:pt x="2476" y="29798"/>
                    <a:pt x="2476" y="29894"/>
                  </a:cubicBezTo>
                  <a:lnTo>
                    <a:pt x="2508" y="30023"/>
                  </a:lnTo>
                  <a:lnTo>
                    <a:pt x="2508" y="30055"/>
                  </a:lnTo>
                  <a:lnTo>
                    <a:pt x="2540" y="30119"/>
                  </a:lnTo>
                  <a:lnTo>
                    <a:pt x="2572" y="30184"/>
                  </a:lnTo>
                  <a:cubicBezTo>
                    <a:pt x="2605" y="30216"/>
                    <a:pt x="2669" y="30248"/>
                    <a:pt x="2765" y="30280"/>
                  </a:cubicBezTo>
                  <a:cubicBezTo>
                    <a:pt x="2862" y="30280"/>
                    <a:pt x="2926" y="30216"/>
                    <a:pt x="2958" y="30184"/>
                  </a:cubicBezTo>
                  <a:cubicBezTo>
                    <a:pt x="2987" y="30155"/>
                    <a:pt x="3016" y="30126"/>
                    <a:pt x="3021" y="30097"/>
                  </a:cubicBezTo>
                  <a:lnTo>
                    <a:pt x="3021" y="30097"/>
                  </a:lnTo>
                  <a:cubicBezTo>
                    <a:pt x="3066" y="30081"/>
                    <a:pt x="3132" y="30056"/>
                    <a:pt x="3215" y="30023"/>
                  </a:cubicBezTo>
                  <a:cubicBezTo>
                    <a:pt x="3762" y="29766"/>
                    <a:pt x="5047" y="29316"/>
                    <a:pt x="6655" y="28769"/>
                  </a:cubicBezTo>
                  <a:cubicBezTo>
                    <a:pt x="9066" y="27901"/>
                    <a:pt x="12184" y="26873"/>
                    <a:pt x="14723" y="26037"/>
                  </a:cubicBezTo>
                  <a:cubicBezTo>
                    <a:pt x="15977" y="25587"/>
                    <a:pt x="17069" y="25233"/>
                    <a:pt x="17873" y="24976"/>
                  </a:cubicBezTo>
                  <a:cubicBezTo>
                    <a:pt x="18677" y="24719"/>
                    <a:pt x="19159" y="24558"/>
                    <a:pt x="19159" y="24558"/>
                  </a:cubicBezTo>
                  <a:cubicBezTo>
                    <a:pt x="19255" y="24526"/>
                    <a:pt x="19320" y="24430"/>
                    <a:pt x="19320" y="24366"/>
                  </a:cubicBezTo>
                  <a:cubicBezTo>
                    <a:pt x="19320" y="24366"/>
                    <a:pt x="19384" y="24076"/>
                    <a:pt x="19512" y="23658"/>
                  </a:cubicBezTo>
                  <a:cubicBezTo>
                    <a:pt x="19834" y="22373"/>
                    <a:pt x="20573" y="19576"/>
                    <a:pt x="21184" y="18097"/>
                  </a:cubicBezTo>
                  <a:cubicBezTo>
                    <a:pt x="21602" y="17004"/>
                    <a:pt x="21602" y="16008"/>
                    <a:pt x="21634" y="14915"/>
                  </a:cubicBezTo>
                  <a:cubicBezTo>
                    <a:pt x="21634" y="13822"/>
                    <a:pt x="21666" y="12569"/>
                    <a:pt x="22116" y="10929"/>
                  </a:cubicBezTo>
                  <a:cubicBezTo>
                    <a:pt x="22502" y="9579"/>
                    <a:pt x="23016" y="8390"/>
                    <a:pt x="23466" y="7265"/>
                  </a:cubicBezTo>
                  <a:cubicBezTo>
                    <a:pt x="23884" y="6172"/>
                    <a:pt x="24238" y="5111"/>
                    <a:pt x="24238" y="4050"/>
                  </a:cubicBezTo>
                  <a:cubicBezTo>
                    <a:pt x="24238" y="3600"/>
                    <a:pt x="24173" y="3182"/>
                    <a:pt x="24045" y="2732"/>
                  </a:cubicBezTo>
                  <a:cubicBezTo>
                    <a:pt x="23852" y="2089"/>
                    <a:pt x="23723" y="1639"/>
                    <a:pt x="23531" y="1254"/>
                  </a:cubicBezTo>
                  <a:cubicBezTo>
                    <a:pt x="23402" y="996"/>
                    <a:pt x="23273" y="771"/>
                    <a:pt x="23080" y="579"/>
                  </a:cubicBezTo>
                  <a:cubicBezTo>
                    <a:pt x="22791" y="321"/>
                    <a:pt x="22405" y="193"/>
                    <a:pt x="21955" y="129"/>
                  </a:cubicBezTo>
                  <a:cubicBezTo>
                    <a:pt x="21505" y="64"/>
                    <a:pt x="20959" y="64"/>
                    <a:pt x="20187" y="32"/>
                  </a:cubicBezTo>
                  <a:cubicBezTo>
                    <a:pt x="19512" y="0"/>
                    <a:pt x="18741" y="0"/>
                    <a:pt x="17905"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10" name="Google Shape;1710;p33"/>
            <p:cNvSpPr/>
            <p:nvPr/>
          </p:nvSpPr>
          <p:spPr>
            <a:xfrm>
              <a:off x="3471650" y="1404675"/>
              <a:ext cx="296550" cy="281575"/>
            </a:xfrm>
            <a:custGeom>
              <a:avLst/>
              <a:gdLst/>
              <a:ahLst/>
              <a:cxnLst/>
              <a:rect l="l" t="t" r="r" b="b"/>
              <a:pathLst>
                <a:path w="11862" h="11263" extrusionOk="0">
                  <a:moveTo>
                    <a:pt x="3896" y="0"/>
                  </a:moveTo>
                  <a:cubicBezTo>
                    <a:pt x="3088" y="0"/>
                    <a:pt x="2433" y="172"/>
                    <a:pt x="2122" y="526"/>
                  </a:cubicBezTo>
                  <a:cubicBezTo>
                    <a:pt x="2122" y="526"/>
                    <a:pt x="933" y="1169"/>
                    <a:pt x="483" y="4158"/>
                  </a:cubicBezTo>
                  <a:cubicBezTo>
                    <a:pt x="1" y="7116"/>
                    <a:pt x="1" y="11262"/>
                    <a:pt x="1" y="11262"/>
                  </a:cubicBezTo>
                  <a:cubicBezTo>
                    <a:pt x="1" y="11262"/>
                    <a:pt x="5015" y="8498"/>
                    <a:pt x="5755" y="8402"/>
                  </a:cubicBezTo>
                  <a:cubicBezTo>
                    <a:pt x="5770" y="8399"/>
                    <a:pt x="5788" y="8398"/>
                    <a:pt x="5808" y="8398"/>
                  </a:cubicBezTo>
                  <a:cubicBezTo>
                    <a:pt x="6720" y="8398"/>
                    <a:pt x="11862" y="10523"/>
                    <a:pt x="11862" y="10523"/>
                  </a:cubicBezTo>
                  <a:cubicBezTo>
                    <a:pt x="11862" y="10523"/>
                    <a:pt x="11123" y="6280"/>
                    <a:pt x="9998" y="3323"/>
                  </a:cubicBezTo>
                  <a:cubicBezTo>
                    <a:pt x="9206" y="1181"/>
                    <a:pt x="6021" y="0"/>
                    <a:pt x="3896"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11" name="Google Shape;1711;p33"/>
            <p:cNvSpPr/>
            <p:nvPr/>
          </p:nvSpPr>
          <p:spPr>
            <a:xfrm>
              <a:off x="3465225" y="1397725"/>
              <a:ext cx="310225" cy="295550"/>
            </a:xfrm>
            <a:custGeom>
              <a:avLst/>
              <a:gdLst/>
              <a:ahLst/>
              <a:cxnLst/>
              <a:rect l="l" t="t" r="r" b="b"/>
              <a:pathLst>
                <a:path w="12409" h="11822" extrusionOk="0">
                  <a:moveTo>
                    <a:pt x="4179" y="547"/>
                  </a:moveTo>
                  <a:cubicBezTo>
                    <a:pt x="5176" y="547"/>
                    <a:pt x="6494" y="836"/>
                    <a:pt x="7587" y="1383"/>
                  </a:cubicBezTo>
                  <a:cubicBezTo>
                    <a:pt x="8712" y="1929"/>
                    <a:pt x="9644" y="2701"/>
                    <a:pt x="9997" y="3697"/>
                  </a:cubicBezTo>
                  <a:cubicBezTo>
                    <a:pt x="10576" y="5144"/>
                    <a:pt x="11026" y="6944"/>
                    <a:pt x="11348" y="8358"/>
                  </a:cubicBezTo>
                  <a:cubicBezTo>
                    <a:pt x="11508" y="9097"/>
                    <a:pt x="11637" y="9708"/>
                    <a:pt x="11733" y="10158"/>
                  </a:cubicBezTo>
                  <a:cubicBezTo>
                    <a:pt x="11745" y="10242"/>
                    <a:pt x="11757" y="10319"/>
                    <a:pt x="11769" y="10389"/>
                  </a:cubicBezTo>
                  <a:lnTo>
                    <a:pt x="11769" y="10389"/>
                  </a:lnTo>
                  <a:cubicBezTo>
                    <a:pt x="11272" y="10182"/>
                    <a:pt x="10420" y="9833"/>
                    <a:pt x="9515" y="9483"/>
                  </a:cubicBezTo>
                  <a:cubicBezTo>
                    <a:pt x="8808" y="9226"/>
                    <a:pt x="8069" y="8969"/>
                    <a:pt x="7458" y="8776"/>
                  </a:cubicBezTo>
                  <a:cubicBezTo>
                    <a:pt x="7169" y="8647"/>
                    <a:pt x="6879" y="8583"/>
                    <a:pt x="6654" y="8519"/>
                  </a:cubicBezTo>
                  <a:cubicBezTo>
                    <a:pt x="6397" y="8455"/>
                    <a:pt x="6204" y="8422"/>
                    <a:pt x="6044" y="8422"/>
                  </a:cubicBezTo>
                  <a:lnTo>
                    <a:pt x="5979" y="8422"/>
                  </a:lnTo>
                  <a:cubicBezTo>
                    <a:pt x="5819" y="8455"/>
                    <a:pt x="5658" y="8487"/>
                    <a:pt x="5433" y="8583"/>
                  </a:cubicBezTo>
                  <a:cubicBezTo>
                    <a:pt x="4694" y="8905"/>
                    <a:pt x="3376" y="9580"/>
                    <a:pt x="2219" y="10190"/>
                  </a:cubicBezTo>
                  <a:cubicBezTo>
                    <a:pt x="1538" y="10560"/>
                    <a:pt x="916" y="10894"/>
                    <a:pt x="531" y="11100"/>
                  </a:cubicBezTo>
                  <a:lnTo>
                    <a:pt x="531" y="11100"/>
                  </a:lnTo>
                  <a:cubicBezTo>
                    <a:pt x="535" y="11029"/>
                    <a:pt x="540" y="10951"/>
                    <a:pt x="547" y="10865"/>
                  </a:cubicBezTo>
                  <a:cubicBezTo>
                    <a:pt x="547" y="9547"/>
                    <a:pt x="643" y="6654"/>
                    <a:pt x="997" y="4469"/>
                  </a:cubicBezTo>
                  <a:cubicBezTo>
                    <a:pt x="1222" y="3022"/>
                    <a:pt x="1608" y="2154"/>
                    <a:pt x="1961" y="1672"/>
                  </a:cubicBezTo>
                  <a:cubicBezTo>
                    <a:pt x="2122" y="1415"/>
                    <a:pt x="2283" y="1254"/>
                    <a:pt x="2379" y="1158"/>
                  </a:cubicBezTo>
                  <a:cubicBezTo>
                    <a:pt x="2411" y="1126"/>
                    <a:pt x="2476" y="1093"/>
                    <a:pt x="2508" y="1061"/>
                  </a:cubicBezTo>
                  <a:lnTo>
                    <a:pt x="2604" y="997"/>
                  </a:lnTo>
                  <a:cubicBezTo>
                    <a:pt x="2701" y="868"/>
                    <a:pt x="2894" y="740"/>
                    <a:pt x="3183" y="676"/>
                  </a:cubicBezTo>
                  <a:cubicBezTo>
                    <a:pt x="3440" y="579"/>
                    <a:pt x="3794" y="547"/>
                    <a:pt x="4179" y="547"/>
                  </a:cubicBezTo>
                  <a:close/>
                  <a:moveTo>
                    <a:pt x="4179" y="1"/>
                  </a:moveTo>
                  <a:cubicBezTo>
                    <a:pt x="3761" y="1"/>
                    <a:pt x="3344" y="65"/>
                    <a:pt x="3022" y="161"/>
                  </a:cubicBezTo>
                  <a:cubicBezTo>
                    <a:pt x="2700" y="249"/>
                    <a:pt x="2431" y="390"/>
                    <a:pt x="2240" y="585"/>
                  </a:cubicBezTo>
                  <a:lnTo>
                    <a:pt x="2240" y="585"/>
                  </a:lnTo>
                  <a:cubicBezTo>
                    <a:pt x="2102" y="664"/>
                    <a:pt x="916" y="1453"/>
                    <a:pt x="451" y="4372"/>
                  </a:cubicBezTo>
                  <a:cubicBezTo>
                    <a:pt x="1" y="7394"/>
                    <a:pt x="1" y="11540"/>
                    <a:pt x="1" y="11540"/>
                  </a:cubicBezTo>
                  <a:cubicBezTo>
                    <a:pt x="1" y="11637"/>
                    <a:pt x="33" y="11733"/>
                    <a:pt x="129" y="11798"/>
                  </a:cubicBezTo>
                  <a:cubicBezTo>
                    <a:pt x="161" y="11814"/>
                    <a:pt x="210" y="11822"/>
                    <a:pt x="258" y="11822"/>
                  </a:cubicBezTo>
                  <a:cubicBezTo>
                    <a:pt x="306" y="11822"/>
                    <a:pt x="354" y="11814"/>
                    <a:pt x="386" y="11798"/>
                  </a:cubicBezTo>
                  <a:cubicBezTo>
                    <a:pt x="386" y="11798"/>
                    <a:pt x="708" y="11605"/>
                    <a:pt x="1190" y="11348"/>
                  </a:cubicBezTo>
                  <a:cubicBezTo>
                    <a:pt x="1897" y="10962"/>
                    <a:pt x="2990" y="10383"/>
                    <a:pt x="3986" y="9869"/>
                  </a:cubicBezTo>
                  <a:cubicBezTo>
                    <a:pt x="4469" y="9612"/>
                    <a:pt x="4951" y="9387"/>
                    <a:pt x="5304" y="9226"/>
                  </a:cubicBezTo>
                  <a:cubicBezTo>
                    <a:pt x="5497" y="9130"/>
                    <a:pt x="5658" y="9065"/>
                    <a:pt x="5787" y="9033"/>
                  </a:cubicBezTo>
                  <a:cubicBezTo>
                    <a:pt x="5915" y="8969"/>
                    <a:pt x="6012" y="8937"/>
                    <a:pt x="6044" y="8937"/>
                  </a:cubicBezTo>
                  <a:cubicBezTo>
                    <a:pt x="6108" y="8937"/>
                    <a:pt x="6301" y="8969"/>
                    <a:pt x="6494" y="9033"/>
                  </a:cubicBezTo>
                  <a:cubicBezTo>
                    <a:pt x="7265" y="9226"/>
                    <a:pt x="8680" y="9740"/>
                    <a:pt x="9837" y="10190"/>
                  </a:cubicBezTo>
                  <a:cubicBezTo>
                    <a:pt x="10447" y="10415"/>
                    <a:pt x="10994" y="10640"/>
                    <a:pt x="11380" y="10801"/>
                  </a:cubicBezTo>
                  <a:cubicBezTo>
                    <a:pt x="11765" y="10962"/>
                    <a:pt x="12023" y="11058"/>
                    <a:pt x="12023" y="11058"/>
                  </a:cubicBezTo>
                  <a:cubicBezTo>
                    <a:pt x="12063" y="11072"/>
                    <a:pt x="12102" y="11079"/>
                    <a:pt x="12140" y="11079"/>
                  </a:cubicBezTo>
                  <a:cubicBezTo>
                    <a:pt x="12193" y="11079"/>
                    <a:pt x="12242" y="11064"/>
                    <a:pt x="12280" y="11026"/>
                  </a:cubicBezTo>
                  <a:cubicBezTo>
                    <a:pt x="12344" y="10962"/>
                    <a:pt x="12408" y="10865"/>
                    <a:pt x="12376" y="10769"/>
                  </a:cubicBezTo>
                  <a:cubicBezTo>
                    <a:pt x="12376" y="10769"/>
                    <a:pt x="11637" y="6494"/>
                    <a:pt x="10512" y="3504"/>
                  </a:cubicBezTo>
                  <a:cubicBezTo>
                    <a:pt x="10062" y="2347"/>
                    <a:pt x="9033" y="1479"/>
                    <a:pt x="7844" y="901"/>
                  </a:cubicBezTo>
                  <a:cubicBezTo>
                    <a:pt x="6622" y="322"/>
                    <a:pt x="5272" y="1"/>
                    <a:pt x="4179"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12" name="Google Shape;1712;p33"/>
            <p:cNvSpPr/>
            <p:nvPr/>
          </p:nvSpPr>
          <p:spPr>
            <a:xfrm>
              <a:off x="3502200" y="1399325"/>
              <a:ext cx="156725" cy="307825"/>
            </a:xfrm>
            <a:custGeom>
              <a:avLst/>
              <a:gdLst/>
              <a:ahLst/>
              <a:cxnLst/>
              <a:rect l="l" t="t" r="r" b="b"/>
              <a:pathLst>
                <a:path w="6269" h="12313" extrusionOk="0">
                  <a:moveTo>
                    <a:pt x="0" y="1"/>
                  </a:moveTo>
                  <a:cubicBezTo>
                    <a:pt x="0" y="1"/>
                    <a:pt x="32" y="129"/>
                    <a:pt x="64" y="322"/>
                  </a:cubicBezTo>
                  <a:cubicBezTo>
                    <a:pt x="450" y="1576"/>
                    <a:pt x="1768" y="6205"/>
                    <a:pt x="2572" y="8519"/>
                  </a:cubicBezTo>
                  <a:cubicBezTo>
                    <a:pt x="3504" y="11219"/>
                    <a:pt x="4886" y="12312"/>
                    <a:pt x="4886" y="12312"/>
                  </a:cubicBezTo>
                  <a:lnTo>
                    <a:pt x="6268" y="6783"/>
                  </a:lnTo>
                  <a:cubicBezTo>
                    <a:pt x="6268" y="6783"/>
                    <a:pt x="836" y="1479"/>
                    <a:pt x="0"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13" name="Google Shape;1713;p33"/>
            <p:cNvSpPr/>
            <p:nvPr/>
          </p:nvSpPr>
          <p:spPr>
            <a:xfrm>
              <a:off x="3494150" y="1392900"/>
              <a:ext cx="172000" cy="321200"/>
            </a:xfrm>
            <a:custGeom>
              <a:avLst/>
              <a:gdLst/>
              <a:ahLst/>
              <a:cxnLst/>
              <a:rect l="l" t="t" r="r" b="b"/>
              <a:pathLst>
                <a:path w="6880" h="12848" extrusionOk="0">
                  <a:moveTo>
                    <a:pt x="957" y="1566"/>
                  </a:moveTo>
                  <a:cubicBezTo>
                    <a:pt x="1108" y="1743"/>
                    <a:pt x="1272" y="1929"/>
                    <a:pt x="1447" y="2122"/>
                  </a:cubicBezTo>
                  <a:cubicBezTo>
                    <a:pt x="3115" y="3988"/>
                    <a:pt x="5702" y="6499"/>
                    <a:pt x="6302" y="7100"/>
                  </a:cubicBezTo>
                  <a:lnTo>
                    <a:pt x="6302" y="7100"/>
                  </a:lnTo>
                  <a:lnTo>
                    <a:pt x="5062" y="12062"/>
                  </a:lnTo>
                  <a:lnTo>
                    <a:pt x="5062" y="12062"/>
                  </a:lnTo>
                  <a:cubicBezTo>
                    <a:pt x="4616" y="11571"/>
                    <a:pt x="3788" y="10505"/>
                    <a:pt x="3151" y="8712"/>
                  </a:cubicBezTo>
                  <a:cubicBezTo>
                    <a:pt x="2501" y="6840"/>
                    <a:pt x="1515" y="3456"/>
                    <a:pt x="957" y="1566"/>
                  </a:cubicBezTo>
                  <a:close/>
                  <a:moveTo>
                    <a:pt x="328" y="1"/>
                  </a:moveTo>
                  <a:cubicBezTo>
                    <a:pt x="283" y="1"/>
                    <a:pt x="236" y="11"/>
                    <a:pt x="194" y="33"/>
                  </a:cubicBezTo>
                  <a:cubicBezTo>
                    <a:pt x="65" y="65"/>
                    <a:pt x="1" y="194"/>
                    <a:pt x="65" y="354"/>
                  </a:cubicBezTo>
                  <a:cubicBezTo>
                    <a:pt x="65" y="354"/>
                    <a:pt x="68" y="364"/>
                    <a:pt x="73" y="382"/>
                  </a:cubicBezTo>
                  <a:lnTo>
                    <a:pt x="73" y="382"/>
                  </a:lnTo>
                  <a:lnTo>
                    <a:pt x="65" y="386"/>
                  </a:lnTo>
                  <a:cubicBezTo>
                    <a:pt x="71" y="395"/>
                    <a:pt x="76" y="404"/>
                    <a:pt x="82" y="413"/>
                  </a:cubicBezTo>
                  <a:lnTo>
                    <a:pt x="82" y="413"/>
                  </a:lnTo>
                  <a:cubicBezTo>
                    <a:pt x="94" y="461"/>
                    <a:pt x="112" y="538"/>
                    <a:pt x="129" y="644"/>
                  </a:cubicBezTo>
                  <a:cubicBezTo>
                    <a:pt x="515" y="1897"/>
                    <a:pt x="1833" y="6558"/>
                    <a:pt x="2637" y="8873"/>
                  </a:cubicBezTo>
                  <a:cubicBezTo>
                    <a:pt x="3601" y="11605"/>
                    <a:pt x="5015" y="12762"/>
                    <a:pt x="5047" y="12794"/>
                  </a:cubicBezTo>
                  <a:cubicBezTo>
                    <a:pt x="5085" y="12832"/>
                    <a:pt x="5134" y="12847"/>
                    <a:pt x="5187" y="12847"/>
                  </a:cubicBezTo>
                  <a:cubicBezTo>
                    <a:pt x="5225" y="12847"/>
                    <a:pt x="5265" y="12840"/>
                    <a:pt x="5305" y="12826"/>
                  </a:cubicBezTo>
                  <a:cubicBezTo>
                    <a:pt x="5401" y="12794"/>
                    <a:pt x="5465" y="12730"/>
                    <a:pt x="5465" y="12633"/>
                  </a:cubicBezTo>
                  <a:lnTo>
                    <a:pt x="6880" y="7105"/>
                  </a:lnTo>
                  <a:cubicBezTo>
                    <a:pt x="6880" y="7008"/>
                    <a:pt x="6848" y="6912"/>
                    <a:pt x="6783" y="6847"/>
                  </a:cubicBezTo>
                  <a:cubicBezTo>
                    <a:pt x="6783" y="6847"/>
                    <a:pt x="6462" y="6494"/>
                    <a:pt x="5915" y="5980"/>
                  </a:cubicBezTo>
                  <a:cubicBezTo>
                    <a:pt x="5144" y="5208"/>
                    <a:pt x="3955" y="4019"/>
                    <a:pt x="2862" y="2862"/>
                  </a:cubicBezTo>
                  <a:cubicBezTo>
                    <a:pt x="2315" y="2315"/>
                    <a:pt x="1801" y="1736"/>
                    <a:pt x="1415" y="1254"/>
                  </a:cubicBezTo>
                  <a:cubicBezTo>
                    <a:pt x="997" y="772"/>
                    <a:pt x="676" y="386"/>
                    <a:pt x="547" y="129"/>
                  </a:cubicBezTo>
                  <a:cubicBezTo>
                    <a:pt x="504" y="44"/>
                    <a:pt x="419" y="1"/>
                    <a:pt x="328"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14" name="Google Shape;1714;p33"/>
            <p:cNvSpPr/>
            <p:nvPr/>
          </p:nvSpPr>
          <p:spPr>
            <a:xfrm>
              <a:off x="3432275" y="1102075"/>
              <a:ext cx="359250" cy="500225"/>
            </a:xfrm>
            <a:custGeom>
              <a:avLst/>
              <a:gdLst/>
              <a:ahLst/>
              <a:cxnLst/>
              <a:rect l="l" t="t" r="r" b="b"/>
              <a:pathLst>
                <a:path w="14370" h="20009" extrusionOk="0">
                  <a:moveTo>
                    <a:pt x="7203" y="0"/>
                  </a:moveTo>
                  <a:cubicBezTo>
                    <a:pt x="5995" y="0"/>
                    <a:pt x="2837" y="474"/>
                    <a:pt x="1576" y="5237"/>
                  </a:cubicBezTo>
                  <a:cubicBezTo>
                    <a:pt x="1" y="11151"/>
                    <a:pt x="5112" y="16262"/>
                    <a:pt x="6590" y="18191"/>
                  </a:cubicBezTo>
                  <a:cubicBezTo>
                    <a:pt x="7446" y="19326"/>
                    <a:pt x="8517" y="20008"/>
                    <a:pt x="9504" y="20008"/>
                  </a:cubicBezTo>
                  <a:cubicBezTo>
                    <a:pt x="10223" y="20008"/>
                    <a:pt x="10897" y="19647"/>
                    <a:pt x="11412" y="18834"/>
                  </a:cubicBezTo>
                  <a:cubicBezTo>
                    <a:pt x="13244" y="15877"/>
                    <a:pt x="13791" y="14398"/>
                    <a:pt x="14080" y="10509"/>
                  </a:cubicBezTo>
                  <a:cubicBezTo>
                    <a:pt x="14369" y="6619"/>
                    <a:pt x="13887" y="4015"/>
                    <a:pt x="12151" y="1990"/>
                  </a:cubicBezTo>
                  <a:cubicBezTo>
                    <a:pt x="10489" y="86"/>
                    <a:pt x="8002" y="29"/>
                    <a:pt x="7711" y="29"/>
                  </a:cubicBezTo>
                  <a:cubicBezTo>
                    <a:pt x="7693" y="29"/>
                    <a:pt x="7683" y="29"/>
                    <a:pt x="7683" y="29"/>
                  </a:cubicBezTo>
                  <a:cubicBezTo>
                    <a:pt x="7683" y="29"/>
                    <a:pt x="7503" y="0"/>
                    <a:pt x="7203"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15" name="Google Shape;1715;p33"/>
            <p:cNvSpPr/>
            <p:nvPr/>
          </p:nvSpPr>
          <p:spPr>
            <a:xfrm>
              <a:off x="3457200" y="1095575"/>
              <a:ext cx="335925" cy="513525"/>
            </a:xfrm>
            <a:custGeom>
              <a:avLst/>
              <a:gdLst/>
              <a:ahLst/>
              <a:cxnLst/>
              <a:rect l="l" t="t" r="r" b="b"/>
              <a:pathLst>
                <a:path w="13437" h="20541" extrusionOk="0">
                  <a:moveTo>
                    <a:pt x="6558" y="547"/>
                  </a:moveTo>
                  <a:lnTo>
                    <a:pt x="6622" y="579"/>
                  </a:lnTo>
                  <a:lnTo>
                    <a:pt x="6750" y="579"/>
                  </a:lnTo>
                  <a:cubicBezTo>
                    <a:pt x="6911" y="579"/>
                    <a:pt x="7586" y="579"/>
                    <a:pt x="8422" y="836"/>
                  </a:cubicBezTo>
                  <a:cubicBezTo>
                    <a:pt x="9226" y="1061"/>
                    <a:pt x="10158" y="1543"/>
                    <a:pt x="10929" y="2411"/>
                  </a:cubicBezTo>
                  <a:cubicBezTo>
                    <a:pt x="12344" y="4050"/>
                    <a:pt x="12890" y="6011"/>
                    <a:pt x="12890" y="8840"/>
                  </a:cubicBezTo>
                  <a:cubicBezTo>
                    <a:pt x="12890" y="9419"/>
                    <a:pt x="12858" y="10061"/>
                    <a:pt x="12826" y="10736"/>
                  </a:cubicBezTo>
                  <a:cubicBezTo>
                    <a:pt x="12665" y="12697"/>
                    <a:pt x="12472" y="14015"/>
                    <a:pt x="12086" y="15205"/>
                  </a:cubicBezTo>
                  <a:cubicBezTo>
                    <a:pt x="11669" y="16394"/>
                    <a:pt x="11090" y="17487"/>
                    <a:pt x="10158" y="18965"/>
                  </a:cubicBezTo>
                  <a:cubicBezTo>
                    <a:pt x="9708" y="19705"/>
                    <a:pt x="9129" y="19994"/>
                    <a:pt x="8518" y="19994"/>
                  </a:cubicBezTo>
                  <a:cubicBezTo>
                    <a:pt x="7650" y="19994"/>
                    <a:pt x="6622" y="19383"/>
                    <a:pt x="5786" y="18290"/>
                  </a:cubicBezTo>
                  <a:cubicBezTo>
                    <a:pt x="5143" y="17423"/>
                    <a:pt x="3825" y="16008"/>
                    <a:pt x="2668" y="14176"/>
                  </a:cubicBezTo>
                  <a:cubicBezTo>
                    <a:pt x="1543" y="12376"/>
                    <a:pt x="547" y="10158"/>
                    <a:pt x="547" y="7779"/>
                  </a:cubicBezTo>
                  <a:cubicBezTo>
                    <a:pt x="547" y="7040"/>
                    <a:pt x="643" y="6301"/>
                    <a:pt x="836" y="5561"/>
                  </a:cubicBezTo>
                  <a:cubicBezTo>
                    <a:pt x="1447" y="3247"/>
                    <a:pt x="2507" y="1993"/>
                    <a:pt x="3568" y="1318"/>
                  </a:cubicBezTo>
                  <a:cubicBezTo>
                    <a:pt x="4597" y="643"/>
                    <a:pt x="5625" y="547"/>
                    <a:pt x="6204" y="547"/>
                  </a:cubicBezTo>
                  <a:close/>
                  <a:moveTo>
                    <a:pt x="6204" y="0"/>
                  </a:moveTo>
                  <a:cubicBezTo>
                    <a:pt x="5561" y="0"/>
                    <a:pt x="4436" y="129"/>
                    <a:pt x="3279" y="868"/>
                  </a:cubicBezTo>
                  <a:cubicBezTo>
                    <a:pt x="2122" y="1640"/>
                    <a:pt x="964" y="2990"/>
                    <a:pt x="322" y="5433"/>
                  </a:cubicBezTo>
                  <a:cubicBezTo>
                    <a:pt x="97" y="6236"/>
                    <a:pt x="0" y="7008"/>
                    <a:pt x="0" y="7779"/>
                  </a:cubicBezTo>
                  <a:cubicBezTo>
                    <a:pt x="0" y="10319"/>
                    <a:pt x="1061" y="12601"/>
                    <a:pt x="2218" y="14465"/>
                  </a:cubicBezTo>
                  <a:cubicBezTo>
                    <a:pt x="3407" y="16330"/>
                    <a:pt x="4757" y="17776"/>
                    <a:pt x="5368" y="18612"/>
                  </a:cubicBezTo>
                  <a:cubicBezTo>
                    <a:pt x="6268" y="19801"/>
                    <a:pt x="7393" y="20541"/>
                    <a:pt x="8518" y="20541"/>
                  </a:cubicBezTo>
                  <a:cubicBezTo>
                    <a:pt x="9322" y="20541"/>
                    <a:pt x="10093" y="20123"/>
                    <a:pt x="10640" y="19255"/>
                  </a:cubicBezTo>
                  <a:cubicBezTo>
                    <a:pt x="11572" y="17744"/>
                    <a:pt x="12183" y="16619"/>
                    <a:pt x="12601" y="15365"/>
                  </a:cubicBezTo>
                  <a:cubicBezTo>
                    <a:pt x="12986" y="14112"/>
                    <a:pt x="13211" y="12729"/>
                    <a:pt x="13340" y="10801"/>
                  </a:cubicBezTo>
                  <a:cubicBezTo>
                    <a:pt x="13404" y="10094"/>
                    <a:pt x="13436" y="9451"/>
                    <a:pt x="13436" y="8840"/>
                  </a:cubicBezTo>
                  <a:cubicBezTo>
                    <a:pt x="13436" y="5947"/>
                    <a:pt x="12858" y="3825"/>
                    <a:pt x="11347" y="2090"/>
                  </a:cubicBezTo>
                  <a:cubicBezTo>
                    <a:pt x="10479" y="1093"/>
                    <a:pt x="9451" y="579"/>
                    <a:pt x="8551" y="322"/>
                  </a:cubicBezTo>
                  <a:cubicBezTo>
                    <a:pt x="7683" y="64"/>
                    <a:pt x="6975" y="32"/>
                    <a:pt x="6750" y="32"/>
                  </a:cubicBezTo>
                  <a:cubicBezTo>
                    <a:pt x="6718" y="32"/>
                    <a:pt x="6525" y="0"/>
                    <a:pt x="6204"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16" name="Google Shape;1716;p33"/>
            <p:cNvSpPr/>
            <p:nvPr/>
          </p:nvSpPr>
          <p:spPr>
            <a:xfrm>
              <a:off x="3459600" y="1102075"/>
              <a:ext cx="323875" cy="276500"/>
            </a:xfrm>
            <a:custGeom>
              <a:avLst/>
              <a:gdLst/>
              <a:ahLst/>
              <a:cxnLst/>
              <a:rect l="l" t="t" r="r" b="b"/>
              <a:pathLst>
                <a:path w="12955" h="11060" extrusionOk="0">
                  <a:moveTo>
                    <a:pt x="6110" y="0"/>
                  </a:moveTo>
                  <a:cubicBezTo>
                    <a:pt x="4902" y="0"/>
                    <a:pt x="1744" y="474"/>
                    <a:pt x="483" y="5237"/>
                  </a:cubicBezTo>
                  <a:cubicBezTo>
                    <a:pt x="1" y="7037"/>
                    <a:pt x="161" y="8741"/>
                    <a:pt x="611" y="10348"/>
                  </a:cubicBezTo>
                  <a:cubicBezTo>
                    <a:pt x="772" y="9898"/>
                    <a:pt x="1029" y="9576"/>
                    <a:pt x="1415" y="9576"/>
                  </a:cubicBezTo>
                  <a:cubicBezTo>
                    <a:pt x="2507" y="9576"/>
                    <a:pt x="2599" y="11059"/>
                    <a:pt x="2956" y="11059"/>
                  </a:cubicBezTo>
                  <a:cubicBezTo>
                    <a:pt x="2967" y="11059"/>
                    <a:pt x="2979" y="11058"/>
                    <a:pt x="2990" y="11055"/>
                  </a:cubicBezTo>
                  <a:cubicBezTo>
                    <a:pt x="3344" y="10959"/>
                    <a:pt x="4854" y="9673"/>
                    <a:pt x="4565" y="8483"/>
                  </a:cubicBezTo>
                  <a:cubicBezTo>
                    <a:pt x="4276" y="7262"/>
                    <a:pt x="4661" y="6716"/>
                    <a:pt x="6590" y="6716"/>
                  </a:cubicBezTo>
                  <a:cubicBezTo>
                    <a:pt x="8348" y="6716"/>
                    <a:pt x="8892" y="7387"/>
                    <a:pt x="9449" y="7387"/>
                  </a:cubicBezTo>
                  <a:cubicBezTo>
                    <a:pt x="9513" y="7387"/>
                    <a:pt x="9577" y="7378"/>
                    <a:pt x="9644" y="7358"/>
                  </a:cubicBezTo>
                  <a:cubicBezTo>
                    <a:pt x="10319" y="7166"/>
                    <a:pt x="10769" y="5880"/>
                    <a:pt x="11412" y="5880"/>
                  </a:cubicBezTo>
                  <a:cubicBezTo>
                    <a:pt x="11830" y="5880"/>
                    <a:pt x="12376" y="6041"/>
                    <a:pt x="12955" y="6587"/>
                  </a:cubicBezTo>
                  <a:cubicBezTo>
                    <a:pt x="12730" y="4723"/>
                    <a:pt x="12119" y="3244"/>
                    <a:pt x="11058" y="1990"/>
                  </a:cubicBezTo>
                  <a:cubicBezTo>
                    <a:pt x="9396" y="86"/>
                    <a:pt x="6909" y="29"/>
                    <a:pt x="6618" y="29"/>
                  </a:cubicBezTo>
                  <a:cubicBezTo>
                    <a:pt x="6600" y="29"/>
                    <a:pt x="6590" y="29"/>
                    <a:pt x="6590" y="29"/>
                  </a:cubicBezTo>
                  <a:cubicBezTo>
                    <a:pt x="6590" y="29"/>
                    <a:pt x="6410" y="0"/>
                    <a:pt x="6110"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17" name="Google Shape;1717;p33"/>
            <p:cNvSpPr/>
            <p:nvPr/>
          </p:nvSpPr>
          <p:spPr>
            <a:xfrm>
              <a:off x="3457200" y="1095575"/>
              <a:ext cx="333525" cy="290125"/>
            </a:xfrm>
            <a:custGeom>
              <a:avLst/>
              <a:gdLst/>
              <a:ahLst/>
              <a:cxnLst/>
              <a:rect l="l" t="t" r="r" b="b"/>
              <a:pathLst>
                <a:path w="13341" h="11605" extrusionOk="0">
                  <a:moveTo>
                    <a:pt x="6558" y="547"/>
                  </a:moveTo>
                  <a:lnTo>
                    <a:pt x="6622" y="579"/>
                  </a:lnTo>
                  <a:lnTo>
                    <a:pt x="6750" y="579"/>
                  </a:lnTo>
                  <a:cubicBezTo>
                    <a:pt x="6911" y="579"/>
                    <a:pt x="7586" y="579"/>
                    <a:pt x="8422" y="836"/>
                  </a:cubicBezTo>
                  <a:cubicBezTo>
                    <a:pt x="9226" y="1061"/>
                    <a:pt x="10158" y="1543"/>
                    <a:pt x="10929" y="2411"/>
                  </a:cubicBezTo>
                  <a:cubicBezTo>
                    <a:pt x="11859" y="3482"/>
                    <a:pt x="12419" y="4701"/>
                    <a:pt x="12694" y="6220"/>
                  </a:cubicBezTo>
                  <a:lnTo>
                    <a:pt x="12694" y="6220"/>
                  </a:lnTo>
                  <a:cubicBezTo>
                    <a:pt x="12264" y="5962"/>
                    <a:pt x="11846" y="5883"/>
                    <a:pt x="11508" y="5883"/>
                  </a:cubicBezTo>
                  <a:cubicBezTo>
                    <a:pt x="11251" y="5883"/>
                    <a:pt x="11058" y="6011"/>
                    <a:pt x="10865" y="6140"/>
                  </a:cubicBezTo>
                  <a:cubicBezTo>
                    <a:pt x="10640" y="6365"/>
                    <a:pt x="10415" y="6654"/>
                    <a:pt x="10222" y="6911"/>
                  </a:cubicBezTo>
                  <a:cubicBezTo>
                    <a:pt x="10029" y="7136"/>
                    <a:pt x="9804" y="7329"/>
                    <a:pt x="9676" y="7361"/>
                  </a:cubicBezTo>
                  <a:lnTo>
                    <a:pt x="9547" y="7393"/>
                  </a:lnTo>
                  <a:cubicBezTo>
                    <a:pt x="9483" y="7393"/>
                    <a:pt x="9354" y="7361"/>
                    <a:pt x="9226" y="7297"/>
                  </a:cubicBezTo>
                  <a:cubicBezTo>
                    <a:pt x="8792" y="7111"/>
                    <a:pt x="8120" y="6717"/>
                    <a:pt x="6836" y="6717"/>
                  </a:cubicBezTo>
                  <a:cubicBezTo>
                    <a:pt x="6787" y="6717"/>
                    <a:pt x="6737" y="6717"/>
                    <a:pt x="6686" y="6718"/>
                  </a:cubicBezTo>
                  <a:cubicBezTo>
                    <a:pt x="5883" y="6718"/>
                    <a:pt x="5304" y="6783"/>
                    <a:pt x="4918" y="7008"/>
                  </a:cubicBezTo>
                  <a:cubicBezTo>
                    <a:pt x="4693" y="7136"/>
                    <a:pt x="4532" y="7297"/>
                    <a:pt x="4436" y="7490"/>
                  </a:cubicBezTo>
                  <a:cubicBezTo>
                    <a:pt x="4340" y="7683"/>
                    <a:pt x="4307" y="7908"/>
                    <a:pt x="4307" y="8133"/>
                  </a:cubicBezTo>
                  <a:cubicBezTo>
                    <a:pt x="4307" y="8326"/>
                    <a:pt x="4340" y="8551"/>
                    <a:pt x="4404" y="8808"/>
                  </a:cubicBezTo>
                  <a:lnTo>
                    <a:pt x="4405" y="8808"/>
                  </a:lnTo>
                  <a:lnTo>
                    <a:pt x="4405" y="8808"/>
                  </a:lnTo>
                  <a:cubicBezTo>
                    <a:pt x="4411" y="8893"/>
                    <a:pt x="4436" y="8976"/>
                    <a:pt x="4436" y="9033"/>
                  </a:cubicBezTo>
                  <a:cubicBezTo>
                    <a:pt x="4436" y="9483"/>
                    <a:pt x="4147" y="9997"/>
                    <a:pt x="3825" y="10383"/>
                  </a:cubicBezTo>
                  <a:cubicBezTo>
                    <a:pt x="3632" y="10576"/>
                    <a:pt x="3472" y="10769"/>
                    <a:pt x="3311" y="10865"/>
                  </a:cubicBezTo>
                  <a:cubicBezTo>
                    <a:pt x="3247" y="10929"/>
                    <a:pt x="3150" y="10994"/>
                    <a:pt x="3118" y="11026"/>
                  </a:cubicBezTo>
                  <a:lnTo>
                    <a:pt x="3098" y="11036"/>
                  </a:lnTo>
                  <a:lnTo>
                    <a:pt x="3098" y="11036"/>
                  </a:lnTo>
                  <a:cubicBezTo>
                    <a:pt x="3071" y="10986"/>
                    <a:pt x="3021" y="10908"/>
                    <a:pt x="2957" y="10801"/>
                  </a:cubicBezTo>
                  <a:cubicBezTo>
                    <a:pt x="2861" y="10608"/>
                    <a:pt x="2732" y="10286"/>
                    <a:pt x="2507" y="10029"/>
                  </a:cubicBezTo>
                  <a:cubicBezTo>
                    <a:pt x="2282" y="9804"/>
                    <a:pt x="1961" y="9579"/>
                    <a:pt x="1511" y="9579"/>
                  </a:cubicBezTo>
                  <a:cubicBezTo>
                    <a:pt x="1222" y="9579"/>
                    <a:pt x="997" y="9708"/>
                    <a:pt x="836" y="9869"/>
                  </a:cubicBezTo>
                  <a:cubicBezTo>
                    <a:pt x="825" y="9881"/>
                    <a:pt x="815" y="9894"/>
                    <a:pt x="804" y="9907"/>
                  </a:cubicBezTo>
                  <a:lnTo>
                    <a:pt x="804" y="9907"/>
                  </a:lnTo>
                  <a:cubicBezTo>
                    <a:pt x="642" y="9218"/>
                    <a:pt x="547" y="8498"/>
                    <a:pt x="547" y="7779"/>
                  </a:cubicBezTo>
                  <a:cubicBezTo>
                    <a:pt x="547" y="7040"/>
                    <a:pt x="643" y="6301"/>
                    <a:pt x="836" y="5561"/>
                  </a:cubicBezTo>
                  <a:cubicBezTo>
                    <a:pt x="1447" y="3247"/>
                    <a:pt x="2507" y="1993"/>
                    <a:pt x="3568" y="1318"/>
                  </a:cubicBezTo>
                  <a:cubicBezTo>
                    <a:pt x="4597" y="643"/>
                    <a:pt x="5625" y="547"/>
                    <a:pt x="6204" y="547"/>
                  </a:cubicBezTo>
                  <a:close/>
                  <a:moveTo>
                    <a:pt x="6204" y="0"/>
                  </a:moveTo>
                  <a:cubicBezTo>
                    <a:pt x="5561" y="0"/>
                    <a:pt x="4436" y="129"/>
                    <a:pt x="3279" y="868"/>
                  </a:cubicBezTo>
                  <a:cubicBezTo>
                    <a:pt x="2122" y="1640"/>
                    <a:pt x="964" y="2990"/>
                    <a:pt x="322" y="5433"/>
                  </a:cubicBezTo>
                  <a:cubicBezTo>
                    <a:pt x="97" y="6236"/>
                    <a:pt x="0" y="7008"/>
                    <a:pt x="32" y="7779"/>
                  </a:cubicBezTo>
                  <a:cubicBezTo>
                    <a:pt x="0" y="8776"/>
                    <a:pt x="193" y="9740"/>
                    <a:pt x="450" y="10672"/>
                  </a:cubicBezTo>
                  <a:cubicBezTo>
                    <a:pt x="482" y="10769"/>
                    <a:pt x="579" y="10865"/>
                    <a:pt x="707" y="10865"/>
                  </a:cubicBezTo>
                  <a:cubicBezTo>
                    <a:pt x="804" y="10865"/>
                    <a:pt x="900" y="10801"/>
                    <a:pt x="964" y="10704"/>
                  </a:cubicBezTo>
                  <a:cubicBezTo>
                    <a:pt x="1029" y="10511"/>
                    <a:pt x="1125" y="10351"/>
                    <a:pt x="1222" y="10254"/>
                  </a:cubicBezTo>
                  <a:cubicBezTo>
                    <a:pt x="1318" y="10158"/>
                    <a:pt x="1382" y="10126"/>
                    <a:pt x="1511" y="10126"/>
                  </a:cubicBezTo>
                  <a:cubicBezTo>
                    <a:pt x="1704" y="10126"/>
                    <a:pt x="1864" y="10190"/>
                    <a:pt x="1993" y="10286"/>
                  </a:cubicBezTo>
                  <a:cubicBezTo>
                    <a:pt x="2186" y="10447"/>
                    <a:pt x="2347" y="10704"/>
                    <a:pt x="2443" y="10961"/>
                  </a:cubicBezTo>
                  <a:cubicBezTo>
                    <a:pt x="2507" y="11122"/>
                    <a:pt x="2572" y="11219"/>
                    <a:pt x="2636" y="11347"/>
                  </a:cubicBezTo>
                  <a:cubicBezTo>
                    <a:pt x="2700" y="11379"/>
                    <a:pt x="2732" y="11444"/>
                    <a:pt x="2797" y="11508"/>
                  </a:cubicBezTo>
                  <a:cubicBezTo>
                    <a:pt x="2861" y="11540"/>
                    <a:pt x="2957" y="11604"/>
                    <a:pt x="3054" y="11604"/>
                  </a:cubicBezTo>
                  <a:lnTo>
                    <a:pt x="3150" y="11572"/>
                  </a:lnTo>
                  <a:cubicBezTo>
                    <a:pt x="3247" y="11572"/>
                    <a:pt x="3311" y="11540"/>
                    <a:pt x="3375" y="11476"/>
                  </a:cubicBezTo>
                  <a:cubicBezTo>
                    <a:pt x="3665" y="11315"/>
                    <a:pt x="4018" y="10994"/>
                    <a:pt x="4372" y="10576"/>
                  </a:cubicBezTo>
                  <a:cubicBezTo>
                    <a:pt x="4693" y="10126"/>
                    <a:pt x="4950" y="9611"/>
                    <a:pt x="4950" y="9033"/>
                  </a:cubicBezTo>
                  <a:cubicBezTo>
                    <a:pt x="4950" y="8904"/>
                    <a:pt x="4950" y="8808"/>
                    <a:pt x="4918" y="8679"/>
                  </a:cubicBezTo>
                  <a:cubicBezTo>
                    <a:pt x="4854" y="8454"/>
                    <a:pt x="4854" y="8261"/>
                    <a:pt x="4854" y="8133"/>
                  </a:cubicBezTo>
                  <a:cubicBezTo>
                    <a:pt x="4854" y="7940"/>
                    <a:pt x="4886" y="7843"/>
                    <a:pt x="4918" y="7747"/>
                  </a:cubicBezTo>
                  <a:cubicBezTo>
                    <a:pt x="4983" y="7586"/>
                    <a:pt x="5111" y="7490"/>
                    <a:pt x="5400" y="7393"/>
                  </a:cubicBezTo>
                  <a:cubicBezTo>
                    <a:pt x="5690" y="7297"/>
                    <a:pt x="6108" y="7233"/>
                    <a:pt x="6686" y="7233"/>
                  </a:cubicBezTo>
                  <a:cubicBezTo>
                    <a:pt x="7522" y="7233"/>
                    <a:pt x="8068" y="7393"/>
                    <a:pt x="8486" y="7554"/>
                  </a:cubicBezTo>
                  <a:cubicBezTo>
                    <a:pt x="8679" y="7651"/>
                    <a:pt x="8840" y="7715"/>
                    <a:pt x="9033" y="7779"/>
                  </a:cubicBezTo>
                  <a:cubicBezTo>
                    <a:pt x="9193" y="7843"/>
                    <a:pt x="9354" y="7908"/>
                    <a:pt x="9547" y="7908"/>
                  </a:cubicBezTo>
                  <a:cubicBezTo>
                    <a:pt x="9643" y="7908"/>
                    <a:pt x="9740" y="7908"/>
                    <a:pt x="9836" y="7876"/>
                  </a:cubicBezTo>
                  <a:cubicBezTo>
                    <a:pt x="10061" y="7811"/>
                    <a:pt x="10254" y="7651"/>
                    <a:pt x="10415" y="7490"/>
                  </a:cubicBezTo>
                  <a:cubicBezTo>
                    <a:pt x="10640" y="7265"/>
                    <a:pt x="10833" y="6943"/>
                    <a:pt x="11026" y="6751"/>
                  </a:cubicBezTo>
                  <a:cubicBezTo>
                    <a:pt x="11122" y="6622"/>
                    <a:pt x="11219" y="6526"/>
                    <a:pt x="11315" y="6493"/>
                  </a:cubicBezTo>
                  <a:cubicBezTo>
                    <a:pt x="11411" y="6429"/>
                    <a:pt x="11444" y="6397"/>
                    <a:pt x="11508" y="6397"/>
                  </a:cubicBezTo>
                  <a:cubicBezTo>
                    <a:pt x="11861" y="6397"/>
                    <a:pt x="12344" y="6526"/>
                    <a:pt x="12858" y="7040"/>
                  </a:cubicBezTo>
                  <a:cubicBezTo>
                    <a:pt x="12917" y="7080"/>
                    <a:pt x="12977" y="7107"/>
                    <a:pt x="13044" y="7107"/>
                  </a:cubicBezTo>
                  <a:cubicBezTo>
                    <a:pt x="13086" y="7107"/>
                    <a:pt x="13130" y="7097"/>
                    <a:pt x="13179" y="7072"/>
                  </a:cubicBezTo>
                  <a:cubicBezTo>
                    <a:pt x="13276" y="7040"/>
                    <a:pt x="13340" y="6911"/>
                    <a:pt x="13308" y="6815"/>
                  </a:cubicBezTo>
                  <a:cubicBezTo>
                    <a:pt x="13083" y="4918"/>
                    <a:pt x="12472" y="3375"/>
                    <a:pt x="11347" y="2090"/>
                  </a:cubicBezTo>
                  <a:cubicBezTo>
                    <a:pt x="10479" y="1093"/>
                    <a:pt x="9451" y="579"/>
                    <a:pt x="8551" y="322"/>
                  </a:cubicBezTo>
                  <a:cubicBezTo>
                    <a:pt x="7683" y="64"/>
                    <a:pt x="6975" y="32"/>
                    <a:pt x="6750" y="32"/>
                  </a:cubicBezTo>
                  <a:cubicBezTo>
                    <a:pt x="6718" y="32"/>
                    <a:pt x="6525" y="0"/>
                    <a:pt x="6204"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18" name="Google Shape;1718;p33"/>
            <p:cNvSpPr/>
            <p:nvPr/>
          </p:nvSpPr>
          <p:spPr>
            <a:xfrm>
              <a:off x="3464200" y="1340575"/>
              <a:ext cx="70150" cy="105400"/>
            </a:xfrm>
            <a:custGeom>
              <a:avLst/>
              <a:gdLst/>
              <a:ahLst/>
              <a:cxnLst/>
              <a:rect l="l" t="t" r="r" b="b"/>
              <a:pathLst>
                <a:path w="2806" h="4216" extrusionOk="0">
                  <a:moveTo>
                    <a:pt x="941" y="1"/>
                  </a:moveTo>
                  <a:cubicBezTo>
                    <a:pt x="298" y="1"/>
                    <a:pt x="0" y="616"/>
                    <a:pt x="395" y="1997"/>
                  </a:cubicBezTo>
                  <a:cubicBezTo>
                    <a:pt x="845" y="3572"/>
                    <a:pt x="1520" y="4215"/>
                    <a:pt x="1874" y="4215"/>
                  </a:cubicBezTo>
                  <a:cubicBezTo>
                    <a:pt x="2260" y="4215"/>
                    <a:pt x="2420" y="3669"/>
                    <a:pt x="2420" y="3669"/>
                  </a:cubicBezTo>
                  <a:lnTo>
                    <a:pt x="2806" y="2094"/>
                  </a:lnTo>
                  <a:cubicBezTo>
                    <a:pt x="2806" y="2094"/>
                    <a:pt x="2067" y="229"/>
                    <a:pt x="1231" y="36"/>
                  </a:cubicBezTo>
                  <a:cubicBezTo>
                    <a:pt x="1128" y="13"/>
                    <a:pt x="1031" y="1"/>
                    <a:pt x="941"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19" name="Google Shape;1719;p33"/>
            <p:cNvSpPr/>
            <p:nvPr/>
          </p:nvSpPr>
          <p:spPr>
            <a:xfrm>
              <a:off x="3462825" y="1334250"/>
              <a:ext cx="78775" cy="118150"/>
            </a:xfrm>
            <a:custGeom>
              <a:avLst/>
              <a:gdLst/>
              <a:ahLst/>
              <a:cxnLst/>
              <a:rect l="l" t="t" r="r" b="b"/>
              <a:pathLst>
                <a:path w="3151" h="4726" extrusionOk="0">
                  <a:moveTo>
                    <a:pt x="997" y="0"/>
                  </a:moveTo>
                  <a:cubicBezTo>
                    <a:pt x="707" y="0"/>
                    <a:pt x="450" y="97"/>
                    <a:pt x="257" y="322"/>
                  </a:cubicBezTo>
                  <a:cubicBezTo>
                    <a:pt x="64" y="514"/>
                    <a:pt x="0" y="836"/>
                    <a:pt x="0" y="1189"/>
                  </a:cubicBezTo>
                  <a:cubicBezTo>
                    <a:pt x="0" y="1511"/>
                    <a:pt x="64" y="1864"/>
                    <a:pt x="193" y="2315"/>
                  </a:cubicBezTo>
                  <a:cubicBezTo>
                    <a:pt x="418" y="3118"/>
                    <a:pt x="707" y="3697"/>
                    <a:pt x="997" y="4115"/>
                  </a:cubicBezTo>
                  <a:cubicBezTo>
                    <a:pt x="1157" y="4307"/>
                    <a:pt x="1318" y="4436"/>
                    <a:pt x="1447" y="4565"/>
                  </a:cubicBezTo>
                  <a:cubicBezTo>
                    <a:pt x="1607" y="4661"/>
                    <a:pt x="1768" y="4725"/>
                    <a:pt x="1929" y="4725"/>
                  </a:cubicBezTo>
                  <a:cubicBezTo>
                    <a:pt x="2090" y="4725"/>
                    <a:pt x="2218" y="4661"/>
                    <a:pt x="2347" y="4597"/>
                  </a:cubicBezTo>
                  <a:cubicBezTo>
                    <a:pt x="2475" y="4468"/>
                    <a:pt x="2572" y="4340"/>
                    <a:pt x="2636" y="4211"/>
                  </a:cubicBezTo>
                  <a:cubicBezTo>
                    <a:pt x="2700" y="4082"/>
                    <a:pt x="2732" y="3986"/>
                    <a:pt x="2732" y="3986"/>
                  </a:cubicBezTo>
                  <a:cubicBezTo>
                    <a:pt x="2797" y="3857"/>
                    <a:pt x="2700" y="3697"/>
                    <a:pt x="2572" y="3665"/>
                  </a:cubicBezTo>
                  <a:cubicBezTo>
                    <a:pt x="2543" y="3650"/>
                    <a:pt x="2514" y="3644"/>
                    <a:pt x="2484" y="3644"/>
                  </a:cubicBezTo>
                  <a:cubicBezTo>
                    <a:pt x="2379" y="3644"/>
                    <a:pt x="2275" y="3725"/>
                    <a:pt x="2250" y="3825"/>
                  </a:cubicBezTo>
                  <a:lnTo>
                    <a:pt x="2218" y="3825"/>
                  </a:lnTo>
                  <a:cubicBezTo>
                    <a:pt x="2218" y="3825"/>
                    <a:pt x="2186" y="3954"/>
                    <a:pt x="2122" y="4050"/>
                  </a:cubicBezTo>
                  <a:lnTo>
                    <a:pt x="1993" y="4179"/>
                  </a:lnTo>
                  <a:lnTo>
                    <a:pt x="1929" y="4211"/>
                  </a:lnTo>
                  <a:cubicBezTo>
                    <a:pt x="1929" y="4211"/>
                    <a:pt x="1865" y="4179"/>
                    <a:pt x="1768" y="4115"/>
                  </a:cubicBezTo>
                  <a:cubicBezTo>
                    <a:pt x="1479" y="3922"/>
                    <a:pt x="1029" y="3311"/>
                    <a:pt x="707" y="2154"/>
                  </a:cubicBezTo>
                  <a:cubicBezTo>
                    <a:pt x="579" y="1768"/>
                    <a:pt x="547" y="1414"/>
                    <a:pt x="547" y="1189"/>
                  </a:cubicBezTo>
                  <a:cubicBezTo>
                    <a:pt x="547" y="900"/>
                    <a:pt x="611" y="739"/>
                    <a:pt x="675" y="643"/>
                  </a:cubicBezTo>
                  <a:cubicBezTo>
                    <a:pt x="739" y="579"/>
                    <a:pt x="836" y="547"/>
                    <a:pt x="997" y="514"/>
                  </a:cubicBezTo>
                  <a:cubicBezTo>
                    <a:pt x="1061" y="514"/>
                    <a:pt x="1125" y="547"/>
                    <a:pt x="1222" y="547"/>
                  </a:cubicBezTo>
                  <a:cubicBezTo>
                    <a:pt x="1350" y="579"/>
                    <a:pt x="1511" y="707"/>
                    <a:pt x="1672" y="868"/>
                  </a:cubicBezTo>
                  <a:cubicBezTo>
                    <a:pt x="1929" y="1157"/>
                    <a:pt x="2186" y="1543"/>
                    <a:pt x="2347" y="1864"/>
                  </a:cubicBezTo>
                  <a:cubicBezTo>
                    <a:pt x="2411" y="2025"/>
                    <a:pt x="2507" y="2154"/>
                    <a:pt x="2540" y="2282"/>
                  </a:cubicBezTo>
                  <a:cubicBezTo>
                    <a:pt x="2572" y="2315"/>
                    <a:pt x="2572" y="2379"/>
                    <a:pt x="2604" y="2379"/>
                  </a:cubicBezTo>
                  <a:lnTo>
                    <a:pt x="2604" y="2443"/>
                  </a:lnTo>
                  <a:cubicBezTo>
                    <a:pt x="2651" y="2537"/>
                    <a:pt x="2750" y="2597"/>
                    <a:pt x="2850" y="2597"/>
                  </a:cubicBezTo>
                  <a:cubicBezTo>
                    <a:pt x="2886" y="2597"/>
                    <a:pt x="2923" y="2589"/>
                    <a:pt x="2957" y="2572"/>
                  </a:cubicBezTo>
                  <a:cubicBezTo>
                    <a:pt x="3086" y="2540"/>
                    <a:pt x="3150" y="2379"/>
                    <a:pt x="3118" y="2218"/>
                  </a:cubicBezTo>
                  <a:cubicBezTo>
                    <a:pt x="3118" y="2218"/>
                    <a:pt x="2925" y="1768"/>
                    <a:pt x="2604" y="1254"/>
                  </a:cubicBezTo>
                  <a:cubicBezTo>
                    <a:pt x="2475" y="997"/>
                    <a:pt x="2282" y="739"/>
                    <a:pt x="2090" y="514"/>
                  </a:cubicBezTo>
                  <a:cubicBezTo>
                    <a:pt x="1865" y="289"/>
                    <a:pt x="1639" y="97"/>
                    <a:pt x="1350" y="32"/>
                  </a:cubicBezTo>
                  <a:cubicBezTo>
                    <a:pt x="1222" y="0"/>
                    <a:pt x="1093" y="0"/>
                    <a:pt x="997"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20" name="Google Shape;1720;p33"/>
            <p:cNvSpPr/>
            <p:nvPr/>
          </p:nvSpPr>
          <p:spPr>
            <a:xfrm>
              <a:off x="3358350" y="1860450"/>
              <a:ext cx="196900" cy="140000"/>
            </a:xfrm>
            <a:custGeom>
              <a:avLst/>
              <a:gdLst/>
              <a:ahLst/>
              <a:cxnLst/>
              <a:rect l="l" t="t" r="r" b="b"/>
              <a:pathLst>
                <a:path w="7876" h="5600" extrusionOk="0">
                  <a:moveTo>
                    <a:pt x="286" y="1"/>
                  </a:moveTo>
                  <a:cubicBezTo>
                    <a:pt x="266" y="1"/>
                    <a:pt x="246" y="3"/>
                    <a:pt x="225" y="7"/>
                  </a:cubicBezTo>
                  <a:cubicBezTo>
                    <a:pt x="97" y="39"/>
                    <a:pt x="0" y="167"/>
                    <a:pt x="0" y="296"/>
                  </a:cubicBezTo>
                  <a:cubicBezTo>
                    <a:pt x="0" y="328"/>
                    <a:pt x="129" y="1100"/>
                    <a:pt x="515" y="2032"/>
                  </a:cubicBezTo>
                  <a:cubicBezTo>
                    <a:pt x="900" y="2932"/>
                    <a:pt x="1543" y="4057"/>
                    <a:pt x="2636" y="4764"/>
                  </a:cubicBezTo>
                  <a:cubicBezTo>
                    <a:pt x="3729" y="5439"/>
                    <a:pt x="4983" y="5600"/>
                    <a:pt x="5947" y="5600"/>
                  </a:cubicBezTo>
                  <a:cubicBezTo>
                    <a:pt x="6911" y="5600"/>
                    <a:pt x="7651" y="5439"/>
                    <a:pt x="7651" y="5439"/>
                  </a:cubicBezTo>
                  <a:cubicBezTo>
                    <a:pt x="7811" y="5407"/>
                    <a:pt x="7876" y="5246"/>
                    <a:pt x="7844" y="5118"/>
                  </a:cubicBezTo>
                  <a:cubicBezTo>
                    <a:pt x="7816" y="5006"/>
                    <a:pt x="7715" y="4919"/>
                    <a:pt x="7584" y="4919"/>
                  </a:cubicBezTo>
                  <a:cubicBezTo>
                    <a:pt x="7564" y="4919"/>
                    <a:pt x="7543" y="4921"/>
                    <a:pt x="7522" y="4925"/>
                  </a:cubicBezTo>
                  <a:lnTo>
                    <a:pt x="7490" y="4925"/>
                  </a:lnTo>
                  <a:cubicBezTo>
                    <a:pt x="7361" y="4957"/>
                    <a:pt x="6751" y="5086"/>
                    <a:pt x="5947" y="5086"/>
                  </a:cubicBezTo>
                  <a:cubicBezTo>
                    <a:pt x="5015" y="5086"/>
                    <a:pt x="3890" y="4925"/>
                    <a:pt x="2926" y="4314"/>
                  </a:cubicBezTo>
                  <a:cubicBezTo>
                    <a:pt x="1961" y="3703"/>
                    <a:pt x="1383" y="2675"/>
                    <a:pt x="997" y="1807"/>
                  </a:cubicBezTo>
                  <a:cubicBezTo>
                    <a:pt x="836" y="1389"/>
                    <a:pt x="708" y="971"/>
                    <a:pt x="643" y="682"/>
                  </a:cubicBezTo>
                  <a:cubicBezTo>
                    <a:pt x="611" y="553"/>
                    <a:pt x="579" y="425"/>
                    <a:pt x="579" y="360"/>
                  </a:cubicBezTo>
                  <a:lnTo>
                    <a:pt x="547" y="264"/>
                  </a:lnTo>
                  <a:lnTo>
                    <a:pt x="547" y="232"/>
                  </a:lnTo>
                  <a:cubicBezTo>
                    <a:pt x="519" y="92"/>
                    <a:pt x="418" y="1"/>
                    <a:pt x="286"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21" name="Google Shape;1721;p33"/>
            <p:cNvSpPr/>
            <p:nvPr/>
          </p:nvSpPr>
          <p:spPr>
            <a:xfrm>
              <a:off x="3617100" y="1700525"/>
              <a:ext cx="40225" cy="189850"/>
            </a:xfrm>
            <a:custGeom>
              <a:avLst/>
              <a:gdLst/>
              <a:ahLst/>
              <a:cxnLst/>
              <a:rect l="l" t="t" r="r" b="b"/>
              <a:pathLst>
                <a:path w="1609" h="7594" extrusionOk="0">
                  <a:moveTo>
                    <a:pt x="287" y="1"/>
                  </a:moveTo>
                  <a:cubicBezTo>
                    <a:pt x="268" y="1"/>
                    <a:pt x="247" y="3"/>
                    <a:pt x="226" y="7"/>
                  </a:cubicBezTo>
                  <a:cubicBezTo>
                    <a:pt x="97" y="71"/>
                    <a:pt x="1" y="200"/>
                    <a:pt x="33" y="361"/>
                  </a:cubicBezTo>
                  <a:cubicBezTo>
                    <a:pt x="33" y="361"/>
                    <a:pt x="97" y="586"/>
                    <a:pt x="194" y="1003"/>
                  </a:cubicBezTo>
                  <a:cubicBezTo>
                    <a:pt x="515" y="2225"/>
                    <a:pt x="1094" y="4925"/>
                    <a:pt x="1094" y="6629"/>
                  </a:cubicBezTo>
                  <a:cubicBezTo>
                    <a:pt x="1094" y="6854"/>
                    <a:pt x="1062" y="7079"/>
                    <a:pt x="1062" y="7272"/>
                  </a:cubicBezTo>
                  <a:cubicBezTo>
                    <a:pt x="1029" y="7432"/>
                    <a:pt x="1126" y="7561"/>
                    <a:pt x="1287" y="7593"/>
                  </a:cubicBezTo>
                  <a:cubicBezTo>
                    <a:pt x="1447" y="7593"/>
                    <a:pt x="1576" y="7497"/>
                    <a:pt x="1576" y="7336"/>
                  </a:cubicBezTo>
                  <a:cubicBezTo>
                    <a:pt x="1608" y="7143"/>
                    <a:pt x="1608" y="6886"/>
                    <a:pt x="1608" y="6629"/>
                  </a:cubicBezTo>
                  <a:cubicBezTo>
                    <a:pt x="1608" y="5407"/>
                    <a:pt x="1351" y="3832"/>
                    <a:pt x="1094" y="2514"/>
                  </a:cubicBezTo>
                  <a:cubicBezTo>
                    <a:pt x="837" y="1228"/>
                    <a:pt x="547" y="200"/>
                    <a:pt x="547" y="200"/>
                  </a:cubicBezTo>
                  <a:cubicBezTo>
                    <a:pt x="519" y="88"/>
                    <a:pt x="419" y="1"/>
                    <a:pt x="287"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22" name="Google Shape;1722;p33"/>
            <p:cNvSpPr/>
            <p:nvPr/>
          </p:nvSpPr>
          <p:spPr>
            <a:xfrm>
              <a:off x="2852875" y="1675025"/>
              <a:ext cx="234675" cy="478400"/>
            </a:xfrm>
            <a:custGeom>
              <a:avLst/>
              <a:gdLst/>
              <a:ahLst/>
              <a:cxnLst/>
              <a:rect l="l" t="t" r="r" b="b"/>
              <a:pathLst>
                <a:path w="9387" h="19136" extrusionOk="0">
                  <a:moveTo>
                    <a:pt x="2842" y="0"/>
                  </a:moveTo>
                  <a:cubicBezTo>
                    <a:pt x="1898" y="0"/>
                    <a:pt x="884" y="1395"/>
                    <a:pt x="483" y="3888"/>
                  </a:cubicBezTo>
                  <a:cubicBezTo>
                    <a:pt x="1" y="6717"/>
                    <a:pt x="933" y="11956"/>
                    <a:pt x="1318" y="12535"/>
                  </a:cubicBezTo>
                  <a:cubicBezTo>
                    <a:pt x="1686" y="13056"/>
                    <a:pt x="4073" y="19136"/>
                    <a:pt x="6413" y="19136"/>
                  </a:cubicBezTo>
                  <a:cubicBezTo>
                    <a:pt x="6526" y="19136"/>
                    <a:pt x="6639" y="19122"/>
                    <a:pt x="6751" y="19092"/>
                  </a:cubicBezTo>
                  <a:cubicBezTo>
                    <a:pt x="9194" y="18417"/>
                    <a:pt x="9387" y="15813"/>
                    <a:pt x="8808" y="13724"/>
                  </a:cubicBezTo>
                  <a:cubicBezTo>
                    <a:pt x="8262" y="11667"/>
                    <a:pt x="6012" y="6331"/>
                    <a:pt x="5176" y="3438"/>
                  </a:cubicBezTo>
                  <a:cubicBezTo>
                    <a:pt x="4308" y="513"/>
                    <a:pt x="3183" y="63"/>
                    <a:pt x="3183" y="63"/>
                  </a:cubicBezTo>
                  <a:cubicBezTo>
                    <a:pt x="3071" y="21"/>
                    <a:pt x="2957" y="0"/>
                    <a:pt x="2842"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23" name="Google Shape;1723;p33"/>
            <p:cNvSpPr/>
            <p:nvPr/>
          </p:nvSpPr>
          <p:spPr>
            <a:xfrm>
              <a:off x="2854475" y="1667750"/>
              <a:ext cx="232275" cy="491825"/>
            </a:xfrm>
            <a:custGeom>
              <a:avLst/>
              <a:gdLst/>
              <a:ahLst/>
              <a:cxnLst/>
              <a:rect l="l" t="t" r="r" b="b"/>
              <a:pathLst>
                <a:path w="9291" h="19673" extrusionOk="0">
                  <a:moveTo>
                    <a:pt x="2797" y="547"/>
                  </a:moveTo>
                  <a:cubicBezTo>
                    <a:pt x="2862" y="547"/>
                    <a:pt x="2958" y="579"/>
                    <a:pt x="3022" y="579"/>
                  </a:cubicBezTo>
                  <a:lnTo>
                    <a:pt x="3055" y="611"/>
                  </a:lnTo>
                  <a:cubicBezTo>
                    <a:pt x="3247" y="739"/>
                    <a:pt x="4147" y="1382"/>
                    <a:pt x="4855" y="3793"/>
                  </a:cubicBezTo>
                  <a:cubicBezTo>
                    <a:pt x="5273" y="5272"/>
                    <a:pt x="6044" y="7329"/>
                    <a:pt x="6783" y="9290"/>
                  </a:cubicBezTo>
                  <a:cubicBezTo>
                    <a:pt x="7523" y="11251"/>
                    <a:pt x="8230" y="13083"/>
                    <a:pt x="8487" y="14112"/>
                  </a:cubicBezTo>
                  <a:cubicBezTo>
                    <a:pt x="8648" y="14690"/>
                    <a:pt x="8744" y="15301"/>
                    <a:pt x="8744" y="15912"/>
                  </a:cubicBezTo>
                  <a:cubicBezTo>
                    <a:pt x="8744" y="16651"/>
                    <a:pt x="8616" y="17358"/>
                    <a:pt x="8262" y="17905"/>
                  </a:cubicBezTo>
                  <a:cubicBezTo>
                    <a:pt x="7940" y="18451"/>
                    <a:pt x="7426" y="18901"/>
                    <a:pt x="6623" y="19126"/>
                  </a:cubicBezTo>
                  <a:cubicBezTo>
                    <a:pt x="6526" y="19126"/>
                    <a:pt x="6430" y="19158"/>
                    <a:pt x="6333" y="19158"/>
                  </a:cubicBezTo>
                  <a:cubicBezTo>
                    <a:pt x="6108" y="19158"/>
                    <a:pt x="5851" y="19062"/>
                    <a:pt x="5594" y="18933"/>
                  </a:cubicBezTo>
                  <a:cubicBezTo>
                    <a:pt x="5144" y="18676"/>
                    <a:pt x="4662" y="18162"/>
                    <a:pt x="4212" y="17583"/>
                  </a:cubicBezTo>
                  <a:cubicBezTo>
                    <a:pt x="3537" y="16683"/>
                    <a:pt x="2894" y="15558"/>
                    <a:pt x="2444" y="14594"/>
                  </a:cubicBezTo>
                  <a:cubicBezTo>
                    <a:pt x="2187" y="14112"/>
                    <a:pt x="1994" y="13694"/>
                    <a:pt x="1833" y="13340"/>
                  </a:cubicBezTo>
                  <a:cubicBezTo>
                    <a:pt x="1737" y="13179"/>
                    <a:pt x="1672" y="13051"/>
                    <a:pt x="1608" y="12922"/>
                  </a:cubicBezTo>
                  <a:cubicBezTo>
                    <a:pt x="1576" y="12826"/>
                    <a:pt x="1512" y="12729"/>
                    <a:pt x="1479" y="12665"/>
                  </a:cubicBezTo>
                  <a:cubicBezTo>
                    <a:pt x="1479" y="12665"/>
                    <a:pt x="1415" y="12569"/>
                    <a:pt x="1383" y="12408"/>
                  </a:cubicBezTo>
                  <a:cubicBezTo>
                    <a:pt x="1222" y="11958"/>
                    <a:pt x="997" y="10929"/>
                    <a:pt x="837" y="9772"/>
                  </a:cubicBezTo>
                  <a:cubicBezTo>
                    <a:pt x="676" y="8615"/>
                    <a:pt x="547" y="7233"/>
                    <a:pt x="547" y="6043"/>
                  </a:cubicBezTo>
                  <a:cubicBezTo>
                    <a:pt x="547" y="5368"/>
                    <a:pt x="579" y="4757"/>
                    <a:pt x="676" y="4243"/>
                  </a:cubicBezTo>
                  <a:cubicBezTo>
                    <a:pt x="869" y="2990"/>
                    <a:pt x="1222" y="2057"/>
                    <a:pt x="1640" y="1447"/>
                  </a:cubicBezTo>
                  <a:cubicBezTo>
                    <a:pt x="1833" y="1125"/>
                    <a:pt x="2026" y="900"/>
                    <a:pt x="2251" y="739"/>
                  </a:cubicBezTo>
                  <a:cubicBezTo>
                    <a:pt x="2444" y="611"/>
                    <a:pt x="2637" y="547"/>
                    <a:pt x="2797" y="547"/>
                  </a:cubicBezTo>
                  <a:close/>
                  <a:moveTo>
                    <a:pt x="2797" y="0"/>
                  </a:moveTo>
                  <a:cubicBezTo>
                    <a:pt x="2476" y="0"/>
                    <a:pt x="2187" y="129"/>
                    <a:pt x="1929" y="322"/>
                  </a:cubicBezTo>
                  <a:cubicBezTo>
                    <a:pt x="1512" y="611"/>
                    <a:pt x="1158" y="1093"/>
                    <a:pt x="869" y="1736"/>
                  </a:cubicBezTo>
                  <a:cubicBezTo>
                    <a:pt x="547" y="2379"/>
                    <a:pt x="290" y="3182"/>
                    <a:pt x="129" y="4147"/>
                  </a:cubicBezTo>
                  <a:cubicBezTo>
                    <a:pt x="65" y="4693"/>
                    <a:pt x="1" y="5336"/>
                    <a:pt x="1" y="6043"/>
                  </a:cubicBezTo>
                  <a:cubicBezTo>
                    <a:pt x="1" y="7458"/>
                    <a:pt x="194" y="9065"/>
                    <a:pt x="387" y="10351"/>
                  </a:cubicBezTo>
                  <a:cubicBezTo>
                    <a:pt x="483" y="10993"/>
                    <a:pt x="612" y="11572"/>
                    <a:pt x="708" y="12022"/>
                  </a:cubicBezTo>
                  <a:cubicBezTo>
                    <a:pt x="772" y="12247"/>
                    <a:pt x="804" y="12440"/>
                    <a:pt x="869" y="12601"/>
                  </a:cubicBezTo>
                  <a:cubicBezTo>
                    <a:pt x="933" y="12729"/>
                    <a:pt x="965" y="12858"/>
                    <a:pt x="1029" y="12954"/>
                  </a:cubicBezTo>
                  <a:cubicBezTo>
                    <a:pt x="1062" y="12986"/>
                    <a:pt x="1126" y="13147"/>
                    <a:pt x="1222" y="13372"/>
                  </a:cubicBezTo>
                  <a:cubicBezTo>
                    <a:pt x="1608" y="14112"/>
                    <a:pt x="2315" y="15687"/>
                    <a:pt x="3183" y="17037"/>
                  </a:cubicBezTo>
                  <a:cubicBezTo>
                    <a:pt x="3633" y="17744"/>
                    <a:pt x="4115" y="18387"/>
                    <a:pt x="4630" y="18869"/>
                  </a:cubicBezTo>
                  <a:cubicBezTo>
                    <a:pt x="5176" y="19351"/>
                    <a:pt x="5723" y="19673"/>
                    <a:pt x="6333" y="19673"/>
                  </a:cubicBezTo>
                  <a:cubicBezTo>
                    <a:pt x="6494" y="19673"/>
                    <a:pt x="6623" y="19673"/>
                    <a:pt x="6751" y="19640"/>
                  </a:cubicBezTo>
                  <a:cubicBezTo>
                    <a:pt x="7683" y="19383"/>
                    <a:pt x="8326" y="18837"/>
                    <a:pt x="8744" y="18194"/>
                  </a:cubicBezTo>
                  <a:cubicBezTo>
                    <a:pt x="9130" y="17519"/>
                    <a:pt x="9291" y="16715"/>
                    <a:pt x="9291" y="15912"/>
                  </a:cubicBezTo>
                  <a:cubicBezTo>
                    <a:pt x="9291" y="15237"/>
                    <a:pt x="9194" y="14594"/>
                    <a:pt x="9001" y="13951"/>
                  </a:cubicBezTo>
                  <a:cubicBezTo>
                    <a:pt x="8712" y="12890"/>
                    <a:pt x="8005" y="11058"/>
                    <a:pt x="7298" y="9097"/>
                  </a:cubicBezTo>
                  <a:cubicBezTo>
                    <a:pt x="6558" y="7136"/>
                    <a:pt x="5787" y="5079"/>
                    <a:pt x="5369" y="3632"/>
                  </a:cubicBezTo>
                  <a:cubicBezTo>
                    <a:pt x="4501" y="675"/>
                    <a:pt x="3312" y="129"/>
                    <a:pt x="3215" y="97"/>
                  </a:cubicBezTo>
                  <a:cubicBezTo>
                    <a:pt x="3087" y="32"/>
                    <a:pt x="2926" y="0"/>
                    <a:pt x="2797"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24" name="Google Shape;1724;p33"/>
            <p:cNvSpPr/>
            <p:nvPr/>
          </p:nvSpPr>
          <p:spPr>
            <a:xfrm>
              <a:off x="2232500" y="1920075"/>
              <a:ext cx="607550" cy="897025"/>
            </a:xfrm>
            <a:custGeom>
              <a:avLst/>
              <a:gdLst/>
              <a:ahLst/>
              <a:cxnLst/>
              <a:rect l="l" t="t" r="r" b="b"/>
              <a:pathLst>
                <a:path w="24302" h="35881" extrusionOk="0">
                  <a:moveTo>
                    <a:pt x="14658" y="0"/>
                  </a:moveTo>
                  <a:cubicBezTo>
                    <a:pt x="14658" y="0"/>
                    <a:pt x="0" y="14273"/>
                    <a:pt x="0" y="16426"/>
                  </a:cubicBezTo>
                  <a:cubicBezTo>
                    <a:pt x="0" y="18523"/>
                    <a:pt x="8416" y="35881"/>
                    <a:pt x="10939" y="35881"/>
                  </a:cubicBezTo>
                  <a:cubicBezTo>
                    <a:pt x="10969" y="35881"/>
                    <a:pt x="10998" y="35879"/>
                    <a:pt x="11026" y="35874"/>
                  </a:cubicBezTo>
                  <a:cubicBezTo>
                    <a:pt x="13436" y="35488"/>
                    <a:pt x="24301" y="23916"/>
                    <a:pt x="24301" y="23916"/>
                  </a:cubicBezTo>
                  <a:lnTo>
                    <a:pt x="14658" y="0"/>
                  </a:ln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1725" name="Google Shape;1725;p33"/>
            <p:cNvSpPr/>
            <p:nvPr/>
          </p:nvSpPr>
          <p:spPr>
            <a:xfrm>
              <a:off x="2226050" y="1912850"/>
              <a:ext cx="621225" cy="911300"/>
            </a:xfrm>
            <a:custGeom>
              <a:avLst/>
              <a:gdLst/>
              <a:ahLst/>
              <a:cxnLst/>
              <a:rect l="l" t="t" r="r" b="b"/>
              <a:pathLst>
                <a:path w="24849" h="36452" extrusionOk="0">
                  <a:moveTo>
                    <a:pt x="14809" y="759"/>
                  </a:moveTo>
                  <a:lnTo>
                    <a:pt x="24242" y="24153"/>
                  </a:lnTo>
                  <a:lnTo>
                    <a:pt x="24242" y="24153"/>
                  </a:lnTo>
                  <a:cubicBezTo>
                    <a:pt x="24162" y="24241"/>
                    <a:pt x="24042" y="24368"/>
                    <a:pt x="23884" y="24526"/>
                  </a:cubicBezTo>
                  <a:cubicBezTo>
                    <a:pt x="22823" y="25619"/>
                    <a:pt x="20155" y="28416"/>
                    <a:pt x="17520" y="30955"/>
                  </a:cubicBezTo>
                  <a:cubicBezTo>
                    <a:pt x="16170" y="32209"/>
                    <a:pt x="14852" y="33430"/>
                    <a:pt x="13727" y="34330"/>
                  </a:cubicBezTo>
                  <a:cubicBezTo>
                    <a:pt x="13148" y="34780"/>
                    <a:pt x="12634" y="35166"/>
                    <a:pt x="12216" y="35456"/>
                  </a:cubicBezTo>
                  <a:cubicBezTo>
                    <a:pt x="11798" y="35713"/>
                    <a:pt x="11444" y="35873"/>
                    <a:pt x="11251" y="35906"/>
                  </a:cubicBezTo>
                  <a:lnTo>
                    <a:pt x="11219" y="35906"/>
                  </a:lnTo>
                  <a:cubicBezTo>
                    <a:pt x="11123" y="35906"/>
                    <a:pt x="10994" y="35873"/>
                    <a:pt x="10834" y="35745"/>
                  </a:cubicBezTo>
                  <a:cubicBezTo>
                    <a:pt x="10480" y="35552"/>
                    <a:pt x="10062" y="35102"/>
                    <a:pt x="9580" y="34523"/>
                  </a:cubicBezTo>
                  <a:cubicBezTo>
                    <a:pt x="7876" y="32434"/>
                    <a:pt x="5626" y="28352"/>
                    <a:pt x="3762" y="24623"/>
                  </a:cubicBezTo>
                  <a:cubicBezTo>
                    <a:pt x="2862" y="22758"/>
                    <a:pt x="2026" y="20958"/>
                    <a:pt x="1447" y="19544"/>
                  </a:cubicBezTo>
                  <a:cubicBezTo>
                    <a:pt x="1158" y="18837"/>
                    <a:pt x="933" y="18226"/>
                    <a:pt x="772" y="17712"/>
                  </a:cubicBezTo>
                  <a:cubicBezTo>
                    <a:pt x="612" y="17230"/>
                    <a:pt x="547" y="16844"/>
                    <a:pt x="547" y="16715"/>
                  </a:cubicBezTo>
                  <a:cubicBezTo>
                    <a:pt x="547" y="16651"/>
                    <a:pt x="580" y="16490"/>
                    <a:pt x="676" y="16297"/>
                  </a:cubicBezTo>
                  <a:cubicBezTo>
                    <a:pt x="1062" y="15494"/>
                    <a:pt x="2155" y="14079"/>
                    <a:pt x="3569" y="12440"/>
                  </a:cubicBezTo>
                  <a:cubicBezTo>
                    <a:pt x="5723" y="9997"/>
                    <a:pt x="8616" y="6975"/>
                    <a:pt x="10930" y="4597"/>
                  </a:cubicBezTo>
                  <a:cubicBezTo>
                    <a:pt x="12119" y="3407"/>
                    <a:pt x="13148" y="2379"/>
                    <a:pt x="13887" y="1640"/>
                  </a:cubicBezTo>
                  <a:cubicBezTo>
                    <a:pt x="14287" y="1257"/>
                    <a:pt x="14600" y="960"/>
                    <a:pt x="14809" y="759"/>
                  </a:cubicBezTo>
                  <a:close/>
                  <a:moveTo>
                    <a:pt x="14980" y="0"/>
                  </a:moveTo>
                  <a:cubicBezTo>
                    <a:pt x="14884" y="0"/>
                    <a:pt x="14787" y="32"/>
                    <a:pt x="14723" y="97"/>
                  </a:cubicBezTo>
                  <a:cubicBezTo>
                    <a:pt x="14723" y="97"/>
                    <a:pt x="11059" y="3665"/>
                    <a:pt x="7394" y="7490"/>
                  </a:cubicBezTo>
                  <a:cubicBezTo>
                    <a:pt x="5562" y="9418"/>
                    <a:pt x="3730" y="11411"/>
                    <a:pt x="2347" y="13051"/>
                  </a:cubicBezTo>
                  <a:cubicBezTo>
                    <a:pt x="1672" y="13887"/>
                    <a:pt x="1094" y="14626"/>
                    <a:pt x="676" y="15237"/>
                  </a:cubicBezTo>
                  <a:cubicBezTo>
                    <a:pt x="483" y="15526"/>
                    <a:pt x="322" y="15815"/>
                    <a:pt x="194" y="16040"/>
                  </a:cubicBezTo>
                  <a:cubicBezTo>
                    <a:pt x="65" y="16297"/>
                    <a:pt x="1" y="16490"/>
                    <a:pt x="1" y="16715"/>
                  </a:cubicBezTo>
                  <a:cubicBezTo>
                    <a:pt x="1" y="16876"/>
                    <a:pt x="33" y="17069"/>
                    <a:pt x="97" y="17326"/>
                  </a:cubicBezTo>
                  <a:cubicBezTo>
                    <a:pt x="355" y="18290"/>
                    <a:pt x="997" y="19930"/>
                    <a:pt x="1865" y="21891"/>
                  </a:cubicBezTo>
                  <a:cubicBezTo>
                    <a:pt x="3183" y="24816"/>
                    <a:pt x="5015" y="28416"/>
                    <a:pt x="6751" y="31309"/>
                  </a:cubicBezTo>
                  <a:cubicBezTo>
                    <a:pt x="7619" y="32723"/>
                    <a:pt x="8455" y="34009"/>
                    <a:pt x="9194" y="34909"/>
                  </a:cubicBezTo>
                  <a:cubicBezTo>
                    <a:pt x="9580" y="35359"/>
                    <a:pt x="9934" y="35745"/>
                    <a:pt x="10255" y="36002"/>
                  </a:cubicBezTo>
                  <a:cubicBezTo>
                    <a:pt x="10576" y="36259"/>
                    <a:pt x="10866" y="36452"/>
                    <a:pt x="11219" y="36452"/>
                  </a:cubicBezTo>
                  <a:lnTo>
                    <a:pt x="11348" y="36420"/>
                  </a:lnTo>
                  <a:cubicBezTo>
                    <a:pt x="11734" y="36356"/>
                    <a:pt x="12152" y="36131"/>
                    <a:pt x="12698" y="35777"/>
                  </a:cubicBezTo>
                  <a:cubicBezTo>
                    <a:pt x="14594" y="34491"/>
                    <a:pt x="17584" y="31662"/>
                    <a:pt x="20123" y="29123"/>
                  </a:cubicBezTo>
                  <a:cubicBezTo>
                    <a:pt x="22663" y="26616"/>
                    <a:pt x="24752" y="24398"/>
                    <a:pt x="24752" y="24398"/>
                  </a:cubicBezTo>
                  <a:cubicBezTo>
                    <a:pt x="24816" y="24301"/>
                    <a:pt x="24849" y="24205"/>
                    <a:pt x="24816" y="24109"/>
                  </a:cubicBezTo>
                  <a:lnTo>
                    <a:pt x="15173" y="161"/>
                  </a:lnTo>
                  <a:cubicBezTo>
                    <a:pt x="15141" y="97"/>
                    <a:pt x="15045" y="32"/>
                    <a:pt x="14980"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26" name="Google Shape;1726;p33"/>
            <p:cNvSpPr/>
            <p:nvPr/>
          </p:nvSpPr>
          <p:spPr>
            <a:xfrm>
              <a:off x="2330525" y="1675750"/>
              <a:ext cx="585850" cy="1056000"/>
            </a:xfrm>
            <a:custGeom>
              <a:avLst/>
              <a:gdLst/>
              <a:ahLst/>
              <a:cxnLst/>
              <a:rect l="l" t="t" r="r" b="b"/>
              <a:pathLst>
                <a:path w="23434" h="42240" extrusionOk="0">
                  <a:moveTo>
                    <a:pt x="18339" y="1"/>
                  </a:moveTo>
                  <a:cubicBezTo>
                    <a:pt x="15917" y="1"/>
                    <a:pt x="11880" y="1698"/>
                    <a:pt x="11155" y="2284"/>
                  </a:cubicBezTo>
                  <a:cubicBezTo>
                    <a:pt x="11155" y="2284"/>
                    <a:pt x="6558" y="6302"/>
                    <a:pt x="3279" y="10159"/>
                  </a:cubicBezTo>
                  <a:cubicBezTo>
                    <a:pt x="1" y="13984"/>
                    <a:pt x="258" y="20445"/>
                    <a:pt x="1319" y="24881"/>
                  </a:cubicBezTo>
                  <a:cubicBezTo>
                    <a:pt x="2347" y="29285"/>
                    <a:pt x="4212" y="41757"/>
                    <a:pt x="6558" y="42207"/>
                  </a:cubicBezTo>
                  <a:cubicBezTo>
                    <a:pt x="6665" y="42229"/>
                    <a:pt x="6770" y="42240"/>
                    <a:pt x="6875" y="42240"/>
                  </a:cubicBezTo>
                  <a:cubicBezTo>
                    <a:pt x="9079" y="42240"/>
                    <a:pt x="10956" y="37545"/>
                    <a:pt x="14884" y="34139"/>
                  </a:cubicBezTo>
                  <a:cubicBezTo>
                    <a:pt x="19030" y="30571"/>
                    <a:pt x="22309" y="27581"/>
                    <a:pt x="22598" y="25235"/>
                  </a:cubicBezTo>
                  <a:cubicBezTo>
                    <a:pt x="22855" y="22888"/>
                    <a:pt x="22502" y="15399"/>
                    <a:pt x="22695" y="14820"/>
                  </a:cubicBezTo>
                  <a:cubicBezTo>
                    <a:pt x="22855" y="14274"/>
                    <a:pt x="23434" y="9195"/>
                    <a:pt x="23434" y="6495"/>
                  </a:cubicBezTo>
                  <a:cubicBezTo>
                    <a:pt x="23434" y="3762"/>
                    <a:pt x="21377" y="773"/>
                    <a:pt x="19319" y="130"/>
                  </a:cubicBezTo>
                  <a:cubicBezTo>
                    <a:pt x="19042" y="40"/>
                    <a:pt x="18709" y="1"/>
                    <a:pt x="18339"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27" name="Google Shape;1727;p33"/>
            <p:cNvSpPr/>
            <p:nvPr/>
          </p:nvSpPr>
          <p:spPr>
            <a:xfrm>
              <a:off x="2338575" y="1668550"/>
              <a:ext cx="584250" cy="1069625"/>
            </a:xfrm>
            <a:custGeom>
              <a:avLst/>
              <a:gdLst/>
              <a:ahLst/>
              <a:cxnLst/>
              <a:rect l="l" t="t" r="r" b="b"/>
              <a:pathLst>
                <a:path w="23370" h="42785" extrusionOk="0">
                  <a:moveTo>
                    <a:pt x="18033" y="547"/>
                  </a:moveTo>
                  <a:cubicBezTo>
                    <a:pt x="18387" y="547"/>
                    <a:pt x="18676" y="579"/>
                    <a:pt x="18901" y="643"/>
                  </a:cubicBezTo>
                  <a:cubicBezTo>
                    <a:pt x="19833" y="965"/>
                    <a:pt x="20862" y="1832"/>
                    <a:pt x="21601" y="2958"/>
                  </a:cubicBezTo>
                  <a:cubicBezTo>
                    <a:pt x="22340" y="4083"/>
                    <a:pt x="22855" y="5497"/>
                    <a:pt x="22855" y="6783"/>
                  </a:cubicBezTo>
                  <a:cubicBezTo>
                    <a:pt x="22855" y="8133"/>
                    <a:pt x="22694" y="10061"/>
                    <a:pt x="22533" y="11733"/>
                  </a:cubicBezTo>
                  <a:cubicBezTo>
                    <a:pt x="22469" y="12569"/>
                    <a:pt x="22373" y="13340"/>
                    <a:pt x="22276" y="13919"/>
                  </a:cubicBezTo>
                  <a:cubicBezTo>
                    <a:pt x="22244" y="14208"/>
                    <a:pt x="22212" y="14465"/>
                    <a:pt x="22180" y="14658"/>
                  </a:cubicBezTo>
                  <a:cubicBezTo>
                    <a:pt x="22148" y="14851"/>
                    <a:pt x="22115" y="15012"/>
                    <a:pt x="22115" y="15044"/>
                  </a:cubicBezTo>
                  <a:cubicBezTo>
                    <a:pt x="22083" y="15108"/>
                    <a:pt x="22083" y="15172"/>
                    <a:pt x="22051" y="15237"/>
                  </a:cubicBezTo>
                  <a:cubicBezTo>
                    <a:pt x="22051" y="15494"/>
                    <a:pt x="22019" y="15847"/>
                    <a:pt x="22019" y="16362"/>
                  </a:cubicBezTo>
                  <a:cubicBezTo>
                    <a:pt x="22019" y="17840"/>
                    <a:pt x="22115" y="20316"/>
                    <a:pt x="22115" y="22405"/>
                  </a:cubicBezTo>
                  <a:cubicBezTo>
                    <a:pt x="22115" y="23691"/>
                    <a:pt x="22083" y="24816"/>
                    <a:pt x="21987" y="25491"/>
                  </a:cubicBezTo>
                  <a:cubicBezTo>
                    <a:pt x="21890" y="26552"/>
                    <a:pt x="21023" y="27869"/>
                    <a:pt x="19673" y="29348"/>
                  </a:cubicBezTo>
                  <a:cubicBezTo>
                    <a:pt x="18322" y="30827"/>
                    <a:pt x="16458" y="32466"/>
                    <a:pt x="14401" y="34234"/>
                  </a:cubicBezTo>
                  <a:cubicBezTo>
                    <a:pt x="12408" y="35970"/>
                    <a:pt x="10929" y="37995"/>
                    <a:pt x="9708" y="39602"/>
                  </a:cubicBezTo>
                  <a:cubicBezTo>
                    <a:pt x="9065" y="40406"/>
                    <a:pt x="8518" y="41081"/>
                    <a:pt x="8004" y="41531"/>
                  </a:cubicBezTo>
                  <a:cubicBezTo>
                    <a:pt x="7458" y="42013"/>
                    <a:pt x="6975" y="42270"/>
                    <a:pt x="6525" y="42270"/>
                  </a:cubicBezTo>
                  <a:cubicBezTo>
                    <a:pt x="6461" y="42270"/>
                    <a:pt x="6365" y="42238"/>
                    <a:pt x="6300" y="42238"/>
                  </a:cubicBezTo>
                  <a:cubicBezTo>
                    <a:pt x="6108" y="42206"/>
                    <a:pt x="5850" y="42013"/>
                    <a:pt x="5593" y="41659"/>
                  </a:cubicBezTo>
                  <a:cubicBezTo>
                    <a:pt x="5143" y="41017"/>
                    <a:pt x="4693" y="39859"/>
                    <a:pt x="4243" y="38509"/>
                  </a:cubicBezTo>
                  <a:cubicBezTo>
                    <a:pt x="2957" y="34363"/>
                    <a:pt x="1929" y="27998"/>
                    <a:pt x="1254" y="25105"/>
                  </a:cubicBezTo>
                  <a:cubicBezTo>
                    <a:pt x="836" y="23369"/>
                    <a:pt x="547" y="21312"/>
                    <a:pt x="547" y="19255"/>
                  </a:cubicBezTo>
                  <a:cubicBezTo>
                    <a:pt x="547" y="16072"/>
                    <a:pt x="1222" y="12858"/>
                    <a:pt x="3150" y="10608"/>
                  </a:cubicBezTo>
                  <a:cubicBezTo>
                    <a:pt x="4790" y="8711"/>
                    <a:pt x="6750" y="6718"/>
                    <a:pt x="8293" y="5240"/>
                  </a:cubicBezTo>
                  <a:cubicBezTo>
                    <a:pt x="9097" y="4500"/>
                    <a:pt x="9772" y="3890"/>
                    <a:pt x="10222" y="3440"/>
                  </a:cubicBezTo>
                  <a:cubicBezTo>
                    <a:pt x="10704" y="3022"/>
                    <a:pt x="10994" y="2765"/>
                    <a:pt x="10994" y="2765"/>
                  </a:cubicBezTo>
                  <a:cubicBezTo>
                    <a:pt x="11122" y="2668"/>
                    <a:pt x="11540" y="2443"/>
                    <a:pt x="12022" y="2218"/>
                  </a:cubicBezTo>
                  <a:cubicBezTo>
                    <a:pt x="12794" y="1865"/>
                    <a:pt x="13887" y="1447"/>
                    <a:pt x="14979" y="1093"/>
                  </a:cubicBezTo>
                  <a:cubicBezTo>
                    <a:pt x="16072" y="772"/>
                    <a:pt x="17197" y="547"/>
                    <a:pt x="18033" y="547"/>
                  </a:cubicBezTo>
                  <a:close/>
                  <a:moveTo>
                    <a:pt x="18033" y="0"/>
                  </a:moveTo>
                  <a:cubicBezTo>
                    <a:pt x="16780" y="0"/>
                    <a:pt x="15140" y="450"/>
                    <a:pt x="13726" y="965"/>
                  </a:cubicBezTo>
                  <a:cubicBezTo>
                    <a:pt x="13019" y="1190"/>
                    <a:pt x="12344" y="1479"/>
                    <a:pt x="11797" y="1704"/>
                  </a:cubicBezTo>
                  <a:cubicBezTo>
                    <a:pt x="11283" y="1961"/>
                    <a:pt x="10897" y="2186"/>
                    <a:pt x="10672" y="2347"/>
                  </a:cubicBezTo>
                  <a:lnTo>
                    <a:pt x="10640" y="2347"/>
                  </a:lnTo>
                  <a:cubicBezTo>
                    <a:pt x="10640" y="2347"/>
                    <a:pt x="6043" y="6397"/>
                    <a:pt x="2732" y="10254"/>
                  </a:cubicBezTo>
                  <a:cubicBezTo>
                    <a:pt x="707" y="12665"/>
                    <a:pt x="32" y="16008"/>
                    <a:pt x="0" y="19255"/>
                  </a:cubicBezTo>
                  <a:cubicBezTo>
                    <a:pt x="0" y="21376"/>
                    <a:pt x="322" y="23466"/>
                    <a:pt x="707" y="25202"/>
                  </a:cubicBezTo>
                  <a:cubicBezTo>
                    <a:pt x="1222" y="27387"/>
                    <a:pt x="1961" y="31630"/>
                    <a:pt x="2861" y="35359"/>
                  </a:cubicBezTo>
                  <a:cubicBezTo>
                    <a:pt x="3311" y="37224"/>
                    <a:pt x="3793" y="38991"/>
                    <a:pt x="4307" y="40309"/>
                  </a:cubicBezTo>
                  <a:cubicBezTo>
                    <a:pt x="4597" y="40984"/>
                    <a:pt x="4854" y="41531"/>
                    <a:pt x="5143" y="41949"/>
                  </a:cubicBezTo>
                  <a:cubicBezTo>
                    <a:pt x="5465" y="42367"/>
                    <a:pt x="5786" y="42688"/>
                    <a:pt x="6172" y="42752"/>
                  </a:cubicBezTo>
                  <a:cubicBezTo>
                    <a:pt x="6300" y="42785"/>
                    <a:pt x="6429" y="42785"/>
                    <a:pt x="6525" y="42785"/>
                  </a:cubicBezTo>
                  <a:cubicBezTo>
                    <a:pt x="7200" y="42785"/>
                    <a:pt x="7779" y="42463"/>
                    <a:pt x="8358" y="41949"/>
                  </a:cubicBezTo>
                  <a:cubicBezTo>
                    <a:pt x="9193" y="41177"/>
                    <a:pt x="10061" y="39988"/>
                    <a:pt x="11090" y="38670"/>
                  </a:cubicBezTo>
                  <a:cubicBezTo>
                    <a:pt x="12119" y="37352"/>
                    <a:pt x="13308" y="35906"/>
                    <a:pt x="14754" y="34652"/>
                  </a:cubicBezTo>
                  <a:cubicBezTo>
                    <a:pt x="16812" y="32852"/>
                    <a:pt x="18676" y="31213"/>
                    <a:pt x="20058" y="29702"/>
                  </a:cubicBezTo>
                  <a:cubicBezTo>
                    <a:pt x="21440" y="28191"/>
                    <a:pt x="22373" y="26841"/>
                    <a:pt x="22533" y="25555"/>
                  </a:cubicBezTo>
                  <a:cubicBezTo>
                    <a:pt x="22630" y="24848"/>
                    <a:pt x="22630" y="23691"/>
                    <a:pt x="22630" y="22405"/>
                  </a:cubicBezTo>
                  <a:cubicBezTo>
                    <a:pt x="22630" y="20316"/>
                    <a:pt x="22565" y="17808"/>
                    <a:pt x="22565" y="16362"/>
                  </a:cubicBezTo>
                  <a:cubicBezTo>
                    <a:pt x="22565" y="16040"/>
                    <a:pt x="22565" y="15751"/>
                    <a:pt x="22565" y="15558"/>
                  </a:cubicBezTo>
                  <a:cubicBezTo>
                    <a:pt x="22598" y="15462"/>
                    <a:pt x="22598" y="15365"/>
                    <a:pt x="22598" y="15301"/>
                  </a:cubicBezTo>
                  <a:lnTo>
                    <a:pt x="22598" y="15237"/>
                  </a:lnTo>
                  <a:lnTo>
                    <a:pt x="22598" y="15205"/>
                  </a:lnTo>
                  <a:cubicBezTo>
                    <a:pt x="22662" y="15108"/>
                    <a:pt x="22662" y="14947"/>
                    <a:pt x="22694" y="14755"/>
                  </a:cubicBezTo>
                  <a:cubicBezTo>
                    <a:pt x="22951" y="13340"/>
                    <a:pt x="23369" y="9194"/>
                    <a:pt x="23369" y="6783"/>
                  </a:cubicBezTo>
                  <a:cubicBezTo>
                    <a:pt x="23369" y="5336"/>
                    <a:pt x="22855" y="3890"/>
                    <a:pt x="22051" y="2668"/>
                  </a:cubicBezTo>
                  <a:cubicBezTo>
                    <a:pt x="21248" y="1447"/>
                    <a:pt x="20187" y="515"/>
                    <a:pt x="19062" y="161"/>
                  </a:cubicBezTo>
                  <a:cubicBezTo>
                    <a:pt x="18772" y="65"/>
                    <a:pt x="18419" y="0"/>
                    <a:pt x="1803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28" name="Google Shape;1728;p33"/>
            <p:cNvSpPr/>
            <p:nvPr/>
          </p:nvSpPr>
          <p:spPr>
            <a:xfrm>
              <a:off x="2408475" y="3896950"/>
              <a:ext cx="675875" cy="654975"/>
            </a:xfrm>
            <a:custGeom>
              <a:avLst/>
              <a:gdLst/>
              <a:ahLst/>
              <a:cxnLst/>
              <a:rect l="l" t="t" r="r" b="b"/>
              <a:pathLst>
                <a:path w="27035" h="26199" extrusionOk="0">
                  <a:moveTo>
                    <a:pt x="22331" y="1"/>
                  </a:moveTo>
                  <a:cubicBezTo>
                    <a:pt x="19738" y="1"/>
                    <a:pt x="17488" y="1145"/>
                    <a:pt x="17005" y="1608"/>
                  </a:cubicBezTo>
                  <a:cubicBezTo>
                    <a:pt x="16266" y="2380"/>
                    <a:pt x="7555" y="16555"/>
                    <a:pt x="5272" y="18805"/>
                  </a:cubicBezTo>
                  <a:cubicBezTo>
                    <a:pt x="3022" y="21088"/>
                    <a:pt x="1" y="23916"/>
                    <a:pt x="194" y="25041"/>
                  </a:cubicBezTo>
                  <a:cubicBezTo>
                    <a:pt x="386" y="26199"/>
                    <a:pt x="3408" y="26199"/>
                    <a:pt x="8133" y="26199"/>
                  </a:cubicBezTo>
                  <a:cubicBezTo>
                    <a:pt x="12858" y="26199"/>
                    <a:pt x="14916" y="25620"/>
                    <a:pt x="16619" y="24881"/>
                  </a:cubicBezTo>
                  <a:cubicBezTo>
                    <a:pt x="18323" y="24109"/>
                    <a:pt x="18709" y="23370"/>
                    <a:pt x="17198" y="23177"/>
                  </a:cubicBezTo>
                  <a:cubicBezTo>
                    <a:pt x="15687" y="22984"/>
                    <a:pt x="8487" y="20702"/>
                    <a:pt x="8487" y="20702"/>
                  </a:cubicBezTo>
                  <a:cubicBezTo>
                    <a:pt x="8487" y="20702"/>
                    <a:pt x="15301" y="15784"/>
                    <a:pt x="19641" y="11830"/>
                  </a:cubicBezTo>
                  <a:cubicBezTo>
                    <a:pt x="24013" y="7844"/>
                    <a:pt x="27034" y="1608"/>
                    <a:pt x="27034" y="1608"/>
                  </a:cubicBezTo>
                  <a:cubicBezTo>
                    <a:pt x="25545" y="407"/>
                    <a:pt x="23877" y="1"/>
                    <a:pt x="22331"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29" name="Google Shape;1729;p33"/>
            <p:cNvSpPr/>
            <p:nvPr/>
          </p:nvSpPr>
          <p:spPr>
            <a:xfrm>
              <a:off x="2406075" y="3890525"/>
              <a:ext cx="685500" cy="667825"/>
            </a:xfrm>
            <a:custGeom>
              <a:avLst/>
              <a:gdLst/>
              <a:ahLst/>
              <a:cxnLst/>
              <a:rect l="l" t="t" r="r" b="b"/>
              <a:pathLst>
                <a:path w="27420" h="26713" extrusionOk="0">
                  <a:moveTo>
                    <a:pt x="22270" y="546"/>
                  </a:moveTo>
                  <a:cubicBezTo>
                    <a:pt x="22315" y="546"/>
                    <a:pt x="22360" y="546"/>
                    <a:pt x="22405" y="547"/>
                  </a:cubicBezTo>
                  <a:cubicBezTo>
                    <a:pt x="23860" y="547"/>
                    <a:pt x="25404" y="905"/>
                    <a:pt x="26780" y="1965"/>
                  </a:cubicBezTo>
                  <a:lnTo>
                    <a:pt x="26780" y="1965"/>
                  </a:lnTo>
                  <a:cubicBezTo>
                    <a:pt x="26769" y="1984"/>
                    <a:pt x="26757" y="2004"/>
                    <a:pt x="26744" y="2026"/>
                  </a:cubicBezTo>
                  <a:cubicBezTo>
                    <a:pt x="26102" y="3280"/>
                    <a:pt x="23337" y="8455"/>
                    <a:pt x="19576" y="11894"/>
                  </a:cubicBezTo>
                  <a:cubicBezTo>
                    <a:pt x="17390" y="13855"/>
                    <a:pt x="14626" y="16073"/>
                    <a:pt x="12376" y="17809"/>
                  </a:cubicBezTo>
                  <a:cubicBezTo>
                    <a:pt x="11251" y="18677"/>
                    <a:pt x="10286" y="19384"/>
                    <a:pt x="9579" y="19930"/>
                  </a:cubicBezTo>
                  <a:cubicBezTo>
                    <a:pt x="8872" y="20445"/>
                    <a:pt x="8454" y="20734"/>
                    <a:pt x="8454" y="20734"/>
                  </a:cubicBezTo>
                  <a:cubicBezTo>
                    <a:pt x="8358" y="20798"/>
                    <a:pt x="8326" y="20895"/>
                    <a:pt x="8326" y="21023"/>
                  </a:cubicBezTo>
                  <a:cubicBezTo>
                    <a:pt x="8358" y="21120"/>
                    <a:pt x="8422" y="21184"/>
                    <a:pt x="8519" y="21216"/>
                  </a:cubicBezTo>
                  <a:cubicBezTo>
                    <a:pt x="8519" y="21216"/>
                    <a:pt x="10319" y="21795"/>
                    <a:pt x="12312" y="22373"/>
                  </a:cubicBezTo>
                  <a:cubicBezTo>
                    <a:pt x="13308" y="22663"/>
                    <a:pt x="14337" y="22984"/>
                    <a:pt x="15237" y="23209"/>
                  </a:cubicBezTo>
                  <a:cubicBezTo>
                    <a:pt x="16105" y="23466"/>
                    <a:pt x="16844" y="23627"/>
                    <a:pt x="17262" y="23691"/>
                  </a:cubicBezTo>
                  <a:cubicBezTo>
                    <a:pt x="17551" y="23723"/>
                    <a:pt x="17776" y="23788"/>
                    <a:pt x="17873" y="23852"/>
                  </a:cubicBezTo>
                  <a:cubicBezTo>
                    <a:pt x="17937" y="23884"/>
                    <a:pt x="17969" y="23916"/>
                    <a:pt x="17969" y="23916"/>
                  </a:cubicBezTo>
                  <a:cubicBezTo>
                    <a:pt x="17969" y="23948"/>
                    <a:pt x="17969" y="23981"/>
                    <a:pt x="17905" y="24045"/>
                  </a:cubicBezTo>
                  <a:cubicBezTo>
                    <a:pt x="17776" y="24238"/>
                    <a:pt x="17326" y="24559"/>
                    <a:pt x="16619" y="24881"/>
                  </a:cubicBezTo>
                  <a:cubicBezTo>
                    <a:pt x="14947" y="25620"/>
                    <a:pt x="12922" y="26166"/>
                    <a:pt x="8229" y="26166"/>
                  </a:cubicBezTo>
                  <a:cubicBezTo>
                    <a:pt x="5851" y="26166"/>
                    <a:pt x="3922" y="26166"/>
                    <a:pt x="2572" y="26038"/>
                  </a:cubicBezTo>
                  <a:cubicBezTo>
                    <a:pt x="1897" y="25974"/>
                    <a:pt x="1382" y="25877"/>
                    <a:pt x="1029" y="25716"/>
                  </a:cubicBezTo>
                  <a:cubicBezTo>
                    <a:pt x="868" y="25652"/>
                    <a:pt x="740" y="25588"/>
                    <a:pt x="675" y="25491"/>
                  </a:cubicBezTo>
                  <a:cubicBezTo>
                    <a:pt x="579" y="25427"/>
                    <a:pt x="547" y="25363"/>
                    <a:pt x="547" y="25266"/>
                  </a:cubicBezTo>
                  <a:lnTo>
                    <a:pt x="547" y="25202"/>
                  </a:lnTo>
                  <a:cubicBezTo>
                    <a:pt x="547" y="25009"/>
                    <a:pt x="675" y="24623"/>
                    <a:pt x="997" y="24206"/>
                  </a:cubicBezTo>
                  <a:cubicBezTo>
                    <a:pt x="1865" y="22856"/>
                    <a:pt x="3922" y="20927"/>
                    <a:pt x="5561" y="19255"/>
                  </a:cubicBezTo>
                  <a:cubicBezTo>
                    <a:pt x="6172" y="18677"/>
                    <a:pt x="7136" y="17359"/>
                    <a:pt x="8294" y="15687"/>
                  </a:cubicBezTo>
                  <a:cubicBezTo>
                    <a:pt x="9997" y="13180"/>
                    <a:pt x="12119" y="9933"/>
                    <a:pt x="13887" y="7201"/>
                  </a:cubicBezTo>
                  <a:cubicBezTo>
                    <a:pt x="14755" y="5851"/>
                    <a:pt x="15558" y="4597"/>
                    <a:pt x="16169" y="3697"/>
                  </a:cubicBezTo>
                  <a:cubicBezTo>
                    <a:pt x="16458" y="3247"/>
                    <a:pt x="16715" y="2862"/>
                    <a:pt x="16908" y="2572"/>
                  </a:cubicBezTo>
                  <a:cubicBezTo>
                    <a:pt x="17005" y="2444"/>
                    <a:pt x="17101" y="2315"/>
                    <a:pt x="17165" y="2219"/>
                  </a:cubicBezTo>
                  <a:cubicBezTo>
                    <a:pt x="17230" y="2154"/>
                    <a:pt x="17262" y="2090"/>
                    <a:pt x="17294" y="2058"/>
                  </a:cubicBezTo>
                  <a:cubicBezTo>
                    <a:pt x="17358" y="1994"/>
                    <a:pt x="17583" y="1833"/>
                    <a:pt x="17905" y="1672"/>
                  </a:cubicBezTo>
                  <a:cubicBezTo>
                    <a:pt x="18783" y="1170"/>
                    <a:pt x="20457" y="546"/>
                    <a:pt x="22270" y="546"/>
                  </a:cubicBezTo>
                  <a:close/>
                  <a:moveTo>
                    <a:pt x="22405" y="1"/>
                  </a:moveTo>
                  <a:cubicBezTo>
                    <a:pt x="21087" y="1"/>
                    <a:pt x="19833" y="290"/>
                    <a:pt x="18869" y="644"/>
                  </a:cubicBezTo>
                  <a:cubicBezTo>
                    <a:pt x="18387" y="804"/>
                    <a:pt x="17969" y="997"/>
                    <a:pt x="17648" y="1190"/>
                  </a:cubicBezTo>
                  <a:cubicBezTo>
                    <a:pt x="17294" y="1383"/>
                    <a:pt x="17069" y="1544"/>
                    <a:pt x="16908" y="1672"/>
                  </a:cubicBezTo>
                  <a:cubicBezTo>
                    <a:pt x="16844" y="1769"/>
                    <a:pt x="16780" y="1865"/>
                    <a:pt x="16651" y="2026"/>
                  </a:cubicBezTo>
                  <a:cubicBezTo>
                    <a:pt x="16233" y="2572"/>
                    <a:pt x="15462" y="3762"/>
                    <a:pt x="14465" y="5272"/>
                  </a:cubicBezTo>
                  <a:cubicBezTo>
                    <a:pt x="12987" y="7587"/>
                    <a:pt x="11058" y="10576"/>
                    <a:pt x="9322" y="13212"/>
                  </a:cubicBezTo>
                  <a:cubicBezTo>
                    <a:pt x="8422" y="14530"/>
                    <a:pt x="7586" y="15752"/>
                    <a:pt x="6879" y="16748"/>
                  </a:cubicBezTo>
                  <a:cubicBezTo>
                    <a:pt x="6172" y="17745"/>
                    <a:pt x="5561" y="18516"/>
                    <a:pt x="5208" y="18870"/>
                  </a:cubicBezTo>
                  <a:cubicBezTo>
                    <a:pt x="4083" y="19995"/>
                    <a:pt x="2829" y="21216"/>
                    <a:pt x="1800" y="22341"/>
                  </a:cubicBezTo>
                  <a:cubicBezTo>
                    <a:pt x="1286" y="22888"/>
                    <a:pt x="868" y="23434"/>
                    <a:pt x="547" y="23916"/>
                  </a:cubicBezTo>
                  <a:cubicBezTo>
                    <a:pt x="225" y="24398"/>
                    <a:pt x="0" y="24784"/>
                    <a:pt x="0" y="25202"/>
                  </a:cubicBezTo>
                  <a:cubicBezTo>
                    <a:pt x="0" y="25266"/>
                    <a:pt x="0" y="25298"/>
                    <a:pt x="0" y="25363"/>
                  </a:cubicBezTo>
                  <a:cubicBezTo>
                    <a:pt x="32" y="25556"/>
                    <a:pt x="161" y="25749"/>
                    <a:pt x="290" y="25877"/>
                  </a:cubicBezTo>
                  <a:cubicBezTo>
                    <a:pt x="547" y="26134"/>
                    <a:pt x="900" y="26263"/>
                    <a:pt x="1382" y="26391"/>
                  </a:cubicBezTo>
                  <a:cubicBezTo>
                    <a:pt x="2765" y="26713"/>
                    <a:pt x="5111" y="26713"/>
                    <a:pt x="8229" y="26713"/>
                  </a:cubicBezTo>
                  <a:cubicBezTo>
                    <a:pt x="12954" y="26713"/>
                    <a:pt x="15108" y="26134"/>
                    <a:pt x="16844" y="25363"/>
                  </a:cubicBezTo>
                  <a:cubicBezTo>
                    <a:pt x="17326" y="25138"/>
                    <a:pt x="17712" y="24913"/>
                    <a:pt x="18001" y="24688"/>
                  </a:cubicBezTo>
                  <a:cubicBezTo>
                    <a:pt x="18162" y="24591"/>
                    <a:pt x="18258" y="24463"/>
                    <a:pt x="18355" y="24334"/>
                  </a:cubicBezTo>
                  <a:cubicBezTo>
                    <a:pt x="18451" y="24238"/>
                    <a:pt x="18515" y="24077"/>
                    <a:pt x="18515" y="23916"/>
                  </a:cubicBezTo>
                  <a:cubicBezTo>
                    <a:pt x="18515" y="23820"/>
                    <a:pt x="18451" y="23691"/>
                    <a:pt x="18387" y="23595"/>
                  </a:cubicBezTo>
                  <a:cubicBezTo>
                    <a:pt x="18290" y="23466"/>
                    <a:pt x="18162" y="23370"/>
                    <a:pt x="17969" y="23306"/>
                  </a:cubicBezTo>
                  <a:cubicBezTo>
                    <a:pt x="17808" y="23241"/>
                    <a:pt x="17583" y="23177"/>
                    <a:pt x="17326" y="23145"/>
                  </a:cubicBezTo>
                  <a:cubicBezTo>
                    <a:pt x="16973" y="23113"/>
                    <a:pt x="16233" y="22952"/>
                    <a:pt x="15365" y="22695"/>
                  </a:cubicBezTo>
                  <a:cubicBezTo>
                    <a:pt x="14047" y="22341"/>
                    <a:pt x="12376" y="21859"/>
                    <a:pt x="11026" y="21441"/>
                  </a:cubicBezTo>
                  <a:cubicBezTo>
                    <a:pt x="10351" y="21248"/>
                    <a:pt x="9772" y="21055"/>
                    <a:pt x="9354" y="20927"/>
                  </a:cubicBezTo>
                  <a:cubicBezTo>
                    <a:pt x="9290" y="20907"/>
                    <a:pt x="9230" y="20888"/>
                    <a:pt x="9174" y="20870"/>
                  </a:cubicBezTo>
                  <a:lnTo>
                    <a:pt x="9174" y="20870"/>
                  </a:lnTo>
                  <a:cubicBezTo>
                    <a:pt x="10737" y="19726"/>
                    <a:pt x="16215" y="15667"/>
                    <a:pt x="19930" y="12280"/>
                  </a:cubicBezTo>
                  <a:cubicBezTo>
                    <a:pt x="24334" y="8262"/>
                    <a:pt x="27355" y="1994"/>
                    <a:pt x="27355" y="1994"/>
                  </a:cubicBezTo>
                  <a:cubicBezTo>
                    <a:pt x="27419" y="1865"/>
                    <a:pt x="27387" y="1737"/>
                    <a:pt x="27291" y="1672"/>
                  </a:cubicBezTo>
                  <a:cubicBezTo>
                    <a:pt x="25748" y="419"/>
                    <a:pt x="24012" y="1"/>
                    <a:pt x="22405"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30" name="Google Shape;1730;p33"/>
            <p:cNvSpPr/>
            <p:nvPr/>
          </p:nvSpPr>
          <p:spPr>
            <a:xfrm>
              <a:off x="2410900" y="4419300"/>
              <a:ext cx="465300" cy="132625"/>
            </a:xfrm>
            <a:custGeom>
              <a:avLst/>
              <a:gdLst/>
              <a:ahLst/>
              <a:cxnLst/>
              <a:rect l="l" t="t" r="r" b="b"/>
              <a:pathLst>
                <a:path w="18612" h="5305" extrusionOk="0">
                  <a:moveTo>
                    <a:pt x="9001" y="1"/>
                  </a:moveTo>
                  <a:lnTo>
                    <a:pt x="7651" y="3022"/>
                  </a:lnTo>
                  <a:cubicBezTo>
                    <a:pt x="7651" y="3022"/>
                    <a:pt x="7258" y="3107"/>
                    <a:pt x="6637" y="3107"/>
                  </a:cubicBezTo>
                  <a:cubicBezTo>
                    <a:pt x="5499" y="3107"/>
                    <a:pt x="3593" y="2824"/>
                    <a:pt x="1929" y="1222"/>
                  </a:cubicBezTo>
                  <a:cubicBezTo>
                    <a:pt x="804" y="2476"/>
                    <a:pt x="0" y="3569"/>
                    <a:pt x="97" y="4147"/>
                  </a:cubicBezTo>
                  <a:cubicBezTo>
                    <a:pt x="289" y="5305"/>
                    <a:pt x="3311" y="5305"/>
                    <a:pt x="8036" y="5305"/>
                  </a:cubicBezTo>
                  <a:cubicBezTo>
                    <a:pt x="12761" y="5305"/>
                    <a:pt x="14819" y="4726"/>
                    <a:pt x="16522" y="3987"/>
                  </a:cubicBezTo>
                  <a:cubicBezTo>
                    <a:pt x="18226" y="3215"/>
                    <a:pt x="18612" y="2476"/>
                    <a:pt x="17101" y="2283"/>
                  </a:cubicBezTo>
                  <a:cubicBezTo>
                    <a:pt x="15847" y="2122"/>
                    <a:pt x="10769" y="547"/>
                    <a:pt x="9001"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31" name="Google Shape;1731;p33"/>
            <p:cNvSpPr/>
            <p:nvPr/>
          </p:nvSpPr>
          <p:spPr>
            <a:xfrm>
              <a:off x="2406075" y="4412675"/>
              <a:ext cx="462900" cy="145675"/>
            </a:xfrm>
            <a:custGeom>
              <a:avLst/>
              <a:gdLst/>
              <a:ahLst/>
              <a:cxnLst/>
              <a:rect l="l" t="t" r="r" b="b"/>
              <a:pathLst>
                <a:path w="18516" h="5827" extrusionOk="0">
                  <a:moveTo>
                    <a:pt x="9359" y="599"/>
                  </a:moveTo>
                  <a:cubicBezTo>
                    <a:pt x="10277" y="897"/>
                    <a:pt x="11838" y="1366"/>
                    <a:pt x="13372" y="1809"/>
                  </a:cubicBezTo>
                  <a:cubicBezTo>
                    <a:pt x="14176" y="2034"/>
                    <a:pt x="15012" y="2291"/>
                    <a:pt x="15687" y="2452"/>
                  </a:cubicBezTo>
                  <a:cubicBezTo>
                    <a:pt x="16362" y="2645"/>
                    <a:pt x="16908" y="2773"/>
                    <a:pt x="17262" y="2805"/>
                  </a:cubicBezTo>
                  <a:cubicBezTo>
                    <a:pt x="17551" y="2837"/>
                    <a:pt x="17776" y="2902"/>
                    <a:pt x="17873" y="2966"/>
                  </a:cubicBezTo>
                  <a:cubicBezTo>
                    <a:pt x="17937" y="2998"/>
                    <a:pt x="17969" y="3030"/>
                    <a:pt x="17969" y="3030"/>
                  </a:cubicBezTo>
                  <a:cubicBezTo>
                    <a:pt x="17969" y="3062"/>
                    <a:pt x="17969" y="3095"/>
                    <a:pt x="17905" y="3159"/>
                  </a:cubicBezTo>
                  <a:cubicBezTo>
                    <a:pt x="17776" y="3352"/>
                    <a:pt x="17326" y="3673"/>
                    <a:pt x="16619" y="3995"/>
                  </a:cubicBezTo>
                  <a:cubicBezTo>
                    <a:pt x="14947" y="4734"/>
                    <a:pt x="12922" y="5280"/>
                    <a:pt x="8229" y="5280"/>
                  </a:cubicBezTo>
                  <a:cubicBezTo>
                    <a:pt x="5851" y="5280"/>
                    <a:pt x="3922" y="5280"/>
                    <a:pt x="2572" y="5152"/>
                  </a:cubicBezTo>
                  <a:cubicBezTo>
                    <a:pt x="1897" y="5088"/>
                    <a:pt x="1382" y="4991"/>
                    <a:pt x="1029" y="4830"/>
                  </a:cubicBezTo>
                  <a:cubicBezTo>
                    <a:pt x="868" y="4766"/>
                    <a:pt x="740" y="4702"/>
                    <a:pt x="675" y="4605"/>
                  </a:cubicBezTo>
                  <a:cubicBezTo>
                    <a:pt x="579" y="4541"/>
                    <a:pt x="547" y="4477"/>
                    <a:pt x="547" y="4380"/>
                  </a:cubicBezTo>
                  <a:lnTo>
                    <a:pt x="547" y="4316"/>
                  </a:lnTo>
                  <a:cubicBezTo>
                    <a:pt x="547" y="4123"/>
                    <a:pt x="707" y="3737"/>
                    <a:pt x="1029" y="3255"/>
                  </a:cubicBezTo>
                  <a:cubicBezTo>
                    <a:pt x="1314" y="2857"/>
                    <a:pt x="1699" y="2382"/>
                    <a:pt x="2141" y="1877"/>
                  </a:cubicBezTo>
                  <a:lnTo>
                    <a:pt x="2141" y="1877"/>
                  </a:lnTo>
                  <a:cubicBezTo>
                    <a:pt x="3823" y="3375"/>
                    <a:pt x="5674" y="3641"/>
                    <a:pt x="6815" y="3641"/>
                  </a:cubicBezTo>
                  <a:cubicBezTo>
                    <a:pt x="7458" y="3641"/>
                    <a:pt x="7876" y="3545"/>
                    <a:pt x="7908" y="3545"/>
                  </a:cubicBezTo>
                  <a:cubicBezTo>
                    <a:pt x="7972" y="3545"/>
                    <a:pt x="8036" y="3480"/>
                    <a:pt x="8101" y="3416"/>
                  </a:cubicBezTo>
                  <a:lnTo>
                    <a:pt x="9359" y="599"/>
                  </a:lnTo>
                  <a:close/>
                  <a:moveTo>
                    <a:pt x="9222" y="0"/>
                  </a:moveTo>
                  <a:cubicBezTo>
                    <a:pt x="9110" y="0"/>
                    <a:pt x="8995" y="63"/>
                    <a:pt x="8969" y="169"/>
                  </a:cubicBezTo>
                  <a:lnTo>
                    <a:pt x="7644" y="3064"/>
                  </a:lnTo>
                  <a:lnTo>
                    <a:pt x="7644" y="3064"/>
                  </a:lnTo>
                  <a:cubicBezTo>
                    <a:pt x="7477" y="3095"/>
                    <a:pt x="7178" y="3127"/>
                    <a:pt x="6815" y="3127"/>
                  </a:cubicBezTo>
                  <a:cubicBezTo>
                    <a:pt x="5722" y="3095"/>
                    <a:pt x="3890" y="2837"/>
                    <a:pt x="2315" y="1294"/>
                  </a:cubicBezTo>
                  <a:cubicBezTo>
                    <a:pt x="2250" y="1262"/>
                    <a:pt x="2186" y="1230"/>
                    <a:pt x="2122" y="1230"/>
                  </a:cubicBezTo>
                  <a:cubicBezTo>
                    <a:pt x="2058" y="1230"/>
                    <a:pt x="1961" y="1262"/>
                    <a:pt x="1929" y="1327"/>
                  </a:cubicBezTo>
                  <a:cubicBezTo>
                    <a:pt x="1382" y="1905"/>
                    <a:pt x="932" y="2452"/>
                    <a:pt x="579" y="2966"/>
                  </a:cubicBezTo>
                  <a:cubicBezTo>
                    <a:pt x="225" y="3448"/>
                    <a:pt x="0" y="3898"/>
                    <a:pt x="0" y="4316"/>
                  </a:cubicBezTo>
                  <a:cubicBezTo>
                    <a:pt x="0" y="4378"/>
                    <a:pt x="0" y="4410"/>
                    <a:pt x="29" y="4470"/>
                  </a:cubicBezTo>
                  <a:lnTo>
                    <a:pt x="29" y="4470"/>
                  </a:lnTo>
                  <a:lnTo>
                    <a:pt x="0" y="4477"/>
                  </a:lnTo>
                  <a:cubicBezTo>
                    <a:pt x="32" y="4670"/>
                    <a:pt x="161" y="4863"/>
                    <a:pt x="290" y="4991"/>
                  </a:cubicBezTo>
                  <a:cubicBezTo>
                    <a:pt x="547" y="5248"/>
                    <a:pt x="900" y="5377"/>
                    <a:pt x="1382" y="5505"/>
                  </a:cubicBezTo>
                  <a:cubicBezTo>
                    <a:pt x="2765" y="5827"/>
                    <a:pt x="5111" y="5827"/>
                    <a:pt x="8229" y="5827"/>
                  </a:cubicBezTo>
                  <a:cubicBezTo>
                    <a:pt x="12954" y="5827"/>
                    <a:pt x="15108" y="5248"/>
                    <a:pt x="16844" y="4477"/>
                  </a:cubicBezTo>
                  <a:cubicBezTo>
                    <a:pt x="17326" y="4252"/>
                    <a:pt x="17744" y="4027"/>
                    <a:pt x="18001" y="3802"/>
                  </a:cubicBezTo>
                  <a:cubicBezTo>
                    <a:pt x="18162" y="3705"/>
                    <a:pt x="18258" y="3577"/>
                    <a:pt x="18355" y="3448"/>
                  </a:cubicBezTo>
                  <a:cubicBezTo>
                    <a:pt x="18451" y="3352"/>
                    <a:pt x="18515" y="3191"/>
                    <a:pt x="18515" y="3030"/>
                  </a:cubicBezTo>
                  <a:cubicBezTo>
                    <a:pt x="18515" y="2934"/>
                    <a:pt x="18451" y="2805"/>
                    <a:pt x="18387" y="2709"/>
                  </a:cubicBezTo>
                  <a:cubicBezTo>
                    <a:pt x="18290" y="2580"/>
                    <a:pt x="18162" y="2484"/>
                    <a:pt x="17969" y="2420"/>
                  </a:cubicBezTo>
                  <a:cubicBezTo>
                    <a:pt x="17808" y="2355"/>
                    <a:pt x="17583" y="2291"/>
                    <a:pt x="17326" y="2259"/>
                  </a:cubicBezTo>
                  <a:cubicBezTo>
                    <a:pt x="17037" y="2227"/>
                    <a:pt x="16490" y="2098"/>
                    <a:pt x="15815" y="1937"/>
                  </a:cubicBezTo>
                  <a:cubicBezTo>
                    <a:pt x="13790" y="1391"/>
                    <a:pt x="10608" y="427"/>
                    <a:pt x="9290" y="9"/>
                  </a:cubicBezTo>
                  <a:cubicBezTo>
                    <a:pt x="9268" y="3"/>
                    <a:pt x="9245" y="0"/>
                    <a:pt x="9222"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32" name="Google Shape;1732;p33"/>
            <p:cNvSpPr/>
            <p:nvPr/>
          </p:nvSpPr>
          <p:spPr>
            <a:xfrm>
              <a:off x="4440000" y="3896950"/>
              <a:ext cx="675875" cy="654975"/>
            </a:xfrm>
            <a:custGeom>
              <a:avLst/>
              <a:gdLst/>
              <a:ahLst/>
              <a:cxnLst/>
              <a:rect l="l" t="t" r="r" b="b"/>
              <a:pathLst>
                <a:path w="27035" h="26199" extrusionOk="0">
                  <a:moveTo>
                    <a:pt x="4688" y="1"/>
                  </a:moveTo>
                  <a:cubicBezTo>
                    <a:pt x="3143" y="1"/>
                    <a:pt x="1478" y="407"/>
                    <a:pt x="1" y="1608"/>
                  </a:cubicBezTo>
                  <a:cubicBezTo>
                    <a:pt x="1" y="1608"/>
                    <a:pt x="3022" y="7844"/>
                    <a:pt x="7362" y="11830"/>
                  </a:cubicBezTo>
                  <a:cubicBezTo>
                    <a:pt x="11701" y="15784"/>
                    <a:pt x="18516" y="20702"/>
                    <a:pt x="18516" y="20702"/>
                  </a:cubicBezTo>
                  <a:cubicBezTo>
                    <a:pt x="18516" y="20702"/>
                    <a:pt x="11316" y="22984"/>
                    <a:pt x="9805" y="23177"/>
                  </a:cubicBezTo>
                  <a:cubicBezTo>
                    <a:pt x="8294" y="23370"/>
                    <a:pt x="8680" y="24109"/>
                    <a:pt x="10383" y="24881"/>
                  </a:cubicBezTo>
                  <a:cubicBezTo>
                    <a:pt x="12087" y="25620"/>
                    <a:pt x="14176" y="26199"/>
                    <a:pt x="18902" y="26199"/>
                  </a:cubicBezTo>
                  <a:cubicBezTo>
                    <a:pt x="23627" y="26199"/>
                    <a:pt x="26648" y="26199"/>
                    <a:pt x="26841" y="25041"/>
                  </a:cubicBezTo>
                  <a:cubicBezTo>
                    <a:pt x="27034" y="23916"/>
                    <a:pt x="23980" y="21088"/>
                    <a:pt x="21730" y="18805"/>
                  </a:cubicBezTo>
                  <a:cubicBezTo>
                    <a:pt x="19448" y="16555"/>
                    <a:pt x="10769" y="2380"/>
                    <a:pt x="9998" y="1608"/>
                  </a:cubicBezTo>
                  <a:cubicBezTo>
                    <a:pt x="9534" y="1145"/>
                    <a:pt x="7280" y="1"/>
                    <a:pt x="4688"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33" name="Google Shape;1733;p33"/>
            <p:cNvSpPr/>
            <p:nvPr/>
          </p:nvSpPr>
          <p:spPr>
            <a:xfrm>
              <a:off x="4431975" y="3890525"/>
              <a:ext cx="685500" cy="667825"/>
            </a:xfrm>
            <a:custGeom>
              <a:avLst/>
              <a:gdLst/>
              <a:ahLst/>
              <a:cxnLst/>
              <a:rect l="l" t="t" r="r" b="b"/>
              <a:pathLst>
                <a:path w="27420" h="26713" extrusionOk="0">
                  <a:moveTo>
                    <a:pt x="5015" y="547"/>
                  </a:moveTo>
                  <a:cubicBezTo>
                    <a:pt x="6268" y="547"/>
                    <a:pt x="7458" y="804"/>
                    <a:pt x="8390" y="1158"/>
                  </a:cubicBezTo>
                  <a:cubicBezTo>
                    <a:pt x="8840" y="1319"/>
                    <a:pt x="9226" y="1479"/>
                    <a:pt x="9547" y="1672"/>
                  </a:cubicBezTo>
                  <a:cubicBezTo>
                    <a:pt x="9836" y="1833"/>
                    <a:pt x="10061" y="1994"/>
                    <a:pt x="10126" y="2058"/>
                  </a:cubicBezTo>
                  <a:cubicBezTo>
                    <a:pt x="10158" y="2090"/>
                    <a:pt x="10254" y="2187"/>
                    <a:pt x="10351" y="2315"/>
                  </a:cubicBezTo>
                  <a:cubicBezTo>
                    <a:pt x="10736" y="2862"/>
                    <a:pt x="11508" y="4051"/>
                    <a:pt x="12504" y="5594"/>
                  </a:cubicBezTo>
                  <a:cubicBezTo>
                    <a:pt x="13983" y="7876"/>
                    <a:pt x="15912" y="10866"/>
                    <a:pt x="17680" y="13501"/>
                  </a:cubicBezTo>
                  <a:cubicBezTo>
                    <a:pt x="18548" y="14852"/>
                    <a:pt x="19383" y="16073"/>
                    <a:pt x="20123" y="17069"/>
                  </a:cubicBezTo>
                  <a:cubicBezTo>
                    <a:pt x="20830" y="18066"/>
                    <a:pt x="21441" y="18837"/>
                    <a:pt x="21858" y="19255"/>
                  </a:cubicBezTo>
                  <a:cubicBezTo>
                    <a:pt x="22951" y="20380"/>
                    <a:pt x="24237" y="21602"/>
                    <a:pt x="25234" y="22695"/>
                  </a:cubicBezTo>
                  <a:cubicBezTo>
                    <a:pt x="25716" y="23241"/>
                    <a:pt x="26166" y="23756"/>
                    <a:pt x="26455" y="24206"/>
                  </a:cubicBezTo>
                  <a:cubicBezTo>
                    <a:pt x="26744" y="24656"/>
                    <a:pt x="26905" y="25009"/>
                    <a:pt x="26905" y="25202"/>
                  </a:cubicBezTo>
                  <a:lnTo>
                    <a:pt x="26873" y="25266"/>
                  </a:lnTo>
                  <a:cubicBezTo>
                    <a:pt x="26873" y="25363"/>
                    <a:pt x="26841" y="25427"/>
                    <a:pt x="26777" y="25491"/>
                  </a:cubicBezTo>
                  <a:cubicBezTo>
                    <a:pt x="26616" y="25620"/>
                    <a:pt x="26359" y="25781"/>
                    <a:pt x="25941" y="25877"/>
                  </a:cubicBezTo>
                  <a:cubicBezTo>
                    <a:pt x="24687" y="26166"/>
                    <a:pt x="22308" y="26166"/>
                    <a:pt x="19223" y="26166"/>
                  </a:cubicBezTo>
                  <a:cubicBezTo>
                    <a:pt x="14497" y="26166"/>
                    <a:pt x="12472" y="25620"/>
                    <a:pt x="10801" y="24881"/>
                  </a:cubicBezTo>
                  <a:cubicBezTo>
                    <a:pt x="10351" y="24656"/>
                    <a:pt x="9965" y="24463"/>
                    <a:pt x="9740" y="24270"/>
                  </a:cubicBezTo>
                  <a:cubicBezTo>
                    <a:pt x="9644" y="24173"/>
                    <a:pt x="9547" y="24109"/>
                    <a:pt x="9515" y="24045"/>
                  </a:cubicBezTo>
                  <a:cubicBezTo>
                    <a:pt x="9451" y="23981"/>
                    <a:pt x="9451" y="23948"/>
                    <a:pt x="9451" y="23916"/>
                  </a:cubicBezTo>
                  <a:cubicBezTo>
                    <a:pt x="9483" y="23884"/>
                    <a:pt x="9547" y="23852"/>
                    <a:pt x="9644" y="23820"/>
                  </a:cubicBezTo>
                  <a:cubicBezTo>
                    <a:pt x="9772" y="23756"/>
                    <a:pt x="9933" y="23723"/>
                    <a:pt x="10158" y="23691"/>
                  </a:cubicBezTo>
                  <a:cubicBezTo>
                    <a:pt x="10576" y="23627"/>
                    <a:pt x="11315" y="23466"/>
                    <a:pt x="12215" y="23209"/>
                  </a:cubicBezTo>
                  <a:cubicBezTo>
                    <a:pt x="14883" y="22502"/>
                    <a:pt x="18901" y="21216"/>
                    <a:pt x="18901" y="21216"/>
                  </a:cubicBezTo>
                  <a:cubicBezTo>
                    <a:pt x="18998" y="21184"/>
                    <a:pt x="19094" y="21120"/>
                    <a:pt x="19094" y="21023"/>
                  </a:cubicBezTo>
                  <a:cubicBezTo>
                    <a:pt x="19126" y="20895"/>
                    <a:pt x="19062" y="20798"/>
                    <a:pt x="18998" y="20734"/>
                  </a:cubicBezTo>
                  <a:cubicBezTo>
                    <a:pt x="18998" y="20734"/>
                    <a:pt x="18580" y="20445"/>
                    <a:pt x="17873" y="19930"/>
                  </a:cubicBezTo>
                  <a:cubicBezTo>
                    <a:pt x="15751" y="18355"/>
                    <a:pt x="11122" y="14852"/>
                    <a:pt x="7876" y="11894"/>
                  </a:cubicBezTo>
                  <a:cubicBezTo>
                    <a:pt x="5722" y="9933"/>
                    <a:pt x="3890" y="7394"/>
                    <a:pt x="2604" y="5337"/>
                  </a:cubicBezTo>
                  <a:cubicBezTo>
                    <a:pt x="1961" y="4340"/>
                    <a:pt x="1447" y="3440"/>
                    <a:pt x="1093" y="2797"/>
                  </a:cubicBezTo>
                  <a:cubicBezTo>
                    <a:pt x="900" y="2476"/>
                    <a:pt x="772" y="2219"/>
                    <a:pt x="675" y="2026"/>
                  </a:cubicBezTo>
                  <a:cubicBezTo>
                    <a:pt x="666" y="2002"/>
                    <a:pt x="656" y="1980"/>
                    <a:pt x="647" y="1959"/>
                  </a:cubicBezTo>
                  <a:lnTo>
                    <a:pt x="647" y="1959"/>
                  </a:lnTo>
                  <a:cubicBezTo>
                    <a:pt x="2021" y="904"/>
                    <a:pt x="3562" y="547"/>
                    <a:pt x="5015" y="547"/>
                  </a:cubicBezTo>
                  <a:close/>
                  <a:moveTo>
                    <a:pt x="5015" y="1"/>
                  </a:moveTo>
                  <a:cubicBezTo>
                    <a:pt x="3408" y="1"/>
                    <a:pt x="1672" y="419"/>
                    <a:pt x="129" y="1672"/>
                  </a:cubicBezTo>
                  <a:cubicBezTo>
                    <a:pt x="32" y="1737"/>
                    <a:pt x="0" y="1865"/>
                    <a:pt x="65" y="1994"/>
                  </a:cubicBezTo>
                  <a:cubicBezTo>
                    <a:pt x="65" y="1994"/>
                    <a:pt x="3086" y="8262"/>
                    <a:pt x="7490" y="12280"/>
                  </a:cubicBezTo>
                  <a:cubicBezTo>
                    <a:pt x="11201" y="15664"/>
                    <a:pt x="16672" y="19719"/>
                    <a:pt x="18241" y="20867"/>
                  </a:cubicBezTo>
                  <a:lnTo>
                    <a:pt x="18241" y="20867"/>
                  </a:lnTo>
                  <a:cubicBezTo>
                    <a:pt x="18068" y="20922"/>
                    <a:pt x="17856" y="20987"/>
                    <a:pt x="17615" y="21055"/>
                  </a:cubicBezTo>
                  <a:cubicBezTo>
                    <a:pt x="16555" y="21377"/>
                    <a:pt x="14947" y="21891"/>
                    <a:pt x="13469" y="22309"/>
                  </a:cubicBezTo>
                  <a:cubicBezTo>
                    <a:pt x="12729" y="22502"/>
                    <a:pt x="12022" y="22727"/>
                    <a:pt x="11444" y="22856"/>
                  </a:cubicBezTo>
                  <a:cubicBezTo>
                    <a:pt x="10833" y="23016"/>
                    <a:pt x="10351" y="23113"/>
                    <a:pt x="10094" y="23145"/>
                  </a:cubicBezTo>
                  <a:cubicBezTo>
                    <a:pt x="9772" y="23209"/>
                    <a:pt x="9515" y="23273"/>
                    <a:pt x="9290" y="23370"/>
                  </a:cubicBezTo>
                  <a:cubicBezTo>
                    <a:pt x="9194" y="23434"/>
                    <a:pt x="9097" y="23498"/>
                    <a:pt x="9033" y="23595"/>
                  </a:cubicBezTo>
                  <a:cubicBezTo>
                    <a:pt x="8969" y="23691"/>
                    <a:pt x="8936" y="23820"/>
                    <a:pt x="8936" y="23916"/>
                  </a:cubicBezTo>
                  <a:cubicBezTo>
                    <a:pt x="8936" y="24077"/>
                    <a:pt x="9001" y="24238"/>
                    <a:pt x="9065" y="24334"/>
                  </a:cubicBezTo>
                  <a:cubicBezTo>
                    <a:pt x="9322" y="24720"/>
                    <a:pt x="9836" y="25041"/>
                    <a:pt x="10608" y="25363"/>
                  </a:cubicBezTo>
                  <a:cubicBezTo>
                    <a:pt x="12344" y="26134"/>
                    <a:pt x="14465" y="26713"/>
                    <a:pt x="19223" y="26713"/>
                  </a:cubicBezTo>
                  <a:cubicBezTo>
                    <a:pt x="21569" y="26713"/>
                    <a:pt x="23530" y="26713"/>
                    <a:pt x="24912" y="26584"/>
                  </a:cubicBezTo>
                  <a:cubicBezTo>
                    <a:pt x="25619" y="26488"/>
                    <a:pt x="26166" y="26391"/>
                    <a:pt x="26584" y="26231"/>
                  </a:cubicBezTo>
                  <a:cubicBezTo>
                    <a:pt x="26809" y="26134"/>
                    <a:pt x="27002" y="26006"/>
                    <a:pt x="27130" y="25877"/>
                  </a:cubicBezTo>
                  <a:cubicBezTo>
                    <a:pt x="27291" y="25749"/>
                    <a:pt x="27387" y="25556"/>
                    <a:pt x="27419" y="25363"/>
                  </a:cubicBezTo>
                  <a:cubicBezTo>
                    <a:pt x="27419" y="25298"/>
                    <a:pt x="27419" y="25266"/>
                    <a:pt x="27419" y="25202"/>
                  </a:cubicBezTo>
                  <a:cubicBezTo>
                    <a:pt x="27419" y="24784"/>
                    <a:pt x="27194" y="24398"/>
                    <a:pt x="26905" y="23916"/>
                  </a:cubicBezTo>
                  <a:cubicBezTo>
                    <a:pt x="25941" y="22470"/>
                    <a:pt x="23884" y="20541"/>
                    <a:pt x="22244" y="18870"/>
                  </a:cubicBezTo>
                  <a:cubicBezTo>
                    <a:pt x="21698" y="18355"/>
                    <a:pt x="20733" y="17037"/>
                    <a:pt x="19576" y="15398"/>
                  </a:cubicBezTo>
                  <a:cubicBezTo>
                    <a:pt x="17873" y="12891"/>
                    <a:pt x="15751" y="9612"/>
                    <a:pt x="13983" y="6912"/>
                  </a:cubicBezTo>
                  <a:cubicBezTo>
                    <a:pt x="13115" y="5530"/>
                    <a:pt x="12312" y="4308"/>
                    <a:pt x="11733" y="3408"/>
                  </a:cubicBezTo>
                  <a:cubicBezTo>
                    <a:pt x="11412" y="2926"/>
                    <a:pt x="11154" y="2572"/>
                    <a:pt x="10961" y="2283"/>
                  </a:cubicBezTo>
                  <a:cubicBezTo>
                    <a:pt x="10865" y="2122"/>
                    <a:pt x="10769" y="1994"/>
                    <a:pt x="10704" y="1897"/>
                  </a:cubicBezTo>
                  <a:cubicBezTo>
                    <a:pt x="10640" y="1801"/>
                    <a:pt x="10576" y="1737"/>
                    <a:pt x="10511" y="1672"/>
                  </a:cubicBezTo>
                  <a:cubicBezTo>
                    <a:pt x="10351" y="1544"/>
                    <a:pt x="10126" y="1383"/>
                    <a:pt x="9804" y="1190"/>
                  </a:cubicBezTo>
                  <a:cubicBezTo>
                    <a:pt x="8808" y="644"/>
                    <a:pt x="7008" y="1"/>
                    <a:pt x="5015"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34" name="Google Shape;1734;p33"/>
            <p:cNvSpPr/>
            <p:nvPr/>
          </p:nvSpPr>
          <p:spPr>
            <a:xfrm>
              <a:off x="4647325" y="4419300"/>
              <a:ext cx="466125" cy="132625"/>
            </a:xfrm>
            <a:custGeom>
              <a:avLst/>
              <a:gdLst/>
              <a:ahLst/>
              <a:cxnLst/>
              <a:rect l="l" t="t" r="r" b="b"/>
              <a:pathLst>
                <a:path w="18645" h="5305" extrusionOk="0">
                  <a:moveTo>
                    <a:pt x="9612" y="1"/>
                  </a:moveTo>
                  <a:cubicBezTo>
                    <a:pt x="7844" y="547"/>
                    <a:pt x="2765" y="2122"/>
                    <a:pt x="1512" y="2283"/>
                  </a:cubicBezTo>
                  <a:cubicBezTo>
                    <a:pt x="1" y="2476"/>
                    <a:pt x="387" y="3215"/>
                    <a:pt x="2090" y="3987"/>
                  </a:cubicBezTo>
                  <a:cubicBezTo>
                    <a:pt x="3794" y="4726"/>
                    <a:pt x="5883" y="5305"/>
                    <a:pt x="10609" y="5305"/>
                  </a:cubicBezTo>
                  <a:cubicBezTo>
                    <a:pt x="15334" y="5305"/>
                    <a:pt x="18355" y="5305"/>
                    <a:pt x="18548" y="4147"/>
                  </a:cubicBezTo>
                  <a:cubicBezTo>
                    <a:pt x="18645" y="3569"/>
                    <a:pt x="17809" y="2476"/>
                    <a:pt x="16684" y="1222"/>
                  </a:cubicBezTo>
                  <a:cubicBezTo>
                    <a:pt x="15020" y="2824"/>
                    <a:pt x="13114" y="3107"/>
                    <a:pt x="11975" y="3107"/>
                  </a:cubicBezTo>
                  <a:cubicBezTo>
                    <a:pt x="11355" y="3107"/>
                    <a:pt x="10962" y="3022"/>
                    <a:pt x="10962" y="3022"/>
                  </a:cubicBezTo>
                  <a:lnTo>
                    <a:pt x="9612"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35" name="Google Shape;1735;p33"/>
            <p:cNvSpPr/>
            <p:nvPr/>
          </p:nvSpPr>
          <p:spPr>
            <a:xfrm>
              <a:off x="4655375" y="4412675"/>
              <a:ext cx="462100" cy="145675"/>
            </a:xfrm>
            <a:custGeom>
              <a:avLst/>
              <a:gdLst/>
              <a:ahLst/>
              <a:cxnLst/>
              <a:rect l="l" t="t" r="r" b="b"/>
              <a:pathLst>
                <a:path w="18484" h="5827" extrusionOk="0">
                  <a:moveTo>
                    <a:pt x="9155" y="595"/>
                  </a:moveTo>
                  <a:lnTo>
                    <a:pt x="10415" y="3416"/>
                  </a:lnTo>
                  <a:cubicBezTo>
                    <a:pt x="10447" y="3480"/>
                    <a:pt x="10512" y="3545"/>
                    <a:pt x="10608" y="3545"/>
                  </a:cubicBezTo>
                  <a:cubicBezTo>
                    <a:pt x="10608" y="3545"/>
                    <a:pt x="11026" y="3641"/>
                    <a:pt x="11669" y="3641"/>
                  </a:cubicBezTo>
                  <a:cubicBezTo>
                    <a:pt x="12811" y="3641"/>
                    <a:pt x="14665" y="3374"/>
                    <a:pt x="16348" y="1872"/>
                  </a:cubicBezTo>
                  <a:lnTo>
                    <a:pt x="16348" y="1872"/>
                  </a:lnTo>
                  <a:cubicBezTo>
                    <a:pt x="16814" y="2379"/>
                    <a:pt x="17201" y="2855"/>
                    <a:pt x="17487" y="3255"/>
                  </a:cubicBezTo>
                  <a:cubicBezTo>
                    <a:pt x="17808" y="3737"/>
                    <a:pt x="17969" y="4123"/>
                    <a:pt x="17969" y="4316"/>
                  </a:cubicBezTo>
                  <a:lnTo>
                    <a:pt x="17937" y="4380"/>
                  </a:lnTo>
                  <a:cubicBezTo>
                    <a:pt x="17937" y="4477"/>
                    <a:pt x="17905" y="4541"/>
                    <a:pt x="17841" y="4605"/>
                  </a:cubicBezTo>
                  <a:cubicBezTo>
                    <a:pt x="17680" y="4734"/>
                    <a:pt x="17423" y="4895"/>
                    <a:pt x="17005" y="4991"/>
                  </a:cubicBezTo>
                  <a:cubicBezTo>
                    <a:pt x="15751" y="5280"/>
                    <a:pt x="13372" y="5280"/>
                    <a:pt x="10287" y="5280"/>
                  </a:cubicBezTo>
                  <a:cubicBezTo>
                    <a:pt x="5561" y="5280"/>
                    <a:pt x="3536" y="4734"/>
                    <a:pt x="1865" y="3995"/>
                  </a:cubicBezTo>
                  <a:cubicBezTo>
                    <a:pt x="1415" y="3770"/>
                    <a:pt x="1029" y="3577"/>
                    <a:pt x="804" y="3384"/>
                  </a:cubicBezTo>
                  <a:cubicBezTo>
                    <a:pt x="708" y="3287"/>
                    <a:pt x="611" y="3223"/>
                    <a:pt x="579" y="3159"/>
                  </a:cubicBezTo>
                  <a:cubicBezTo>
                    <a:pt x="515" y="3095"/>
                    <a:pt x="515" y="3062"/>
                    <a:pt x="515" y="3030"/>
                  </a:cubicBezTo>
                  <a:cubicBezTo>
                    <a:pt x="547" y="2998"/>
                    <a:pt x="611" y="2966"/>
                    <a:pt x="708" y="2934"/>
                  </a:cubicBezTo>
                  <a:cubicBezTo>
                    <a:pt x="836" y="2870"/>
                    <a:pt x="997" y="2837"/>
                    <a:pt x="1222" y="2805"/>
                  </a:cubicBezTo>
                  <a:cubicBezTo>
                    <a:pt x="1575" y="2773"/>
                    <a:pt x="2122" y="2645"/>
                    <a:pt x="2797" y="2452"/>
                  </a:cubicBezTo>
                  <a:cubicBezTo>
                    <a:pt x="4744" y="1934"/>
                    <a:pt x="7699" y="1043"/>
                    <a:pt x="9155" y="595"/>
                  </a:cubicBezTo>
                  <a:close/>
                  <a:moveTo>
                    <a:pt x="9292" y="0"/>
                  </a:moveTo>
                  <a:cubicBezTo>
                    <a:pt x="9270" y="0"/>
                    <a:pt x="9248" y="3"/>
                    <a:pt x="9226" y="9"/>
                  </a:cubicBezTo>
                  <a:cubicBezTo>
                    <a:pt x="8326" y="298"/>
                    <a:pt x="6622" y="812"/>
                    <a:pt x="4983" y="1294"/>
                  </a:cubicBezTo>
                  <a:cubicBezTo>
                    <a:pt x="4147" y="1519"/>
                    <a:pt x="3343" y="1744"/>
                    <a:pt x="2668" y="1937"/>
                  </a:cubicBezTo>
                  <a:cubicBezTo>
                    <a:pt x="1993" y="2098"/>
                    <a:pt x="1447" y="2227"/>
                    <a:pt x="1158" y="2259"/>
                  </a:cubicBezTo>
                  <a:cubicBezTo>
                    <a:pt x="836" y="2323"/>
                    <a:pt x="547" y="2387"/>
                    <a:pt x="354" y="2484"/>
                  </a:cubicBezTo>
                  <a:cubicBezTo>
                    <a:pt x="258" y="2548"/>
                    <a:pt x="161" y="2612"/>
                    <a:pt x="97" y="2709"/>
                  </a:cubicBezTo>
                  <a:cubicBezTo>
                    <a:pt x="33" y="2805"/>
                    <a:pt x="0" y="2934"/>
                    <a:pt x="0" y="3030"/>
                  </a:cubicBezTo>
                  <a:cubicBezTo>
                    <a:pt x="0" y="3191"/>
                    <a:pt x="65" y="3352"/>
                    <a:pt x="129" y="3448"/>
                  </a:cubicBezTo>
                  <a:cubicBezTo>
                    <a:pt x="386" y="3834"/>
                    <a:pt x="900" y="4155"/>
                    <a:pt x="1672" y="4477"/>
                  </a:cubicBezTo>
                  <a:cubicBezTo>
                    <a:pt x="3408" y="5248"/>
                    <a:pt x="5529" y="5827"/>
                    <a:pt x="10287" y="5827"/>
                  </a:cubicBezTo>
                  <a:cubicBezTo>
                    <a:pt x="12633" y="5827"/>
                    <a:pt x="14594" y="5827"/>
                    <a:pt x="15976" y="5698"/>
                  </a:cubicBezTo>
                  <a:cubicBezTo>
                    <a:pt x="16683" y="5602"/>
                    <a:pt x="17230" y="5505"/>
                    <a:pt x="17648" y="5345"/>
                  </a:cubicBezTo>
                  <a:cubicBezTo>
                    <a:pt x="17873" y="5248"/>
                    <a:pt x="18066" y="5120"/>
                    <a:pt x="18194" y="4991"/>
                  </a:cubicBezTo>
                  <a:cubicBezTo>
                    <a:pt x="18355" y="4863"/>
                    <a:pt x="18451" y="4670"/>
                    <a:pt x="18483" y="4477"/>
                  </a:cubicBezTo>
                  <a:cubicBezTo>
                    <a:pt x="18483" y="4412"/>
                    <a:pt x="18483" y="4380"/>
                    <a:pt x="18483" y="4316"/>
                  </a:cubicBezTo>
                  <a:cubicBezTo>
                    <a:pt x="18483" y="3898"/>
                    <a:pt x="18258" y="3448"/>
                    <a:pt x="17905" y="2966"/>
                  </a:cubicBezTo>
                  <a:cubicBezTo>
                    <a:pt x="17583" y="2452"/>
                    <a:pt x="17101" y="1905"/>
                    <a:pt x="16555" y="1327"/>
                  </a:cubicBezTo>
                  <a:cubicBezTo>
                    <a:pt x="16523" y="1262"/>
                    <a:pt x="16458" y="1230"/>
                    <a:pt x="16394" y="1230"/>
                  </a:cubicBezTo>
                  <a:cubicBezTo>
                    <a:pt x="16298" y="1230"/>
                    <a:pt x="16233" y="1262"/>
                    <a:pt x="16169" y="1294"/>
                  </a:cubicBezTo>
                  <a:cubicBezTo>
                    <a:pt x="14594" y="2837"/>
                    <a:pt x="12762" y="3095"/>
                    <a:pt x="11669" y="3127"/>
                  </a:cubicBezTo>
                  <a:cubicBezTo>
                    <a:pt x="11380" y="3127"/>
                    <a:pt x="11122" y="3095"/>
                    <a:pt x="10962" y="3062"/>
                  </a:cubicBezTo>
                  <a:cubicBezTo>
                    <a:pt x="10912" y="3062"/>
                    <a:pt x="10871" y="3062"/>
                    <a:pt x="10838" y="3058"/>
                  </a:cubicBezTo>
                  <a:lnTo>
                    <a:pt x="10838" y="3058"/>
                  </a:lnTo>
                  <a:lnTo>
                    <a:pt x="9547" y="169"/>
                  </a:lnTo>
                  <a:cubicBezTo>
                    <a:pt x="9494" y="63"/>
                    <a:pt x="9397" y="0"/>
                    <a:pt x="9292"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36" name="Google Shape;1736;p33"/>
            <p:cNvSpPr/>
            <p:nvPr/>
          </p:nvSpPr>
          <p:spPr>
            <a:xfrm>
              <a:off x="1932200" y="3946775"/>
              <a:ext cx="1003475" cy="650250"/>
            </a:xfrm>
            <a:custGeom>
              <a:avLst/>
              <a:gdLst/>
              <a:ahLst/>
              <a:cxnLst/>
              <a:rect l="l" t="t" r="r" b="b"/>
              <a:pathLst>
                <a:path w="40139" h="26010" extrusionOk="0">
                  <a:moveTo>
                    <a:pt x="3365" y="1"/>
                  </a:moveTo>
                  <a:cubicBezTo>
                    <a:pt x="3365" y="1"/>
                    <a:pt x="2240" y="1"/>
                    <a:pt x="2401" y="2283"/>
                  </a:cubicBezTo>
                  <a:cubicBezTo>
                    <a:pt x="2401" y="2283"/>
                    <a:pt x="5069" y="7201"/>
                    <a:pt x="4876" y="8873"/>
                  </a:cubicBezTo>
                  <a:cubicBezTo>
                    <a:pt x="4715" y="10287"/>
                    <a:pt x="1404" y="20863"/>
                    <a:pt x="215" y="24720"/>
                  </a:cubicBezTo>
                  <a:cubicBezTo>
                    <a:pt x="1" y="25333"/>
                    <a:pt x="487" y="25946"/>
                    <a:pt x="1118" y="25946"/>
                  </a:cubicBezTo>
                  <a:cubicBezTo>
                    <a:pt x="1149" y="25946"/>
                    <a:pt x="1180" y="25944"/>
                    <a:pt x="1212" y="25941"/>
                  </a:cubicBezTo>
                  <a:cubicBezTo>
                    <a:pt x="1597" y="25909"/>
                    <a:pt x="1919" y="25652"/>
                    <a:pt x="2047" y="25299"/>
                  </a:cubicBezTo>
                  <a:lnTo>
                    <a:pt x="7319" y="9066"/>
                  </a:lnTo>
                  <a:cubicBezTo>
                    <a:pt x="7319" y="9066"/>
                    <a:pt x="8283" y="7941"/>
                    <a:pt x="11305" y="7362"/>
                  </a:cubicBezTo>
                  <a:cubicBezTo>
                    <a:pt x="13619" y="6944"/>
                    <a:pt x="25127" y="6398"/>
                    <a:pt x="30399" y="6173"/>
                  </a:cubicBezTo>
                  <a:cubicBezTo>
                    <a:pt x="30461" y="6170"/>
                    <a:pt x="30524" y="6168"/>
                    <a:pt x="30586" y="6168"/>
                  </a:cubicBezTo>
                  <a:cubicBezTo>
                    <a:pt x="32532" y="6168"/>
                    <a:pt x="34197" y="7617"/>
                    <a:pt x="34352" y="9580"/>
                  </a:cubicBezTo>
                  <a:lnTo>
                    <a:pt x="34352" y="9644"/>
                  </a:lnTo>
                  <a:cubicBezTo>
                    <a:pt x="34513" y="11830"/>
                    <a:pt x="38113" y="23113"/>
                    <a:pt x="38917" y="25588"/>
                  </a:cubicBezTo>
                  <a:cubicBezTo>
                    <a:pt x="39005" y="25853"/>
                    <a:pt x="39255" y="26010"/>
                    <a:pt x="39519" y="26010"/>
                  </a:cubicBezTo>
                  <a:cubicBezTo>
                    <a:pt x="39543" y="26010"/>
                    <a:pt x="39568" y="26008"/>
                    <a:pt x="39592" y="26006"/>
                  </a:cubicBezTo>
                  <a:cubicBezTo>
                    <a:pt x="39946" y="25941"/>
                    <a:pt x="40138" y="25620"/>
                    <a:pt x="40074" y="25299"/>
                  </a:cubicBezTo>
                  <a:cubicBezTo>
                    <a:pt x="39431" y="22373"/>
                    <a:pt x="36667" y="9741"/>
                    <a:pt x="35670" y="3408"/>
                  </a:cubicBezTo>
                  <a:cubicBezTo>
                    <a:pt x="35670" y="3408"/>
                    <a:pt x="27881" y="3771"/>
                    <a:pt x="20919" y="3771"/>
                  </a:cubicBezTo>
                  <a:cubicBezTo>
                    <a:pt x="16718" y="3771"/>
                    <a:pt x="12818" y="3639"/>
                    <a:pt x="11112" y="3215"/>
                  </a:cubicBezTo>
                  <a:cubicBezTo>
                    <a:pt x="6580" y="2090"/>
                    <a:pt x="3365" y="1"/>
                    <a:pt x="3365"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37" name="Google Shape;1737;p33"/>
            <p:cNvSpPr/>
            <p:nvPr/>
          </p:nvSpPr>
          <p:spPr>
            <a:xfrm>
              <a:off x="1929525" y="3940350"/>
              <a:ext cx="1011775" cy="663000"/>
            </a:xfrm>
            <a:custGeom>
              <a:avLst/>
              <a:gdLst/>
              <a:ahLst/>
              <a:cxnLst/>
              <a:rect l="l" t="t" r="r" b="b"/>
              <a:pathLst>
                <a:path w="40471" h="26520" extrusionOk="0">
                  <a:moveTo>
                    <a:pt x="3416" y="543"/>
                  </a:moveTo>
                  <a:cubicBezTo>
                    <a:pt x="4004" y="894"/>
                    <a:pt x="7020" y="2689"/>
                    <a:pt x="11155" y="3729"/>
                  </a:cubicBezTo>
                  <a:cubicBezTo>
                    <a:pt x="12023" y="3954"/>
                    <a:pt x="13437" y="4083"/>
                    <a:pt x="15141" y="4180"/>
                  </a:cubicBezTo>
                  <a:cubicBezTo>
                    <a:pt x="16876" y="4276"/>
                    <a:pt x="18869" y="4308"/>
                    <a:pt x="20991" y="4308"/>
                  </a:cubicBezTo>
                  <a:cubicBezTo>
                    <a:pt x="27230" y="4308"/>
                    <a:pt x="34164" y="3999"/>
                    <a:pt x="35558" y="3934"/>
                  </a:cubicBezTo>
                  <a:lnTo>
                    <a:pt x="35558" y="3934"/>
                  </a:lnTo>
                  <a:cubicBezTo>
                    <a:pt x="36584" y="10340"/>
                    <a:pt x="39289" y="22699"/>
                    <a:pt x="39924" y="25588"/>
                  </a:cubicBezTo>
                  <a:lnTo>
                    <a:pt x="39924" y="25684"/>
                  </a:lnTo>
                  <a:cubicBezTo>
                    <a:pt x="39924" y="25813"/>
                    <a:pt x="39828" y="25973"/>
                    <a:pt x="39667" y="26006"/>
                  </a:cubicBezTo>
                  <a:lnTo>
                    <a:pt x="39603" y="26006"/>
                  </a:lnTo>
                  <a:cubicBezTo>
                    <a:pt x="39442" y="26006"/>
                    <a:pt x="39345" y="25909"/>
                    <a:pt x="39281" y="25781"/>
                  </a:cubicBezTo>
                  <a:cubicBezTo>
                    <a:pt x="38895" y="24527"/>
                    <a:pt x="37770" y="21088"/>
                    <a:pt x="36774" y="17680"/>
                  </a:cubicBezTo>
                  <a:cubicBezTo>
                    <a:pt x="36260" y="15977"/>
                    <a:pt x="35777" y="14305"/>
                    <a:pt x="35392" y="12891"/>
                  </a:cubicBezTo>
                  <a:cubicBezTo>
                    <a:pt x="35006" y="11508"/>
                    <a:pt x="34781" y="10383"/>
                    <a:pt x="34717" y="9869"/>
                  </a:cubicBezTo>
                  <a:lnTo>
                    <a:pt x="34717" y="9805"/>
                  </a:lnTo>
                  <a:cubicBezTo>
                    <a:pt x="34556" y="7715"/>
                    <a:pt x="32756" y="6140"/>
                    <a:pt x="30666" y="6140"/>
                  </a:cubicBezTo>
                  <a:lnTo>
                    <a:pt x="30506" y="6140"/>
                  </a:lnTo>
                  <a:cubicBezTo>
                    <a:pt x="27870" y="6269"/>
                    <a:pt x="23659" y="6462"/>
                    <a:pt x="19834" y="6687"/>
                  </a:cubicBezTo>
                  <a:cubicBezTo>
                    <a:pt x="17905" y="6783"/>
                    <a:pt x="16105" y="6912"/>
                    <a:pt x="14594" y="7040"/>
                  </a:cubicBezTo>
                  <a:cubicBezTo>
                    <a:pt x="13116" y="7137"/>
                    <a:pt x="11958" y="7265"/>
                    <a:pt x="11348" y="7362"/>
                  </a:cubicBezTo>
                  <a:cubicBezTo>
                    <a:pt x="8262" y="7940"/>
                    <a:pt x="7265" y="9130"/>
                    <a:pt x="7233" y="9162"/>
                  </a:cubicBezTo>
                  <a:lnTo>
                    <a:pt x="7169" y="9258"/>
                  </a:lnTo>
                  <a:lnTo>
                    <a:pt x="1897" y="25459"/>
                  </a:lnTo>
                  <a:cubicBezTo>
                    <a:pt x="1801" y="25716"/>
                    <a:pt x="1576" y="25909"/>
                    <a:pt x="1286" y="25941"/>
                  </a:cubicBezTo>
                  <a:lnTo>
                    <a:pt x="1222" y="25941"/>
                  </a:lnTo>
                  <a:cubicBezTo>
                    <a:pt x="1029" y="25941"/>
                    <a:pt x="869" y="25877"/>
                    <a:pt x="740" y="25748"/>
                  </a:cubicBezTo>
                  <a:cubicBezTo>
                    <a:pt x="611" y="25620"/>
                    <a:pt x="515" y="25427"/>
                    <a:pt x="515" y="25266"/>
                  </a:cubicBezTo>
                  <a:cubicBezTo>
                    <a:pt x="547" y="25202"/>
                    <a:pt x="547" y="25106"/>
                    <a:pt x="579" y="25041"/>
                  </a:cubicBezTo>
                  <a:cubicBezTo>
                    <a:pt x="1158" y="23113"/>
                    <a:pt x="2283" y="19512"/>
                    <a:pt x="3279" y="16202"/>
                  </a:cubicBezTo>
                  <a:cubicBezTo>
                    <a:pt x="3794" y="14562"/>
                    <a:pt x="4244" y="12987"/>
                    <a:pt x="4597" y="11733"/>
                  </a:cubicBezTo>
                  <a:cubicBezTo>
                    <a:pt x="4790" y="11123"/>
                    <a:pt x="4919" y="10576"/>
                    <a:pt x="5047" y="10126"/>
                  </a:cubicBezTo>
                  <a:cubicBezTo>
                    <a:pt x="5144" y="9708"/>
                    <a:pt x="5208" y="9387"/>
                    <a:pt x="5240" y="9162"/>
                  </a:cubicBezTo>
                  <a:cubicBezTo>
                    <a:pt x="5240" y="9098"/>
                    <a:pt x="5240" y="9033"/>
                    <a:pt x="5240" y="8969"/>
                  </a:cubicBezTo>
                  <a:cubicBezTo>
                    <a:pt x="5240" y="8423"/>
                    <a:pt x="5079" y="7780"/>
                    <a:pt x="4854" y="7073"/>
                  </a:cubicBezTo>
                  <a:cubicBezTo>
                    <a:pt x="4200" y="5140"/>
                    <a:pt x="2969" y="2794"/>
                    <a:pt x="2788" y="2454"/>
                  </a:cubicBezTo>
                  <a:lnTo>
                    <a:pt x="2788" y="2454"/>
                  </a:lnTo>
                  <a:cubicBezTo>
                    <a:pt x="2765" y="2311"/>
                    <a:pt x="2765" y="2172"/>
                    <a:pt x="2765" y="2058"/>
                  </a:cubicBezTo>
                  <a:cubicBezTo>
                    <a:pt x="2765" y="1190"/>
                    <a:pt x="2990" y="836"/>
                    <a:pt x="3151" y="676"/>
                  </a:cubicBezTo>
                  <a:cubicBezTo>
                    <a:pt x="3247" y="611"/>
                    <a:pt x="3344" y="547"/>
                    <a:pt x="3408" y="547"/>
                  </a:cubicBezTo>
                  <a:lnTo>
                    <a:pt x="3416" y="543"/>
                  </a:lnTo>
                  <a:close/>
                  <a:moveTo>
                    <a:pt x="3472" y="1"/>
                  </a:moveTo>
                  <a:cubicBezTo>
                    <a:pt x="3440" y="1"/>
                    <a:pt x="3119" y="1"/>
                    <a:pt x="2797" y="290"/>
                  </a:cubicBezTo>
                  <a:cubicBezTo>
                    <a:pt x="2476" y="579"/>
                    <a:pt x="2219" y="1094"/>
                    <a:pt x="2219" y="2058"/>
                  </a:cubicBezTo>
                  <a:cubicBezTo>
                    <a:pt x="2219" y="2187"/>
                    <a:pt x="2251" y="2379"/>
                    <a:pt x="2251" y="2540"/>
                  </a:cubicBezTo>
                  <a:lnTo>
                    <a:pt x="2283" y="2669"/>
                  </a:lnTo>
                  <a:cubicBezTo>
                    <a:pt x="2283" y="2669"/>
                    <a:pt x="2315" y="2733"/>
                    <a:pt x="2379" y="2862"/>
                  </a:cubicBezTo>
                  <a:cubicBezTo>
                    <a:pt x="2636" y="3312"/>
                    <a:pt x="3215" y="4437"/>
                    <a:pt x="3729" y="5690"/>
                  </a:cubicBezTo>
                  <a:cubicBezTo>
                    <a:pt x="3987" y="6301"/>
                    <a:pt x="4244" y="6944"/>
                    <a:pt x="4437" y="7523"/>
                  </a:cubicBezTo>
                  <a:cubicBezTo>
                    <a:pt x="4597" y="8069"/>
                    <a:pt x="4726" y="8615"/>
                    <a:pt x="4726" y="8969"/>
                  </a:cubicBezTo>
                  <a:cubicBezTo>
                    <a:pt x="4726" y="9001"/>
                    <a:pt x="4726" y="9065"/>
                    <a:pt x="4726" y="9130"/>
                  </a:cubicBezTo>
                  <a:cubicBezTo>
                    <a:pt x="4694" y="9258"/>
                    <a:pt x="4629" y="9580"/>
                    <a:pt x="4533" y="9998"/>
                  </a:cubicBezTo>
                  <a:cubicBezTo>
                    <a:pt x="3762" y="12987"/>
                    <a:pt x="1094" y="21538"/>
                    <a:pt x="65" y="24881"/>
                  </a:cubicBezTo>
                  <a:cubicBezTo>
                    <a:pt x="1" y="25009"/>
                    <a:pt x="1" y="25138"/>
                    <a:pt x="1" y="25266"/>
                  </a:cubicBezTo>
                  <a:cubicBezTo>
                    <a:pt x="1" y="25909"/>
                    <a:pt x="547" y="26488"/>
                    <a:pt x="1222" y="26488"/>
                  </a:cubicBezTo>
                  <a:lnTo>
                    <a:pt x="1351" y="26488"/>
                  </a:lnTo>
                  <a:cubicBezTo>
                    <a:pt x="1833" y="26424"/>
                    <a:pt x="2251" y="26102"/>
                    <a:pt x="2411" y="25620"/>
                  </a:cubicBezTo>
                  <a:lnTo>
                    <a:pt x="7654" y="9510"/>
                  </a:lnTo>
                  <a:lnTo>
                    <a:pt x="7654" y="9510"/>
                  </a:lnTo>
                  <a:cubicBezTo>
                    <a:pt x="7710" y="9419"/>
                    <a:pt x="8671" y="8407"/>
                    <a:pt x="11444" y="7908"/>
                  </a:cubicBezTo>
                  <a:cubicBezTo>
                    <a:pt x="12023" y="7780"/>
                    <a:pt x="13148" y="7683"/>
                    <a:pt x="14658" y="7555"/>
                  </a:cubicBezTo>
                  <a:cubicBezTo>
                    <a:pt x="19094" y="7201"/>
                    <a:pt x="26584" y="6848"/>
                    <a:pt x="30538" y="6687"/>
                  </a:cubicBezTo>
                  <a:lnTo>
                    <a:pt x="30666" y="6687"/>
                  </a:lnTo>
                  <a:cubicBezTo>
                    <a:pt x="32499" y="6687"/>
                    <a:pt x="34042" y="8037"/>
                    <a:pt x="34202" y="9837"/>
                  </a:cubicBezTo>
                  <a:lnTo>
                    <a:pt x="34202" y="9933"/>
                  </a:lnTo>
                  <a:cubicBezTo>
                    <a:pt x="34234" y="10512"/>
                    <a:pt x="34492" y="11605"/>
                    <a:pt x="34877" y="13019"/>
                  </a:cubicBezTo>
                  <a:cubicBezTo>
                    <a:pt x="36002" y="17262"/>
                    <a:pt x="38188" y="24077"/>
                    <a:pt x="38767" y="25941"/>
                  </a:cubicBezTo>
                  <a:cubicBezTo>
                    <a:pt x="38895" y="26295"/>
                    <a:pt x="39217" y="26520"/>
                    <a:pt x="39603" y="26520"/>
                  </a:cubicBezTo>
                  <a:lnTo>
                    <a:pt x="39731" y="26520"/>
                  </a:lnTo>
                  <a:cubicBezTo>
                    <a:pt x="40181" y="26456"/>
                    <a:pt x="40470" y="26102"/>
                    <a:pt x="40470" y="25684"/>
                  </a:cubicBezTo>
                  <a:cubicBezTo>
                    <a:pt x="40470" y="25620"/>
                    <a:pt x="40470" y="25556"/>
                    <a:pt x="40438" y="25491"/>
                  </a:cubicBezTo>
                  <a:cubicBezTo>
                    <a:pt x="39795" y="22566"/>
                    <a:pt x="37031" y="9933"/>
                    <a:pt x="36067" y="3633"/>
                  </a:cubicBezTo>
                  <a:cubicBezTo>
                    <a:pt x="36039" y="3493"/>
                    <a:pt x="35938" y="3402"/>
                    <a:pt x="35827" y="3402"/>
                  </a:cubicBezTo>
                  <a:cubicBezTo>
                    <a:pt x="35811" y="3402"/>
                    <a:pt x="35794" y="3404"/>
                    <a:pt x="35777" y="3408"/>
                  </a:cubicBezTo>
                  <a:cubicBezTo>
                    <a:pt x="35777" y="3408"/>
                    <a:pt x="35295" y="3408"/>
                    <a:pt x="34427" y="3440"/>
                  </a:cubicBezTo>
                  <a:cubicBezTo>
                    <a:pt x="31920" y="3569"/>
                    <a:pt x="26198" y="3762"/>
                    <a:pt x="20991" y="3762"/>
                  </a:cubicBezTo>
                  <a:cubicBezTo>
                    <a:pt x="18902" y="3762"/>
                    <a:pt x="16876" y="3729"/>
                    <a:pt x="15173" y="3633"/>
                  </a:cubicBezTo>
                  <a:cubicBezTo>
                    <a:pt x="13469" y="3569"/>
                    <a:pt x="12087" y="3408"/>
                    <a:pt x="11283" y="3215"/>
                  </a:cubicBezTo>
                  <a:cubicBezTo>
                    <a:pt x="9033" y="2637"/>
                    <a:pt x="7105" y="1865"/>
                    <a:pt x="5754" y="1190"/>
                  </a:cubicBezTo>
                  <a:cubicBezTo>
                    <a:pt x="5079" y="869"/>
                    <a:pt x="4533" y="579"/>
                    <a:pt x="4179" y="354"/>
                  </a:cubicBezTo>
                  <a:cubicBezTo>
                    <a:pt x="3987" y="258"/>
                    <a:pt x="3858" y="194"/>
                    <a:pt x="3762" y="129"/>
                  </a:cubicBezTo>
                  <a:cubicBezTo>
                    <a:pt x="3665" y="65"/>
                    <a:pt x="3601" y="33"/>
                    <a:pt x="3601" y="33"/>
                  </a:cubicBezTo>
                  <a:cubicBezTo>
                    <a:pt x="3569" y="1"/>
                    <a:pt x="3504" y="1"/>
                    <a:pt x="3472"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38" name="Google Shape;1738;p33"/>
            <p:cNvSpPr/>
            <p:nvPr/>
          </p:nvSpPr>
          <p:spPr>
            <a:xfrm>
              <a:off x="1780050" y="3140675"/>
              <a:ext cx="339950" cy="886500"/>
            </a:xfrm>
            <a:custGeom>
              <a:avLst/>
              <a:gdLst/>
              <a:ahLst/>
              <a:cxnLst/>
              <a:rect l="l" t="t" r="r" b="b"/>
              <a:pathLst>
                <a:path w="13598" h="35460" extrusionOk="0">
                  <a:moveTo>
                    <a:pt x="7831" y="0"/>
                  </a:moveTo>
                  <a:cubicBezTo>
                    <a:pt x="7212" y="0"/>
                    <a:pt x="6783" y="1258"/>
                    <a:pt x="6783" y="1258"/>
                  </a:cubicBezTo>
                  <a:cubicBezTo>
                    <a:pt x="6783" y="1258"/>
                    <a:pt x="1" y="22602"/>
                    <a:pt x="1126" y="26395"/>
                  </a:cubicBezTo>
                  <a:cubicBezTo>
                    <a:pt x="2251" y="30155"/>
                    <a:pt x="7748" y="35459"/>
                    <a:pt x="9837" y="35459"/>
                  </a:cubicBezTo>
                  <a:cubicBezTo>
                    <a:pt x="11894" y="35459"/>
                    <a:pt x="13598" y="14662"/>
                    <a:pt x="13598" y="12765"/>
                  </a:cubicBezTo>
                  <a:cubicBezTo>
                    <a:pt x="13598" y="10901"/>
                    <a:pt x="9998" y="4086"/>
                    <a:pt x="8873" y="1258"/>
                  </a:cubicBezTo>
                  <a:cubicBezTo>
                    <a:pt x="8498" y="315"/>
                    <a:pt x="8140" y="0"/>
                    <a:pt x="7831" y="0"/>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1739" name="Google Shape;1739;p33"/>
            <p:cNvSpPr/>
            <p:nvPr/>
          </p:nvSpPr>
          <p:spPr>
            <a:xfrm>
              <a:off x="1798550" y="3133525"/>
              <a:ext cx="327900" cy="900075"/>
            </a:xfrm>
            <a:custGeom>
              <a:avLst/>
              <a:gdLst/>
              <a:ahLst/>
              <a:cxnLst/>
              <a:rect l="l" t="t" r="r" b="b"/>
              <a:pathLst>
                <a:path w="13116" h="36003" extrusionOk="0">
                  <a:moveTo>
                    <a:pt x="7104" y="547"/>
                  </a:moveTo>
                  <a:cubicBezTo>
                    <a:pt x="7136" y="547"/>
                    <a:pt x="7233" y="579"/>
                    <a:pt x="7393" y="740"/>
                  </a:cubicBezTo>
                  <a:cubicBezTo>
                    <a:pt x="7522" y="901"/>
                    <a:pt x="7715" y="1190"/>
                    <a:pt x="7875" y="1640"/>
                  </a:cubicBezTo>
                  <a:cubicBezTo>
                    <a:pt x="8454" y="3054"/>
                    <a:pt x="9643" y="5465"/>
                    <a:pt x="10672" y="7780"/>
                  </a:cubicBezTo>
                  <a:cubicBezTo>
                    <a:pt x="11186" y="8905"/>
                    <a:pt x="11669" y="10030"/>
                    <a:pt x="12022" y="10962"/>
                  </a:cubicBezTo>
                  <a:cubicBezTo>
                    <a:pt x="12376" y="11894"/>
                    <a:pt x="12601" y="12666"/>
                    <a:pt x="12601" y="13051"/>
                  </a:cubicBezTo>
                  <a:cubicBezTo>
                    <a:pt x="12601" y="13501"/>
                    <a:pt x="12504" y="15173"/>
                    <a:pt x="12311" y="17391"/>
                  </a:cubicBezTo>
                  <a:cubicBezTo>
                    <a:pt x="12022" y="20702"/>
                    <a:pt x="11540" y="25298"/>
                    <a:pt x="10929" y="29027"/>
                  </a:cubicBezTo>
                  <a:cubicBezTo>
                    <a:pt x="10640" y="30892"/>
                    <a:pt x="10286" y="32563"/>
                    <a:pt x="9933" y="33752"/>
                  </a:cubicBezTo>
                  <a:cubicBezTo>
                    <a:pt x="9772" y="34331"/>
                    <a:pt x="9579" y="34813"/>
                    <a:pt x="9418" y="35102"/>
                  </a:cubicBezTo>
                  <a:cubicBezTo>
                    <a:pt x="9322" y="35263"/>
                    <a:pt x="9258" y="35360"/>
                    <a:pt x="9193" y="35424"/>
                  </a:cubicBezTo>
                  <a:cubicBezTo>
                    <a:pt x="9129" y="35488"/>
                    <a:pt x="9097" y="35488"/>
                    <a:pt x="9097" y="35488"/>
                  </a:cubicBezTo>
                  <a:cubicBezTo>
                    <a:pt x="8872" y="35488"/>
                    <a:pt x="8583" y="35424"/>
                    <a:pt x="8261" y="35263"/>
                  </a:cubicBezTo>
                  <a:cubicBezTo>
                    <a:pt x="7104" y="34781"/>
                    <a:pt x="5400" y="33399"/>
                    <a:pt x="3922" y="31759"/>
                  </a:cubicBezTo>
                  <a:cubicBezTo>
                    <a:pt x="2411" y="30120"/>
                    <a:pt x="1125" y="28191"/>
                    <a:pt x="643" y="26584"/>
                  </a:cubicBezTo>
                  <a:cubicBezTo>
                    <a:pt x="579" y="26359"/>
                    <a:pt x="514" y="25973"/>
                    <a:pt x="514" y="25523"/>
                  </a:cubicBezTo>
                  <a:cubicBezTo>
                    <a:pt x="514" y="24109"/>
                    <a:pt x="900" y="21891"/>
                    <a:pt x="1414" y="19384"/>
                  </a:cubicBezTo>
                  <a:cubicBezTo>
                    <a:pt x="2250" y="15623"/>
                    <a:pt x="3472" y="11187"/>
                    <a:pt x="4468" y="7683"/>
                  </a:cubicBezTo>
                  <a:cubicBezTo>
                    <a:pt x="4983" y="5915"/>
                    <a:pt x="5433" y="4404"/>
                    <a:pt x="5786" y="3344"/>
                  </a:cubicBezTo>
                  <a:cubicBezTo>
                    <a:pt x="6108" y="2251"/>
                    <a:pt x="6300" y="1608"/>
                    <a:pt x="6300" y="1608"/>
                  </a:cubicBezTo>
                  <a:lnTo>
                    <a:pt x="6333" y="1576"/>
                  </a:lnTo>
                  <a:cubicBezTo>
                    <a:pt x="6365" y="1447"/>
                    <a:pt x="6493" y="1190"/>
                    <a:pt x="6654" y="933"/>
                  </a:cubicBezTo>
                  <a:cubicBezTo>
                    <a:pt x="6718" y="804"/>
                    <a:pt x="6815" y="708"/>
                    <a:pt x="6879" y="644"/>
                  </a:cubicBezTo>
                  <a:cubicBezTo>
                    <a:pt x="6975" y="579"/>
                    <a:pt x="7040" y="547"/>
                    <a:pt x="7104" y="547"/>
                  </a:cubicBezTo>
                  <a:close/>
                  <a:moveTo>
                    <a:pt x="7104" y="1"/>
                  </a:moveTo>
                  <a:cubicBezTo>
                    <a:pt x="6847" y="1"/>
                    <a:pt x="6654" y="129"/>
                    <a:pt x="6493" y="290"/>
                  </a:cubicBezTo>
                  <a:cubicBezTo>
                    <a:pt x="6268" y="483"/>
                    <a:pt x="6108" y="772"/>
                    <a:pt x="5979" y="1029"/>
                  </a:cubicBezTo>
                  <a:cubicBezTo>
                    <a:pt x="5883" y="1254"/>
                    <a:pt x="5818" y="1447"/>
                    <a:pt x="5818" y="1447"/>
                  </a:cubicBezTo>
                  <a:cubicBezTo>
                    <a:pt x="5786" y="1447"/>
                    <a:pt x="4340" y="6012"/>
                    <a:pt x="2893" y="11283"/>
                  </a:cubicBezTo>
                  <a:cubicBezTo>
                    <a:pt x="2186" y="13919"/>
                    <a:pt x="1447" y="16748"/>
                    <a:pt x="900" y="19255"/>
                  </a:cubicBezTo>
                  <a:cubicBezTo>
                    <a:pt x="354" y="21795"/>
                    <a:pt x="0" y="24013"/>
                    <a:pt x="0" y="25523"/>
                  </a:cubicBezTo>
                  <a:cubicBezTo>
                    <a:pt x="0" y="26006"/>
                    <a:pt x="32" y="26423"/>
                    <a:pt x="129" y="26745"/>
                  </a:cubicBezTo>
                  <a:cubicBezTo>
                    <a:pt x="739" y="28706"/>
                    <a:pt x="2411" y="30988"/>
                    <a:pt x="4179" y="32820"/>
                  </a:cubicBezTo>
                  <a:cubicBezTo>
                    <a:pt x="5079" y="33720"/>
                    <a:pt x="6011" y="34524"/>
                    <a:pt x="6847" y="35070"/>
                  </a:cubicBezTo>
                  <a:cubicBezTo>
                    <a:pt x="7265" y="35360"/>
                    <a:pt x="7683" y="35585"/>
                    <a:pt x="8036" y="35745"/>
                  </a:cubicBezTo>
                  <a:cubicBezTo>
                    <a:pt x="8422" y="35906"/>
                    <a:pt x="8776" y="36002"/>
                    <a:pt x="9097" y="36002"/>
                  </a:cubicBezTo>
                  <a:cubicBezTo>
                    <a:pt x="9193" y="36002"/>
                    <a:pt x="9322" y="35970"/>
                    <a:pt x="9418" y="35906"/>
                  </a:cubicBezTo>
                  <a:cubicBezTo>
                    <a:pt x="9611" y="35810"/>
                    <a:pt x="9740" y="35617"/>
                    <a:pt x="9868" y="35392"/>
                  </a:cubicBezTo>
                  <a:cubicBezTo>
                    <a:pt x="10126" y="34942"/>
                    <a:pt x="10351" y="34331"/>
                    <a:pt x="10576" y="33527"/>
                  </a:cubicBezTo>
                  <a:cubicBezTo>
                    <a:pt x="11315" y="30763"/>
                    <a:pt x="11958" y="26038"/>
                    <a:pt x="12408" y="21795"/>
                  </a:cubicBezTo>
                  <a:cubicBezTo>
                    <a:pt x="12633" y="19705"/>
                    <a:pt x="12826" y="17712"/>
                    <a:pt x="12954" y="16137"/>
                  </a:cubicBezTo>
                  <a:cubicBezTo>
                    <a:pt x="13051" y="14562"/>
                    <a:pt x="13115" y="13469"/>
                    <a:pt x="13115" y="13051"/>
                  </a:cubicBezTo>
                  <a:cubicBezTo>
                    <a:pt x="13115" y="12505"/>
                    <a:pt x="12890" y="11733"/>
                    <a:pt x="12536" y="10769"/>
                  </a:cubicBezTo>
                  <a:cubicBezTo>
                    <a:pt x="11990" y="9323"/>
                    <a:pt x="11186" y="7522"/>
                    <a:pt x="10383" y="5819"/>
                  </a:cubicBezTo>
                  <a:cubicBezTo>
                    <a:pt x="9579" y="4115"/>
                    <a:pt x="8808" y="2476"/>
                    <a:pt x="8390" y="1447"/>
                  </a:cubicBezTo>
                  <a:cubicBezTo>
                    <a:pt x="8197" y="933"/>
                    <a:pt x="8004" y="611"/>
                    <a:pt x="7779" y="386"/>
                  </a:cubicBezTo>
                  <a:cubicBezTo>
                    <a:pt x="7586" y="129"/>
                    <a:pt x="7329" y="1"/>
                    <a:pt x="7104"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40" name="Google Shape;1740;p33"/>
            <p:cNvSpPr/>
            <p:nvPr/>
          </p:nvSpPr>
          <p:spPr>
            <a:xfrm>
              <a:off x="2044450" y="3431675"/>
              <a:ext cx="838175" cy="676200"/>
            </a:xfrm>
            <a:custGeom>
              <a:avLst/>
              <a:gdLst/>
              <a:ahLst/>
              <a:cxnLst/>
              <a:rect l="l" t="t" r="r" b="b"/>
              <a:pathLst>
                <a:path w="33527" h="27048" extrusionOk="0">
                  <a:moveTo>
                    <a:pt x="27612" y="0"/>
                  </a:moveTo>
                  <a:cubicBezTo>
                    <a:pt x="23626" y="0"/>
                    <a:pt x="6622" y="193"/>
                    <a:pt x="3408" y="2090"/>
                  </a:cubicBezTo>
                  <a:cubicBezTo>
                    <a:pt x="193" y="3986"/>
                    <a:pt x="0" y="18162"/>
                    <a:pt x="0" y="21376"/>
                  </a:cubicBezTo>
                  <a:cubicBezTo>
                    <a:pt x="0" y="24591"/>
                    <a:pt x="3215" y="26841"/>
                    <a:pt x="7554" y="27034"/>
                  </a:cubicBezTo>
                  <a:cubicBezTo>
                    <a:pt x="7766" y="27043"/>
                    <a:pt x="8010" y="27048"/>
                    <a:pt x="8285" y="27048"/>
                  </a:cubicBezTo>
                  <a:cubicBezTo>
                    <a:pt x="13678" y="27048"/>
                    <a:pt x="30523" y="25330"/>
                    <a:pt x="32145" y="25330"/>
                  </a:cubicBezTo>
                  <a:cubicBezTo>
                    <a:pt x="33013" y="25330"/>
                    <a:pt x="33366" y="23691"/>
                    <a:pt x="33430" y="21537"/>
                  </a:cubicBezTo>
                  <a:cubicBezTo>
                    <a:pt x="33527" y="18162"/>
                    <a:pt x="32948" y="13597"/>
                    <a:pt x="32916" y="12633"/>
                  </a:cubicBezTo>
                  <a:cubicBezTo>
                    <a:pt x="32691" y="9451"/>
                    <a:pt x="32498" y="0"/>
                    <a:pt x="27612" y="0"/>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1741" name="Google Shape;1741;p33"/>
            <p:cNvSpPr/>
            <p:nvPr/>
          </p:nvSpPr>
          <p:spPr>
            <a:xfrm>
              <a:off x="2038025" y="3425250"/>
              <a:ext cx="849425" cy="689525"/>
            </a:xfrm>
            <a:custGeom>
              <a:avLst/>
              <a:gdLst/>
              <a:ahLst/>
              <a:cxnLst/>
              <a:rect l="l" t="t" r="r" b="b"/>
              <a:pathLst>
                <a:path w="33977" h="27581" extrusionOk="0">
                  <a:moveTo>
                    <a:pt x="27869" y="514"/>
                  </a:moveTo>
                  <a:cubicBezTo>
                    <a:pt x="28994" y="547"/>
                    <a:pt x="29830" y="1061"/>
                    <a:pt x="30505" y="1961"/>
                  </a:cubicBezTo>
                  <a:cubicBezTo>
                    <a:pt x="31534" y="3279"/>
                    <a:pt x="32080" y="5433"/>
                    <a:pt x="32402" y="7522"/>
                  </a:cubicBezTo>
                  <a:cubicBezTo>
                    <a:pt x="32723" y="9643"/>
                    <a:pt x="32820" y="11701"/>
                    <a:pt x="32884" y="12922"/>
                  </a:cubicBezTo>
                  <a:cubicBezTo>
                    <a:pt x="32916" y="13372"/>
                    <a:pt x="33045" y="14562"/>
                    <a:pt x="33173" y="16040"/>
                  </a:cubicBezTo>
                  <a:cubicBezTo>
                    <a:pt x="33302" y="17519"/>
                    <a:pt x="33430" y="19319"/>
                    <a:pt x="33430" y="20926"/>
                  </a:cubicBezTo>
                  <a:cubicBezTo>
                    <a:pt x="33430" y="21215"/>
                    <a:pt x="33430" y="21505"/>
                    <a:pt x="33430" y="21794"/>
                  </a:cubicBezTo>
                  <a:cubicBezTo>
                    <a:pt x="33398" y="22855"/>
                    <a:pt x="33270" y="23787"/>
                    <a:pt x="33077" y="24430"/>
                  </a:cubicBezTo>
                  <a:cubicBezTo>
                    <a:pt x="32980" y="24751"/>
                    <a:pt x="32884" y="24976"/>
                    <a:pt x="32755" y="25137"/>
                  </a:cubicBezTo>
                  <a:cubicBezTo>
                    <a:pt x="32627" y="25266"/>
                    <a:pt x="32530" y="25330"/>
                    <a:pt x="32402" y="25330"/>
                  </a:cubicBezTo>
                  <a:cubicBezTo>
                    <a:pt x="31952" y="25330"/>
                    <a:pt x="30602" y="25426"/>
                    <a:pt x="28705" y="25587"/>
                  </a:cubicBezTo>
                  <a:cubicBezTo>
                    <a:pt x="23016" y="26069"/>
                    <a:pt x="12536" y="27034"/>
                    <a:pt x="8518" y="27034"/>
                  </a:cubicBezTo>
                  <a:lnTo>
                    <a:pt x="7843" y="27034"/>
                  </a:lnTo>
                  <a:cubicBezTo>
                    <a:pt x="5690" y="26937"/>
                    <a:pt x="3857" y="26326"/>
                    <a:pt x="2572" y="25362"/>
                  </a:cubicBezTo>
                  <a:cubicBezTo>
                    <a:pt x="1286" y="24430"/>
                    <a:pt x="514" y="23144"/>
                    <a:pt x="514" y="21633"/>
                  </a:cubicBezTo>
                  <a:cubicBezTo>
                    <a:pt x="514" y="20026"/>
                    <a:pt x="579" y="15687"/>
                    <a:pt x="1029" y="11508"/>
                  </a:cubicBezTo>
                  <a:cubicBezTo>
                    <a:pt x="1254" y="9418"/>
                    <a:pt x="1575" y="7393"/>
                    <a:pt x="2025" y="5786"/>
                  </a:cubicBezTo>
                  <a:cubicBezTo>
                    <a:pt x="2250" y="4950"/>
                    <a:pt x="2540" y="4243"/>
                    <a:pt x="2829" y="3697"/>
                  </a:cubicBezTo>
                  <a:cubicBezTo>
                    <a:pt x="3118" y="3150"/>
                    <a:pt x="3472" y="2765"/>
                    <a:pt x="3793" y="2572"/>
                  </a:cubicBezTo>
                  <a:cubicBezTo>
                    <a:pt x="4147" y="2347"/>
                    <a:pt x="4758" y="2154"/>
                    <a:pt x="5529" y="1961"/>
                  </a:cubicBezTo>
                  <a:cubicBezTo>
                    <a:pt x="8229" y="1318"/>
                    <a:pt x="12954" y="964"/>
                    <a:pt x="17422" y="772"/>
                  </a:cubicBezTo>
                  <a:cubicBezTo>
                    <a:pt x="21890" y="579"/>
                    <a:pt x="26134" y="514"/>
                    <a:pt x="27869" y="514"/>
                  </a:cubicBezTo>
                  <a:close/>
                  <a:moveTo>
                    <a:pt x="27869" y="0"/>
                  </a:moveTo>
                  <a:cubicBezTo>
                    <a:pt x="25876" y="0"/>
                    <a:pt x="20605" y="32"/>
                    <a:pt x="15462" y="322"/>
                  </a:cubicBezTo>
                  <a:cubicBezTo>
                    <a:pt x="12890" y="482"/>
                    <a:pt x="10318" y="675"/>
                    <a:pt x="8197" y="964"/>
                  </a:cubicBezTo>
                  <a:cubicBezTo>
                    <a:pt x="7136" y="1093"/>
                    <a:pt x="6204" y="1254"/>
                    <a:pt x="5400" y="1447"/>
                  </a:cubicBezTo>
                  <a:cubicBezTo>
                    <a:pt x="4597" y="1639"/>
                    <a:pt x="3986" y="1864"/>
                    <a:pt x="3536" y="2122"/>
                  </a:cubicBezTo>
                  <a:cubicBezTo>
                    <a:pt x="3054" y="2379"/>
                    <a:pt x="2700" y="2861"/>
                    <a:pt x="2347" y="3440"/>
                  </a:cubicBezTo>
                  <a:cubicBezTo>
                    <a:pt x="1800" y="4500"/>
                    <a:pt x="1350" y="5979"/>
                    <a:pt x="1029" y="7650"/>
                  </a:cubicBezTo>
                  <a:cubicBezTo>
                    <a:pt x="64" y="12665"/>
                    <a:pt x="0" y="19512"/>
                    <a:pt x="0" y="21633"/>
                  </a:cubicBezTo>
                  <a:cubicBezTo>
                    <a:pt x="0" y="23305"/>
                    <a:pt x="836" y="24784"/>
                    <a:pt x="2250" y="25812"/>
                  </a:cubicBezTo>
                  <a:cubicBezTo>
                    <a:pt x="3665" y="26841"/>
                    <a:pt x="5593" y="27452"/>
                    <a:pt x="7811" y="27548"/>
                  </a:cubicBezTo>
                  <a:cubicBezTo>
                    <a:pt x="8004" y="27580"/>
                    <a:pt x="8261" y="27580"/>
                    <a:pt x="8518" y="27580"/>
                  </a:cubicBezTo>
                  <a:cubicBezTo>
                    <a:pt x="11219" y="27580"/>
                    <a:pt x="16780" y="27130"/>
                    <a:pt x="21890" y="26712"/>
                  </a:cubicBezTo>
                  <a:cubicBezTo>
                    <a:pt x="24430" y="26487"/>
                    <a:pt x="26873" y="26294"/>
                    <a:pt x="28769" y="26134"/>
                  </a:cubicBezTo>
                  <a:cubicBezTo>
                    <a:pt x="30634" y="25973"/>
                    <a:pt x="32016" y="25844"/>
                    <a:pt x="32402" y="25844"/>
                  </a:cubicBezTo>
                  <a:cubicBezTo>
                    <a:pt x="32691" y="25844"/>
                    <a:pt x="32980" y="25716"/>
                    <a:pt x="33173" y="25459"/>
                  </a:cubicBezTo>
                  <a:cubicBezTo>
                    <a:pt x="33462" y="25105"/>
                    <a:pt x="33623" y="24623"/>
                    <a:pt x="33752" y="23980"/>
                  </a:cubicBezTo>
                  <a:cubicBezTo>
                    <a:pt x="33848" y="23369"/>
                    <a:pt x="33912" y="22630"/>
                    <a:pt x="33945" y="21826"/>
                  </a:cubicBezTo>
                  <a:cubicBezTo>
                    <a:pt x="33945" y="21537"/>
                    <a:pt x="33977" y="21215"/>
                    <a:pt x="33977" y="20926"/>
                  </a:cubicBezTo>
                  <a:cubicBezTo>
                    <a:pt x="33977" y="19287"/>
                    <a:pt x="33848" y="17487"/>
                    <a:pt x="33720" y="15976"/>
                  </a:cubicBezTo>
                  <a:cubicBezTo>
                    <a:pt x="33591" y="14497"/>
                    <a:pt x="33462" y="13308"/>
                    <a:pt x="33430" y="12890"/>
                  </a:cubicBezTo>
                  <a:cubicBezTo>
                    <a:pt x="33334" y="11283"/>
                    <a:pt x="33205" y="8101"/>
                    <a:pt x="32530" y="5304"/>
                  </a:cubicBezTo>
                  <a:cubicBezTo>
                    <a:pt x="32177" y="3922"/>
                    <a:pt x="31662" y="2604"/>
                    <a:pt x="30923" y="1639"/>
                  </a:cubicBezTo>
                  <a:cubicBezTo>
                    <a:pt x="30184" y="643"/>
                    <a:pt x="29155" y="0"/>
                    <a:pt x="27869"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42" name="Google Shape;1742;p33"/>
            <p:cNvSpPr/>
            <p:nvPr/>
          </p:nvSpPr>
          <p:spPr>
            <a:xfrm>
              <a:off x="2705825" y="3762375"/>
              <a:ext cx="401825" cy="213375"/>
            </a:xfrm>
            <a:custGeom>
              <a:avLst/>
              <a:gdLst/>
              <a:ahLst/>
              <a:cxnLst/>
              <a:rect l="l" t="t" r="r" b="b"/>
              <a:pathLst>
                <a:path w="16073" h="8535" extrusionOk="0">
                  <a:moveTo>
                    <a:pt x="7152" y="0"/>
                  </a:moveTo>
                  <a:cubicBezTo>
                    <a:pt x="3680" y="0"/>
                    <a:pt x="0" y="209"/>
                    <a:pt x="0" y="209"/>
                  </a:cubicBezTo>
                  <a:lnTo>
                    <a:pt x="2090" y="8502"/>
                  </a:lnTo>
                  <a:cubicBezTo>
                    <a:pt x="2090" y="8502"/>
                    <a:pt x="3100" y="8534"/>
                    <a:pt x="4560" y="8534"/>
                  </a:cubicBezTo>
                  <a:cubicBezTo>
                    <a:pt x="8149" y="8534"/>
                    <a:pt x="14455" y="8339"/>
                    <a:pt x="15140" y="6991"/>
                  </a:cubicBezTo>
                  <a:cubicBezTo>
                    <a:pt x="16072" y="5127"/>
                    <a:pt x="15140" y="1141"/>
                    <a:pt x="12665" y="402"/>
                  </a:cubicBezTo>
                  <a:cubicBezTo>
                    <a:pt x="11688" y="93"/>
                    <a:pt x="9466" y="0"/>
                    <a:pt x="7152"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43" name="Google Shape;1743;p33"/>
            <p:cNvSpPr/>
            <p:nvPr/>
          </p:nvSpPr>
          <p:spPr>
            <a:xfrm>
              <a:off x="2699375" y="3755525"/>
              <a:ext cx="400225" cy="227450"/>
            </a:xfrm>
            <a:custGeom>
              <a:avLst/>
              <a:gdLst/>
              <a:ahLst/>
              <a:cxnLst/>
              <a:rect l="l" t="t" r="r" b="b"/>
              <a:pathLst>
                <a:path w="16009" h="9098" extrusionOk="0">
                  <a:moveTo>
                    <a:pt x="7394" y="547"/>
                  </a:moveTo>
                  <a:cubicBezTo>
                    <a:pt x="8551" y="547"/>
                    <a:pt x="9709" y="547"/>
                    <a:pt x="10641" y="611"/>
                  </a:cubicBezTo>
                  <a:cubicBezTo>
                    <a:pt x="11605" y="676"/>
                    <a:pt x="12409" y="772"/>
                    <a:pt x="12859" y="901"/>
                  </a:cubicBezTo>
                  <a:cubicBezTo>
                    <a:pt x="13662" y="1158"/>
                    <a:pt x="14337" y="1833"/>
                    <a:pt x="14787" y="2701"/>
                  </a:cubicBezTo>
                  <a:cubicBezTo>
                    <a:pt x="15237" y="3536"/>
                    <a:pt x="15495" y="4565"/>
                    <a:pt x="15495" y="5497"/>
                  </a:cubicBezTo>
                  <a:cubicBezTo>
                    <a:pt x="15495" y="6140"/>
                    <a:pt x="15366" y="6719"/>
                    <a:pt x="15141" y="7169"/>
                  </a:cubicBezTo>
                  <a:cubicBezTo>
                    <a:pt x="15109" y="7233"/>
                    <a:pt x="14980" y="7362"/>
                    <a:pt x="14755" y="7490"/>
                  </a:cubicBezTo>
                  <a:cubicBezTo>
                    <a:pt x="14370" y="7715"/>
                    <a:pt x="13727" y="7876"/>
                    <a:pt x="12955" y="8037"/>
                  </a:cubicBezTo>
                  <a:cubicBezTo>
                    <a:pt x="10641" y="8454"/>
                    <a:pt x="7105" y="8551"/>
                    <a:pt x="4758" y="8551"/>
                  </a:cubicBezTo>
                  <a:lnTo>
                    <a:pt x="3023" y="8551"/>
                  </a:lnTo>
                  <a:cubicBezTo>
                    <a:pt x="2830" y="8536"/>
                    <a:pt x="2672" y="8528"/>
                    <a:pt x="2557" y="8524"/>
                  </a:cubicBezTo>
                  <a:lnTo>
                    <a:pt x="2557" y="8524"/>
                  </a:lnTo>
                  <a:lnTo>
                    <a:pt x="594" y="729"/>
                  </a:lnTo>
                  <a:lnTo>
                    <a:pt x="594" y="729"/>
                  </a:lnTo>
                  <a:cubicBezTo>
                    <a:pt x="680" y="724"/>
                    <a:pt x="783" y="718"/>
                    <a:pt x="901" y="708"/>
                  </a:cubicBezTo>
                  <a:cubicBezTo>
                    <a:pt x="2090" y="643"/>
                    <a:pt x="4823" y="547"/>
                    <a:pt x="7394" y="547"/>
                  </a:cubicBezTo>
                  <a:close/>
                  <a:moveTo>
                    <a:pt x="7394" y="0"/>
                  </a:moveTo>
                  <a:cubicBezTo>
                    <a:pt x="3923" y="0"/>
                    <a:pt x="258" y="193"/>
                    <a:pt x="258" y="193"/>
                  </a:cubicBezTo>
                  <a:cubicBezTo>
                    <a:pt x="162" y="193"/>
                    <a:pt x="97" y="258"/>
                    <a:pt x="65" y="322"/>
                  </a:cubicBezTo>
                  <a:cubicBezTo>
                    <a:pt x="1" y="386"/>
                    <a:pt x="1" y="451"/>
                    <a:pt x="1" y="547"/>
                  </a:cubicBezTo>
                  <a:lnTo>
                    <a:pt x="2090" y="8840"/>
                  </a:lnTo>
                  <a:cubicBezTo>
                    <a:pt x="2123" y="8969"/>
                    <a:pt x="2219" y="9065"/>
                    <a:pt x="2348" y="9065"/>
                  </a:cubicBezTo>
                  <a:cubicBezTo>
                    <a:pt x="2348" y="9065"/>
                    <a:pt x="3344" y="9097"/>
                    <a:pt x="4758" y="9097"/>
                  </a:cubicBezTo>
                  <a:cubicBezTo>
                    <a:pt x="6558" y="9097"/>
                    <a:pt x="9066" y="9033"/>
                    <a:pt x="11187" y="8808"/>
                  </a:cubicBezTo>
                  <a:cubicBezTo>
                    <a:pt x="12280" y="8712"/>
                    <a:pt x="13244" y="8551"/>
                    <a:pt x="14016" y="8358"/>
                  </a:cubicBezTo>
                  <a:cubicBezTo>
                    <a:pt x="14402" y="8229"/>
                    <a:pt x="14755" y="8101"/>
                    <a:pt x="15012" y="7972"/>
                  </a:cubicBezTo>
                  <a:cubicBezTo>
                    <a:pt x="15270" y="7812"/>
                    <a:pt x="15495" y="7651"/>
                    <a:pt x="15623" y="7394"/>
                  </a:cubicBezTo>
                  <a:cubicBezTo>
                    <a:pt x="15880" y="6847"/>
                    <a:pt x="16009" y="6204"/>
                    <a:pt x="16009" y="5497"/>
                  </a:cubicBezTo>
                  <a:cubicBezTo>
                    <a:pt x="16009" y="4469"/>
                    <a:pt x="15752" y="3376"/>
                    <a:pt x="15270" y="2443"/>
                  </a:cubicBezTo>
                  <a:cubicBezTo>
                    <a:pt x="14755" y="1511"/>
                    <a:pt x="14016" y="708"/>
                    <a:pt x="13019" y="418"/>
                  </a:cubicBezTo>
                  <a:cubicBezTo>
                    <a:pt x="12473" y="225"/>
                    <a:pt x="11669" y="129"/>
                    <a:pt x="10673" y="97"/>
                  </a:cubicBezTo>
                  <a:cubicBezTo>
                    <a:pt x="9709" y="33"/>
                    <a:pt x="8584" y="0"/>
                    <a:pt x="7394"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44" name="Google Shape;1744;p33"/>
            <p:cNvSpPr/>
            <p:nvPr/>
          </p:nvSpPr>
          <p:spPr>
            <a:xfrm>
              <a:off x="1997025" y="3365950"/>
              <a:ext cx="784350" cy="686200"/>
            </a:xfrm>
            <a:custGeom>
              <a:avLst/>
              <a:gdLst/>
              <a:ahLst/>
              <a:cxnLst/>
              <a:rect l="l" t="t" r="r" b="b"/>
              <a:pathLst>
                <a:path w="31374" h="27448" extrusionOk="0">
                  <a:moveTo>
                    <a:pt x="18186" y="0"/>
                  </a:moveTo>
                  <a:cubicBezTo>
                    <a:pt x="15605" y="0"/>
                    <a:pt x="13032" y="140"/>
                    <a:pt x="10962" y="540"/>
                  </a:cubicBezTo>
                  <a:cubicBezTo>
                    <a:pt x="4180" y="1890"/>
                    <a:pt x="1319" y="5844"/>
                    <a:pt x="1158" y="6615"/>
                  </a:cubicBezTo>
                  <a:cubicBezTo>
                    <a:pt x="1158" y="6615"/>
                    <a:pt x="1" y="10183"/>
                    <a:pt x="194" y="14362"/>
                  </a:cubicBezTo>
                  <a:cubicBezTo>
                    <a:pt x="387" y="18509"/>
                    <a:pt x="1512" y="22655"/>
                    <a:pt x="7201" y="26063"/>
                  </a:cubicBezTo>
                  <a:cubicBezTo>
                    <a:pt x="8905" y="27089"/>
                    <a:pt x="11774" y="27447"/>
                    <a:pt x="14953" y="27447"/>
                  </a:cubicBezTo>
                  <a:cubicBezTo>
                    <a:pt x="22331" y="27447"/>
                    <a:pt x="31374" y="25516"/>
                    <a:pt x="31374" y="25516"/>
                  </a:cubicBezTo>
                  <a:lnTo>
                    <a:pt x="30056" y="733"/>
                  </a:lnTo>
                  <a:cubicBezTo>
                    <a:pt x="30056" y="733"/>
                    <a:pt x="24102" y="0"/>
                    <a:pt x="18186"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45" name="Google Shape;1745;p33"/>
            <p:cNvSpPr/>
            <p:nvPr/>
          </p:nvSpPr>
          <p:spPr>
            <a:xfrm>
              <a:off x="1994625" y="3359350"/>
              <a:ext cx="793975" cy="699150"/>
            </a:xfrm>
            <a:custGeom>
              <a:avLst/>
              <a:gdLst/>
              <a:ahLst/>
              <a:cxnLst/>
              <a:rect l="l" t="t" r="r" b="b"/>
              <a:pathLst>
                <a:path w="31759" h="27966" extrusionOk="0">
                  <a:moveTo>
                    <a:pt x="18291" y="547"/>
                  </a:moveTo>
                  <a:cubicBezTo>
                    <a:pt x="21248" y="547"/>
                    <a:pt x="24205" y="740"/>
                    <a:pt x="26423" y="900"/>
                  </a:cubicBezTo>
                  <a:cubicBezTo>
                    <a:pt x="27548" y="997"/>
                    <a:pt x="28448" y="1093"/>
                    <a:pt x="29123" y="1157"/>
                  </a:cubicBezTo>
                  <a:cubicBezTo>
                    <a:pt x="29474" y="1193"/>
                    <a:pt x="29738" y="1228"/>
                    <a:pt x="29907" y="1252"/>
                  </a:cubicBezTo>
                  <a:lnTo>
                    <a:pt x="29907" y="1252"/>
                  </a:lnTo>
                  <a:lnTo>
                    <a:pt x="31200" y="25544"/>
                  </a:lnTo>
                  <a:lnTo>
                    <a:pt x="31200" y="25544"/>
                  </a:lnTo>
                  <a:cubicBezTo>
                    <a:pt x="31147" y="25556"/>
                    <a:pt x="31087" y="25571"/>
                    <a:pt x="31020" y="25587"/>
                  </a:cubicBezTo>
                  <a:cubicBezTo>
                    <a:pt x="29187" y="25973"/>
                    <a:pt x="21441" y="27452"/>
                    <a:pt x="15012" y="27452"/>
                  </a:cubicBezTo>
                  <a:cubicBezTo>
                    <a:pt x="11862" y="27452"/>
                    <a:pt x="9033" y="27066"/>
                    <a:pt x="7426" y="26102"/>
                  </a:cubicBezTo>
                  <a:cubicBezTo>
                    <a:pt x="4629" y="24430"/>
                    <a:pt x="2958" y="22566"/>
                    <a:pt x="1961" y="20637"/>
                  </a:cubicBezTo>
                  <a:cubicBezTo>
                    <a:pt x="997" y="18708"/>
                    <a:pt x="643" y="16651"/>
                    <a:pt x="547" y="14594"/>
                  </a:cubicBezTo>
                  <a:cubicBezTo>
                    <a:pt x="547" y="14272"/>
                    <a:pt x="547" y="13983"/>
                    <a:pt x="547" y="13662"/>
                  </a:cubicBezTo>
                  <a:cubicBezTo>
                    <a:pt x="547" y="11829"/>
                    <a:pt x="772" y="10126"/>
                    <a:pt x="1029" y="8904"/>
                  </a:cubicBezTo>
                  <a:cubicBezTo>
                    <a:pt x="1125" y="8294"/>
                    <a:pt x="1254" y="7811"/>
                    <a:pt x="1350" y="7458"/>
                  </a:cubicBezTo>
                  <a:cubicBezTo>
                    <a:pt x="1383" y="7297"/>
                    <a:pt x="1415" y="7168"/>
                    <a:pt x="1447" y="7072"/>
                  </a:cubicBezTo>
                  <a:cubicBezTo>
                    <a:pt x="1479" y="6976"/>
                    <a:pt x="1479" y="6943"/>
                    <a:pt x="1479" y="6943"/>
                  </a:cubicBezTo>
                  <a:lnTo>
                    <a:pt x="1511" y="6943"/>
                  </a:lnTo>
                  <a:cubicBezTo>
                    <a:pt x="1511" y="6879"/>
                    <a:pt x="1575" y="6751"/>
                    <a:pt x="1672" y="6590"/>
                  </a:cubicBezTo>
                  <a:cubicBezTo>
                    <a:pt x="2025" y="5979"/>
                    <a:pt x="2925" y="4886"/>
                    <a:pt x="4468" y="3793"/>
                  </a:cubicBezTo>
                  <a:cubicBezTo>
                    <a:pt x="6011" y="2733"/>
                    <a:pt x="8165" y="1640"/>
                    <a:pt x="11122" y="1093"/>
                  </a:cubicBezTo>
                  <a:cubicBezTo>
                    <a:pt x="13147" y="675"/>
                    <a:pt x="15719" y="547"/>
                    <a:pt x="18291" y="547"/>
                  </a:cubicBezTo>
                  <a:close/>
                  <a:moveTo>
                    <a:pt x="18291" y="0"/>
                  </a:moveTo>
                  <a:cubicBezTo>
                    <a:pt x="15719" y="0"/>
                    <a:pt x="13115" y="161"/>
                    <a:pt x="11026" y="547"/>
                  </a:cubicBezTo>
                  <a:cubicBezTo>
                    <a:pt x="7586" y="1222"/>
                    <a:pt x="5111" y="2572"/>
                    <a:pt x="3504" y="3858"/>
                  </a:cubicBezTo>
                  <a:cubicBezTo>
                    <a:pt x="2700" y="4468"/>
                    <a:pt x="2090" y="5111"/>
                    <a:pt x="1704" y="5626"/>
                  </a:cubicBezTo>
                  <a:cubicBezTo>
                    <a:pt x="1479" y="5883"/>
                    <a:pt x="1318" y="6108"/>
                    <a:pt x="1222" y="6301"/>
                  </a:cubicBezTo>
                  <a:cubicBezTo>
                    <a:pt x="1093" y="6493"/>
                    <a:pt x="1029" y="6654"/>
                    <a:pt x="965" y="6815"/>
                  </a:cubicBezTo>
                  <a:lnTo>
                    <a:pt x="982" y="6819"/>
                  </a:lnTo>
                  <a:lnTo>
                    <a:pt x="982" y="6819"/>
                  </a:lnTo>
                  <a:cubicBezTo>
                    <a:pt x="855" y="7174"/>
                    <a:pt x="0" y="10090"/>
                    <a:pt x="0" y="13662"/>
                  </a:cubicBezTo>
                  <a:cubicBezTo>
                    <a:pt x="0" y="13983"/>
                    <a:pt x="0" y="14305"/>
                    <a:pt x="32" y="14626"/>
                  </a:cubicBezTo>
                  <a:cubicBezTo>
                    <a:pt x="129" y="16715"/>
                    <a:pt x="450" y="18837"/>
                    <a:pt x="1511" y="20894"/>
                  </a:cubicBezTo>
                  <a:cubicBezTo>
                    <a:pt x="2540" y="22919"/>
                    <a:pt x="4276" y="24848"/>
                    <a:pt x="7136" y="26552"/>
                  </a:cubicBezTo>
                  <a:cubicBezTo>
                    <a:pt x="8936" y="27645"/>
                    <a:pt x="11829" y="27966"/>
                    <a:pt x="15012" y="27966"/>
                  </a:cubicBezTo>
                  <a:cubicBezTo>
                    <a:pt x="22437" y="27966"/>
                    <a:pt x="31534" y="26037"/>
                    <a:pt x="31534" y="26037"/>
                  </a:cubicBezTo>
                  <a:cubicBezTo>
                    <a:pt x="31663" y="26005"/>
                    <a:pt x="31759" y="25877"/>
                    <a:pt x="31759" y="25748"/>
                  </a:cubicBezTo>
                  <a:lnTo>
                    <a:pt x="30441" y="997"/>
                  </a:lnTo>
                  <a:cubicBezTo>
                    <a:pt x="30409" y="868"/>
                    <a:pt x="30313" y="772"/>
                    <a:pt x="30184" y="740"/>
                  </a:cubicBezTo>
                  <a:cubicBezTo>
                    <a:pt x="30184" y="740"/>
                    <a:pt x="24237" y="0"/>
                    <a:pt x="18291"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46" name="Google Shape;1746;p33"/>
            <p:cNvSpPr/>
            <p:nvPr/>
          </p:nvSpPr>
          <p:spPr>
            <a:xfrm>
              <a:off x="4052675" y="1352675"/>
              <a:ext cx="217625" cy="519725"/>
            </a:xfrm>
            <a:custGeom>
              <a:avLst/>
              <a:gdLst/>
              <a:ahLst/>
              <a:cxnLst/>
              <a:rect l="l" t="t" r="r" b="b"/>
              <a:pathLst>
                <a:path w="8705" h="20789" extrusionOk="0">
                  <a:moveTo>
                    <a:pt x="7541" y="0"/>
                  </a:moveTo>
                  <a:cubicBezTo>
                    <a:pt x="7524" y="0"/>
                    <a:pt x="7507" y="1"/>
                    <a:pt x="7490" y="2"/>
                  </a:cubicBezTo>
                  <a:cubicBezTo>
                    <a:pt x="7490" y="2"/>
                    <a:pt x="5368" y="2124"/>
                    <a:pt x="4340" y="4985"/>
                  </a:cubicBezTo>
                  <a:cubicBezTo>
                    <a:pt x="3343" y="7814"/>
                    <a:pt x="0" y="16332"/>
                    <a:pt x="97" y="17939"/>
                  </a:cubicBezTo>
                  <a:cubicBezTo>
                    <a:pt x="174" y="19229"/>
                    <a:pt x="1100" y="20788"/>
                    <a:pt x="2194" y="20788"/>
                  </a:cubicBezTo>
                  <a:cubicBezTo>
                    <a:pt x="2463" y="20788"/>
                    <a:pt x="2743" y="20694"/>
                    <a:pt x="3022" y="20478"/>
                  </a:cubicBezTo>
                  <a:cubicBezTo>
                    <a:pt x="4436" y="19353"/>
                    <a:pt x="7875" y="13375"/>
                    <a:pt x="8100" y="13085"/>
                  </a:cubicBezTo>
                  <a:cubicBezTo>
                    <a:pt x="8293" y="12764"/>
                    <a:pt x="8486" y="8521"/>
                    <a:pt x="8486" y="5885"/>
                  </a:cubicBezTo>
                  <a:cubicBezTo>
                    <a:pt x="8486" y="3286"/>
                    <a:pt x="8705" y="0"/>
                    <a:pt x="7541"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47" name="Google Shape;1747;p33"/>
            <p:cNvSpPr/>
            <p:nvPr/>
          </p:nvSpPr>
          <p:spPr>
            <a:xfrm>
              <a:off x="4047850" y="1346300"/>
              <a:ext cx="224225" cy="532825"/>
            </a:xfrm>
            <a:custGeom>
              <a:avLst/>
              <a:gdLst/>
              <a:ahLst/>
              <a:cxnLst/>
              <a:rect l="l" t="t" r="r" b="b"/>
              <a:pathLst>
                <a:path w="8969" h="21313" extrusionOk="0">
                  <a:moveTo>
                    <a:pt x="7777" y="548"/>
                  </a:moveTo>
                  <a:cubicBezTo>
                    <a:pt x="7808" y="551"/>
                    <a:pt x="7836" y="559"/>
                    <a:pt x="7876" y="579"/>
                  </a:cubicBezTo>
                  <a:cubicBezTo>
                    <a:pt x="7940" y="611"/>
                    <a:pt x="8036" y="740"/>
                    <a:pt x="8133" y="932"/>
                  </a:cubicBezTo>
                  <a:cubicBezTo>
                    <a:pt x="8261" y="1254"/>
                    <a:pt x="8326" y="1704"/>
                    <a:pt x="8390" y="2250"/>
                  </a:cubicBezTo>
                  <a:cubicBezTo>
                    <a:pt x="8422" y="2797"/>
                    <a:pt x="8422" y="3440"/>
                    <a:pt x="8422" y="4083"/>
                  </a:cubicBezTo>
                  <a:cubicBezTo>
                    <a:pt x="8422" y="4790"/>
                    <a:pt x="8422" y="5465"/>
                    <a:pt x="8422" y="6140"/>
                  </a:cubicBezTo>
                  <a:cubicBezTo>
                    <a:pt x="8422" y="7458"/>
                    <a:pt x="8358" y="9161"/>
                    <a:pt x="8293" y="10608"/>
                  </a:cubicBezTo>
                  <a:cubicBezTo>
                    <a:pt x="8261" y="11315"/>
                    <a:pt x="8197" y="11958"/>
                    <a:pt x="8165" y="12440"/>
                  </a:cubicBezTo>
                  <a:cubicBezTo>
                    <a:pt x="8133" y="12665"/>
                    <a:pt x="8101" y="12858"/>
                    <a:pt x="8101" y="12987"/>
                  </a:cubicBezTo>
                  <a:cubicBezTo>
                    <a:pt x="8068" y="13083"/>
                    <a:pt x="8068" y="13115"/>
                    <a:pt x="8068" y="13147"/>
                  </a:cubicBezTo>
                  <a:lnTo>
                    <a:pt x="8036" y="13212"/>
                  </a:lnTo>
                  <a:lnTo>
                    <a:pt x="8049" y="13215"/>
                  </a:lnTo>
                  <a:lnTo>
                    <a:pt x="8049" y="13215"/>
                  </a:lnTo>
                  <a:cubicBezTo>
                    <a:pt x="8006" y="13286"/>
                    <a:pt x="7925" y="13403"/>
                    <a:pt x="7843" y="13565"/>
                  </a:cubicBezTo>
                  <a:cubicBezTo>
                    <a:pt x="7426" y="14240"/>
                    <a:pt x="6526" y="15751"/>
                    <a:pt x="5561" y="17198"/>
                  </a:cubicBezTo>
                  <a:cubicBezTo>
                    <a:pt x="5111" y="17937"/>
                    <a:pt x="4597" y="18644"/>
                    <a:pt x="4179" y="19255"/>
                  </a:cubicBezTo>
                  <a:cubicBezTo>
                    <a:pt x="3729" y="19833"/>
                    <a:pt x="3311" y="20316"/>
                    <a:pt x="3054" y="20508"/>
                  </a:cubicBezTo>
                  <a:cubicBezTo>
                    <a:pt x="2797" y="20701"/>
                    <a:pt x="2572" y="20766"/>
                    <a:pt x="2379" y="20766"/>
                  </a:cubicBezTo>
                  <a:cubicBezTo>
                    <a:pt x="2154" y="20766"/>
                    <a:pt x="1961" y="20701"/>
                    <a:pt x="1736" y="20573"/>
                  </a:cubicBezTo>
                  <a:cubicBezTo>
                    <a:pt x="1447" y="20348"/>
                    <a:pt x="1157" y="19994"/>
                    <a:pt x="932" y="19544"/>
                  </a:cubicBezTo>
                  <a:cubicBezTo>
                    <a:pt x="707" y="19126"/>
                    <a:pt x="579" y="18612"/>
                    <a:pt x="547" y="18194"/>
                  </a:cubicBezTo>
                  <a:lnTo>
                    <a:pt x="547" y="18162"/>
                  </a:lnTo>
                  <a:lnTo>
                    <a:pt x="547" y="18130"/>
                  </a:lnTo>
                  <a:cubicBezTo>
                    <a:pt x="547" y="17937"/>
                    <a:pt x="579" y="17615"/>
                    <a:pt x="675" y="17230"/>
                  </a:cubicBezTo>
                  <a:cubicBezTo>
                    <a:pt x="997" y="15848"/>
                    <a:pt x="1800" y="13469"/>
                    <a:pt x="2636" y="11154"/>
                  </a:cubicBezTo>
                  <a:cubicBezTo>
                    <a:pt x="3472" y="8808"/>
                    <a:pt x="4340" y="6558"/>
                    <a:pt x="4790" y="5304"/>
                  </a:cubicBezTo>
                  <a:cubicBezTo>
                    <a:pt x="5272" y="3922"/>
                    <a:pt x="6043" y="2700"/>
                    <a:pt x="6686" y="1833"/>
                  </a:cubicBezTo>
                  <a:cubicBezTo>
                    <a:pt x="7008" y="1415"/>
                    <a:pt x="7329" y="1061"/>
                    <a:pt x="7522" y="836"/>
                  </a:cubicBezTo>
                  <a:cubicBezTo>
                    <a:pt x="7618" y="709"/>
                    <a:pt x="7713" y="613"/>
                    <a:pt x="7777" y="548"/>
                  </a:cubicBezTo>
                  <a:close/>
                  <a:moveTo>
                    <a:pt x="7651" y="0"/>
                  </a:moveTo>
                  <a:cubicBezTo>
                    <a:pt x="7586" y="0"/>
                    <a:pt x="7522" y="32"/>
                    <a:pt x="7490" y="65"/>
                  </a:cubicBezTo>
                  <a:cubicBezTo>
                    <a:pt x="7458" y="97"/>
                    <a:pt x="5336" y="2218"/>
                    <a:pt x="4275" y="5143"/>
                  </a:cubicBezTo>
                  <a:cubicBezTo>
                    <a:pt x="3793" y="6526"/>
                    <a:pt x="2733" y="9290"/>
                    <a:pt x="1768" y="11958"/>
                  </a:cubicBezTo>
                  <a:cubicBezTo>
                    <a:pt x="1318" y="13276"/>
                    <a:pt x="868" y="14594"/>
                    <a:pt x="547" y="15655"/>
                  </a:cubicBezTo>
                  <a:cubicBezTo>
                    <a:pt x="386" y="16201"/>
                    <a:pt x="257" y="16683"/>
                    <a:pt x="161" y="17101"/>
                  </a:cubicBezTo>
                  <a:cubicBezTo>
                    <a:pt x="65" y="17519"/>
                    <a:pt x="0" y="17840"/>
                    <a:pt x="0" y="18130"/>
                  </a:cubicBezTo>
                  <a:cubicBezTo>
                    <a:pt x="0" y="18130"/>
                    <a:pt x="0" y="18194"/>
                    <a:pt x="0" y="18226"/>
                  </a:cubicBezTo>
                  <a:cubicBezTo>
                    <a:pt x="65" y="18901"/>
                    <a:pt x="322" y="19673"/>
                    <a:pt x="740" y="20251"/>
                  </a:cubicBezTo>
                  <a:cubicBezTo>
                    <a:pt x="932" y="20541"/>
                    <a:pt x="1157" y="20830"/>
                    <a:pt x="1447" y="20991"/>
                  </a:cubicBezTo>
                  <a:cubicBezTo>
                    <a:pt x="1736" y="21183"/>
                    <a:pt x="2025" y="21312"/>
                    <a:pt x="2379" y="21312"/>
                  </a:cubicBezTo>
                  <a:cubicBezTo>
                    <a:pt x="2700" y="21312"/>
                    <a:pt x="3054" y="21183"/>
                    <a:pt x="3375" y="20926"/>
                  </a:cubicBezTo>
                  <a:cubicBezTo>
                    <a:pt x="3793" y="20637"/>
                    <a:pt x="4275" y="20026"/>
                    <a:pt x="4790" y="19287"/>
                  </a:cubicBezTo>
                  <a:cubicBezTo>
                    <a:pt x="5593" y="18194"/>
                    <a:pt x="6493" y="16812"/>
                    <a:pt x="7201" y="15655"/>
                  </a:cubicBezTo>
                  <a:cubicBezTo>
                    <a:pt x="7554" y="15076"/>
                    <a:pt x="7876" y="14562"/>
                    <a:pt x="8101" y="14176"/>
                  </a:cubicBezTo>
                  <a:cubicBezTo>
                    <a:pt x="8197" y="13983"/>
                    <a:pt x="8293" y="13822"/>
                    <a:pt x="8390" y="13694"/>
                  </a:cubicBezTo>
                  <a:cubicBezTo>
                    <a:pt x="8454" y="13565"/>
                    <a:pt x="8486" y="13501"/>
                    <a:pt x="8519" y="13469"/>
                  </a:cubicBezTo>
                  <a:cubicBezTo>
                    <a:pt x="8551" y="13405"/>
                    <a:pt x="8551" y="13372"/>
                    <a:pt x="8583" y="13308"/>
                  </a:cubicBezTo>
                  <a:cubicBezTo>
                    <a:pt x="8647" y="13083"/>
                    <a:pt x="8679" y="12697"/>
                    <a:pt x="8711" y="12183"/>
                  </a:cubicBezTo>
                  <a:cubicBezTo>
                    <a:pt x="8840" y="10640"/>
                    <a:pt x="8969" y="8004"/>
                    <a:pt x="8969" y="6140"/>
                  </a:cubicBezTo>
                  <a:cubicBezTo>
                    <a:pt x="8969" y="5497"/>
                    <a:pt x="8969" y="4790"/>
                    <a:pt x="8969" y="4083"/>
                  </a:cubicBezTo>
                  <a:cubicBezTo>
                    <a:pt x="8969" y="3086"/>
                    <a:pt x="8936" y="2122"/>
                    <a:pt x="8808" y="1382"/>
                  </a:cubicBezTo>
                  <a:cubicBezTo>
                    <a:pt x="8711" y="997"/>
                    <a:pt x="8615" y="675"/>
                    <a:pt x="8454" y="450"/>
                  </a:cubicBezTo>
                  <a:cubicBezTo>
                    <a:pt x="8390" y="322"/>
                    <a:pt x="8293" y="193"/>
                    <a:pt x="8165" y="129"/>
                  </a:cubicBezTo>
                  <a:cubicBezTo>
                    <a:pt x="8036" y="32"/>
                    <a:pt x="7876" y="0"/>
                    <a:pt x="7715"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48" name="Google Shape;1748;p33"/>
            <p:cNvSpPr/>
            <p:nvPr/>
          </p:nvSpPr>
          <p:spPr>
            <a:xfrm>
              <a:off x="4232675" y="1580025"/>
              <a:ext cx="750600" cy="670350"/>
            </a:xfrm>
            <a:custGeom>
              <a:avLst/>
              <a:gdLst/>
              <a:ahLst/>
              <a:cxnLst/>
              <a:rect l="l" t="t" r="r" b="b"/>
              <a:pathLst>
                <a:path w="30024" h="26814" extrusionOk="0">
                  <a:moveTo>
                    <a:pt x="3646" y="0"/>
                  </a:moveTo>
                  <a:cubicBezTo>
                    <a:pt x="3614" y="0"/>
                    <a:pt x="3588" y="2"/>
                    <a:pt x="3568" y="5"/>
                  </a:cubicBezTo>
                  <a:cubicBezTo>
                    <a:pt x="483" y="616"/>
                    <a:pt x="0" y="20385"/>
                    <a:pt x="0" y="20385"/>
                  </a:cubicBezTo>
                  <a:lnTo>
                    <a:pt x="24302" y="26814"/>
                  </a:lnTo>
                  <a:cubicBezTo>
                    <a:pt x="24302" y="26814"/>
                    <a:pt x="30023" y="11095"/>
                    <a:pt x="30023" y="8234"/>
                  </a:cubicBezTo>
                  <a:cubicBezTo>
                    <a:pt x="30023" y="5422"/>
                    <a:pt x="5546" y="0"/>
                    <a:pt x="3646" y="0"/>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1749" name="Google Shape;1749;p33"/>
            <p:cNvSpPr/>
            <p:nvPr/>
          </p:nvSpPr>
          <p:spPr>
            <a:xfrm>
              <a:off x="4226250" y="1573725"/>
              <a:ext cx="763450" cy="683300"/>
            </a:xfrm>
            <a:custGeom>
              <a:avLst/>
              <a:gdLst/>
              <a:ahLst/>
              <a:cxnLst/>
              <a:rect l="l" t="t" r="r" b="b"/>
              <a:pathLst>
                <a:path w="30538" h="27332" extrusionOk="0">
                  <a:moveTo>
                    <a:pt x="3922" y="514"/>
                  </a:moveTo>
                  <a:cubicBezTo>
                    <a:pt x="4115" y="514"/>
                    <a:pt x="4726" y="611"/>
                    <a:pt x="5561" y="772"/>
                  </a:cubicBezTo>
                  <a:cubicBezTo>
                    <a:pt x="8551" y="1286"/>
                    <a:pt x="14690" y="2668"/>
                    <a:pt x="20123" y="4243"/>
                  </a:cubicBezTo>
                  <a:cubicBezTo>
                    <a:pt x="22823" y="5015"/>
                    <a:pt x="25330" y="5818"/>
                    <a:pt x="27162" y="6590"/>
                  </a:cubicBezTo>
                  <a:cubicBezTo>
                    <a:pt x="28062" y="6976"/>
                    <a:pt x="28802" y="7361"/>
                    <a:pt x="29316" y="7683"/>
                  </a:cubicBezTo>
                  <a:cubicBezTo>
                    <a:pt x="29541" y="7876"/>
                    <a:pt x="29734" y="8036"/>
                    <a:pt x="29862" y="8165"/>
                  </a:cubicBezTo>
                  <a:cubicBezTo>
                    <a:pt x="29959" y="8326"/>
                    <a:pt x="29991" y="8422"/>
                    <a:pt x="29991" y="8486"/>
                  </a:cubicBezTo>
                  <a:cubicBezTo>
                    <a:pt x="29991" y="8808"/>
                    <a:pt x="29927" y="9354"/>
                    <a:pt x="29766" y="10029"/>
                  </a:cubicBezTo>
                  <a:cubicBezTo>
                    <a:pt x="29220" y="12472"/>
                    <a:pt x="27837" y="16715"/>
                    <a:pt x="26616" y="20348"/>
                  </a:cubicBezTo>
                  <a:cubicBezTo>
                    <a:pt x="26005" y="22148"/>
                    <a:pt x="25427" y="23787"/>
                    <a:pt x="25009" y="25009"/>
                  </a:cubicBezTo>
                  <a:cubicBezTo>
                    <a:pt x="24703" y="25817"/>
                    <a:pt x="24486" y="26433"/>
                    <a:pt x="24378" y="26744"/>
                  </a:cubicBezTo>
                  <a:lnTo>
                    <a:pt x="24378" y="26744"/>
                  </a:lnTo>
                  <a:lnTo>
                    <a:pt x="547" y="20439"/>
                  </a:lnTo>
                  <a:lnTo>
                    <a:pt x="547" y="20439"/>
                  </a:lnTo>
                  <a:cubicBezTo>
                    <a:pt x="547" y="20291"/>
                    <a:pt x="547" y="20062"/>
                    <a:pt x="547" y="19769"/>
                  </a:cubicBezTo>
                  <a:cubicBezTo>
                    <a:pt x="611" y="17905"/>
                    <a:pt x="836" y="13147"/>
                    <a:pt x="1383" y="8840"/>
                  </a:cubicBezTo>
                  <a:cubicBezTo>
                    <a:pt x="1640" y="6654"/>
                    <a:pt x="1993" y="4597"/>
                    <a:pt x="2411" y="3086"/>
                  </a:cubicBezTo>
                  <a:cubicBezTo>
                    <a:pt x="2636" y="2315"/>
                    <a:pt x="2893" y="1672"/>
                    <a:pt x="3150" y="1222"/>
                  </a:cubicBezTo>
                  <a:cubicBezTo>
                    <a:pt x="3279" y="1029"/>
                    <a:pt x="3408" y="836"/>
                    <a:pt x="3536" y="739"/>
                  </a:cubicBezTo>
                  <a:cubicBezTo>
                    <a:pt x="3665" y="611"/>
                    <a:pt x="3793" y="547"/>
                    <a:pt x="3890" y="514"/>
                  </a:cubicBezTo>
                  <a:close/>
                  <a:moveTo>
                    <a:pt x="3793" y="0"/>
                  </a:moveTo>
                  <a:cubicBezTo>
                    <a:pt x="3536" y="64"/>
                    <a:pt x="3279" y="193"/>
                    <a:pt x="3086" y="418"/>
                  </a:cubicBezTo>
                  <a:cubicBezTo>
                    <a:pt x="2733" y="804"/>
                    <a:pt x="2443" y="1382"/>
                    <a:pt x="2154" y="2122"/>
                  </a:cubicBezTo>
                  <a:cubicBezTo>
                    <a:pt x="1222" y="4725"/>
                    <a:pt x="707" y="9354"/>
                    <a:pt x="386" y="13308"/>
                  </a:cubicBezTo>
                  <a:cubicBezTo>
                    <a:pt x="65" y="17294"/>
                    <a:pt x="0" y="20605"/>
                    <a:pt x="0" y="20605"/>
                  </a:cubicBezTo>
                  <a:cubicBezTo>
                    <a:pt x="0" y="20733"/>
                    <a:pt x="65" y="20862"/>
                    <a:pt x="193" y="20894"/>
                  </a:cubicBezTo>
                  <a:lnTo>
                    <a:pt x="24494" y="27323"/>
                  </a:lnTo>
                  <a:cubicBezTo>
                    <a:pt x="24516" y="27328"/>
                    <a:pt x="24537" y="27331"/>
                    <a:pt x="24558" y="27331"/>
                  </a:cubicBezTo>
                  <a:cubicBezTo>
                    <a:pt x="24664" y="27331"/>
                    <a:pt x="24762" y="27264"/>
                    <a:pt x="24816" y="27130"/>
                  </a:cubicBezTo>
                  <a:cubicBezTo>
                    <a:pt x="24816" y="27130"/>
                    <a:pt x="26230" y="23208"/>
                    <a:pt x="27677" y="18933"/>
                  </a:cubicBezTo>
                  <a:cubicBezTo>
                    <a:pt x="28384" y="16780"/>
                    <a:pt x="29091" y="14529"/>
                    <a:pt x="29637" y="12665"/>
                  </a:cubicBezTo>
                  <a:cubicBezTo>
                    <a:pt x="29895" y="11733"/>
                    <a:pt x="30120" y="10865"/>
                    <a:pt x="30280" y="10158"/>
                  </a:cubicBezTo>
                  <a:cubicBezTo>
                    <a:pt x="30441" y="9451"/>
                    <a:pt x="30537" y="8872"/>
                    <a:pt x="30537" y="8486"/>
                  </a:cubicBezTo>
                  <a:cubicBezTo>
                    <a:pt x="30537" y="8197"/>
                    <a:pt x="30377" y="7972"/>
                    <a:pt x="30184" y="7747"/>
                  </a:cubicBezTo>
                  <a:cubicBezTo>
                    <a:pt x="29798" y="7329"/>
                    <a:pt x="29155" y="6943"/>
                    <a:pt x="28287" y="6525"/>
                  </a:cubicBezTo>
                  <a:cubicBezTo>
                    <a:pt x="25266" y="5079"/>
                    <a:pt x="19608" y="3440"/>
                    <a:pt x="14497" y="2186"/>
                  </a:cubicBezTo>
                  <a:cubicBezTo>
                    <a:pt x="11926" y="1543"/>
                    <a:pt x="9483" y="997"/>
                    <a:pt x="7619" y="611"/>
                  </a:cubicBezTo>
                  <a:cubicBezTo>
                    <a:pt x="6654" y="418"/>
                    <a:pt x="5851" y="257"/>
                    <a:pt x="5240" y="161"/>
                  </a:cubicBezTo>
                  <a:cubicBezTo>
                    <a:pt x="4597" y="64"/>
                    <a:pt x="4179" y="0"/>
                    <a:pt x="3922"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50" name="Google Shape;1750;p33"/>
            <p:cNvSpPr/>
            <p:nvPr/>
          </p:nvSpPr>
          <p:spPr>
            <a:xfrm>
              <a:off x="4206950" y="1267500"/>
              <a:ext cx="706400" cy="822825"/>
            </a:xfrm>
            <a:custGeom>
              <a:avLst/>
              <a:gdLst/>
              <a:ahLst/>
              <a:cxnLst/>
              <a:rect l="l" t="t" r="r" b="b"/>
              <a:pathLst>
                <a:path w="28256" h="32913" extrusionOk="0">
                  <a:moveTo>
                    <a:pt x="14958" y="1"/>
                  </a:moveTo>
                  <a:cubicBezTo>
                    <a:pt x="13842" y="1"/>
                    <a:pt x="13148" y="163"/>
                    <a:pt x="13148" y="163"/>
                  </a:cubicBezTo>
                  <a:cubicBezTo>
                    <a:pt x="13148" y="163"/>
                    <a:pt x="12363" y="80"/>
                    <a:pt x="11180" y="80"/>
                  </a:cubicBezTo>
                  <a:cubicBezTo>
                    <a:pt x="9242" y="80"/>
                    <a:pt x="6234" y="303"/>
                    <a:pt x="3858" y="1481"/>
                  </a:cubicBezTo>
                  <a:cubicBezTo>
                    <a:pt x="1" y="3409"/>
                    <a:pt x="1" y="6656"/>
                    <a:pt x="194" y="9806"/>
                  </a:cubicBezTo>
                  <a:cubicBezTo>
                    <a:pt x="387" y="12924"/>
                    <a:pt x="1447" y="29864"/>
                    <a:pt x="1737" y="31086"/>
                  </a:cubicBezTo>
                  <a:cubicBezTo>
                    <a:pt x="2058" y="32307"/>
                    <a:pt x="9001" y="31986"/>
                    <a:pt x="13051" y="32789"/>
                  </a:cubicBezTo>
                  <a:cubicBezTo>
                    <a:pt x="13477" y="32874"/>
                    <a:pt x="13890" y="32913"/>
                    <a:pt x="14288" y="32913"/>
                  </a:cubicBezTo>
                  <a:cubicBezTo>
                    <a:pt x="17678" y="32913"/>
                    <a:pt x="20023" y="30112"/>
                    <a:pt x="20541" y="28932"/>
                  </a:cubicBezTo>
                  <a:cubicBezTo>
                    <a:pt x="21152" y="27614"/>
                    <a:pt x="28256" y="14756"/>
                    <a:pt x="28256" y="12024"/>
                  </a:cubicBezTo>
                  <a:cubicBezTo>
                    <a:pt x="28256" y="9292"/>
                    <a:pt x="25331" y="4117"/>
                    <a:pt x="21152" y="1706"/>
                  </a:cubicBezTo>
                  <a:cubicBezTo>
                    <a:pt x="18764" y="299"/>
                    <a:pt x="16473" y="1"/>
                    <a:pt x="14958"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51" name="Google Shape;1751;p33"/>
            <p:cNvSpPr/>
            <p:nvPr/>
          </p:nvSpPr>
          <p:spPr>
            <a:xfrm>
              <a:off x="4203750" y="1261100"/>
              <a:ext cx="716025" cy="835800"/>
            </a:xfrm>
            <a:custGeom>
              <a:avLst/>
              <a:gdLst/>
              <a:ahLst/>
              <a:cxnLst/>
              <a:rect l="l" t="t" r="r" b="b"/>
              <a:pathLst>
                <a:path w="28641" h="33432" extrusionOk="0">
                  <a:moveTo>
                    <a:pt x="15140" y="547"/>
                  </a:moveTo>
                  <a:cubicBezTo>
                    <a:pt x="16619" y="547"/>
                    <a:pt x="18837" y="837"/>
                    <a:pt x="21151" y="2187"/>
                  </a:cubicBezTo>
                  <a:cubicBezTo>
                    <a:pt x="23176" y="3376"/>
                    <a:pt x="24944" y="5241"/>
                    <a:pt x="26166" y="7137"/>
                  </a:cubicBezTo>
                  <a:cubicBezTo>
                    <a:pt x="27419" y="9066"/>
                    <a:pt x="28127" y="10994"/>
                    <a:pt x="28127" y="12280"/>
                  </a:cubicBezTo>
                  <a:cubicBezTo>
                    <a:pt x="28127" y="12569"/>
                    <a:pt x="27998" y="13052"/>
                    <a:pt x="27805" y="13662"/>
                  </a:cubicBezTo>
                  <a:cubicBezTo>
                    <a:pt x="27162" y="15784"/>
                    <a:pt x="25426" y="19352"/>
                    <a:pt x="23819" y="22534"/>
                  </a:cubicBezTo>
                  <a:cubicBezTo>
                    <a:pt x="23016" y="24109"/>
                    <a:pt x="22244" y="25620"/>
                    <a:pt x="21633" y="26777"/>
                  </a:cubicBezTo>
                  <a:cubicBezTo>
                    <a:pt x="21023" y="27935"/>
                    <a:pt x="20573" y="28770"/>
                    <a:pt x="20444" y="29092"/>
                  </a:cubicBezTo>
                  <a:cubicBezTo>
                    <a:pt x="20187" y="29638"/>
                    <a:pt x="19480" y="30603"/>
                    <a:pt x="18451" y="31406"/>
                  </a:cubicBezTo>
                  <a:cubicBezTo>
                    <a:pt x="17423" y="32242"/>
                    <a:pt x="16040" y="32917"/>
                    <a:pt x="14433" y="32917"/>
                  </a:cubicBezTo>
                  <a:cubicBezTo>
                    <a:pt x="14047" y="32917"/>
                    <a:pt x="13662" y="32853"/>
                    <a:pt x="13244" y="32788"/>
                  </a:cubicBezTo>
                  <a:cubicBezTo>
                    <a:pt x="11186" y="32370"/>
                    <a:pt x="8422" y="32242"/>
                    <a:pt x="6140" y="32081"/>
                  </a:cubicBezTo>
                  <a:cubicBezTo>
                    <a:pt x="5015" y="31985"/>
                    <a:pt x="3986" y="31888"/>
                    <a:pt x="3247" y="31760"/>
                  </a:cubicBezTo>
                  <a:cubicBezTo>
                    <a:pt x="2893" y="31663"/>
                    <a:pt x="2604" y="31599"/>
                    <a:pt x="2411" y="31503"/>
                  </a:cubicBezTo>
                  <a:cubicBezTo>
                    <a:pt x="2315" y="31438"/>
                    <a:pt x="2250" y="31406"/>
                    <a:pt x="2186" y="31374"/>
                  </a:cubicBezTo>
                  <a:lnTo>
                    <a:pt x="2154" y="31278"/>
                  </a:lnTo>
                  <a:cubicBezTo>
                    <a:pt x="2122" y="31213"/>
                    <a:pt x="2090" y="31085"/>
                    <a:pt x="2090" y="30892"/>
                  </a:cubicBezTo>
                  <a:cubicBezTo>
                    <a:pt x="1897" y="29477"/>
                    <a:pt x="1575" y="25009"/>
                    <a:pt x="1286" y="20509"/>
                  </a:cubicBezTo>
                  <a:cubicBezTo>
                    <a:pt x="965" y="16009"/>
                    <a:pt x="675" y="11509"/>
                    <a:pt x="579" y="10030"/>
                  </a:cubicBezTo>
                  <a:cubicBezTo>
                    <a:pt x="547" y="9451"/>
                    <a:pt x="515" y="8873"/>
                    <a:pt x="515" y="8294"/>
                  </a:cubicBezTo>
                  <a:cubicBezTo>
                    <a:pt x="515" y="7041"/>
                    <a:pt x="675" y="5851"/>
                    <a:pt x="1190" y="4758"/>
                  </a:cubicBezTo>
                  <a:cubicBezTo>
                    <a:pt x="1704" y="3698"/>
                    <a:pt x="2572" y="2765"/>
                    <a:pt x="4083" y="1994"/>
                  </a:cubicBezTo>
                  <a:cubicBezTo>
                    <a:pt x="6397" y="837"/>
                    <a:pt x="9322" y="612"/>
                    <a:pt x="11251" y="612"/>
                  </a:cubicBezTo>
                  <a:cubicBezTo>
                    <a:pt x="11862" y="612"/>
                    <a:pt x="12344" y="644"/>
                    <a:pt x="12697" y="644"/>
                  </a:cubicBezTo>
                  <a:cubicBezTo>
                    <a:pt x="12890" y="676"/>
                    <a:pt x="13019" y="676"/>
                    <a:pt x="13115" y="676"/>
                  </a:cubicBezTo>
                  <a:cubicBezTo>
                    <a:pt x="13212" y="708"/>
                    <a:pt x="13244" y="708"/>
                    <a:pt x="13244" y="708"/>
                  </a:cubicBezTo>
                  <a:lnTo>
                    <a:pt x="13340" y="708"/>
                  </a:lnTo>
                  <a:lnTo>
                    <a:pt x="13372" y="676"/>
                  </a:lnTo>
                  <a:cubicBezTo>
                    <a:pt x="13501" y="644"/>
                    <a:pt x="14176" y="547"/>
                    <a:pt x="15140" y="547"/>
                  </a:cubicBezTo>
                  <a:close/>
                  <a:moveTo>
                    <a:pt x="15140" y="1"/>
                  </a:moveTo>
                  <a:cubicBezTo>
                    <a:pt x="14118" y="1"/>
                    <a:pt x="13422" y="126"/>
                    <a:pt x="13251" y="156"/>
                  </a:cubicBezTo>
                  <a:lnTo>
                    <a:pt x="13251" y="156"/>
                  </a:lnTo>
                  <a:cubicBezTo>
                    <a:pt x="13044" y="134"/>
                    <a:pt x="12286" y="65"/>
                    <a:pt x="11251" y="65"/>
                  </a:cubicBezTo>
                  <a:cubicBezTo>
                    <a:pt x="9290" y="65"/>
                    <a:pt x="6268" y="290"/>
                    <a:pt x="3858" y="1512"/>
                  </a:cubicBezTo>
                  <a:cubicBezTo>
                    <a:pt x="2250" y="2315"/>
                    <a:pt x="1254" y="3376"/>
                    <a:pt x="707" y="4533"/>
                  </a:cubicBezTo>
                  <a:cubicBezTo>
                    <a:pt x="129" y="5723"/>
                    <a:pt x="0" y="7008"/>
                    <a:pt x="0" y="8294"/>
                  </a:cubicBezTo>
                  <a:cubicBezTo>
                    <a:pt x="0" y="8873"/>
                    <a:pt x="32" y="9484"/>
                    <a:pt x="65" y="10062"/>
                  </a:cubicBezTo>
                  <a:cubicBezTo>
                    <a:pt x="161" y="11637"/>
                    <a:pt x="482" y="16652"/>
                    <a:pt x="804" y="21441"/>
                  </a:cubicBezTo>
                  <a:cubicBezTo>
                    <a:pt x="965" y="23820"/>
                    <a:pt x="1125" y="26167"/>
                    <a:pt x="1254" y="27967"/>
                  </a:cubicBezTo>
                  <a:cubicBezTo>
                    <a:pt x="1350" y="28867"/>
                    <a:pt x="1415" y="29638"/>
                    <a:pt x="1479" y="30249"/>
                  </a:cubicBezTo>
                  <a:cubicBezTo>
                    <a:pt x="1511" y="30538"/>
                    <a:pt x="1511" y="30763"/>
                    <a:pt x="1543" y="30988"/>
                  </a:cubicBezTo>
                  <a:cubicBezTo>
                    <a:pt x="1575" y="31181"/>
                    <a:pt x="1607" y="31310"/>
                    <a:pt x="1607" y="31406"/>
                  </a:cubicBezTo>
                  <a:cubicBezTo>
                    <a:pt x="1640" y="31535"/>
                    <a:pt x="1736" y="31663"/>
                    <a:pt x="1832" y="31760"/>
                  </a:cubicBezTo>
                  <a:cubicBezTo>
                    <a:pt x="1993" y="31920"/>
                    <a:pt x="2250" y="32017"/>
                    <a:pt x="2540" y="32113"/>
                  </a:cubicBezTo>
                  <a:cubicBezTo>
                    <a:pt x="3086" y="32274"/>
                    <a:pt x="3793" y="32403"/>
                    <a:pt x="4597" y="32467"/>
                  </a:cubicBezTo>
                  <a:cubicBezTo>
                    <a:pt x="7104" y="32756"/>
                    <a:pt x="10672" y="32820"/>
                    <a:pt x="13147" y="33303"/>
                  </a:cubicBezTo>
                  <a:cubicBezTo>
                    <a:pt x="13597" y="33399"/>
                    <a:pt x="14015" y="33431"/>
                    <a:pt x="14433" y="33431"/>
                  </a:cubicBezTo>
                  <a:cubicBezTo>
                    <a:pt x="16201" y="33431"/>
                    <a:pt x="17680" y="32724"/>
                    <a:pt x="18773" y="31824"/>
                  </a:cubicBezTo>
                  <a:cubicBezTo>
                    <a:pt x="19898" y="30956"/>
                    <a:pt x="20637" y="29960"/>
                    <a:pt x="20926" y="29317"/>
                  </a:cubicBezTo>
                  <a:cubicBezTo>
                    <a:pt x="21055" y="28995"/>
                    <a:pt x="21633" y="27935"/>
                    <a:pt x="22373" y="26520"/>
                  </a:cubicBezTo>
                  <a:cubicBezTo>
                    <a:pt x="23498" y="24366"/>
                    <a:pt x="25073" y="21345"/>
                    <a:pt x="26359" y="18613"/>
                  </a:cubicBezTo>
                  <a:cubicBezTo>
                    <a:pt x="27002" y="17230"/>
                    <a:pt x="27548" y="15945"/>
                    <a:pt x="27966" y="14852"/>
                  </a:cubicBezTo>
                  <a:cubicBezTo>
                    <a:pt x="28384" y="13759"/>
                    <a:pt x="28641" y="12891"/>
                    <a:pt x="28641" y="12280"/>
                  </a:cubicBezTo>
                  <a:cubicBezTo>
                    <a:pt x="28641" y="10834"/>
                    <a:pt x="27902" y="8841"/>
                    <a:pt x="26616" y="6848"/>
                  </a:cubicBezTo>
                  <a:cubicBezTo>
                    <a:pt x="25330" y="4887"/>
                    <a:pt x="23562" y="2958"/>
                    <a:pt x="21441" y="1737"/>
                  </a:cubicBezTo>
                  <a:cubicBezTo>
                    <a:pt x="18998" y="290"/>
                    <a:pt x="16683" y="1"/>
                    <a:pt x="15140"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52" name="Google Shape;1752;p33"/>
            <p:cNvSpPr/>
            <p:nvPr/>
          </p:nvSpPr>
          <p:spPr>
            <a:xfrm>
              <a:off x="4358850" y="1471650"/>
              <a:ext cx="194500" cy="575425"/>
            </a:xfrm>
            <a:custGeom>
              <a:avLst/>
              <a:gdLst/>
              <a:ahLst/>
              <a:cxnLst/>
              <a:rect l="l" t="t" r="r" b="b"/>
              <a:pathLst>
                <a:path w="7780" h="23017" extrusionOk="0">
                  <a:moveTo>
                    <a:pt x="6686" y="1"/>
                  </a:moveTo>
                  <a:lnTo>
                    <a:pt x="3247" y="2444"/>
                  </a:lnTo>
                  <a:lnTo>
                    <a:pt x="4340" y="4887"/>
                  </a:lnTo>
                  <a:lnTo>
                    <a:pt x="0" y="20059"/>
                  </a:lnTo>
                  <a:lnTo>
                    <a:pt x="997" y="23016"/>
                  </a:lnTo>
                  <a:lnTo>
                    <a:pt x="3954" y="20766"/>
                  </a:lnTo>
                  <a:lnTo>
                    <a:pt x="5561" y="5176"/>
                  </a:lnTo>
                  <a:lnTo>
                    <a:pt x="7779" y="2733"/>
                  </a:lnTo>
                  <a:lnTo>
                    <a:pt x="6686"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53" name="Google Shape;1753;p33"/>
            <p:cNvSpPr/>
            <p:nvPr/>
          </p:nvSpPr>
          <p:spPr>
            <a:xfrm>
              <a:off x="4351600" y="1465225"/>
              <a:ext cx="208975" cy="588275"/>
            </a:xfrm>
            <a:custGeom>
              <a:avLst/>
              <a:gdLst/>
              <a:ahLst/>
              <a:cxnLst/>
              <a:rect l="l" t="t" r="r" b="b"/>
              <a:pathLst>
                <a:path w="8359" h="23531" extrusionOk="0">
                  <a:moveTo>
                    <a:pt x="6848" y="676"/>
                  </a:moveTo>
                  <a:lnTo>
                    <a:pt x="7780" y="2958"/>
                  </a:lnTo>
                  <a:lnTo>
                    <a:pt x="5658" y="5240"/>
                  </a:lnTo>
                  <a:cubicBezTo>
                    <a:pt x="5626" y="5304"/>
                    <a:pt x="5594" y="5337"/>
                    <a:pt x="5594" y="5401"/>
                  </a:cubicBezTo>
                  <a:lnTo>
                    <a:pt x="3987" y="20895"/>
                  </a:lnTo>
                  <a:lnTo>
                    <a:pt x="1415" y="22823"/>
                  </a:lnTo>
                  <a:lnTo>
                    <a:pt x="579" y="20316"/>
                  </a:lnTo>
                  <a:lnTo>
                    <a:pt x="4887" y="5208"/>
                  </a:lnTo>
                  <a:cubicBezTo>
                    <a:pt x="4919" y="5144"/>
                    <a:pt x="4919" y="5079"/>
                    <a:pt x="4887" y="5015"/>
                  </a:cubicBezTo>
                  <a:lnTo>
                    <a:pt x="3851" y="2795"/>
                  </a:lnTo>
                  <a:lnTo>
                    <a:pt x="6848" y="676"/>
                  </a:lnTo>
                  <a:close/>
                  <a:moveTo>
                    <a:pt x="7040" y="1"/>
                  </a:moveTo>
                  <a:cubicBezTo>
                    <a:pt x="6976" y="1"/>
                    <a:pt x="6880" y="1"/>
                    <a:pt x="6815" y="65"/>
                  </a:cubicBezTo>
                  <a:lnTo>
                    <a:pt x="3376" y="2476"/>
                  </a:lnTo>
                  <a:cubicBezTo>
                    <a:pt x="3280" y="2572"/>
                    <a:pt x="3215" y="2701"/>
                    <a:pt x="3280" y="2797"/>
                  </a:cubicBezTo>
                  <a:lnTo>
                    <a:pt x="4340" y="5144"/>
                  </a:lnTo>
                  <a:lnTo>
                    <a:pt x="33" y="20252"/>
                  </a:lnTo>
                  <a:cubicBezTo>
                    <a:pt x="1" y="20316"/>
                    <a:pt x="1" y="20348"/>
                    <a:pt x="33" y="20412"/>
                  </a:cubicBezTo>
                  <a:lnTo>
                    <a:pt x="1029" y="23338"/>
                  </a:lnTo>
                  <a:cubicBezTo>
                    <a:pt x="1062" y="23434"/>
                    <a:pt x="1126" y="23498"/>
                    <a:pt x="1222" y="23530"/>
                  </a:cubicBezTo>
                  <a:cubicBezTo>
                    <a:pt x="1287" y="23530"/>
                    <a:pt x="1383" y="23530"/>
                    <a:pt x="1447" y="23466"/>
                  </a:cubicBezTo>
                  <a:lnTo>
                    <a:pt x="4405" y="21248"/>
                  </a:lnTo>
                  <a:cubicBezTo>
                    <a:pt x="4469" y="21216"/>
                    <a:pt x="4501" y="21152"/>
                    <a:pt x="4501" y="21055"/>
                  </a:cubicBezTo>
                  <a:lnTo>
                    <a:pt x="6108" y="5562"/>
                  </a:lnTo>
                  <a:lnTo>
                    <a:pt x="8294" y="3183"/>
                  </a:lnTo>
                  <a:cubicBezTo>
                    <a:pt x="8358" y="3119"/>
                    <a:pt x="8358" y="2990"/>
                    <a:pt x="8326" y="2894"/>
                  </a:cubicBezTo>
                  <a:lnTo>
                    <a:pt x="7233" y="161"/>
                  </a:lnTo>
                  <a:cubicBezTo>
                    <a:pt x="7201" y="97"/>
                    <a:pt x="7137" y="33"/>
                    <a:pt x="7040"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54" name="Google Shape;1754;p33"/>
            <p:cNvSpPr/>
            <p:nvPr/>
          </p:nvSpPr>
          <p:spPr>
            <a:xfrm>
              <a:off x="4399025" y="1330225"/>
              <a:ext cx="261200" cy="301375"/>
            </a:xfrm>
            <a:custGeom>
              <a:avLst/>
              <a:gdLst/>
              <a:ahLst/>
              <a:cxnLst/>
              <a:rect l="l" t="t" r="r" b="b"/>
              <a:pathLst>
                <a:path w="10448" h="12055" extrusionOk="0">
                  <a:moveTo>
                    <a:pt x="5079" y="0"/>
                  </a:moveTo>
                  <a:cubicBezTo>
                    <a:pt x="2829" y="0"/>
                    <a:pt x="1929" y="1833"/>
                    <a:pt x="1929" y="1833"/>
                  </a:cubicBezTo>
                  <a:cubicBezTo>
                    <a:pt x="1929" y="1833"/>
                    <a:pt x="804" y="3954"/>
                    <a:pt x="418" y="5369"/>
                  </a:cubicBezTo>
                  <a:cubicBezTo>
                    <a:pt x="0" y="6783"/>
                    <a:pt x="0" y="9419"/>
                    <a:pt x="0" y="9419"/>
                  </a:cubicBezTo>
                  <a:cubicBezTo>
                    <a:pt x="0" y="9419"/>
                    <a:pt x="3247" y="7908"/>
                    <a:pt x="4147" y="7908"/>
                  </a:cubicBezTo>
                  <a:cubicBezTo>
                    <a:pt x="5079" y="7908"/>
                    <a:pt x="6911" y="12055"/>
                    <a:pt x="6911" y="12055"/>
                  </a:cubicBezTo>
                  <a:cubicBezTo>
                    <a:pt x="6911" y="12055"/>
                    <a:pt x="9644" y="8004"/>
                    <a:pt x="10029" y="5047"/>
                  </a:cubicBezTo>
                  <a:cubicBezTo>
                    <a:pt x="10447" y="2122"/>
                    <a:pt x="7297" y="0"/>
                    <a:pt x="5079"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55" name="Google Shape;1755;p33"/>
            <p:cNvSpPr/>
            <p:nvPr/>
          </p:nvSpPr>
          <p:spPr>
            <a:xfrm>
              <a:off x="4392600" y="1323800"/>
              <a:ext cx="265200" cy="314225"/>
            </a:xfrm>
            <a:custGeom>
              <a:avLst/>
              <a:gdLst/>
              <a:ahLst/>
              <a:cxnLst/>
              <a:rect l="l" t="t" r="r" b="b"/>
              <a:pathLst>
                <a:path w="10608" h="12569" extrusionOk="0">
                  <a:moveTo>
                    <a:pt x="5336" y="515"/>
                  </a:moveTo>
                  <a:cubicBezTo>
                    <a:pt x="6300" y="515"/>
                    <a:pt x="7490" y="965"/>
                    <a:pt x="8454" y="1736"/>
                  </a:cubicBezTo>
                  <a:cubicBezTo>
                    <a:pt x="9386" y="2507"/>
                    <a:pt x="10061" y="3568"/>
                    <a:pt x="10061" y="4790"/>
                  </a:cubicBezTo>
                  <a:cubicBezTo>
                    <a:pt x="10061" y="4950"/>
                    <a:pt x="10061" y="5111"/>
                    <a:pt x="10029" y="5272"/>
                  </a:cubicBezTo>
                  <a:cubicBezTo>
                    <a:pt x="9836" y="6686"/>
                    <a:pt x="9065" y="8422"/>
                    <a:pt x="8326" y="9804"/>
                  </a:cubicBezTo>
                  <a:cubicBezTo>
                    <a:pt x="7972" y="10479"/>
                    <a:pt x="7618" y="11058"/>
                    <a:pt x="7361" y="11476"/>
                  </a:cubicBezTo>
                  <a:cubicBezTo>
                    <a:pt x="7300" y="11583"/>
                    <a:pt x="7246" y="11675"/>
                    <a:pt x="7196" y="11756"/>
                  </a:cubicBezTo>
                  <a:lnTo>
                    <a:pt x="7196" y="11756"/>
                  </a:lnTo>
                  <a:cubicBezTo>
                    <a:pt x="7011" y="11351"/>
                    <a:pt x="6711" y="10728"/>
                    <a:pt x="6365" y="10094"/>
                  </a:cubicBezTo>
                  <a:cubicBezTo>
                    <a:pt x="6075" y="9579"/>
                    <a:pt x="5754" y="9065"/>
                    <a:pt x="5433" y="8647"/>
                  </a:cubicBezTo>
                  <a:cubicBezTo>
                    <a:pt x="5272" y="8422"/>
                    <a:pt x="5143" y="8261"/>
                    <a:pt x="4983" y="8133"/>
                  </a:cubicBezTo>
                  <a:cubicBezTo>
                    <a:pt x="4822" y="8004"/>
                    <a:pt x="4629" y="7876"/>
                    <a:pt x="4404" y="7876"/>
                  </a:cubicBezTo>
                  <a:cubicBezTo>
                    <a:pt x="4115" y="7876"/>
                    <a:pt x="3761" y="8004"/>
                    <a:pt x="3311" y="8133"/>
                  </a:cubicBezTo>
                  <a:cubicBezTo>
                    <a:pt x="2365" y="8456"/>
                    <a:pt x="1155" y="8977"/>
                    <a:pt x="547" y="9246"/>
                  </a:cubicBezTo>
                  <a:lnTo>
                    <a:pt x="547" y="9246"/>
                  </a:lnTo>
                  <a:cubicBezTo>
                    <a:pt x="548" y="8437"/>
                    <a:pt x="644" y="6713"/>
                    <a:pt x="932" y="5690"/>
                  </a:cubicBezTo>
                  <a:cubicBezTo>
                    <a:pt x="1125" y="5015"/>
                    <a:pt x="1511" y="4147"/>
                    <a:pt x="1832" y="3440"/>
                  </a:cubicBezTo>
                  <a:cubicBezTo>
                    <a:pt x="1993" y="3086"/>
                    <a:pt x="2154" y="2765"/>
                    <a:pt x="2250" y="2540"/>
                  </a:cubicBezTo>
                  <a:cubicBezTo>
                    <a:pt x="2347" y="2347"/>
                    <a:pt x="2443" y="2218"/>
                    <a:pt x="2443" y="2186"/>
                  </a:cubicBezTo>
                  <a:cubicBezTo>
                    <a:pt x="2443" y="2154"/>
                    <a:pt x="2668" y="1736"/>
                    <a:pt x="3150" y="1318"/>
                  </a:cubicBezTo>
                  <a:cubicBezTo>
                    <a:pt x="3632" y="900"/>
                    <a:pt x="4308" y="515"/>
                    <a:pt x="5336" y="515"/>
                  </a:cubicBezTo>
                  <a:close/>
                  <a:moveTo>
                    <a:pt x="5336" y="0"/>
                  </a:moveTo>
                  <a:cubicBezTo>
                    <a:pt x="4147" y="0"/>
                    <a:pt x="3279" y="482"/>
                    <a:pt x="2732" y="965"/>
                  </a:cubicBezTo>
                  <a:cubicBezTo>
                    <a:pt x="2218" y="1447"/>
                    <a:pt x="1961" y="1929"/>
                    <a:pt x="1961" y="1961"/>
                  </a:cubicBezTo>
                  <a:cubicBezTo>
                    <a:pt x="1961" y="1961"/>
                    <a:pt x="836" y="4083"/>
                    <a:pt x="418" y="5561"/>
                  </a:cubicBezTo>
                  <a:cubicBezTo>
                    <a:pt x="193" y="6301"/>
                    <a:pt x="97" y="7329"/>
                    <a:pt x="64" y="8165"/>
                  </a:cubicBezTo>
                  <a:cubicBezTo>
                    <a:pt x="0" y="9001"/>
                    <a:pt x="0" y="9676"/>
                    <a:pt x="0" y="9676"/>
                  </a:cubicBezTo>
                  <a:cubicBezTo>
                    <a:pt x="0" y="9772"/>
                    <a:pt x="32" y="9836"/>
                    <a:pt x="129" y="9901"/>
                  </a:cubicBezTo>
                  <a:cubicBezTo>
                    <a:pt x="166" y="9938"/>
                    <a:pt x="215" y="9954"/>
                    <a:pt x="268" y="9954"/>
                  </a:cubicBezTo>
                  <a:cubicBezTo>
                    <a:pt x="306" y="9954"/>
                    <a:pt x="346" y="9946"/>
                    <a:pt x="386" y="9933"/>
                  </a:cubicBezTo>
                  <a:cubicBezTo>
                    <a:pt x="386" y="9933"/>
                    <a:pt x="579" y="9836"/>
                    <a:pt x="900" y="9676"/>
                  </a:cubicBezTo>
                  <a:cubicBezTo>
                    <a:pt x="1382" y="9483"/>
                    <a:pt x="2090" y="9161"/>
                    <a:pt x="2797" y="8872"/>
                  </a:cubicBezTo>
                  <a:cubicBezTo>
                    <a:pt x="3150" y="8744"/>
                    <a:pt x="3472" y="8647"/>
                    <a:pt x="3761" y="8551"/>
                  </a:cubicBezTo>
                  <a:cubicBezTo>
                    <a:pt x="4050" y="8454"/>
                    <a:pt x="4308" y="8422"/>
                    <a:pt x="4404" y="8422"/>
                  </a:cubicBezTo>
                  <a:cubicBezTo>
                    <a:pt x="4436" y="8422"/>
                    <a:pt x="4500" y="8454"/>
                    <a:pt x="4629" y="8551"/>
                  </a:cubicBezTo>
                  <a:cubicBezTo>
                    <a:pt x="4822" y="8711"/>
                    <a:pt x="5079" y="9033"/>
                    <a:pt x="5336" y="9451"/>
                  </a:cubicBezTo>
                  <a:cubicBezTo>
                    <a:pt x="5722" y="10029"/>
                    <a:pt x="6140" y="10769"/>
                    <a:pt x="6429" y="11379"/>
                  </a:cubicBezTo>
                  <a:cubicBezTo>
                    <a:pt x="6558" y="11669"/>
                    <a:pt x="6686" y="11926"/>
                    <a:pt x="6783" y="12119"/>
                  </a:cubicBezTo>
                  <a:cubicBezTo>
                    <a:pt x="6847" y="12312"/>
                    <a:pt x="6911" y="12408"/>
                    <a:pt x="6911" y="12408"/>
                  </a:cubicBezTo>
                  <a:cubicBezTo>
                    <a:pt x="6943" y="12504"/>
                    <a:pt x="7040" y="12569"/>
                    <a:pt x="7136" y="12569"/>
                  </a:cubicBezTo>
                  <a:cubicBezTo>
                    <a:pt x="7233" y="12569"/>
                    <a:pt x="7329" y="12537"/>
                    <a:pt x="7361" y="12472"/>
                  </a:cubicBezTo>
                  <a:cubicBezTo>
                    <a:pt x="7393" y="12440"/>
                    <a:pt x="8068" y="11444"/>
                    <a:pt x="8808" y="10029"/>
                  </a:cubicBezTo>
                  <a:cubicBezTo>
                    <a:pt x="9547" y="8647"/>
                    <a:pt x="10351" y="6879"/>
                    <a:pt x="10544" y="5368"/>
                  </a:cubicBezTo>
                  <a:cubicBezTo>
                    <a:pt x="10576" y="5175"/>
                    <a:pt x="10608" y="4983"/>
                    <a:pt x="10608" y="4790"/>
                  </a:cubicBezTo>
                  <a:cubicBezTo>
                    <a:pt x="10608" y="3375"/>
                    <a:pt x="9804" y="2154"/>
                    <a:pt x="8776" y="1318"/>
                  </a:cubicBezTo>
                  <a:cubicBezTo>
                    <a:pt x="7747" y="482"/>
                    <a:pt x="6461" y="0"/>
                    <a:pt x="5336"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56" name="Google Shape;1756;p33"/>
            <p:cNvSpPr/>
            <p:nvPr/>
          </p:nvSpPr>
          <p:spPr>
            <a:xfrm>
              <a:off x="4693150" y="1284575"/>
              <a:ext cx="77975" cy="92900"/>
            </a:xfrm>
            <a:custGeom>
              <a:avLst/>
              <a:gdLst/>
              <a:ahLst/>
              <a:cxnLst/>
              <a:rect l="l" t="t" r="r" b="b"/>
              <a:pathLst>
                <a:path w="3119" h="3716" extrusionOk="0">
                  <a:moveTo>
                    <a:pt x="2546" y="0"/>
                  </a:moveTo>
                  <a:cubicBezTo>
                    <a:pt x="2181" y="0"/>
                    <a:pt x="1704" y="701"/>
                    <a:pt x="1704" y="701"/>
                  </a:cubicBezTo>
                  <a:lnTo>
                    <a:pt x="0" y="3530"/>
                  </a:lnTo>
                  <a:cubicBezTo>
                    <a:pt x="0" y="3530"/>
                    <a:pt x="229" y="3716"/>
                    <a:pt x="591" y="3716"/>
                  </a:cubicBezTo>
                  <a:cubicBezTo>
                    <a:pt x="772" y="3716"/>
                    <a:pt x="986" y="3669"/>
                    <a:pt x="1222" y="3530"/>
                  </a:cubicBezTo>
                  <a:cubicBezTo>
                    <a:pt x="1929" y="3144"/>
                    <a:pt x="3118" y="2019"/>
                    <a:pt x="2925" y="605"/>
                  </a:cubicBezTo>
                  <a:cubicBezTo>
                    <a:pt x="2864" y="154"/>
                    <a:pt x="2717" y="0"/>
                    <a:pt x="2546"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57" name="Google Shape;1757;p33"/>
            <p:cNvSpPr/>
            <p:nvPr/>
          </p:nvSpPr>
          <p:spPr>
            <a:xfrm>
              <a:off x="4685100" y="1277975"/>
              <a:ext cx="88425" cy="106125"/>
            </a:xfrm>
            <a:custGeom>
              <a:avLst/>
              <a:gdLst/>
              <a:ahLst/>
              <a:cxnLst/>
              <a:rect l="l" t="t" r="r" b="b"/>
              <a:pathLst>
                <a:path w="3537" h="4245" extrusionOk="0">
                  <a:moveTo>
                    <a:pt x="2862" y="1"/>
                  </a:moveTo>
                  <a:cubicBezTo>
                    <a:pt x="2701" y="1"/>
                    <a:pt x="2540" y="65"/>
                    <a:pt x="2444" y="162"/>
                  </a:cubicBezTo>
                  <a:cubicBezTo>
                    <a:pt x="2090" y="419"/>
                    <a:pt x="1833" y="805"/>
                    <a:pt x="1801" y="837"/>
                  </a:cubicBezTo>
                  <a:cubicBezTo>
                    <a:pt x="1737" y="933"/>
                    <a:pt x="1769" y="1126"/>
                    <a:pt x="1897" y="1190"/>
                  </a:cubicBezTo>
                  <a:cubicBezTo>
                    <a:pt x="1948" y="1228"/>
                    <a:pt x="2004" y="1246"/>
                    <a:pt x="2057" y="1246"/>
                  </a:cubicBezTo>
                  <a:cubicBezTo>
                    <a:pt x="2138" y="1246"/>
                    <a:pt x="2212" y="1204"/>
                    <a:pt x="2251" y="1126"/>
                  </a:cubicBezTo>
                  <a:lnTo>
                    <a:pt x="2283" y="1094"/>
                  </a:lnTo>
                  <a:cubicBezTo>
                    <a:pt x="2315" y="1030"/>
                    <a:pt x="2444" y="869"/>
                    <a:pt x="2572" y="740"/>
                  </a:cubicBezTo>
                  <a:cubicBezTo>
                    <a:pt x="2637" y="676"/>
                    <a:pt x="2701" y="612"/>
                    <a:pt x="2765" y="580"/>
                  </a:cubicBezTo>
                  <a:cubicBezTo>
                    <a:pt x="2829" y="547"/>
                    <a:pt x="2862" y="547"/>
                    <a:pt x="2862" y="547"/>
                  </a:cubicBezTo>
                  <a:cubicBezTo>
                    <a:pt x="2894" y="580"/>
                    <a:pt x="2958" y="676"/>
                    <a:pt x="2990" y="901"/>
                  </a:cubicBezTo>
                  <a:cubicBezTo>
                    <a:pt x="2990" y="997"/>
                    <a:pt x="2990" y="1094"/>
                    <a:pt x="3022" y="1190"/>
                  </a:cubicBezTo>
                  <a:cubicBezTo>
                    <a:pt x="3022" y="1737"/>
                    <a:pt x="2765" y="2251"/>
                    <a:pt x="2444" y="2669"/>
                  </a:cubicBezTo>
                  <a:cubicBezTo>
                    <a:pt x="2122" y="3087"/>
                    <a:pt x="1704" y="3408"/>
                    <a:pt x="1383" y="3569"/>
                  </a:cubicBezTo>
                  <a:cubicBezTo>
                    <a:pt x="1190" y="3698"/>
                    <a:pt x="1029" y="3730"/>
                    <a:pt x="901" y="3730"/>
                  </a:cubicBezTo>
                  <a:cubicBezTo>
                    <a:pt x="772" y="3730"/>
                    <a:pt x="644" y="3698"/>
                    <a:pt x="579" y="3665"/>
                  </a:cubicBezTo>
                  <a:lnTo>
                    <a:pt x="515" y="3601"/>
                  </a:lnTo>
                  <a:lnTo>
                    <a:pt x="483" y="3601"/>
                  </a:lnTo>
                  <a:cubicBezTo>
                    <a:pt x="429" y="3561"/>
                    <a:pt x="370" y="3543"/>
                    <a:pt x="312" y="3543"/>
                  </a:cubicBezTo>
                  <a:cubicBezTo>
                    <a:pt x="231" y="3543"/>
                    <a:pt x="153" y="3577"/>
                    <a:pt x="97" y="3633"/>
                  </a:cubicBezTo>
                  <a:cubicBezTo>
                    <a:pt x="1" y="3762"/>
                    <a:pt x="33" y="3923"/>
                    <a:pt x="161" y="4019"/>
                  </a:cubicBezTo>
                  <a:cubicBezTo>
                    <a:pt x="161" y="4051"/>
                    <a:pt x="451" y="4244"/>
                    <a:pt x="901" y="4244"/>
                  </a:cubicBezTo>
                  <a:cubicBezTo>
                    <a:pt x="1126" y="4244"/>
                    <a:pt x="1383" y="4212"/>
                    <a:pt x="1672" y="4051"/>
                  </a:cubicBezTo>
                  <a:cubicBezTo>
                    <a:pt x="2026" y="3826"/>
                    <a:pt x="2476" y="3473"/>
                    <a:pt x="2862" y="2990"/>
                  </a:cubicBezTo>
                  <a:cubicBezTo>
                    <a:pt x="3247" y="2508"/>
                    <a:pt x="3537" y="1898"/>
                    <a:pt x="3537" y="1190"/>
                  </a:cubicBezTo>
                  <a:cubicBezTo>
                    <a:pt x="3537" y="1062"/>
                    <a:pt x="3537" y="965"/>
                    <a:pt x="3504" y="837"/>
                  </a:cubicBezTo>
                  <a:cubicBezTo>
                    <a:pt x="3472" y="580"/>
                    <a:pt x="3408" y="387"/>
                    <a:pt x="3312" y="258"/>
                  </a:cubicBezTo>
                  <a:cubicBezTo>
                    <a:pt x="3215" y="97"/>
                    <a:pt x="3054" y="1"/>
                    <a:pt x="2862"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58" name="Google Shape;1758;p33"/>
            <p:cNvSpPr/>
            <p:nvPr/>
          </p:nvSpPr>
          <p:spPr>
            <a:xfrm>
              <a:off x="4422325" y="1150100"/>
              <a:ext cx="55475" cy="116650"/>
            </a:xfrm>
            <a:custGeom>
              <a:avLst/>
              <a:gdLst/>
              <a:ahLst/>
              <a:cxnLst/>
              <a:rect l="l" t="t" r="r" b="b"/>
              <a:pathLst>
                <a:path w="2219" h="4666" extrusionOk="0">
                  <a:moveTo>
                    <a:pt x="1642" y="1"/>
                  </a:moveTo>
                  <a:cubicBezTo>
                    <a:pt x="1310" y="1"/>
                    <a:pt x="903" y="206"/>
                    <a:pt x="611" y="1034"/>
                  </a:cubicBezTo>
                  <a:cubicBezTo>
                    <a:pt x="1" y="2641"/>
                    <a:pt x="997" y="4666"/>
                    <a:pt x="997" y="4666"/>
                  </a:cubicBezTo>
                  <a:lnTo>
                    <a:pt x="2026" y="2544"/>
                  </a:lnTo>
                  <a:lnTo>
                    <a:pt x="2218" y="198"/>
                  </a:lnTo>
                  <a:cubicBezTo>
                    <a:pt x="2218" y="198"/>
                    <a:pt x="1966" y="1"/>
                    <a:pt x="1642"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59" name="Google Shape;1759;p33"/>
            <p:cNvSpPr/>
            <p:nvPr/>
          </p:nvSpPr>
          <p:spPr>
            <a:xfrm>
              <a:off x="4425550" y="1143775"/>
              <a:ext cx="59475" cy="129425"/>
            </a:xfrm>
            <a:custGeom>
              <a:avLst/>
              <a:gdLst/>
              <a:ahLst/>
              <a:cxnLst/>
              <a:rect l="l" t="t" r="r" b="b"/>
              <a:pathLst>
                <a:path w="2379" h="5177" extrusionOk="0">
                  <a:moveTo>
                    <a:pt x="1511" y="1"/>
                  </a:moveTo>
                  <a:cubicBezTo>
                    <a:pt x="1286" y="1"/>
                    <a:pt x="1029" y="65"/>
                    <a:pt x="804" y="258"/>
                  </a:cubicBezTo>
                  <a:cubicBezTo>
                    <a:pt x="579" y="451"/>
                    <a:pt x="386" y="740"/>
                    <a:pt x="225" y="1190"/>
                  </a:cubicBezTo>
                  <a:cubicBezTo>
                    <a:pt x="64" y="1608"/>
                    <a:pt x="0" y="2026"/>
                    <a:pt x="0" y="2444"/>
                  </a:cubicBezTo>
                  <a:cubicBezTo>
                    <a:pt x="0" y="3794"/>
                    <a:pt x="611" y="5015"/>
                    <a:pt x="643" y="5048"/>
                  </a:cubicBezTo>
                  <a:cubicBezTo>
                    <a:pt x="675" y="5144"/>
                    <a:pt x="772" y="5176"/>
                    <a:pt x="868" y="5176"/>
                  </a:cubicBezTo>
                  <a:cubicBezTo>
                    <a:pt x="964" y="5176"/>
                    <a:pt x="1061" y="5144"/>
                    <a:pt x="1125" y="5048"/>
                  </a:cubicBezTo>
                  <a:lnTo>
                    <a:pt x="2122" y="2926"/>
                  </a:lnTo>
                  <a:cubicBezTo>
                    <a:pt x="2186" y="2765"/>
                    <a:pt x="2122" y="2605"/>
                    <a:pt x="1993" y="2540"/>
                  </a:cubicBezTo>
                  <a:cubicBezTo>
                    <a:pt x="1959" y="2523"/>
                    <a:pt x="1922" y="2515"/>
                    <a:pt x="1885" y="2515"/>
                  </a:cubicBezTo>
                  <a:cubicBezTo>
                    <a:pt x="1785" y="2515"/>
                    <a:pt x="1687" y="2575"/>
                    <a:pt x="1639" y="2669"/>
                  </a:cubicBezTo>
                  <a:lnTo>
                    <a:pt x="899" y="4268"/>
                  </a:lnTo>
                  <a:lnTo>
                    <a:pt x="899" y="4268"/>
                  </a:lnTo>
                  <a:cubicBezTo>
                    <a:pt x="739" y="3818"/>
                    <a:pt x="547" y="3138"/>
                    <a:pt x="547" y="2444"/>
                  </a:cubicBezTo>
                  <a:cubicBezTo>
                    <a:pt x="547" y="2058"/>
                    <a:pt x="579" y="1705"/>
                    <a:pt x="707" y="1383"/>
                  </a:cubicBezTo>
                  <a:cubicBezTo>
                    <a:pt x="868" y="997"/>
                    <a:pt x="1029" y="772"/>
                    <a:pt x="1157" y="676"/>
                  </a:cubicBezTo>
                  <a:cubicBezTo>
                    <a:pt x="1286" y="547"/>
                    <a:pt x="1382" y="547"/>
                    <a:pt x="1511" y="547"/>
                  </a:cubicBezTo>
                  <a:cubicBezTo>
                    <a:pt x="1529" y="541"/>
                    <a:pt x="1549" y="539"/>
                    <a:pt x="1569" y="539"/>
                  </a:cubicBezTo>
                  <a:cubicBezTo>
                    <a:pt x="1654" y="539"/>
                    <a:pt x="1748" y="586"/>
                    <a:pt x="1800" y="612"/>
                  </a:cubicBezTo>
                  <a:lnTo>
                    <a:pt x="1897" y="644"/>
                  </a:lnTo>
                  <a:lnTo>
                    <a:pt x="1929" y="676"/>
                  </a:lnTo>
                  <a:cubicBezTo>
                    <a:pt x="1969" y="716"/>
                    <a:pt x="2026" y="734"/>
                    <a:pt x="2084" y="734"/>
                  </a:cubicBezTo>
                  <a:cubicBezTo>
                    <a:pt x="2164" y="734"/>
                    <a:pt x="2245" y="700"/>
                    <a:pt x="2282" y="644"/>
                  </a:cubicBezTo>
                  <a:cubicBezTo>
                    <a:pt x="2379" y="515"/>
                    <a:pt x="2379" y="354"/>
                    <a:pt x="2250" y="258"/>
                  </a:cubicBezTo>
                  <a:cubicBezTo>
                    <a:pt x="2218" y="258"/>
                    <a:pt x="1961" y="1"/>
                    <a:pt x="1511"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60" name="Google Shape;1760;p33"/>
            <p:cNvSpPr/>
            <p:nvPr/>
          </p:nvSpPr>
          <p:spPr>
            <a:xfrm>
              <a:off x="4469750" y="1442050"/>
              <a:ext cx="140350" cy="85950"/>
            </a:xfrm>
            <a:custGeom>
              <a:avLst/>
              <a:gdLst/>
              <a:ahLst/>
              <a:cxnLst/>
              <a:rect l="l" t="t" r="r" b="b"/>
              <a:pathLst>
                <a:path w="5614" h="3438" extrusionOk="0">
                  <a:moveTo>
                    <a:pt x="5483" y="0"/>
                  </a:moveTo>
                  <a:cubicBezTo>
                    <a:pt x="4710" y="0"/>
                    <a:pt x="321" y="2117"/>
                    <a:pt x="321" y="2117"/>
                  </a:cubicBezTo>
                  <a:cubicBezTo>
                    <a:pt x="321" y="2117"/>
                    <a:pt x="0" y="3338"/>
                    <a:pt x="1318" y="3435"/>
                  </a:cubicBezTo>
                  <a:cubicBezTo>
                    <a:pt x="1340" y="3437"/>
                    <a:pt x="1362" y="3437"/>
                    <a:pt x="1385" y="3437"/>
                  </a:cubicBezTo>
                  <a:cubicBezTo>
                    <a:pt x="2728" y="3437"/>
                    <a:pt x="5404" y="692"/>
                    <a:pt x="5593" y="92"/>
                  </a:cubicBezTo>
                  <a:cubicBezTo>
                    <a:pt x="5613" y="28"/>
                    <a:pt x="5572" y="0"/>
                    <a:pt x="5483"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61" name="Google Shape;1761;p33"/>
            <p:cNvSpPr/>
            <p:nvPr/>
          </p:nvSpPr>
          <p:spPr>
            <a:xfrm>
              <a:off x="4470550" y="1435500"/>
              <a:ext cx="145475" cy="98875"/>
            </a:xfrm>
            <a:custGeom>
              <a:avLst/>
              <a:gdLst/>
              <a:ahLst/>
              <a:cxnLst/>
              <a:rect l="l" t="t" r="r" b="b"/>
              <a:pathLst>
                <a:path w="5819" h="3955" extrusionOk="0">
                  <a:moveTo>
                    <a:pt x="5072" y="614"/>
                  </a:moveTo>
                  <a:cubicBezTo>
                    <a:pt x="4748" y="1047"/>
                    <a:pt x="4092" y="1750"/>
                    <a:pt x="3407" y="2315"/>
                  </a:cubicBezTo>
                  <a:cubicBezTo>
                    <a:pt x="3022" y="2636"/>
                    <a:pt x="2636" y="2925"/>
                    <a:pt x="2282" y="3118"/>
                  </a:cubicBezTo>
                  <a:cubicBezTo>
                    <a:pt x="1937" y="3291"/>
                    <a:pt x="1642" y="3413"/>
                    <a:pt x="1446" y="3413"/>
                  </a:cubicBezTo>
                  <a:cubicBezTo>
                    <a:pt x="1424" y="3413"/>
                    <a:pt x="1402" y="3411"/>
                    <a:pt x="1382" y="3408"/>
                  </a:cubicBezTo>
                  <a:lnTo>
                    <a:pt x="1318" y="3408"/>
                  </a:lnTo>
                  <a:cubicBezTo>
                    <a:pt x="932" y="3375"/>
                    <a:pt x="772" y="3247"/>
                    <a:pt x="643" y="3118"/>
                  </a:cubicBezTo>
                  <a:cubicBezTo>
                    <a:pt x="547" y="2990"/>
                    <a:pt x="514" y="2797"/>
                    <a:pt x="514" y="2668"/>
                  </a:cubicBezTo>
                  <a:cubicBezTo>
                    <a:pt x="514" y="2623"/>
                    <a:pt x="530" y="2578"/>
                    <a:pt x="540" y="2544"/>
                  </a:cubicBezTo>
                  <a:lnTo>
                    <a:pt x="540" y="2544"/>
                  </a:lnTo>
                  <a:cubicBezTo>
                    <a:pt x="654" y="2489"/>
                    <a:pt x="846" y="2397"/>
                    <a:pt x="1093" y="2283"/>
                  </a:cubicBezTo>
                  <a:cubicBezTo>
                    <a:pt x="1736" y="1993"/>
                    <a:pt x="2700" y="1543"/>
                    <a:pt x="3568" y="1158"/>
                  </a:cubicBezTo>
                  <a:cubicBezTo>
                    <a:pt x="4018" y="997"/>
                    <a:pt x="4436" y="804"/>
                    <a:pt x="4790" y="707"/>
                  </a:cubicBezTo>
                  <a:cubicBezTo>
                    <a:pt x="4894" y="666"/>
                    <a:pt x="4985" y="637"/>
                    <a:pt x="5072" y="614"/>
                  </a:cubicBezTo>
                  <a:close/>
                  <a:moveTo>
                    <a:pt x="5433" y="0"/>
                  </a:moveTo>
                  <a:cubicBezTo>
                    <a:pt x="5304" y="0"/>
                    <a:pt x="5143" y="32"/>
                    <a:pt x="4918" y="97"/>
                  </a:cubicBezTo>
                  <a:cubicBezTo>
                    <a:pt x="4211" y="290"/>
                    <a:pt x="3054" y="804"/>
                    <a:pt x="2025" y="1254"/>
                  </a:cubicBezTo>
                  <a:cubicBezTo>
                    <a:pt x="1029" y="1736"/>
                    <a:pt x="161" y="2122"/>
                    <a:pt x="161" y="2122"/>
                  </a:cubicBezTo>
                  <a:cubicBezTo>
                    <a:pt x="97" y="2154"/>
                    <a:pt x="32" y="2218"/>
                    <a:pt x="32" y="2315"/>
                  </a:cubicBezTo>
                  <a:cubicBezTo>
                    <a:pt x="32" y="2315"/>
                    <a:pt x="0" y="2443"/>
                    <a:pt x="0" y="2668"/>
                  </a:cubicBezTo>
                  <a:cubicBezTo>
                    <a:pt x="0" y="2861"/>
                    <a:pt x="32" y="3183"/>
                    <a:pt x="225" y="3440"/>
                  </a:cubicBezTo>
                  <a:cubicBezTo>
                    <a:pt x="418" y="3729"/>
                    <a:pt x="772" y="3922"/>
                    <a:pt x="1286" y="3954"/>
                  </a:cubicBezTo>
                  <a:lnTo>
                    <a:pt x="1382" y="3954"/>
                  </a:lnTo>
                  <a:cubicBezTo>
                    <a:pt x="1800" y="3954"/>
                    <a:pt x="2250" y="3761"/>
                    <a:pt x="2700" y="3472"/>
                  </a:cubicBezTo>
                  <a:cubicBezTo>
                    <a:pt x="3375" y="3054"/>
                    <a:pt x="4115" y="2443"/>
                    <a:pt x="4693" y="1865"/>
                  </a:cubicBezTo>
                  <a:cubicBezTo>
                    <a:pt x="4983" y="1575"/>
                    <a:pt x="5240" y="1286"/>
                    <a:pt x="5433" y="1029"/>
                  </a:cubicBezTo>
                  <a:cubicBezTo>
                    <a:pt x="5625" y="804"/>
                    <a:pt x="5754" y="611"/>
                    <a:pt x="5818" y="418"/>
                  </a:cubicBezTo>
                  <a:lnTo>
                    <a:pt x="5818" y="322"/>
                  </a:lnTo>
                  <a:cubicBezTo>
                    <a:pt x="5818" y="257"/>
                    <a:pt x="5818" y="193"/>
                    <a:pt x="5786" y="129"/>
                  </a:cubicBezTo>
                  <a:cubicBezTo>
                    <a:pt x="5722" y="65"/>
                    <a:pt x="5658" y="32"/>
                    <a:pt x="559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62" name="Google Shape;1762;p33"/>
            <p:cNvSpPr/>
            <p:nvPr/>
          </p:nvSpPr>
          <p:spPr>
            <a:xfrm>
              <a:off x="4434375" y="979525"/>
              <a:ext cx="393000" cy="529650"/>
            </a:xfrm>
            <a:custGeom>
              <a:avLst/>
              <a:gdLst/>
              <a:ahLst/>
              <a:cxnLst/>
              <a:rect l="l" t="t" r="r" b="b"/>
              <a:pathLst>
                <a:path w="15720" h="21186" extrusionOk="0">
                  <a:moveTo>
                    <a:pt x="9216" y="1"/>
                  </a:moveTo>
                  <a:cubicBezTo>
                    <a:pt x="8300" y="1"/>
                    <a:pt x="7368" y="253"/>
                    <a:pt x="6494" y="849"/>
                  </a:cubicBezTo>
                  <a:cubicBezTo>
                    <a:pt x="6494" y="849"/>
                    <a:pt x="2958" y="2489"/>
                    <a:pt x="2154" y="4996"/>
                  </a:cubicBezTo>
                  <a:cubicBezTo>
                    <a:pt x="1319" y="7535"/>
                    <a:pt x="1" y="12710"/>
                    <a:pt x="1" y="14639"/>
                  </a:cubicBezTo>
                  <a:cubicBezTo>
                    <a:pt x="1" y="16568"/>
                    <a:pt x="611" y="20522"/>
                    <a:pt x="1929" y="21100"/>
                  </a:cubicBezTo>
                  <a:cubicBezTo>
                    <a:pt x="2056" y="21159"/>
                    <a:pt x="2211" y="21186"/>
                    <a:pt x="2389" y="21186"/>
                  </a:cubicBezTo>
                  <a:cubicBezTo>
                    <a:pt x="4059" y="21186"/>
                    <a:pt x="7736" y="18805"/>
                    <a:pt x="8840" y="18079"/>
                  </a:cubicBezTo>
                  <a:cubicBezTo>
                    <a:pt x="10030" y="17275"/>
                    <a:pt x="11444" y="14125"/>
                    <a:pt x="12987" y="12293"/>
                  </a:cubicBezTo>
                  <a:cubicBezTo>
                    <a:pt x="14498" y="10492"/>
                    <a:pt x="15719" y="7149"/>
                    <a:pt x="15109" y="4417"/>
                  </a:cubicBezTo>
                  <a:cubicBezTo>
                    <a:pt x="14649" y="2336"/>
                    <a:pt x="12004" y="1"/>
                    <a:pt x="9216"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63" name="Google Shape;1763;p33"/>
            <p:cNvSpPr/>
            <p:nvPr/>
          </p:nvSpPr>
          <p:spPr>
            <a:xfrm>
              <a:off x="4427950" y="972625"/>
              <a:ext cx="394600" cy="543250"/>
            </a:xfrm>
            <a:custGeom>
              <a:avLst/>
              <a:gdLst/>
              <a:ahLst/>
              <a:cxnLst/>
              <a:rect l="l" t="t" r="r" b="b"/>
              <a:pathLst>
                <a:path w="15784" h="21730" extrusionOk="0">
                  <a:moveTo>
                    <a:pt x="9483" y="547"/>
                  </a:moveTo>
                  <a:cubicBezTo>
                    <a:pt x="10801" y="547"/>
                    <a:pt x="12119" y="1093"/>
                    <a:pt x="13115" y="1929"/>
                  </a:cubicBezTo>
                  <a:cubicBezTo>
                    <a:pt x="14144" y="2732"/>
                    <a:pt x="14883" y="3793"/>
                    <a:pt x="15108" y="4725"/>
                  </a:cubicBezTo>
                  <a:cubicBezTo>
                    <a:pt x="15205" y="5207"/>
                    <a:pt x="15269" y="5690"/>
                    <a:pt x="15269" y="6204"/>
                  </a:cubicBezTo>
                  <a:cubicBezTo>
                    <a:pt x="15269" y="8486"/>
                    <a:pt x="14240" y="10961"/>
                    <a:pt x="13019" y="12408"/>
                  </a:cubicBezTo>
                  <a:cubicBezTo>
                    <a:pt x="12248" y="13340"/>
                    <a:pt x="11508" y="14594"/>
                    <a:pt x="10833" y="15719"/>
                  </a:cubicBezTo>
                  <a:cubicBezTo>
                    <a:pt x="10126" y="16812"/>
                    <a:pt x="9451" y="17776"/>
                    <a:pt x="8937" y="18130"/>
                  </a:cubicBezTo>
                  <a:cubicBezTo>
                    <a:pt x="8390" y="18483"/>
                    <a:pt x="7201" y="19287"/>
                    <a:pt x="5947" y="19962"/>
                  </a:cubicBezTo>
                  <a:cubicBezTo>
                    <a:pt x="5337" y="20283"/>
                    <a:pt x="4694" y="20605"/>
                    <a:pt x="4115" y="20830"/>
                  </a:cubicBezTo>
                  <a:cubicBezTo>
                    <a:pt x="3536" y="21087"/>
                    <a:pt x="2990" y="21215"/>
                    <a:pt x="2636" y="21215"/>
                  </a:cubicBezTo>
                  <a:cubicBezTo>
                    <a:pt x="2508" y="21215"/>
                    <a:pt x="2379" y="21183"/>
                    <a:pt x="2315" y="21151"/>
                  </a:cubicBezTo>
                  <a:cubicBezTo>
                    <a:pt x="2058" y="21055"/>
                    <a:pt x="1801" y="20733"/>
                    <a:pt x="1576" y="20283"/>
                  </a:cubicBezTo>
                  <a:cubicBezTo>
                    <a:pt x="1222" y="19576"/>
                    <a:pt x="965" y="18580"/>
                    <a:pt x="804" y="17615"/>
                  </a:cubicBezTo>
                  <a:cubicBezTo>
                    <a:pt x="611" y="16619"/>
                    <a:pt x="547" y="15622"/>
                    <a:pt x="547" y="14915"/>
                  </a:cubicBezTo>
                  <a:cubicBezTo>
                    <a:pt x="547" y="14015"/>
                    <a:pt x="868" y="12215"/>
                    <a:pt x="1286" y="10383"/>
                  </a:cubicBezTo>
                  <a:cubicBezTo>
                    <a:pt x="1704" y="8551"/>
                    <a:pt x="2251" y="6622"/>
                    <a:pt x="2636" y="5368"/>
                  </a:cubicBezTo>
                  <a:cubicBezTo>
                    <a:pt x="3022" y="4179"/>
                    <a:pt x="4083" y="3182"/>
                    <a:pt x="5047" y="2475"/>
                  </a:cubicBezTo>
                  <a:cubicBezTo>
                    <a:pt x="5529" y="2122"/>
                    <a:pt x="5979" y="1832"/>
                    <a:pt x="6301" y="1672"/>
                  </a:cubicBezTo>
                  <a:cubicBezTo>
                    <a:pt x="6494" y="1575"/>
                    <a:pt x="6622" y="1511"/>
                    <a:pt x="6719" y="1447"/>
                  </a:cubicBezTo>
                  <a:lnTo>
                    <a:pt x="6815" y="1382"/>
                  </a:lnTo>
                  <a:lnTo>
                    <a:pt x="6879" y="1382"/>
                  </a:lnTo>
                  <a:lnTo>
                    <a:pt x="6912" y="1350"/>
                  </a:lnTo>
                  <a:cubicBezTo>
                    <a:pt x="7747" y="772"/>
                    <a:pt x="8615" y="547"/>
                    <a:pt x="9483" y="547"/>
                  </a:cubicBezTo>
                  <a:close/>
                  <a:moveTo>
                    <a:pt x="9483" y="0"/>
                  </a:moveTo>
                  <a:cubicBezTo>
                    <a:pt x="8519" y="0"/>
                    <a:pt x="7522" y="289"/>
                    <a:pt x="6590" y="900"/>
                  </a:cubicBezTo>
                  <a:lnTo>
                    <a:pt x="6604" y="919"/>
                  </a:lnTo>
                  <a:lnTo>
                    <a:pt x="6604" y="919"/>
                  </a:lnTo>
                  <a:cubicBezTo>
                    <a:pt x="6397" y="1009"/>
                    <a:pt x="5599" y="1410"/>
                    <a:pt x="4726" y="2057"/>
                  </a:cubicBezTo>
                  <a:cubicBezTo>
                    <a:pt x="3697" y="2797"/>
                    <a:pt x="2572" y="3857"/>
                    <a:pt x="2154" y="5207"/>
                  </a:cubicBezTo>
                  <a:cubicBezTo>
                    <a:pt x="1736" y="6493"/>
                    <a:pt x="1190" y="8422"/>
                    <a:pt x="772" y="10254"/>
                  </a:cubicBezTo>
                  <a:cubicBezTo>
                    <a:pt x="322" y="12119"/>
                    <a:pt x="1" y="13886"/>
                    <a:pt x="1" y="14915"/>
                  </a:cubicBezTo>
                  <a:cubicBezTo>
                    <a:pt x="1" y="15912"/>
                    <a:pt x="161" y="17390"/>
                    <a:pt x="483" y="18708"/>
                  </a:cubicBezTo>
                  <a:cubicBezTo>
                    <a:pt x="643" y="19383"/>
                    <a:pt x="836" y="19994"/>
                    <a:pt x="1093" y="20508"/>
                  </a:cubicBezTo>
                  <a:cubicBezTo>
                    <a:pt x="1351" y="21023"/>
                    <a:pt x="1672" y="21440"/>
                    <a:pt x="2090" y="21633"/>
                  </a:cubicBezTo>
                  <a:cubicBezTo>
                    <a:pt x="2251" y="21730"/>
                    <a:pt x="2444" y="21730"/>
                    <a:pt x="2636" y="21730"/>
                  </a:cubicBezTo>
                  <a:cubicBezTo>
                    <a:pt x="3119" y="21730"/>
                    <a:pt x="3697" y="21569"/>
                    <a:pt x="4308" y="21344"/>
                  </a:cubicBezTo>
                  <a:cubicBezTo>
                    <a:pt x="6140" y="20605"/>
                    <a:pt x="8390" y="19126"/>
                    <a:pt x="9226" y="18580"/>
                  </a:cubicBezTo>
                  <a:cubicBezTo>
                    <a:pt x="9933" y="18097"/>
                    <a:pt x="10576" y="17101"/>
                    <a:pt x="11283" y="15976"/>
                  </a:cubicBezTo>
                  <a:cubicBezTo>
                    <a:pt x="11958" y="14883"/>
                    <a:pt x="12698" y="13629"/>
                    <a:pt x="13437" y="12761"/>
                  </a:cubicBezTo>
                  <a:cubicBezTo>
                    <a:pt x="14723" y="11186"/>
                    <a:pt x="15783" y="8647"/>
                    <a:pt x="15783" y="6204"/>
                  </a:cubicBezTo>
                  <a:cubicBezTo>
                    <a:pt x="15783" y="5658"/>
                    <a:pt x="15751" y="5143"/>
                    <a:pt x="15623" y="4629"/>
                  </a:cubicBezTo>
                  <a:cubicBezTo>
                    <a:pt x="15366" y="3504"/>
                    <a:pt x="14562" y="2379"/>
                    <a:pt x="13469" y="1511"/>
                  </a:cubicBezTo>
                  <a:cubicBezTo>
                    <a:pt x="12344" y="611"/>
                    <a:pt x="10962" y="0"/>
                    <a:pt x="948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64" name="Google Shape;1764;p33"/>
            <p:cNvSpPr/>
            <p:nvPr/>
          </p:nvSpPr>
          <p:spPr>
            <a:xfrm>
              <a:off x="4455275" y="979525"/>
              <a:ext cx="372100" cy="369200"/>
            </a:xfrm>
            <a:custGeom>
              <a:avLst/>
              <a:gdLst/>
              <a:ahLst/>
              <a:cxnLst/>
              <a:rect l="l" t="t" r="r" b="b"/>
              <a:pathLst>
                <a:path w="14884" h="14768" extrusionOk="0">
                  <a:moveTo>
                    <a:pt x="8380" y="1"/>
                  </a:moveTo>
                  <a:cubicBezTo>
                    <a:pt x="7464" y="1"/>
                    <a:pt x="6532" y="253"/>
                    <a:pt x="5658" y="849"/>
                  </a:cubicBezTo>
                  <a:cubicBezTo>
                    <a:pt x="5658" y="849"/>
                    <a:pt x="2122" y="2489"/>
                    <a:pt x="1318" y="4996"/>
                  </a:cubicBezTo>
                  <a:cubicBezTo>
                    <a:pt x="933" y="6217"/>
                    <a:pt x="418" y="8017"/>
                    <a:pt x="0" y="9785"/>
                  </a:cubicBezTo>
                  <a:cubicBezTo>
                    <a:pt x="708" y="8692"/>
                    <a:pt x="1833" y="6860"/>
                    <a:pt x="1897" y="6442"/>
                  </a:cubicBezTo>
                  <a:cubicBezTo>
                    <a:pt x="2026" y="5832"/>
                    <a:pt x="2026" y="5735"/>
                    <a:pt x="2733" y="5735"/>
                  </a:cubicBezTo>
                  <a:cubicBezTo>
                    <a:pt x="3440" y="5735"/>
                    <a:pt x="4758" y="7760"/>
                    <a:pt x="6558" y="8146"/>
                  </a:cubicBezTo>
                  <a:cubicBezTo>
                    <a:pt x="8390" y="8564"/>
                    <a:pt x="10833" y="8242"/>
                    <a:pt x="10833" y="9271"/>
                  </a:cubicBezTo>
                  <a:cubicBezTo>
                    <a:pt x="10833" y="10267"/>
                    <a:pt x="9419" y="11907"/>
                    <a:pt x="10319" y="12389"/>
                  </a:cubicBezTo>
                  <a:cubicBezTo>
                    <a:pt x="11026" y="12807"/>
                    <a:pt x="10383" y="14157"/>
                    <a:pt x="10447" y="14768"/>
                  </a:cubicBezTo>
                  <a:cubicBezTo>
                    <a:pt x="10994" y="13900"/>
                    <a:pt x="11572" y="13000"/>
                    <a:pt x="12151" y="12293"/>
                  </a:cubicBezTo>
                  <a:cubicBezTo>
                    <a:pt x="13662" y="10492"/>
                    <a:pt x="14883" y="7149"/>
                    <a:pt x="14273" y="4417"/>
                  </a:cubicBezTo>
                  <a:cubicBezTo>
                    <a:pt x="13813" y="2336"/>
                    <a:pt x="11168" y="1"/>
                    <a:pt x="8380"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65" name="Google Shape;1765;p33"/>
            <p:cNvSpPr/>
            <p:nvPr/>
          </p:nvSpPr>
          <p:spPr>
            <a:xfrm>
              <a:off x="4448050" y="972625"/>
              <a:ext cx="374500" cy="382750"/>
            </a:xfrm>
            <a:custGeom>
              <a:avLst/>
              <a:gdLst/>
              <a:ahLst/>
              <a:cxnLst/>
              <a:rect l="l" t="t" r="r" b="b"/>
              <a:pathLst>
                <a:path w="14980" h="15310" extrusionOk="0">
                  <a:moveTo>
                    <a:pt x="8679" y="547"/>
                  </a:moveTo>
                  <a:cubicBezTo>
                    <a:pt x="9997" y="547"/>
                    <a:pt x="11315" y="1093"/>
                    <a:pt x="12311" y="1929"/>
                  </a:cubicBezTo>
                  <a:cubicBezTo>
                    <a:pt x="13340" y="2732"/>
                    <a:pt x="14079" y="3793"/>
                    <a:pt x="14304" y="4725"/>
                  </a:cubicBezTo>
                  <a:cubicBezTo>
                    <a:pt x="14401" y="5207"/>
                    <a:pt x="14465" y="5690"/>
                    <a:pt x="14465" y="6204"/>
                  </a:cubicBezTo>
                  <a:cubicBezTo>
                    <a:pt x="14465" y="8486"/>
                    <a:pt x="13436" y="10961"/>
                    <a:pt x="12215" y="12408"/>
                  </a:cubicBezTo>
                  <a:cubicBezTo>
                    <a:pt x="11868" y="12832"/>
                    <a:pt x="11520" y="13327"/>
                    <a:pt x="11180" y="13842"/>
                  </a:cubicBezTo>
                  <a:lnTo>
                    <a:pt x="11180" y="13842"/>
                  </a:lnTo>
                  <a:cubicBezTo>
                    <a:pt x="11203" y="13696"/>
                    <a:pt x="11219" y="13546"/>
                    <a:pt x="11219" y="13404"/>
                  </a:cubicBezTo>
                  <a:cubicBezTo>
                    <a:pt x="11219" y="13244"/>
                    <a:pt x="11186" y="13051"/>
                    <a:pt x="11122" y="12890"/>
                  </a:cubicBezTo>
                  <a:cubicBezTo>
                    <a:pt x="11058" y="12697"/>
                    <a:pt x="10929" y="12536"/>
                    <a:pt x="10736" y="12440"/>
                  </a:cubicBezTo>
                  <a:cubicBezTo>
                    <a:pt x="10672" y="12408"/>
                    <a:pt x="10640" y="12376"/>
                    <a:pt x="10608" y="12311"/>
                  </a:cubicBezTo>
                  <a:cubicBezTo>
                    <a:pt x="10576" y="12279"/>
                    <a:pt x="10576" y="12215"/>
                    <a:pt x="10576" y="12151"/>
                  </a:cubicBezTo>
                  <a:cubicBezTo>
                    <a:pt x="10576" y="11894"/>
                    <a:pt x="10736" y="11411"/>
                    <a:pt x="10961" y="10961"/>
                  </a:cubicBezTo>
                  <a:cubicBezTo>
                    <a:pt x="11154" y="10511"/>
                    <a:pt x="11379" y="10029"/>
                    <a:pt x="11379" y="9547"/>
                  </a:cubicBezTo>
                  <a:cubicBezTo>
                    <a:pt x="11379" y="9354"/>
                    <a:pt x="11315" y="9193"/>
                    <a:pt x="11219" y="9065"/>
                  </a:cubicBezTo>
                  <a:cubicBezTo>
                    <a:pt x="11026" y="8808"/>
                    <a:pt x="10769" y="8711"/>
                    <a:pt x="10447" y="8615"/>
                  </a:cubicBezTo>
                  <a:cubicBezTo>
                    <a:pt x="9965" y="8486"/>
                    <a:pt x="9386" y="8454"/>
                    <a:pt x="8776" y="8390"/>
                  </a:cubicBezTo>
                  <a:cubicBezTo>
                    <a:pt x="8133" y="8358"/>
                    <a:pt x="7490" y="8293"/>
                    <a:pt x="6911" y="8165"/>
                  </a:cubicBezTo>
                  <a:cubicBezTo>
                    <a:pt x="6075" y="7972"/>
                    <a:pt x="5336" y="7393"/>
                    <a:pt x="4693" y="6847"/>
                  </a:cubicBezTo>
                  <a:cubicBezTo>
                    <a:pt x="4372" y="6590"/>
                    <a:pt x="4082" y="6300"/>
                    <a:pt x="3825" y="6108"/>
                  </a:cubicBezTo>
                  <a:cubicBezTo>
                    <a:pt x="3536" y="5915"/>
                    <a:pt x="3311" y="5722"/>
                    <a:pt x="3022" y="5722"/>
                  </a:cubicBezTo>
                  <a:cubicBezTo>
                    <a:pt x="2829" y="5722"/>
                    <a:pt x="2668" y="5722"/>
                    <a:pt x="2540" y="5754"/>
                  </a:cubicBezTo>
                  <a:cubicBezTo>
                    <a:pt x="2443" y="5786"/>
                    <a:pt x="2347" y="5818"/>
                    <a:pt x="2282" y="5850"/>
                  </a:cubicBezTo>
                  <a:cubicBezTo>
                    <a:pt x="2122" y="5947"/>
                    <a:pt x="2057" y="6108"/>
                    <a:pt x="2025" y="6236"/>
                  </a:cubicBezTo>
                  <a:cubicBezTo>
                    <a:pt x="1993" y="6365"/>
                    <a:pt x="1961" y="6493"/>
                    <a:pt x="1929" y="6654"/>
                  </a:cubicBezTo>
                  <a:cubicBezTo>
                    <a:pt x="1929" y="6686"/>
                    <a:pt x="1929" y="6750"/>
                    <a:pt x="1865" y="6815"/>
                  </a:cubicBezTo>
                  <a:cubicBezTo>
                    <a:pt x="1768" y="7104"/>
                    <a:pt x="1447" y="7650"/>
                    <a:pt x="1093" y="8229"/>
                  </a:cubicBezTo>
                  <a:cubicBezTo>
                    <a:pt x="1052" y="8303"/>
                    <a:pt x="1009" y="8377"/>
                    <a:pt x="966" y="8452"/>
                  </a:cubicBezTo>
                  <a:lnTo>
                    <a:pt x="966" y="8452"/>
                  </a:lnTo>
                  <a:cubicBezTo>
                    <a:pt x="1275" y="7276"/>
                    <a:pt x="1591" y="6180"/>
                    <a:pt x="1832" y="5368"/>
                  </a:cubicBezTo>
                  <a:cubicBezTo>
                    <a:pt x="2218" y="4179"/>
                    <a:pt x="3279" y="3182"/>
                    <a:pt x="4243" y="2475"/>
                  </a:cubicBezTo>
                  <a:cubicBezTo>
                    <a:pt x="4725" y="2122"/>
                    <a:pt x="5175" y="1832"/>
                    <a:pt x="5497" y="1672"/>
                  </a:cubicBezTo>
                  <a:cubicBezTo>
                    <a:pt x="5690" y="1575"/>
                    <a:pt x="5818" y="1511"/>
                    <a:pt x="5915" y="1447"/>
                  </a:cubicBezTo>
                  <a:lnTo>
                    <a:pt x="6011" y="1382"/>
                  </a:lnTo>
                  <a:lnTo>
                    <a:pt x="6075" y="1382"/>
                  </a:lnTo>
                  <a:lnTo>
                    <a:pt x="6108" y="1350"/>
                  </a:lnTo>
                  <a:cubicBezTo>
                    <a:pt x="6943" y="772"/>
                    <a:pt x="7811" y="547"/>
                    <a:pt x="8679" y="547"/>
                  </a:cubicBezTo>
                  <a:close/>
                  <a:moveTo>
                    <a:pt x="8679" y="0"/>
                  </a:moveTo>
                  <a:cubicBezTo>
                    <a:pt x="7715" y="0"/>
                    <a:pt x="6718" y="289"/>
                    <a:pt x="5786" y="900"/>
                  </a:cubicBezTo>
                  <a:lnTo>
                    <a:pt x="5800" y="919"/>
                  </a:lnTo>
                  <a:lnTo>
                    <a:pt x="5800" y="919"/>
                  </a:lnTo>
                  <a:cubicBezTo>
                    <a:pt x="5593" y="1009"/>
                    <a:pt x="4795" y="1410"/>
                    <a:pt x="3922" y="2057"/>
                  </a:cubicBezTo>
                  <a:cubicBezTo>
                    <a:pt x="2893" y="2797"/>
                    <a:pt x="1768" y="3857"/>
                    <a:pt x="1350" y="5207"/>
                  </a:cubicBezTo>
                  <a:cubicBezTo>
                    <a:pt x="964" y="6429"/>
                    <a:pt x="450" y="8229"/>
                    <a:pt x="32" y="9997"/>
                  </a:cubicBezTo>
                  <a:cubicBezTo>
                    <a:pt x="0" y="10126"/>
                    <a:pt x="64" y="10254"/>
                    <a:pt x="193" y="10286"/>
                  </a:cubicBezTo>
                  <a:cubicBezTo>
                    <a:pt x="236" y="10308"/>
                    <a:pt x="279" y="10318"/>
                    <a:pt x="319" y="10318"/>
                  </a:cubicBezTo>
                  <a:cubicBezTo>
                    <a:pt x="400" y="10318"/>
                    <a:pt x="472" y="10276"/>
                    <a:pt x="514" y="10190"/>
                  </a:cubicBezTo>
                  <a:cubicBezTo>
                    <a:pt x="868" y="9643"/>
                    <a:pt x="1318" y="8904"/>
                    <a:pt x="1704" y="8261"/>
                  </a:cubicBezTo>
                  <a:cubicBezTo>
                    <a:pt x="1897" y="7940"/>
                    <a:pt x="2090" y="7618"/>
                    <a:pt x="2218" y="7361"/>
                  </a:cubicBezTo>
                  <a:cubicBezTo>
                    <a:pt x="2282" y="7233"/>
                    <a:pt x="2315" y="7136"/>
                    <a:pt x="2379" y="7040"/>
                  </a:cubicBezTo>
                  <a:cubicBezTo>
                    <a:pt x="2411" y="6911"/>
                    <a:pt x="2443" y="6847"/>
                    <a:pt x="2475" y="6750"/>
                  </a:cubicBezTo>
                  <a:cubicBezTo>
                    <a:pt x="2475" y="6590"/>
                    <a:pt x="2507" y="6493"/>
                    <a:pt x="2540" y="6397"/>
                  </a:cubicBezTo>
                  <a:cubicBezTo>
                    <a:pt x="2540" y="6365"/>
                    <a:pt x="2572" y="6333"/>
                    <a:pt x="2572" y="6300"/>
                  </a:cubicBezTo>
                  <a:lnTo>
                    <a:pt x="2636" y="6300"/>
                  </a:lnTo>
                  <a:cubicBezTo>
                    <a:pt x="2700" y="6268"/>
                    <a:pt x="2829" y="6268"/>
                    <a:pt x="3022" y="6268"/>
                  </a:cubicBezTo>
                  <a:cubicBezTo>
                    <a:pt x="3054" y="6268"/>
                    <a:pt x="3247" y="6333"/>
                    <a:pt x="3504" y="6525"/>
                  </a:cubicBezTo>
                  <a:cubicBezTo>
                    <a:pt x="3857" y="6815"/>
                    <a:pt x="4307" y="7265"/>
                    <a:pt x="4854" y="7683"/>
                  </a:cubicBezTo>
                  <a:cubicBezTo>
                    <a:pt x="5400" y="8133"/>
                    <a:pt x="6043" y="8518"/>
                    <a:pt x="6815" y="8679"/>
                  </a:cubicBezTo>
                  <a:cubicBezTo>
                    <a:pt x="7747" y="8904"/>
                    <a:pt x="8808" y="8936"/>
                    <a:pt x="9643" y="9033"/>
                  </a:cubicBezTo>
                  <a:cubicBezTo>
                    <a:pt x="10061" y="9065"/>
                    <a:pt x="10383" y="9129"/>
                    <a:pt x="10608" y="9226"/>
                  </a:cubicBezTo>
                  <a:cubicBezTo>
                    <a:pt x="10704" y="9290"/>
                    <a:pt x="10769" y="9354"/>
                    <a:pt x="10801" y="9386"/>
                  </a:cubicBezTo>
                  <a:cubicBezTo>
                    <a:pt x="10833" y="9418"/>
                    <a:pt x="10833" y="9483"/>
                    <a:pt x="10833" y="9547"/>
                  </a:cubicBezTo>
                  <a:cubicBezTo>
                    <a:pt x="10865" y="9836"/>
                    <a:pt x="10672" y="10286"/>
                    <a:pt x="10447" y="10736"/>
                  </a:cubicBezTo>
                  <a:cubicBezTo>
                    <a:pt x="10254" y="11219"/>
                    <a:pt x="10029" y="11669"/>
                    <a:pt x="10029" y="12151"/>
                  </a:cubicBezTo>
                  <a:cubicBezTo>
                    <a:pt x="10029" y="12279"/>
                    <a:pt x="10061" y="12440"/>
                    <a:pt x="10126" y="12569"/>
                  </a:cubicBezTo>
                  <a:cubicBezTo>
                    <a:pt x="10222" y="12729"/>
                    <a:pt x="10318" y="12826"/>
                    <a:pt x="10479" y="12922"/>
                  </a:cubicBezTo>
                  <a:cubicBezTo>
                    <a:pt x="10544" y="12954"/>
                    <a:pt x="10576" y="13019"/>
                    <a:pt x="10640" y="13083"/>
                  </a:cubicBezTo>
                  <a:cubicBezTo>
                    <a:pt x="10672" y="13179"/>
                    <a:pt x="10672" y="13276"/>
                    <a:pt x="10672" y="13404"/>
                  </a:cubicBezTo>
                  <a:cubicBezTo>
                    <a:pt x="10672" y="13629"/>
                    <a:pt x="10640" y="13919"/>
                    <a:pt x="10576" y="14176"/>
                  </a:cubicBezTo>
                  <a:cubicBezTo>
                    <a:pt x="10511" y="14433"/>
                    <a:pt x="10479" y="14690"/>
                    <a:pt x="10479" y="14947"/>
                  </a:cubicBezTo>
                  <a:cubicBezTo>
                    <a:pt x="10479" y="14979"/>
                    <a:pt x="10479" y="15044"/>
                    <a:pt x="10479" y="15076"/>
                  </a:cubicBezTo>
                  <a:cubicBezTo>
                    <a:pt x="10511" y="15204"/>
                    <a:pt x="10576" y="15269"/>
                    <a:pt x="10704" y="15301"/>
                  </a:cubicBezTo>
                  <a:cubicBezTo>
                    <a:pt x="10721" y="15307"/>
                    <a:pt x="10738" y="15309"/>
                    <a:pt x="10755" y="15309"/>
                  </a:cubicBezTo>
                  <a:cubicBezTo>
                    <a:pt x="10834" y="15309"/>
                    <a:pt x="10908" y="15252"/>
                    <a:pt x="10961" y="15172"/>
                  </a:cubicBezTo>
                  <a:cubicBezTo>
                    <a:pt x="11508" y="14304"/>
                    <a:pt x="12086" y="13436"/>
                    <a:pt x="12633" y="12761"/>
                  </a:cubicBezTo>
                  <a:cubicBezTo>
                    <a:pt x="13919" y="11186"/>
                    <a:pt x="14979" y="8647"/>
                    <a:pt x="14979" y="6204"/>
                  </a:cubicBezTo>
                  <a:cubicBezTo>
                    <a:pt x="14979" y="5658"/>
                    <a:pt x="14947" y="5143"/>
                    <a:pt x="14819" y="4629"/>
                  </a:cubicBezTo>
                  <a:cubicBezTo>
                    <a:pt x="14562" y="3504"/>
                    <a:pt x="13758" y="2379"/>
                    <a:pt x="12665" y="1511"/>
                  </a:cubicBezTo>
                  <a:cubicBezTo>
                    <a:pt x="11540" y="611"/>
                    <a:pt x="10158" y="0"/>
                    <a:pt x="8679"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66" name="Google Shape;1766;p33"/>
            <p:cNvSpPr/>
            <p:nvPr/>
          </p:nvSpPr>
          <p:spPr>
            <a:xfrm>
              <a:off x="4414300" y="1239600"/>
              <a:ext cx="283700" cy="158775"/>
            </a:xfrm>
            <a:custGeom>
              <a:avLst/>
              <a:gdLst/>
              <a:ahLst/>
              <a:cxnLst/>
              <a:rect l="l" t="t" r="r" b="b"/>
              <a:pathLst>
                <a:path w="11348" h="6351" extrusionOk="0">
                  <a:moveTo>
                    <a:pt x="1289" y="0"/>
                  </a:moveTo>
                  <a:cubicBezTo>
                    <a:pt x="777" y="0"/>
                    <a:pt x="292" y="174"/>
                    <a:pt x="193" y="797"/>
                  </a:cubicBezTo>
                  <a:cubicBezTo>
                    <a:pt x="0" y="2211"/>
                    <a:pt x="1414" y="4236"/>
                    <a:pt x="2732" y="4236"/>
                  </a:cubicBezTo>
                  <a:cubicBezTo>
                    <a:pt x="4004" y="4236"/>
                    <a:pt x="4527" y="3010"/>
                    <a:pt x="5198" y="3010"/>
                  </a:cubicBezTo>
                  <a:cubicBezTo>
                    <a:pt x="5222" y="3010"/>
                    <a:pt x="5247" y="3011"/>
                    <a:pt x="5272" y="3015"/>
                  </a:cubicBezTo>
                  <a:cubicBezTo>
                    <a:pt x="5979" y="3111"/>
                    <a:pt x="5690" y="5650"/>
                    <a:pt x="6879" y="6165"/>
                  </a:cubicBezTo>
                  <a:cubicBezTo>
                    <a:pt x="7198" y="6291"/>
                    <a:pt x="7572" y="6351"/>
                    <a:pt x="7962" y="6351"/>
                  </a:cubicBezTo>
                  <a:cubicBezTo>
                    <a:pt x="9063" y="6351"/>
                    <a:pt x="10285" y="5871"/>
                    <a:pt x="10736" y="5040"/>
                  </a:cubicBezTo>
                  <a:cubicBezTo>
                    <a:pt x="11347" y="3915"/>
                    <a:pt x="9643" y="3207"/>
                    <a:pt x="7908" y="2597"/>
                  </a:cubicBezTo>
                  <a:cubicBezTo>
                    <a:pt x="6172" y="1986"/>
                    <a:pt x="2636" y="282"/>
                    <a:pt x="2636" y="282"/>
                  </a:cubicBezTo>
                  <a:cubicBezTo>
                    <a:pt x="2636" y="282"/>
                    <a:pt x="1940" y="0"/>
                    <a:pt x="1289"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67" name="Google Shape;1767;p33"/>
            <p:cNvSpPr/>
            <p:nvPr/>
          </p:nvSpPr>
          <p:spPr>
            <a:xfrm>
              <a:off x="4412675" y="1232975"/>
              <a:ext cx="279700" cy="172000"/>
            </a:xfrm>
            <a:custGeom>
              <a:avLst/>
              <a:gdLst/>
              <a:ahLst/>
              <a:cxnLst/>
              <a:rect l="l" t="t" r="r" b="b"/>
              <a:pathLst>
                <a:path w="11188" h="6880" extrusionOk="0">
                  <a:moveTo>
                    <a:pt x="1351" y="515"/>
                  </a:moveTo>
                  <a:cubicBezTo>
                    <a:pt x="1640" y="515"/>
                    <a:pt x="1962" y="579"/>
                    <a:pt x="2187" y="644"/>
                  </a:cubicBezTo>
                  <a:cubicBezTo>
                    <a:pt x="2315" y="708"/>
                    <a:pt x="2412" y="740"/>
                    <a:pt x="2508" y="740"/>
                  </a:cubicBezTo>
                  <a:lnTo>
                    <a:pt x="2572" y="772"/>
                  </a:lnTo>
                  <a:cubicBezTo>
                    <a:pt x="2572" y="772"/>
                    <a:pt x="2572" y="772"/>
                    <a:pt x="2572" y="772"/>
                  </a:cubicBezTo>
                  <a:lnTo>
                    <a:pt x="2572" y="772"/>
                  </a:lnTo>
                  <a:lnTo>
                    <a:pt x="2604" y="805"/>
                  </a:lnTo>
                  <a:lnTo>
                    <a:pt x="2610" y="789"/>
                  </a:lnTo>
                  <a:lnTo>
                    <a:pt x="2610" y="789"/>
                  </a:lnTo>
                  <a:cubicBezTo>
                    <a:pt x="2999" y="965"/>
                    <a:pt x="6239" y="2543"/>
                    <a:pt x="7876" y="3119"/>
                  </a:cubicBezTo>
                  <a:cubicBezTo>
                    <a:pt x="8615" y="3376"/>
                    <a:pt x="9355" y="3665"/>
                    <a:pt x="9869" y="3955"/>
                  </a:cubicBezTo>
                  <a:cubicBezTo>
                    <a:pt x="10126" y="4115"/>
                    <a:pt x="10351" y="4276"/>
                    <a:pt x="10480" y="4437"/>
                  </a:cubicBezTo>
                  <a:cubicBezTo>
                    <a:pt x="10608" y="4598"/>
                    <a:pt x="10673" y="4726"/>
                    <a:pt x="10673" y="4855"/>
                  </a:cubicBezTo>
                  <a:cubicBezTo>
                    <a:pt x="10673" y="4951"/>
                    <a:pt x="10641" y="5048"/>
                    <a:pt x="10576" y="5176"/>
                  </a:cubicBezTo>
                  <a:cubicBezTo>
                    <a:pt x="10383" y="5530"/>
                    <a:pt x="10030" y="5819"/>
                    <a:pt x="9548" y="6012"/>
                  </a:cubicBezTo>
                  <a:cubicBezTo>
                    <a:pt x="9098" y="6237"/>
                    <a:pt x="8551" y="6333"/>
                    <a:pt x="8037" y="6333"/>
                  </a:cubicBezTo>
                  <a:cubicBezTo>
                    <a:pt x="7683" y="6333"/>
                    <a:pt x="7330" y="6301"/>
                    <a:pt x="7073" y="6173"/>
                  </a:cubicBezTo>
                  <a:cubicBezTo>
                    <a:pt x="6848" y="6076"/>
                    <a:pt x="6655" y="5883"/>
                    <a:pt x="6526" y="5626"/>
                  </a:cubicBezTo>
                  <a:cubicBezTo>
                    <a:pt x="6333" y="5208"/>
                    <a:pt x="6205" y="4630"/>
                    <a:pt x="6108" y="4115"/>
                  </a:cubicBezTo>
                  <a:cubicBezTo>
                    <a:pt x="6044" y="3858"/>
                    <a:pt x="5980" y="3633"/>
                    <a:pt x="5883" y="3440"/>
                  </a:cubicBezTo>
                  <a:cubicBezTo>
                    <a:pt x="5851" y="3344"/>
                    <a:pt x="5787" y="3247"/>
                    <a:pt x="5690" y="3183"/>
                  </a:cubicBezTo>
                  <a:cubicBezTo>
                    <a:pt x="5626" y="3087"/>
                    <a:pt x="5497" y="3022"/>
                    <a:pt x="5369" y="3022"/>
                  </a:cubicBezTo>
                  <a:lnTo>
                    <a:pt x="5272" y="2990"/>
                  </a:lnTo>
                  <a:cubicBezTo>
                    <a:pt x="5015" y="3022"/>
                    <a:pt x="4790" y="3119"/>
                    <a:pt x="4630" y="3247"/>
                  </a:cubicBezTo>
                  <a:cubicBezTo>
                    <a:pt x="4340" y="3440"/>
                    <a:pt x="4083" y="3698"/>
                    <a:pt x="3794" y="3890"/>
                  </a:cubicBezTo>
                  <a:cubicBezTo>
                    <a:pt x="3537" y="4083"/>
                    <a:pt x="3215" y="4212"/>
                    <a:pt x="2797" y="4212"/>
                  </a:cubicBezTo>
                  <a:cubicBezTo>
                    <a:pt x="2779" y="4213"/>
                    <a:pt x="2760" y="4214"/>
                    <a:pt x="2741" y="4214"/>
                  </a:cubicBezTo>
                  <a:cubicBezTo>
                    <a:pt x="2270" y="4214"/>
                    <a:pt x="1719" y="3836"/>
                    <a:pt x="1287" y="3280"/>
                  </a:cubicBezTo>
                  <a:cubicBezTo>
                    <a:pt x="837" y="2701"/>
                    <a:pt x="515" y="1930"/>
                    <a:pt x="515" y="1319"/>
                  </a:cubicBezTo>
                  <a:cubicBezTo>
                    <a:pt x="515" y="1255"/>
                    <a:pt x="515" y="1158"/>
                    <a:pt x="547" y="1094"/>
                  </a:cubicBezTo>
                  <a:cubicBezTo>
                    <a:pt x="579" y="837"/>
                    <a:pt x="676" y="740"/>
                    <a:pt x="804" y="644"/>
                  </a:cubicBezTo>
                  <a:cubicBezTo>
                    <a:pt x="933" y="579"/>
                    <a:pt x="1126" y="515"/>
                    <a:pt x="1351" y="515"/>
                  </a:cubicBezTo>
                  <a:close/>
                  <a:moveTo>
                    <a:pt x="1351" y="1"/>
                  </a:moveTo>
                  <a:cubicBezTo>
                    <a:pt x="1062" y="1"/>
                    <a:pt x="772" y="33"/>
                    <a:pt x="515" y="194"/>
                  </a:cubicBezTo>
                  <a:cubicBezTo>
                    <a:pt x="258" y="354"/>
                    <a:pt x="65" y="644"/>
                    <a:pt x="1" y="997"/>
                  </a:cubicBezTo>
                  <a:cubicBezTo>
                    <a:pt x="1" y="1126"/>
                    <a:pt x="1" y="1222"/>
                    <a:pt x="1" y="1319"/>
                  </a:cubicBezTo>
                  <a:cubicBezTo>
                    <a:pt x="1" y="2122"/>
                    <a:pt x="354" y="2926"/>
                    <a:pt x="869" y="3601"/>
                  </a:cubicBezTo>
                  <a:cubicBezTo>
                    <a:pt x="1383" y="4244"/>
                    <a:pt x="2058" y="4758"/>
                    <a:pt x="2797" y="4758"/>
                  </a:cubicBezTo>
                  <a:cubicBezTo>
                    <a:pt x="3537" y="4758"/>
                    <a:pt x="4051" y="4405"/>
                    <a:pt x="4437" y="4083"/>
                  </a:cubicBezTo>
                  <a:cubicBezTo>
                    <a:pt x="4630" y="3923"/>
                    <a:pt x="4790" y="3794"/>
                    <a:pt x="4919" y="3698"/>
                  </a:cubicBezTo>
                  <a:cubicBezTo>
                    <a:pt x="5080" y="3569"/>
                    <a:pt x="5176" y="3537"/>
                    <a:pt x="5272" y="3537"/>
                  </a:cubicBezTo>
                  <a:lnTo>
                    <a:pt x="5305" y="3537"/>
                  </a:lnTo>
                  <a:lnTo>
                    <a:pt x="5337" y="3601"/>
                  </a:lnTo>
                  <a:cubicBezTo>
                    <a:pt x="5401" y="3665"/>
                    <a:pt x="5497" y="3858"/>
                    <a:pt x="5562" y="4115"/>
                  </a:cubicBezTo>
                  <a:cubicBezTo>
                    <a:pt x="5658" y="4533"/>
                    <a:pt x="5755" y="5048"/>
                    <a:pt x="5915" y="5530"/>
                  </a:cubicBezTo>
                  <a:cubicBezTo>
                    <a:pt x="6012" y="5755"/>
                    <a:pt x="6108" y="5980"/>
                    <a:pt x="6269" y="6173"/>
                  </a:cubicBezTo>
                  <a:cubicBezTo>
                    <a:pt x="6398" y="6398"/>
                    <a:pt x="6590" y="6558"/>
                    <a:pt x="6848" y="6655"/>
                  </a:cubicBezTo>
                  <a:cubicBezTo>
                    <a:pt x="7201" y="6816"/>
                    <a:pt x="7619" y="6880"/>
                    <a:pt x="8037" y="6880"/>
                  </a:cubicBezTo>
                  <a:cubicBezTo>
                    <a:pt x="8648" y="6880"/>
                    <a:pt x="9258" y="6751"/>
                    <a:pt x="9773" y="6526"/>
                  </a:cubicBezTo>
                  <a:cubicBezTo>
                    <a:pt x="10319" y="6269"/>
                    <a:pt x="10769" y="5915"/>
                    <a:pt x="11026" y="5433"/>
                  </a:cubicBezTo>
                  <a:lnTo>
                    <a:pt x="11058" y="5433"/>
                  </a:lnTo>
                  <a:cubicBezTo>
                    <a:pt x="11155" y="5240"/>
                    <a:pt x="11187" y="5048"/>
                    <a:pt x="11187" y="4855"/>
                  </a:cubicBezTo>
                  <a:cubicBezTo>
                    <a:pt x="11187" y="4565"/>
                    <a:pt x="11058" y="4308"/>
                    <a:pt x="10866" y="4083"/>
                  </a:cubicBezTo>
                  <a:cubicBezTo>
                    <a:pt x="10576" y="3762"/>
                    <a:pt x="10158" y="3505"/>
                    <a:pt x="9676" y="3247"/>
                  </a:cubicBezTo>
                  <a:cubicBezTo>
                    <a:pt x="9194" y="3022"/>
                    <a:pt x="8615" y="2830"/>
                    <a:pt x="8069" y="2637"/>
                  </a:cubicBezTo>
                  <a:cubicBezTo>
                    <a:pt x="7233" y="2315"/>
                    <a:pt x="5915" y="1737"/>
                    <a:pt x="4790" y="1222"/>
                  </a:cubicBezTo>
                  <a:cubicBezTo>
                    <a:pt x="4244" y="997"/>
                    <a:pt x="3762" y="740"/>
                    <a:pt x="3408" y="579"/>
                  </a:cubicBezTo>
                  <a:cubicBezTo>
                    <a:pt x="3055" y="419"/>
                    <a:pt x="2829" y="290"/>
                    <a:pt x="2829" y="290"/>
                  </a:cubicBezTo>
                  <a:lnTo>
                    <a:pt x="2797" y="290"/>
                  </a:lnTo>
                  <a:cubicBezTo>
                    <a:pt x="2797" y="290"/>
                    <a:pt x="2058" y="1"/>
                    <a:pt x="1351"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68" name="Google Shape;1768;p33"/>
            <p:cNvSpPr/>
            <p:nvPr/>
          </p:nvSpPr>
          <p:spPr>
            <a:xfrm>
              <a:off x="4690725" y="1282000"/>
              <a:ext cx="57900" cy="58700"/>
            </a:xfrm>
            <a:custGeom>
              <a:avLst/>
              <a:gdLst/>
              <a:ahLst/>
              <a:cxnLst/>
              <a:rect l="l" t="t" r="r" b="b"/>
              <a:pathLst>
                <a:path w="2316" h="2348" extrusionOk="0">
                  <a:moveTo>
                    <a:pt x="1" y="2347"/>
                  </a:moveTo>
                  <a:lnTo>
                    <a:pt x="2315" y="1"/>
                  </a:lnTo>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69" name="Google Shape;1769;p33"/>
            <p:cNvSpPr/>
            <p:nvPr/>
          </p:nvSpPr>
          <p:spPr>
            <a:xfrm>
              <a:off x="4682700" y="1275375"/>
              <a:ext cx="73150" cy="71750"/>
            </a:xfrm>
            <a:custGeom>
              <a:avLst/>
              <a:gdLst/>
              <a:ahLst/>
              <a:cxnLst/>
              <a:rect l="l" t="t" r="r" b="b"/>
              <a:pathLst>
                <a:path w="2926" h="2870" extrusionOk="0">
                  <a:moveTo>
                    <a:pt x="2636" y="1"/>
                  </a:moveTo>
                  <a:cubicBezTo>
                    <a:pt x="2564" y="1"/>
                    <a:pt x="2491" y="25"/>
                    <a:pt x="2443" y="73"/>
                  </a:cubicBezTo>
                  <a:lnTo>
                    <a:pt x="129" y="2419"/>
                  </a:lnTo>
                  <a:cubicBezTo>
                    <a:pt x="0" y="2516"/>
                    <a:pt x="0" y="2677"/>
                    <a:pt x="129" y="2773"/>
                  </a:cubicBezTo>
                  <a:cubicBezTo>
                    <a:pt x="177" y="2837"/>
                    <a:pt x="241" y="2869"/>
                    <a:pt x="310" y="2869"/>
                  </a:cubicBezTo>
                  <a:cubicBezTo>
                    <a:pt x="378" y="2869"/>
                    <a:pt x="450" y="2837"/>
                    <a:pt x="515" y="2773"/>
                  </a:cubicBezTo>
                  <a:lnTo>
                    <a:pt x="2829" y="459"/>
                  </a:lnTo>
                  <a:cubicBezTo>
                    <a:pt x="2925" y="362"/>
                    <a:pt x="2925" y="169"/>
                    <a:pt x="2829" y="73"/>
                  </a:cubicBezTo>
                  <a:cubicBezTo>
                    <a:pt x="2781" y="25"/>
                    <a:pt x="2708" y="1"/>
                    <a:pt x="2636"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70" name="Google Shape;1770;p33"/>
            <p:cNvSpPr/>
            <p:nvPr/>
          </p:nvSpPr>
          <p:spPr>
            <a:xfrm>
              <a:off x="4434375" y="1175925"/>
              <a:ext cx="30575" cy="68325"/>
            </a:xfrm>
            <a:custGeom>
              <a:avLst/>
              <a:gdLst/>
              <a:ahLst/>
              <a:cxnLst/>
              <a:rect l="l" t="t" r="r" b="b"/>
              <a:pathLst>
                <a:path w="1223" h="2733" extrusionOk="0">
                  <a:moveTo>
                    <a:pt x="1" y="2733"/>
                  </a:moveTo>
                  <a:lnTo>
                    <a:pt x="1222" y="1"/>
                  </a:lnTo>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71" name="Google Shape;1771;p33"/>
            <p:cNvSpPr/>
            <p:nvPr/>
          </p:nvSpPr>
          <p:spPr>
            <a:xfrm>
              <a:off x="4427150" y="1168875"/>
              <a:ext cx="45825" cy="81650"/>
            </a:xfrm>
            <a:custGeom>
              <a:avLst/>
              <a:gdLst/>
              <a:ahLst/>
              <a:cxnLst/>
              <a:rect l="l" t="t" r="r" b="b"/>
              <a:pathLst>
                <a:path w="1833" h="3266" extrusionOk="0">
                  <a:moveTo>
                    <a:pt x="1513" y="0"/>
                  </a:moveTo>
                  <a:cubicBezTo>
                    <a:pt x="1402" y="0"/>
                    <a:pt x="1310" y="60"/>
                    <a:pt x="1286" y="154"/>
                  </a:cubicBezTo>
                  <a:lnTo>
                    <a:pt x="65" y="2886"/>
                  </a:lnTo>
                  <a:cubicBezTo>
                    <a:pt x="0" y="3047"/>
                    <a:pt x="65" y="3208"/>
                    <a:pt x="193" y="3240"/>
                  </a:cubicBezTo>
                  <a:cubicBezTo>
                    <a:pt x="228" y="3257"/>
                    <a:pt x="264" y="3265"/>
                    <a:pt x="301" y="3265"/>
                  </a:cubicBezTo>
                  <a:cubicBezTo>
                    <a:pt x="401" y="3265"/>
                    <a:pt x="500" y="3205"/>
                    <a:pt x="547" y="3111"/>
                  </a:cubicBezTo>
                  <a:lnTo>
                    <a:pt x="1768" y="379"/>
                  </a:lnTo>
                  <a:cubicBezTo>
                    <a:pt x="1833" y="250"/>
                    <a:pt x="1768" y="90"/>
                    <a:pt x="1640" y="25"/>
                  </a:cubicBezTo>
                  <a:cubicBezTo>
                    <a:pt x="1597" y="8"/>
                    <a:pt x="1554" y="0"/>
                    <a:pt x="151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72" name="Google Shape;1772;p33"/>
            <p:cNvSpPr/>
            <p:nvPr/>
          </p:nvSpPr>
          <p:spPr>
            <a:xfrm>
              <a:off x="4885200" y="1781050"/>
              <a:ext cx="310225" cy="341175"/>
            </a:xfrm>
            <a:custGeom>
              <a:avLst/>
              <a:gdLst/>
              <a:ahLst/>
              <a:cxnLst/>
              <a:rect l="l" t="t" r="r" b="b"/>
              <a:pathLst>
                <a:path w="12409" h="13647" extrusionOk="0">
                  <a:moveTo>
                    <a:pt x="10255" y="0"/>
                  </a:moveTo>
                  <a:cubicBezTo>
                    <a:pt x="10255" y="1"/>
                    <a:pt x="3537" y="5979"/>
                    <a:pt x="1801" y="7715"/>
                  </a:cubicBezTo>
                  <a:cubicBezTo>
                    <a:pt x="65" y="9451"/>
                    <a:pt x="1" y="12762"/>
                    <a:pt x="1640" y="13533"/>
                  </a:cubicBezTo>
                  <a:cubicBezTo>
                    <a:pt x="1817" y="13612"/>
                    <a:pt x="2033" y="13647"/>
                    <a:pt x="2280" y="13647"/>
                  </a:cubicBezTo>
                  <a:cubicBezTo>
                    <a:pt x="4365" y="13647"/>
                    <a:pt x="8607" y="11119"/>
                    <a:pt x="9355" y="10544"/>
                  </a:cubicBezTo>
                  <a:cubicBezTo>
                    <a:pt x="10190" y="9869"/>
                    <a:pt x="12408" y="418"/>
                    <a:pt x="10255"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73" name="Google Shape;1773;p33"/>
            <p:cNvSpPr/>
            <p:nvPr/>
          </p:nvSpPr>
          <p:spPr>
            <a:xfrm>
              <a:off x="4890025" y="1774300"/>
              <a:ext cx="281300" cy="353925"/>
            </a:xfrm>
            <a:custGeom>
              <a:avLst/>
              <a:gdLst/>
              <a:ahLst/>
              <a:cxnLst/>
              <a:rect l="l" t="t" r="r" b="b"/>
              <a:pathLst>
                <a:path w="11252" h="14157" extrusionOk="0">
                  <a:moveTo>
                    <a:pt x="10139" y="568"/>
                  </a:moveTo>
                  <a:lnTo>
                    <a:pt x="10139" y="568"/>
                  </a:lnTo>
                  <a:cubicBezTo>
                    <a:pt x="10196" y="594"/>
                    <a:pt x="10247" y="629"/>
                    <a:pt x="10287" y="688"/>
                  </a:cubicBezTo>
                  <a:cubicBezTo>
                    <a:pt x="10415" y="849"/>
                    <a:pt x="10544" y="1106"/>
                    <a:pt x="10608" y="1460"/>
                  </a:cubicBezTo>
                  <a:cubicBezTo>
                    <a:pt x="10672" y="1781"/>
                    <a:pt x="10705" y="2231"/>
                    <a:pt x="10705" y="2713"/>
                  </a:cubicBezTo>
                  <a:cubicBezTo>
                    <a:pt x="10705" y="4160"/>
                    <a:pt x="10415" y="6056"/>
                    <a:pt x="10030" y="7632"/>
                  </a:cubicBezTo>
                  <a:cubicBezTo>
                    <a:pt x="9837" y="8435"/>
                    <a:pt x="9644" y="9142"/>
                    <a:pt x="9451" y="9657"/>
                  </a:cubicBezTo>
                  <a:cubicBezTo>
                    <a:pt x="9355" y="9946"/>
                    <a:pt x="9258" y="10171"/>
                    <a:pt x="9162" y="10332"/>
                  </a:cubicBezTo>
                  <a:cubicBezTo>
                    <a:pt x="9097" y="10492"/>
                    <a:pt x="9001" y="10589"/>
                    <a:pt x="9001" y="10589"/>
                  </a:cubicBezTo>
                  <a:cubicBezTo>
                    <a:pt x="8840" y="10717"/>
                    <a:pt x="8422" y="11007"/>
                    <a:pt x="7908" y="11296"/>
                  </a:cubicBezTo>
                  <a:cubicBezTo>
                    <a:pt x="7104" y="11778"/>
                    <a:pt x="6012" y="12357"/>
                    <a:pt x="4951" y="12839"/>
                  </a:cubicBezTo>
                  <a:cubicBezTo>
                    <a:pt x="3858" y="13289"/>
                    <a:pt x="2797" y="13643"/>
                    <a:pt x="2090" y="13643"/>
                  </a:cubicBezTo>
                  <a:cubicBezTo>
                    <a:pt x="1865" y="13643"/>
                    <a:pt x="1704" y="13610"/>
                    <a:pt x="1576" y="13546"/>
                  </a:cubicBezTo>
                  <a:cubicBezTo>
                    <a:pt x="1222" y="13385"/>
                    <a:pt x="965" y="13128"/>
                    <a:pt x="804" y="12743"/>
                  </a:cubicBezTo>
                  <a:cubicBezTo>
                    <a:pt x="611" y="12357"/>
                    <a:pt x="515" y="11907"/>
                    <a:pt x="515" y="11392"/>
                  </a:cubicBezTo>
                  <a:cubicBezTo>
                    <a:pt x="515" y="10267"/>
                    <a:pt x="965" y="9014"/>
                    <a:pt x="1801" y="8178"/>
                  </a:cubicBezTo>
                  <a:cubicBezTo>
                    <a:pt x="2669" y="7310"/>
                    <a:pt x="4790" y="5381"/>
                    <a:pt x="6687" y="3678"/>
                  </a:cubicBezTo>
                  <a:cubicBezTo>
                    <a:pt x="7619" y="2810"/>
                    <a:pt x="8519" y="2006"/>
                    <a:pt x="9162" y="1428"/>
                  </a:cubicBezTo>
                  <a:cubicBezTo>
                    <a:pt x="9628" y="1028"/>
                    <a:pt x="9971" y="721"/>
                    <a:pt x="10139" y="568"/>
                  </a:cubicBezTo>
                  <a:close/>
                  <a:moveTo>
                    <a:pt x="10055" y="1"/>
                  </a:moveTo>
                  <a:cubicBezTo>
                    <a:pt x="9995" y="1"/>
                    <a:pt x="9948" y="31"/>
                    <a:pt x="9901" y="78"/>
                  </a:cubicBezTo>
                  <a:cubicBezTo>
                    <a:pt x="9901" y="78"/>
                    <a:pt x="8230" y="1556"/>
                    <a:pt x="6333" y="3292"/>
                  </a:cubicBezTo>
                  <a:cubicBezTo>
                    <a:pt x="4436" y="4996"/>
                    <a:pt x="2315" y="6924"/>
                    <a:pt x="1415" y="7792"/>
                  </a:cubicBezTo>
                  <a:cubicBezTo>
                    <a:pt x="483" y="8757"/>
                    <a:pt x="1" y="10139"/>
                    <a:pt x="1" y="11392"/>
                  </a:cubicBezTo>
                  <a:cubicBezTo>
                    <a:pt x="1" y="11971"/>
                    <a:pt x="97" y="12517"/>
                    <a:pt x="322" y="12968"/>
                  </a:cubicBezTo>
                  <a:cubicBezTo>
                    <a:pt x="547" y="13450"/>
                    <a:pt x="868" y="13835"/>
                    <a:pt x="1351" y="14028"/>
                  </a:cubicBezTo>
                  <a:cubicBezTo>
                    <a:pt x="1576" y="14125"/>
                    <a:pt x="1833" y="14157"/>
                    <a:pt x="2090" y="14157"/>
                  </a:cubicBezTo>
                  <a:cubicBezTo>
                    <a:pt x="2669" y="14157"/>
                    <a:pt x="3344" y="13996"/>
                    <a:pt x="4051" y="13771"/>
                  </a:cubicBezTo>
                  <a:cubicBezTo>
                    <a:pt x="5144" y="13385"/>
                    <a:pt x="6301" y="12807"/>
                    <a:pt x="7265" y="12292"/>
                  </a:cubicBezTo>
                  <a:cubicBezTo>
                    <a:pt x="7779" y="12003"/>
                    <a:pt x="8197" y="11746"/>
                    <a:pt x="8551" y="11521"/>
                  </a:cubicBezTo>
                  <a:cubicBezTo>
                    <a:pt x="8905" y="11328"/>
                    <a:pt x="9162" y="11135"/>
                    <a:pt x="9322" y="11007"/>
                  </a:cubicBezTo>
                  <a:cubicBezTo>
                    <a:pt x="9451" y="10910"/>
                    <a:pt x="9547" y="10750"/>
                    <a:pt x="9644" y="10557"/>
                  </a:cubicBezTo>
                  <a:cubicBezTo>
                    <a:pt x="9965" y="9914"/>
                    <a:pt x="10383" y="8628"/>
                    <a:pt x="10705" y="7149"/>
                  </a:cubicBezTo>
                  <a:cubicBezTo>
                    <a:pt x="10994" y="5671"/>
                    <a:pt x="11251" y="4031"/>
                    <a:pt x="11251" y="2713"/>
                  </a:cubicBezTo>
                  <a:cubicBezTo>
                    <a:pt x="11251" y="2038"/>
                    <a:pt x="11187" y="1428"/>
                    <a:pt x="11026" y="945"/>
                  </a:cubicBezTo>
                  <a:cubicBezTo>
                    <a:pt x="10962" y="720"/>
                    <a:pt x="10833" y="528"/>
                    <a:pt x="10705" y="335"/>
                  </a:cubicBezTo>
                  <a:cubicBezTo>
                    <a:pt x="10544" y="174"/>
                    <a:pt x="10351" y="45"/>
                    <a:pt x="10126" y="13"/>
                  </a:cubicBezTo>
                  <a:cubicBezTo>
                    <a:pt x="10100" y="5"/>
                    <a:pt x="10077" y="1"/>
                    <a:pt x="10055"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74" name="Google Shape;1774;p33"/>
            <p:cNvSpPr/>
            <p:nvPr/>
          </p:nvSpPr>
          <p:spPr>
            <a:xfrm>
              <a:off x="5182550" y="2154725"/>
              <a:ext cx="605125" cy="595500"/>
            </a:xfrm>
            <a:custGeom>
              <a:avLst/>
              <a:gdLst/>
              <a:ahLst/>
              <a:cxnLst/>
              <a:rect l="l" t="t" r="r" b="b"/>
              <a:pathLst>
                <a:path w="24205" h="23820" extrusionOk="0">
                  <a:moveTo>
                    <a:pt x="15172" y="1"/>
                  </a:moveTo>
                  <a:lnTo>
                    <a:pt x="0" y="9740"/>
                  </a:lnTo>
                  <a:lnTo>
                    <a:pt x="3247" y="23820"/>
                  </a:lnTo>
                  <a:cubicBezTo>
                    <a:pt x="3247" y="23820"/>
                    <a:pt x="20573" y="14819"/>
                    <a:pt x="22405" y="11926"/>
                  </a:cubicBezTo>
                  <a:cubicBezTo>
                    <a:pt x="24205" y="9033"/>
                    <a:pt x="15172" y="1"/>
                    <a:pt x="15172" y="1"/>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1775" name="Google Shape;1775;p33"/>
            <p:cNvSpPr/>
            <p:nvPr/>
          </p:nvSpPr>
          <p:spPr>
            <a:xfrm>
              <a:off x="5175300" y="2147975"/>
              <a:ext cx="579425" cy="609275"/>
            </a:xfrm>
            <a:custGeom>
              <a:avLst/>
              <a:gdLst/>
              <a:ahLst/>
              <a:cxnLst/>
              <a:rect l="l" t="t" r="r" b="b"/>
              <a:pathLst>
                <a:path w="23177" h="24371" extrusionOk="0">
                  <a:moveTo>
                    <a:pt x="15415" y="609"/>
                  </a:moveTo>
                  <a:cubicBezTo>
                    <a:pt x="15464" y="658"/>
                    <a:pt x="15523" y="718"/>
                    <a:pt x="15591" y="785"/>
                  </a:cubicBezTo>
                  <a:cubicBezTo>
                    <a:pt x="16298" y="1524"/>
                    <a:pt x="18066" y="3421"/>
                    <a:pt x="19673" y="5478"/>
                  </a:cubicBezTo>
                  <a:cubicBezTo>
                    <a:pt x="20477" y="6539"/>
                    <a:pt x="21216" y="7632"/>
                    <a:pt x="21763" y="8628"/>
                  </a:cubicBezTo>
                  <a:cubicBezTo>
                    <a:pt x="22309" y="9625"/>
                    <a:pt x="22663" y="10557"/>
                    <a:pt x="22663" y="11264"/>
                  </a:cubicBezTo>
                  <a:cubicBezTo>
                    <a:pt x="22663" y="11586"/>
                    <a:pt x="22598" y="11843"/>
                    <a:pt x="22470" y="12036"/>
                  </a:cubicBezTo>
                  <a:cubicBezTo>
                    <a:pt x="22277" y="12357"/>
                    <a:pt x="21795" y="12807"/>
                    <a:pt x="21184" y="13321"/>
                  </a:cubicBezTo>
                  <a:cubicBezTo>
                    <a:pt x="18934" y="15121"/>
                    <a:pt x="14498" y="17757"/>
                    <a:pt x="10608" y="19943"/>
                  </a:cubicBezTo>
                  <a:cubicBezTo>
                    <a:pt x="8680" y="21036"/>
                    <a:pt x="6880" y="22032"/>
                    <a:pt x="5562" y="22740"/>
                  </a:cubicBezTo>
                  <a:cubicBezTo>
                    <a:pt x="4919" y="23093"/>
                    <a:pt x="4372" y="23350"/>
                    <a:pt x="3987" y="23543"/>
                  </a:cubicBezTo>
                  <a:cubicBezTo>
                    <a:pt x="3884" y="23608"/>
                    <a:pt x="3796" y="23663"/>
                    <a:pt x="3721" y="23707"/>
                  </a:cubicBezTo>
                  <a:lnTo>
                    <a:pt x="3721" y="23707"/>
                  </a:lnTo>
                  <a:lnTo>
                    <a:pt x="612" y="10139"/>
                  </a:lnTo>
                  <a:lnTo>
                    <a:pt x="15415" y="609"/>
                  </a:lnTo>
                  <a:close/>
                  <a:moveTo>
                    <a:pt x="15472" y="1"/>
                  </a:moveTo>
                  <a:cubicBezTo>
                    <a:pt x="15417" y="1"/>
                    <a:pt x="15359" y="17"/>
                    <a:pt x="15302" y="46"/>
                  </a:cubicBezTo>
                  <a:lnTo>
                    <a:pt x="162" y="9785"/>
                  </a:lnTo>
                  <a:cubicBezTo>
                    <a:pt x="65" y="9850"/>
                    <a:pt x="1" y="9978"/>
                    <a:pt x="33" y="10075"/>
                  </a:cubicBezTo>
                  <a:lnTo>
                    <a:pt x="3280" y="24154"/>
                  </a:lnTo>
                  <a:cubicBezTo>
                    <a:pt x="3312" y="24250"/>
                    <a:pt x="3376" y="24315"/>
                    <a:pt x="3440" y="24347"/>
                  </a:cubicBezTo>
                  <a:cubicBezTo>
                    <a:pt x="3472" y="24363"/>
                    <a:pt x="3513" y="24371"/>
                    <a:pt x="3553" y="24371"/>
                  </a:cubicBezTo>
                  <a:cubicBezTo>
                    <a:pt x="3593" y="24371"/>
                    <a:pt x="3633" y="24363"/>
                    <a:pt x="3665" y="24347"/>
                  </a:cubicBezTo>
                  <a:cubicBezTo>
                    <a:pt x="3665" y="24347"/>
                    <a:pt x="8005" y="22065"/>
                    <a:pt x="12569" y="19461"/>
                  </a:cubicBezTo>
                  <a:cubicBezTo>
                    <a:pt x="14852" y="18143"/>
                    <a:pt x="17198" y="16761"/>
                    <a:pt x="19095" y="15475"/>
                  </a:cubicBezTo>
                  <a:cubicBezTo>
                    <a:pt x="20027" y="14864"/>
                    <a:pt x="20863" y="14253"/>
                    <a:pt x="21505" y="13739"/>
                  </a:cubicBezTo>
                  <a:cubicBezTo>
                    <a:pt x="22180" y="13193"/>
                    <a:pt x="22663" y="12743"/>
                    <a:pt x="22920" y="12325"/>
                  </a:cubicBezTo>
                  <a:cubicBezTo>
                    <a:pt x="23113" y="12003"/>
                    <a:pt x="23177" y="11650"/>
                    <a:pt x="23177" y="11264"/>
                  </a:cubicBezTo>
                  <a:cubicBezTo>
                    <a:pt x="23177" y="10268"/>
                    <a:pt x="22695" y="9143"/>
                    <a:pt x="21988" y="7921"/>
                  </a:cubicBezTo>
                  <a:cubicBezTo>
                    <a:pt x="19866" y="4289"/>
                    <a:pt x="15655" y="78"/>
                    <a:pt x="15655" y="78"/>
                  </a:cubicBezTo>
                  <a:cubicBezTo>
                    <a:pt x="15602" y="25"/>
                    <a:pt x="15539" y="1"/>
                    <a:pt x="15472"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76" name="Google Shape;1776;p33"/>
            <p:cNvSpPr/>
            <p:nvPr/>
          </p:nvSpPr>
          <p:spPr>
            <a:xfrm>
              <a:off x="5052350" y="1761925"/>
              <a:ext cx="615600" cy="969125"/>
            </a:xfrm>
            <a:custGeom>
              <a:avLst/>
              <a:gdLst/>
              <a:ahLst/>
              <a:cxnLst/>
              <a:rect l="l" t="t" r="r" b="b"/>
              <a:pathLst>
                <a:path w="24624" h="38765" extrusionOk="0">
                  <a:moveTo>
                    <a:pt x="10210" y="0"/>
                  </a:moveTo>
                  <a:cubicBezTo>
                    <a:pt x="9375" y="0"/>
                    <a:pt x="8808" y="187"/>
                    <a:pt x="8808" y="187"/>
                  </a:cubicBezTo>
                  <a:cubicBezTo>
                    <a:pt x="8808" y="187"/>
                    <a:pt x="8144" y="131"/>
                    <a:pt x="7267" y="131"/>
                  </a:cubicBezTo>
                  <a:cubicBezTo>
                    <a:pt x="6039" y="131"/>
                    <a:pt x="4394" y="240"/>
                    <a:pt x="3569" y="765"/>
                  </a:cubicBezTo>
                  <a:cubicBezTo>
                    <a:pt x="2187" y="1698"/>
                    <a:pt x="1190" y="10152"/>
                    <a:pt x="933" y="15198"/>
                  </a:cubicBezTo>
                  <a:cubicBezTo>
                    <a:pt x="676" y="20245"/>
                    <a:pt x="1" y="24327"/>
                    <a:pt x="354" y="25324"/>
                  </a:cubicBezTo>
                  <a:cubicBezTo>
                    <a:pt x="676" y="26288"/>
                    <a:pt x="9290" y="37153"/>
                    <a:pt x="10544" y="38664"/>
                  </a:cubicBezTo>
                  <a:cubicBezTo>
                    <a:pt x="10602" y="38732"/>
                    <a:pt x="10678" y="38765"/>
                    <a:pt x="10771" y="38765"/>
                  </a:cubicBezTo>
                  <a:cubicBezTo>
                    <a:pt x="12703" y="38765"/>
                    <a:pt x="21892" y="24764"/>
                    <a:pt x="23241" y="21820"/>
                  </a:cubicBezTo>
                  <a:cubicBezTo>
                    <a:pt x="24623" y="18766"/>
                    <a:pt x="23723" y="15938"/>
                    <a:pt x="21891" y="11727"/>
                  </a:cubicBezTo>
                  <a:cubicBezTo>
                    <a:pt x="20091" y="7484"/>
                    <a:pt x="16169" y="3594"/>
                    <a:pt x="13855" y="1440"/>
                  </a:cubicBezTo>
                  <a:cubicBezTo>
                    <a:pt x="12594" y="267"/>
                    <a:pt x="11210" y="0"/>
                    <a:pt x="10210"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77" name="Google Shape;1777;p33"/>
            <p:cNvSpPr/>
            <p:nvPr/>
          </p:nvSpPr>
          <p:spPr>
            <a:xfrm>
              <a:off x="5052350" y="1755325"/>
              <a:ext cx="604350" cy="982050"/>
            </a:xfrm>
            <a:custGeom>
              <a:avLst/>
              <a:gdLst/>
              <a:ahLst/>
              <a:cxnLst/>
              <a:rect l="l" t="t" r="r" b="b"/>
              <a:pathLst>
                <a:path w="24174" h="39282" extrusionOk="0">
                  <a:moveTo>
                    <a:pt x="10223" y="515"/>
                  </a:moveTo>
                  <a:cubicBezTo>
                    <a:pt x="11187" y="547"/>
                    <a:pt x="12473" y="772"/>
                    <a:pt x="13694" y="1897"/>
                  </a:cubicBezTo>
                  <a:cubicBezTo>
                    <a:pt x="15976" y="4051"/>
                    <a:pt x="19866" y="7908"/>
                    <a:pt x="21666" y="12087"/>
                  </a:cubicBezTo>
                  <a:cubicBezTo>
                    <a:pt x="22855" y="14884"/>
                    <a:pt x="23659" y="17037"/>
                    <a:pt x="23659" y="18998"/>
                  </a:cubicBezTo>
                  <a:cubicBezTo>
                    <a:pt x="23659" y="19995"/>
                    <a:pt x="23434" y="20959"/>
                    <a:pt x="22984" y="21988"/>
                  </a:cubicBezTo>
                  <a:cubicBezTo>
                    <a:pt x="22663" y="22695"/>
                    <a:pt x="21827" y="24109"/>
                    <a:pt x="20766" y="25813"/>
                  </a:cubicBezTo>
                  <a:cubicBezTo>
                    <a:pt x="19127" y="28417"/>
                    <a:pt x="16941" y="31663"/>
                    <a:pt x="14980" y="34267"/>
                  </a:cubicBezTo>
                  <a:cubicBezTo>
                    <a:pt x="14016" y="35585"/>
                    <a:pt x="13083" y="36710"/>
                    <a:pt x="12312" y="37513"/>
                  </a:cubicBezTo>
                  <a:cubicBezTo>
                    <a:pt x="11958" y="37931"/>
                    <a:pt x="11605" y="38253"/>
                    <a:pt x="11316" y="38446"/>
                  </a:cubicBezTo>
                  <a:cubicBezTo>
                    <a:pt x="11058" y="38671"/>
                    <a:pt x="10833" y="38767"/>
                    <a:pt x="10769" y="38767"/>
                  </a:cubicBezTo>
                  <a:lnTo>
                    <a:pt x="10737" y="38735"/>
                  </a:lnTo>
                  <a:cubicBezTo>
                    <a:pt x="10126" y="37996"/>
                    <a:pt x="7651" y="34910"/>
                    <a:pt x="5305" y="31888"/>
                  </a:cubicBezTo>
                  <a:cubicBezTo>
                    <a:pt x="4147" y="30377"/>
                    <a:pt x="2990" y="28899"/>
                    <a:pt x="2122" y="27709"/>
                  </a:cubicBezTo>
                  <a:cubicBezTo>
                    <a:pt x="1672" y="27131"/>
                    <a:pt x="1319" y="26616"/>
                    <a:pt x="1061" y="26231"/>
                  </a:cubicBezTo>
                  <a:cubicBezTo>
                    <a:pt x="933" y="26038"/>
                    <a:pt x="804" y="25845"/>
                    <a:pt x="740" y="25716"/>
                  </a:cubicBezTo>
                  <a:cubicBezTo>
                    <a:pt x="644" y="25620"/>
                    <a:pt x="611" y="25491"/>
                    <a:pt x="611" y="25491"/>
                  </a:cubicBezTo>
                  <a:cubicBezTo>
                    <a:pt x="547" y="25363"/>
                    <a:pt x="515" y="25074"/>
                    <a:pt x="515" y="24656"/>
                  </a:cubicBezTo>
                  <a:cubicBezTo>
                    <a:pt x="515" y="23016"/>
                    <a:pt x="997" y="19577"/>
                    <a:pt x="1190" y="15462"/>
                  </a:cubicBezTo>
                  <a:cubicBezTo>
                    <a:pt x="1319" y="12955"/>
                    <a:pt x="1640" y="9580"/>
                    <a:pt x="2090" y="6719"/>
                  </a:cubicBezTo>
                  <a:cubicBezTo>
                    <a:pt x="2315" y="5305"/>
                    <a:pt x="2572" y="4019"/>
                    <a:pt x="2862" y="3022"/>
                  </a:cubicBezTo>
                  <a:cubicBezTo>
                    <a:pt x="3022" y="2540"/>
                    <a:pt x="3151" y="2122"/>
                    <a:pt x="3312" y="1833"/>
                  </a:cubicBezTo>
                  <a:cubicBezTo>
                    <a:pt x="3472" y="1512"/>
                    <a:pt x="3633" y="1319"/>
                    <a:pt x="3729" y="1254"/>
                  </a:cubicBezTo>
                  <a:cubicBezTo>
                    <a:pt x="4083" y="1029"/>
                    <a:pt x="4662" y="869"/>
                    <a:pt x="5305" y="772"/>
                  </a:cubicBezTo>
                  <a:cubicBezTo>
                    <a:pt x="5947" y="676"/>
                    <a:pt x="6622" y="676"/>
                    <a:pt x="7233" y="676"/>
                  </a:cubicBezTo>
                  <a:lnTo>
                    <a:pt x="8326" y="676"/>
                  </a:lnTo>
                  <a:cubicBezTo>
                    <a:pt x="8615" y="708"/>
                    <a:pt x="8776" y="708"/>
                    <a:pt x="8776" y="708"/>
                  </a:cubicBezTo>
                  <a:lnTo>
                    <a:pt x="8905" y="708"/>
                  </a:lnTo>
                  <a:cubicBezTo>
                    <a:pt x="9001" y="676"/>
                    <a:pt x="9515" y="515"/>
                    <a:pt x="10223" y="515"/>
                  </a:cubicBezTo>
                  <a:close/>
                  <a:moveTo>
                    <a:pt x="10223" y="1"/>
                  </a:moveTo>
                  <a:cubicBezTo>
                    <a:pt x="9425" y="1"/>
                    <a:pt x="8880" y="152"/>
                    <a:pt x="8744" y="187"/>
                  </a:cubicBezTo>
                  <a:lnTo>
                    <a:pt x="8744" y="187"/>
                  </a:lnTo>
                  <a:cubicBezTo>
                    <a:pt x="8523" y="170"/>
                    <a:pt x="7949" y="129"/>
                    <a:pt x="7233" y="129"/>
                  </a:cubicBezTo>
                  <a:cubicBezTo>
                    <a:pt x="6622" y="129"/>
                    <a:pt x="5915" y="162"/>
                    <a:pt x="5208" y="258"/>
                  </a:cubicBezTo>
                  <a:cubicBezTo>
                    <a:pt x="4533" y="354"/>
                    <a:pt x="3890" y="515"/>
                    <a:pt x="3440" y="804"/>
                  </a:cubicBezTo>
                  <a:cubicBezTo>
                    <a:pt x="3183" y="965"/>
                    <a:pt x="3022" y="1254"/>
                    <a:pt x="2829" y="1576"/>
                  </a:cubicBezTo>
                  <a:cubicBezTo>
                    <a:pt x="2540" y="2187"/>
                    <a:pt x="2283" y="3087"/>
                    <a:pt x="2026" y="4147"/>
                  </a:cubicBezTo>
                  <a:cubicBezTo>
                    <a:pt x="1319" y="7330"/>
                    <a:pt x="836" y="12119"/>
                    <a:pt x="676" y="15430"/>
                  </a:cubicBezTo>
                  <a:cubicBezTo>
                    <a:pt x="451" y="19513"/>
                    <a:pt x="1" y="22920"/>
                    <a:pt x="1" y="24656"/>
                  </a:cubicBezTo>
                  <a:cubicBezTo>
                    <a:pt x="1" y="25074"/>
                    <a:pt x="1" y="25395"/>
                    <a:pt x="97" y="25652"/>
                  </a:cubicBezTo>
                  <a:cubicBezTo>
                    <a:pt x="129" y="25749"/>
                    <a:pt x="194" y="25877"/>
                    <a:pt x="290" y="26006"/>
                  </a:cubicBezTo>
                  <a:cubicBezTo>
                    <a:pt x="579" y="26520"/>
                    <a:pt x="1286" y="27517"/>
                    <a:pt x="2219" y="28738"/>
                  </a:cubicBezTo>
                  <a:cubicBezTo>
                    <a:pt x="4951" y="32370"/>
                    <a:pt x="9451" y="38028"/>
                    <a:pt x="10351" y="39089"/>
                  </a:cubicBezTo>
                  <a:cubicBezTo>
                    <a:pt x="10448" y="39217"/>
                    <a:pt x="10608" y="39281"/>
                    <a:pt x="10769" y="39281"/>
                  </a:cubicBezTo>
                  <a:cubicBezTo>
                    <a:pt x="10962" y="39281"/>
                    <a:pt x="11155" y="39217"/>
                    <a:pt x="11348" y="39089"/>
                  </a:cubicBezTo>
                  <a:cubicBezTo>
                    <a:pt x="11701" y="38864"/>
                    <a:pt x="12151" y="38510"/>
                    <a:pt x="12633" y="37996"/>
                  </a:cubicBezTo>
                  <a:cubicBezTo>
                    <a:pt x="14305" y="36228"/>
                    <a:pt x="16716" y="32917"/>
                    <a:pt x="18869" y="29702"/>
                  </a:cubicBezTo>
                  <a:cubicBezTo>
                    <a:pt x="19962" y="28095"/>
                    <a:pt x="20959" y="26520"/>
                    <a:pt x="21762" y="25202"/>
                  </a:cubicBezTo>
                  <a:cubicBezTo>
                    <a:pt x="22566" y="23884"/>
                    <a:pt x="23177" y="22823"/>
                    <a:pt x="23466" y="22213"/>
                  </a:cubicBezTo>
                  <a:cubicBezTo>
                    <a:pt x="23948" y="21120"/>
                    <a:pt x="24173" y="20091"/>
                    <a:pt x="24173" y="18998"/>
                  </a:cubicBezTo>
                  <a:cubicBezTo>
                    <a:pt x="24173" y="16877"/>
                    <a:pt x="23370" y="14659"/>
                    <a:pt x="22148" y="11862"/>
                  </a:cubicBezTo>
                  <a:cubicBezTo>
                    <a:pt x="20284" y="7587"/>
                    <a:pt x="16362" y="3665"/>
                    <a:pt x="14048" y="1512"/>
                  </a:cubicBezTo>
                  <a:cubicBezTo>
                    <a:pt x="12730" y="290"/>
                    <a:pt x="11283" y="1"/>
                    <a:pt x="1022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78" name="Google Shape;1778;p33"/>
            <p:cNvSpPr/>
            <p:nvPr/>
          </p:nvSpPr>
          <p:spPr>
            <a:xfrm>
              <a:off x="5250050" y="1875925"/>
              <a:ext cx="257500" cy="356775"/>
            </a:xfrm>
            <a:custGeom>
              <a:avLst/>
              <a:gdLst/>
              <a:ahLst/>
              <a:cxnLst/>
              <a:rect l="l" t="t" r="r" b="b"/>
              <a:pathLst>
                <a:path w="10300" h="14271" extrusionOk="0">
                  <a:moveTo>
                    <a:pt x="8583" y="0"/>
                  </a:moveTo>
                  <a:cubicBezTo>
                    <a:pt x="6000" y="0"/>
                    <a:pt x="1287" y="3931"/>
                    <a:pt x="804" y="5656"/>
                  </a:cubicBezTo>
                  <a:cubicBezTo>
                    <a:pt x="804" y="5656"/>
                    <a:pt x="804" y="5785"/>
                    <a:pt x="740" y="5977"/>
                  </a:cubicBezTo>
                  <a:cubicBezTo>
                    <a:pt x="643" y="6588"/>
                    <a:pt x="418" y="7938"/>
                    <a:pt x="225" y="9481"/>
                  </a:cubicBezTo>
                  <a:cubicBezTo>
                    <a:pt x="0" y="11538"/>
                    <a:pt x="65" y="14271"/>
                    <a:pt x="740" y="14271"/>
                  </a:cubicBezTo>
                  <a:cubicBezTo>
                    <a:pt x="1382" y="14271"/>
                    <a:pt x="10094" y="7970"/>
                    <a:pt x="10254" y="2249"/>
                  </a:cubicBezTo>
                  <a:cubicBezTo>
                    <a:pt x="10300" y="621"/>
                    <a:pt x="9610" y="0"/>
                    <a:pt x="8583"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79" name="Google Shape;1779;p33"/>
            <p:cNvSpPr/>
            <p:nvPr/>
          </p:nvSpPr>
          <p:spPr>
            <a:xfrm>
              <a:off x="5246025" y="1869450"/>
              <a:ext cx="267625" cy="370475"/>
            </a:xfrm>
            <a:custGeom>
              <a:avLst/>
              <a:gdLst/>
              <a:ahLst/>
              <a:cxnLst/>
              <a:rect l="l" t="t" r="r" b="b"/>
              <a:pathLst>
                <a:path w="10705" h="14819" extrusionOk="0">
                  <a:moveTo>
                    <a:pt x="8744" y="547"/>
                  </a:moveTo>
                  <a:cubicBezTo>
                    <a:pt x="9194" y="547"/>
                    <a:pt x="9515" y="675"/>
                    <a:pt x="9772" y="933"/>
                  </a:cubicBezTo>
                  <a:cubicBezTo>
                    <a:pt x="9997" y="1190"/>
                    <a:pt x="10158" y="1640"/>
                    <a:pt x="10158" y="2379"/>
                  </a:cubicBezTo>
                  <a:cubicBezTo>
                    <a:pt x="10158" y="2411"/>
                    <a:pt x="10158" y="2475"/>
                    <a:pt x="10158" y="2508"/>
                  </a:cubicBezTo>
                  <a:cubicBezTo>
                    <a:pt x="10094" y="5240"/>
                    <a:pt x="7908" y="8229"/>
                    <a:pt x="5658" y="10479"/>
                  </a:cubicBezTo>
                  <a:cubicBezTo>
                    <a:pt x="4533" y="11637"/>
                    <a:pt x="3376" y="12569"/>
                    <a:pt x="2476" y="13244"/>
                  </a:cubicBezTo>
                  <a:cubicBezTo>
                    <a:pt x="2026" y="13597"/>
                    <a:pt x="1640" y="13855"/>
                    <a:pt x="1351" y="14015"/>
                  </a:cubicBezTo>
                  <a:cubicBezTo>
                    <a:pt x="1190" y="14112"/>
                    <a:pt x="1093" y="14176"/>
                    <a:pt x="997" y="14240"/>
                  </a:cubicBezTo>
                  <a:lnTo>
                    <a:pt x="901" y="14272"/>
                  </a:lnTo>
                  <a:lnTo>
                    <a:pt x="868" y="14240"/>
                  </a:lnTo>
                  <a:cubicBezTo>
                    <a:pt x="772" y="14144"/>
                    <a:pt x="676" y="13822"/>
                    <a:pt x="611" y="13405"/>
                  </a:cubicBezTo>
                  <a:cubicBezTo>
                    <a:pt x="547" y="12987"/>
                    <a:pt x="547" y="12472"/>
                    <a:pt x="547" y="11894"/>
                  </a:cubicBezTo>
                  <a:cubicBezTo>
                    <a:pt x="547" y="11187"/>
                    <a:pt x="579" y="10447"/>
                    <a:pt x="676" y="9772"/>
                  </a:cubicBezTo>
                  <a:cubicBezTo>
                    <a:pt x="836" y="8229"/>
                    <a:pt x="1061" y="6879"/>
                    <a:pt x="1190" y="6301"/>
                  </a:cubicBezTo>
                  <a:cubicBezTo>
                    <a:pt x="1222" y="6076"/>
                    <a:pt x="1222" y="5979"/>
                    <a:pt x="1222" y="5979"/>
                  </a:cubicBezTo>
                  <a:cubicBezTo>
                    <a:pt x="1318" y="5626"/>
                    <a:pt x="1672" y="5079"/>
                    <a:pt x="2218" y="4501"/>
                  </a:cubicBezTo>
                  <a:cubicBezTo>
                    <a:pt x="3022" y="3601"/>
                    <a:pt x="4211" y="2604"/>
                    <a:pt x="5433" y="1833"/>
                  </a:cubicBezTo>
                  <a:cubicBezTo>
                    <a:pt x="6622" y="1061"/>
                    <a:pt x="7876" y="547"/>
                    <a:pt x="8744" y="547"/>
                  </a:cubicBezTo>
                  <a:close/>
                  <a:moveTo>
                    <a:pt x="8744" y="0"/>
                  </a:moveTo>
                  <a:cubicBezTo>
                    <a:pt x="8037" y="0"/>
                    <a:pt x="7233" y="257"/>
                    <a:pt x="6397" y="675"/>
                  </a:cubicBezTo>
                  <a:cubicBezTo>
                    <a:pt x="5144" y="1286"/>
                    <a:pt x="3826" y="2218"/>
                    <a:pt x="2765" y="3183"/>
                  </a:cubicBezTo>
                  <a:cubicBezTo>
                    <a:pt x="2251" y="3665"/>
                    <a:pt x="1801" y="4147"/>
                    <a:pt x="1447" y="4597"/>
                  </a:cubicBezTo>
                  <a:cubicBezTo>
                    <a:pt x="1093" y="5047"/>
                    <a:pt x="836" y="5465"/>
                    <a:pt x="708" y="5851"/>
                  </a:cubicBezTo>
                  <a:lnTo>
                    <a:pt x="708" y="5883"/>
                  </a:lnTo>
                  <a:cubicBezTo>
                    <a:pt x="708" y="5883"/>
                    <a:pt x="676" y="5979"/>
                    <a:pt x="643" y="6204"/>
                  </a:cubicBezTo>
                  <a:cubicBezTo>
                    <a:pt x="547" y="6783"/>
                    <a:pt x="322" y="8165"/>
                    <a:pt x="129" y="9708"/>
                  </a:cubicBezTo>
                  <a:cubicBezTo>
                    <a:pt x="33" y="10415"/>
                    <a:pt x="1" y="11187"/>
                    <a:pt x="1" y="11894"/>
                  </a:cubicBezTo>
                  <a:cubicBezTo>
                    <a:pt x="1" y="12633"/>
                    <a:pt x="33" y="13308"/>
                    <a:pt x="161" y="13822"/>
                  </a:cubicBezTo>
                  <a:cubicBezTo>
                    <a:pt x="193" y="14080"/>
                    <a:pt x="258" y="14272"/>
                    <a:pt x="386" y="14465"/>
                  </a:cubicBezTo>
                  <a:cubicBezTo>
                    <a:pt x="418" y="14562"/>
                    <a:pt x="483" y="14626"/>
                    <a:pt x="579" y="14690"/>
                  </a:cubicBezTo>
                  <a:cubicBezTo>
                    <a:pt x="643" y="14755"/>
                    <a:pt x="772" y="14819"/>
                    <a:pt x="901" y="14819"/>
                  </a:cubicBezTo>
                  <a:cubicBezTo>
                    <a:pt x="965" y="14819"/>
                    <a:pt x="997" y="14787"/>
                    <a:pt x="1061" y="14787"/>
                  </a:cubicBezTo>
                  <a:cubicBezTo>
                    <a:pt x="1254" y="14723"/>
                    <a:pt x="1511" y="14562"/>
                    <a:pt x="1833" y="14337"/>
                  </a:cubicBezTo>
                  <a:cubicBezTo>
                    <a:pt x="3022" y="13597"/>
                    <a:pt x="5176" y="11894"/>
                    <a:pt x="7072" y="9772"/>
                  </a:cubicBezTo>
                  <a:cubicBezTo>
                    <a:pt x="8969" y="7619"/>
                    <a:pt x="10608" y="5079"/>
                    <a:pt x="10705" y="2540"/>
                  </a:cubicBezTo>
                  <a:cubicBezTo>
                    <a:pt x="10705" y="2475"/>
                    <a:pt x="10705" y="2411"/>
                    <a:pt x="10705" y="2379"/>
                  </a:cubicBezTo>
                  <a:cubicBezTo>
                    <a:pt x="10705" y="1575"/>
                    <a:pt x="10512" y="965"/>
                    <a:pt x="10158" y="579"/>
                  </a:cubicBezTo>
                  <a:cubicBezTo>
                    <a:pt x="9805" y="161"/>
                    <a:pt x="9290" y="0"/>
                    <a:pt x="8744"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80" name="Google Shape;1780;p33"/>
            <p:cNvSpPr/>
            <p:nvPr/>
          </p:nvSpPr>
          <p:spPr>
            <a:xfrm>
              <a:off x="5212275" y="1713975"/>
              <a:ext cx="317450" cy="378150"/>
            </a:xfrm>
            <a:custGeom>
              <a:avLst/>
              <a:gdLst/>
              <a:ahLst/>
              <a:cxnLst/>
              <a:rect l="l" t="t" r="r" b="b"/>
              <a:pathLst>
                <a:path w="12698" h="15126" extrusionOk="0">
                  <a:moveTo>
                    <a:pt x="4510" y="1"/>
                  </a:moveTo>
                  <a:cubicBezTo>
                    <a:pt x="3445" y="1"/>
                    <a:pt x="2503" y="245"/>
                    <a:pt x="1897" y="851"/>
                  </a:cubicBezTo>
                  <a:cubicBezTo>
                    <a:pt x="1897" y="851"/>
                    <a:pt x="1093" y="3937"/>
                    <a:pt x="1093" y="4419"/>
                  </a:cubicBezTo>
                  <a:cubicBezTo>
                    <a:pt x="1093" y="4934"/>
                    <a:pt x="1415" y="6155"/>
                    <a:pt x="1415" y="6155"/>
                  </a:cubicBezTo>
                  <a:cubicBezTo>
                    <a:pt x="1415" y="6155"/>
                    <a:pt x="0" y="8405"/>
                    <a:pt x="161" y="8662"/>
                  </a:cubicBezTo>
                  <a:cubicBezTo>
                    <a:pt x="322" y="8919"/>
                    <a:pt x="836" y="9305"/>
                    <a:pt x="836" y="9305"/>
                  </a:cubicBezTo>
                  <a:cubicBezTo>
                    <a:pt x="836" y="9305"/>
                    <a:pt x="675" y="12455"/>
                    <a:pt x="1318" y="13130"/>
                  </a:cubicBezTo>
                  <a:cubicBezTo>
                    <a:pt x="1620" y="13432"/>
                    <a:pt x="2332" y="13515"/>
                    <a:pt x="3028" y="13515"/>
                  </a:cubicBezTo>
                  <a:cubicBezTo>
                    <a:pt x="3889" y="13515"/>
                    <a:pt x="4726" y="13388"/>
                    <a:pt x="4726" y="13388"/>
                  </a:cubicBezTo>
                  <a:lnTo>
                    <a:pt x="4726" y="13388"/>
                  </a:lnTo>
                  <a:cubicBezTo>
                    <a:pt x="4726" y="13388"/>
                    <a:pt x="3408" y="15027"/>
                    <a:pt x="4886" y="15123"/>
                  </a:cubicBezTo>
                  <a:cubicBezTo>
                    <a:pt x="4908" y="15125"/>
                    <a:pt x="4930" y="15125"/>
                    <a:pt x="4952" y="15125"/>
                  </a:cubicBezTo>
                  <a:cubicBezTo>
                    <a:pt x="6509" y="15125"/>
                    <a:pt x="10368" y="11850"/>
                    <a:pt x="11540" y="9980"/>
                  </a:cubicBezTo>
                  <a:cubicBezTo>
                    <a:pt x="12697" y="8084"/>
                    <a:pt x="12601" y="4580"/>
                    <a:pt x="11540" y="2844"/>
                  </a:cubicBezTo>
                  <a:cubicBezTo>
                    <a:pt x="10755" y="1597"/>
                    <a:pt x="7230" y="1"/>
                    <a:pt x="4510"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81" name="Google Shape;1781;p33"/>
            <p:cNvSpPr/>
            <p:nvPr/>
          </p:nvSpPr>
          <p:spPr>
            <a:xfrm>
              <a:off x="5209050" y="1707925"/>
              <a:ext cx="319075" cy="390575"/>
            </a:xfrm>
            <a:custGeom>
              <a:avLst/>
              <a:gdLst/>
              <a:ahLst/>
              <a:cxnLst/>
              <a:rect l="l" t="t" r="r" b="b"/>
              <a:pathLst>
                <a:path w="12763" h="15623" extrusionOk="0">
                  <a:moveTo>
                    <a:pt x="4662" y="515"/>
                  </a:moveTo>
                  <a:cubicBezTo>
                    <a:pt x="5948" y="515"/>
                    <a:pt x="7491" y="900"/>
                    <a:pt x="8776" y="1447"/>
                  </a:cubicBezTo>
                  <a:cubicBezTo>
                    <a:pt x="9419" y="1736"/>
                    <a:pt x="9998" y="2025"/>
                    <a:pt x="10480" y="2347"/>
                  </a:cubicBezTo>
                  <a:cubicBezTo>
                    <a:pt x="10930" y="2668"/>
                    <a:pt x="11284" y="2990"/>
                    <a:pt x="11412" y="3247"/>
                  </a:cubicBezTo>
                  <a:cubicBezTo>
                    <a:pt x="11926" y="4051"/>
                    <a:pt x="12216" y="5368"/>
                    <a:pt x="12216" y="6686"/>
                  </a:cubicBezTo>
                  <a:cubicBezTo>
                    <a:pt x="12216" y="7940"/>
                    <a:pt x="11959" y="9226"/>
                    <a:pt x="11412" y="10094"/>
                  </a:cubicBezTo>
                  <a:cubicBezTo>
                    <a:pt x="10898" y="10962"/>
                    <a:pt x="9644" y="12247"/>
                    <a:pt x="8358" y="13308"/>
                  </a:cubicBezTo>
                  <a:cubicBezTo>
                    <a:pt x="7683" y="13822"/>
                    <a:pt x="7040" y="14272"/>
                    <a:pt x="6462" y="14594"/>
                  </a:cubicBezTo>
                  <a:cubicBezTo>
                    <a:pt x="5883" y="14915"/>
                    <a:pt x="5369" y="15108"/>
                    <a:pt x="5080" y="15108"/>
                  </a:cubicBezTo>
                  <a:lnTo>
                    <a:pt x="5048" y="15108"/>
                  </a:lnTo>
                  <a:cubicBezTo>
                    <a:pt x="4790" y="15076"/>
                    <a:pt x="4694" y="15012"/>
                    <a:pt x="4630" y="14980"/>
                  </a:cubicBezTo>
                  <a:cubicBezTo>
                    <a:pt x="4598" y="14947"/>
                    <a:pt x="4598" y="14915"/>
                    <a:pt x="4565" y="14819"/>
                  </a:cubicBezTo>
                  <a:cubicBezTo>
                    <a:pt x="4565" y="14658"/>
                    <a:pt x="4694" y="14369"/>
                    <a:pt x="4823" y="14176"/>
                  </a:cubicBezTo>
                  <a:cubicBezTo>
                    <a:pt x="4887" y="14047"/>
                    <a:pt x="4951" y="13951"/>
                    <a:pt x="4983" y="13887"/>
                  </a:cubicBezTo>
                  <a:lnTo>
                    <a:pt x="5048" y="13822"/>
                  </a:lnTo>
                  <a:lnTo>
                    <a:pt x="5080" y="13790"/>
                  </a:lnTo>
                  <a:cubicBezTo>
                    <a:pt x="5144" y="13694"/>
                    <a:pt x="5144" y="13597"/>
                    <a:pt x="5080" y="13501"/>
                  </a:cubicBezTo>
                  <a:cubicBezTo>
                    <a:pt x="5053" y="13422"/>
                    <a:pt x="4961" y="13364"/>
                    <a:pt x="4876" y="13364"/>
                  </a:cubicBezTo>
                  <a:cubicBezTo>
                    <a:pt x="4858" y="13364"/>
                    <a:pt x="4840" y="13367"/>
                    <a:pt x="4823" y="13372"/>
                  </a:cubicBezTo>
                  <a:lnTo>
                    <a:pt x="4662" y="13372"/>
                  </a:lnTo>
                  <a:cubicBezTo>
                    <a:pt x="4405" y="13405"/>
                    <a:pt x="3762" y="13469"/>
                    <a:pt x="3151" y="13469"/>
                  </a:cubicBezTo>
                  <a:cubicBezTo>
                    <a:pt x="2797" y="13469"/>
                    <a:pt x="2476" y="13469"/>
                    <a:pt x="2219" y="13405"/>
                  </a:cubicBezTo>
                  <a:cubicBezTo>
                    <a:pt x="1930" y="13372"/>
                    <a:pt x="1737" y="13276"/>
                    <a:pt x="1640" y="13180"/>
                  </a:cubicBezTo>
                  <a:cubicBezTo>
                    <a:pt x="1576" y="13115"/>
                    <a:pt x="1512" y="12987"/>
                    <a:pt x="1447" y="12794"/>
                  </a:cubicBezTo>
                  <a:cubicBezTo>
                    <a:pt x="1255" y="12183"/>
                    <a:pt x="1222" y="11122"/>
                    <a:pt x="1222" y="10415"/>
                  </a:cubicBezTo>
                  <a:cubicBezTo>
                    <a:pt x="1222" y="10158"/>
                    <a:pt x="1222" y="9965"/>
                    <a:pt x="1222" y="9804"/>
                  </a:cubicBezTo>
                  <a:cubicBezTo>
                    <a:pt x="1222" y="9676"/>
                    <a:pt x="1222" y="9579"/>
                    <a:pt x="1222" y="9579"/>
                  </a:cubicBezTo>
                  <a:cubicBezTo>
                    <a:pt x="1222" y="9483"/>
                    <a:pt x="1190" y="9419"/>
                    <a:pt x="1126" y="9354"/>
                  </a:cubicBezTo>
                  <a:lnTo>
                    <a:pt x="1062" y="9290"/>
                  </a:lnTo>
                  <a:cubicBezTo>
                    <a:pt x="997" y="9226"/>
                    <a:pt x="869" y="9129"/>
                    <a:pt x="772" y="9033"/>
                  </a:cubicBezTo>
                  <a:cubicBezTo>
                    <a:pt x="699" y="8960"/>
                    <a:pt x="608" y="8868"/>
                    <a:pt x="554" y="8800"/>
                  </a:cubicBezTo>
                  <a:lnTo>
                    <a:pt x="554" y="8800"/>
                  </a:lnTo>
                  <a:cubicBezTo>
                    <a:pt x="577" y="8707"/>
                    <a:pt x="658" y="8517"/>
                    <a:pt x="740" y="8326"/>
                  </a:cubicBezTo>
                  <a:cubicBezTo>
                    <a:pt x="933" y="7972"/>
                    <a:pt x="1190" y="7522"/>
                    <a:pt x="1383" y="7169"/>
                  </a:cubicBezTo>
                  <a:cubicBezTo>
                    <a:pt x="1608" y="6815"/>
                    <a:pt x="1769" y="6558"/>
                    <a:pt x="1769" y="6558"/>
                  </a:cubicBezTo>
                  <a:cubicBezTo>
                    <a:pt x="1801" y="6493"/>
                    <a:pt x="1833" y="6429"/>
                    <a:pt x="1801" y="6333"/>
                  </a:cubicBezTo>
                  <a:cubicBezTo>
                    <a:pt x="1801" y="6333"/>
                    <a:pt x="1769" y="6268"/>
                    <a:pt x="1737" y="6140"/>
                  </a:cubicBezTo>
                  <a:cubicBezTo>
                    <a:pt x="1705" y="5947"/>
                    <a:pt x="1640" y="5658"/>
                    <a:pt x="1576" y="5401"/>
                  </a:cubicBezTo>
                  <a:cubicBezTo>
                    <a:pt x="1512" y="5111"/>
                    <a:pt x="1480" y="4822"/>
                    <a:pt x="1480" y="4661"/>
                  </a:cubicBezTo>
                  <a:cubicBezTo>
                    <a:pt x="1480" y="4629"/>
                    <a:pt x="1480" y="4533"/>
                    <a:pt x="1512" y="4436"/>
                  </a:cubicBezTo>
                  <a:cubicBezTo>
                    <a:pt x="1576" y="3986"/>
                    <a:pt x="1769" y="3150"/>
                    <a:pt x="1962" y="2475"/>
                  </a:cubicBezTo>
                  <a:cubicBezTo>
                    <a:pt x="2122" y="1888"/>
                    <a:pt x="2238" y="1390"/>
                    <a:pt x="2272" y="1237"/>
                  </a:cubicBezTo>
                  <a:lnTo>
                    <a:pt x="2272" y="1237"/>
                  </a:lnTo>
                  <a:cubicBezTo>
                    <a:pt x="2821" y="756"/>
                    <a:pt x="3666" y="515"/>
                    <a:pt x="4662" y="515"/>
                  </a:cubicBezTo>
                  <a:close/>
                  <a:moveTo>
                    <a:pt x="4662" y="0"/>
                  </a:moveTo>
                  <a:cubicBezTo>
                    <a:pt x="3537" y="0"/>
                    <a:pt x="2540" y="225"/>
                    <a:pt x="1833" y="932"/>
                  </a:cubicBezTo>
                  <a:lnTo>
                    <a:pt x="1769" y="1029"/>
                  </a:lnTo>
                  <a:cubicBezTo>
                    <a:pt x="1769" y="1029"/>
                    <a:pt x="1576" y="1800"/>
                    <a:pt x="1351" y="2636"/>
                  </a:cubicBezTo>
                  <a:cubicBezTo>
                    <a:pt x="1255" y="3054"/>
                    <a:pt x="1158" y="3472"/>
                    <a:pt x="1062" y="3858"/>
                  </a:cubicBezTo>
                  <a:cubicBezTo>
                    <a:pt x="1029" y="4018"/>
                    <a:pt x="997" y="4179"/>
                    <a:pt x="965" y="4340"/>
                  </a:cubicBezTo>
                  <a:cubicBezTo>
                    <a:pt x="965" y="4468"/>
                    <a:pt x="933" y="4565"/>
                    <a:pt x="933" y="4661"/>
                  </a:cubicBezTo>
                  <a:cubicBezTo>
                    <a:pt x="933" y="4983"/>
                    <a:pt x="1029" y="5401"/>
                    <a:pt x="1126" y="5786"/>
                  </a:cubicBezTo>
                  <a:cubicBezTo>
                    <a:pt x="1166" y="6029"/>
                    <a:pt x="1219" y="6246"/>
                    <a:pt x="1253" y="6374"/>
                  </a:cubicBezTo>
                  <a:lnTo>
                    <a:pt x="1253" y="6374"/>
                  </a:lnTo>
                  <a:cubicBezTo>
                    <a:pt x="1143" y="6552"/>
                    <a:pt x="910" y="6932"/>
                    <a:pt x="676" y="7329"/>
                  </a:cubicBezTo>
                  <a:cubicBezTo>
                    <a:pt x="515" y="7619"/>
                    <a:pt x="354" y="7908"/>
                    <a:pt x="226" y="8165"/>
                  </a:cubicBezTo>
                  <a:cubicBezTo>
                    <a:pt x="162" y="8294"/>
                    <a:pt x="129" y="8422"/>
                    <a:pt x="97" y="8519"/>
                  </a:cubicBezTo>
                  <a:cubicBezTo>
                    <a:pt x="33" y="8647"/>
                    <a:pt x="33" y="8711"/>
                    <a:pt x="1" y="8840"/>
                  </a:cubicBezTo>
                  <a:cubicBezTo>
                    <a:pt x="1" y="8868"/>
                    <a:pt x="1" y="8947"/>
                    <a:pt x="67" y="9032"/>
                  </a:cubicBezTo>
                  <a:lnTo>
                    <a:pt x="67" y="9032"/>
                  </a:lnTo>
                  <a:lnTo>
                    <a:pt x="65" y="9033"/>
                  </a:lnTo>
                  <a:cubicBezTo>
                    <a:pt x="194" y="9226"/>
                    <a:pt x="354" y="9386"/>
                    <a:pt x="515" y="9515"/>
                  </a:cubicBezTo>
                  <a:cubicBezTo>
                    <a:pt x="580" y="9596"/>
                    <a:pt x="644" y="9660"/>
                    <a:pt x="697" y="9705"/>
                  </a:cubicBezTo>
                  <a:lnTo>
                    <a:pt x="697" y="9705"/>
                  </a:lnTo>
                  <a:cubicBezTo>
                    <a:pt x="687" y="9856"/>
                    <a:pt x="676" y="10106"/>
                    <a:pt x="676" y="10415"/>
                  </a:cubicBezTo>
                  <a:cubicBezTo>
                    <a:pt x="676" y="10897"/>
                    <a:pt x="708" y="11540"/>
                    <a:pt x="772" y="12119"/>
                  </a:cubicBezTo>
                  <a:cubicBezTo>
                    <a:pt x="804" y="12408"/>
                    <a:pt x="869" y="12697"/>
                    <a:pt x="933" y="12955"/>
                  </a:cubicBezTo>
                  <a:cubicBezTo>
                    <a:pt x="997" y="13180"/>
                    <a:pt x="1094" y="13405"/>
                    <a:pt x="1255" y="13565"/>
                  </a:cubicBezTo>
                  <a:cubicBezTo>
                    <a:pt x="1480" y="13790"/>
                    <a:pt x="1769" y="13887"/>
                    <a:pt x="2090" y="13951"/>
                  </a:cubicBezTo>
                  <a:cubicBezTo>
                    <a:pt x="2444" y="14015"/>
                    <a:pt x="2797" y="14015"/>
                    <a:pt x="3151" y="14015"/>
                  </a:cubicBezTo>
                  <a:cubicBezTo>
                    <a:pt x="3578" y="14015"/>
                    <a:pt x="3990" y="13986"/>
                    <a:pt x="4306" y="13956"/>
                  </a:cubicBezTo>
                  <a:lnTo>
                    <a:pt x="4306" y="13956"/>
                  </a:lnTo>
                  <a:cubicBezTo>
                    <a:pt x="4185" y="14201"/>
                    <a:pt x="4051" y="14496"/>
                    <a:pt x="4051" y="14819"/>
                  </a:cubicBezTo>
                  <a:cubicBezTo>
                    <a:pt x="4051" y="15012"/>
                    <a:pt x="4115" y="15237"/>
                    <a:pt x="4276" y="15398"/>
                  </a:cubicBezTo>
                  <a:cubicBezTo>
                    <a:pt x="4469" y="15526"/>
                    <a:pt x="4694" y="15623"/>
                    <a:pt x="5015" y="15623"/>
                  </a:cubicBezTo>
                  <a:lnTo>
                    <a:pt x="5080" y="15623"/>
                  </a:lnTo>
                  <a:cubicBezTo>
                    <a:pt x="5562" y="15623"/>
                    <a:pt x="6108" y="15398"/>
                    <a:pt x="6719" y="15076"/>
                  </a:cubicBezTo>
                  <a:cubicBezTo>
                    <a:pt x="7651" y="14530"/>
                    <a:pt x="8712" y="13726"/>
                    <a:pt x="9644" y="12890"/>
                  </a:cubicBezTo>
                  <a:cubicBezTo>
                    <a:pt x="10609" y="12022"/>
                    <a:pt x="11412" y="11122"/>
                    <a:pt x="11894" y="10351"/>
                  </a:cubicBezTo>
                  <a:cubicBezTo>
                    <a:pt x="12505" y="9354"/>
                    <a:pt x="12762" y="8004"/>
                    <a:pt x="12762" y="6686"/>
                  </a:cubicBezTo>
                  <a:cubicBezTo>
                    <a:pt x="12762" y="5272"/>
                    <a:pt x="12473" y="3922"/>
                    <a:pt x="11894" y="2958"/>
                  </a:cubicBezTo>
                  <a:cubicBezTo>
                    <a:pt x="11669" y="2604"/>
                    <a:pt x="11251" y="2250"/>
                    <a:pt x="10769" y="1897"/>
                  </a:cubicBezTo>
                  <a:cubicBezTo>
                    <a:pt x="9258" y="900"/>
                    <a:pt x="6783" y="0"/>
                    <a:pt x="4662"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82" name="Google Shape;1782;p33"/>
            <p:cNvSpPr/>
            <p:nvPr/>
          </p:nvSpPr>
          <p:spPr>
            <a:xfrm>
              <a:off x="5222725" y="1583375"/>
              <a:ext cx="422725" cy="376150"/>
            </a:xfrm>
            <a:custGeom>
              <a:avLst/>
              <a:gdLst/>
              <a:ahLst/>
              <a:cxnLst/>
              <a:rect l="l" t="t" r="r" b="b"/>
              <a:pathLst>
                <a:path w="16909" h="15046" extrusionOk="0">
                  <a:moveTo>
                    <a:pt x="9753" y="1"/>
                  </a:moveTo>
                  <a:cubicBezTo>
                    <a:pt x="9390" y="1"/>
                    <a:pt x="9038" y="42"/>
                    <a:pt x="8711" y="128"/>
                  </a:cubicBezTo>
                  <a:cubicBezTo>
                    <a:pt x="8711" y="128"/>
                    <a:pt x="2315" y="964"/>
                    <a:pt x="1158" y="3439"/>
                  </a:cubicBezTo>
                  <a:cubicBezTo>
                    <a:pt x="0" y="5914"/>
                    <a:pt x="2668" y="9000"/>
                    <a:pt x="4565" y="9418"/>
                  </a:cubicBezTo>
                  <a:cubicBezTo>
                    <a:pt x="5987" y="9708"/>
                    <a:pt x="7048" y="9744"/>
                    <a:pt x="7489" y="9744"/>
                  </a:cubicBezTo>
                  <a:cubicBezTo>
                    <a:pt x="7637" y="9744"/>
                    <a:pt x="7715" y="9740"/>
                    <a:pt x="7715" y="9740"/>
                  </a:cubicBezTo>
                  <a:lnTo>
                    <a:pt x="7715" y="9740"/>
                  </a:lnTo>
                  <a:cubicBezTo>
                    <a:pt x="7715" y="9740"/>
                    <a:pt x="5722" y="11475"/>
                    <a:pt x="6976" y="11893"/>
                  </a:cubicBezTo>
                  <a:cubicBezTo>
                    <a:pt x="8197" y="12311"/>
                    <a:pt x="8776" y="12054"/>
                    <a:pt x="8776" y="12472"/>
                  </a:cubicBezTo>
                  <a:cubicBezTo>
                    <a:pt x="8776" y="12890"/>
                    <a:pt x="7554" y="14208"/>
                    <a:pt x="8615" y="14304"/>
                  </a:cubicBezTo>
                  <a:cubicBezTo>
                    <a:pt x="8633" y="14305"/>
                    <a:pt x="8651" y="14306"/>
                    <a:pt x="8669" y="14306"/>
                  </a:cubicBezTo>
                  <a:cubicBezTo>
                    <a:pt x="9613" y="14306"/>
                    <a:pt x="9968" y="12830"/>
                    <a:pt x="10512" y="12830"/>
                  </a:cubicBezTo>
                  <a:cubicBezTo>
                    <a:pt x="10574" y="12830"/>
                    <a:pt x="10637" y="12848"/>
                    <a:pt x="10704" y="12890"/>
                  </a:cubicBezTo>
                  <a:cubicBezTo>
                    <a:pt x="11347" y="13308"/>
                    <a:pt x="10447" y="14947"/>
                    <a:pt x="10769" y="15044"/>
                  </a:cubicBezTo>
                  <a:cubicBezTo>
                    <a:pt x="10774" y="15045"/>
                    <a:pt x="10779" y="15046"/>
                    <a:pt x="10785" y="15046"/>
                  </a:cubicBezTo>
                  <a:cubicBezTo>
                    <a:pt x="11211" y="15046"/>
                    <a:pt x="14291" y="11748"/>
                    <a:pt x="15590" y="8325"/>
                  </a:cubicBezTo>
                  <a:cubicBezTo>
                    <a:pt x="16908" y="4854"/>
                    <a:pt x="15076" y="2700"/>
                    <a:pt x="13758" y="1543"/>
                  </a:cubicBezTo>
                  <a:cubicBezTo>
                    <a:pt x="12714" y="600"/>
                    <a:pt x="11144" y="1"/>
                    <a:pt x="975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83" name="Google Shape;1783;p33"/>
            <p:cNvSpPr/>
            <p:nvPr/>
          </p:nvSpPr>
          <p:spPr>
            <a:xfrm>
              <a:off x="5238000" y="1576925"/>
              <a:ext cx="392975" cy="388975"/>
            </a:xfrm>
            <a:custGeom>
              <a:avLst/>
              <a:gdLst/>
              <a:ahLst/>
              <a:cxnLst/>
              <a:rect l="l" t="t" r="r" b="b"/>
              <a:pathLst>
                <a:path w="15719" h="15559" extrusionOk="0">
                  <a:moveTo>
                    <a:pt x="8071" y="119"/>
                  </a:moveTo>
                  <a:lnTo>
                    <a:pt x="8071" y="119"/>
                  </a:lnTo>
                  <a:cubicBezTo>
                    <a:pt x="8071" y="119"/>
                    <a:pt x="8071" y="119"/>
                    <a:pt x="8071" y="119"/>
                  </a:cubicBezTo>
                  <a:lnTo>
                    <a:pt x="8071" y="119"/>
                  </a:lnTo>
                  <a:lnTo>
                    <a:pt x="8071" y="119"/>
                  </a:lnTo>
                  <a:close/>
                  <a:moveTo>
                    <a:pt x="9129" y="515"/>
                  </a:moveTo>
                  <a:cubicBezTo>
                    <a:pt x="10447" y="515"/>
                    <a:pt x="11990" y="1094"/>
                    <a:pt x="12986" y="1994"/>
                  </a:cubicBezTo>
                  <a:cubicBezTo>
                    <a:pt x="13469" y="2412"/>
                    <a:pt x="14015" y="2990"/>
                    <a:pt x="14433" y="3665"/>
                  </a:cubicBezTo>
                  <a:cubicBezTo>
                    <a:pt x="14851" y="4372"/>
                    <a:pt x="15172" y="5240"/>
                    <a:pt x="15172" y="6269"/>
                  </a:cubicBezTo>
                  <a:cubicBezTo>
                    <a:pt x="15172" y="6912"/>
                    <a:pt x="15044" y="7651"/>
                    <a:pt x="14722" y="8487"/>
                  </a:cubicBezTo>
                  <a:cubicBezTo>
                    <a:pt x="14079" y="10158"/>
                    <a:pt x="12986" y="11830"/>
                    <a:pt x="12022" y="13051"/>
                  </a:cubicBezTo>
                  <a:cubicBezTo>
                    <a:pt x="11540" y="13694"/>
                    <a:pt x="11090" y="14209"/>
                    <a:pt x="10736" y="14530"/>
                  </a:cubicBezTo>
                  <a:cubicBezTo>
                    <a:pt x="10612" y="14654"/>
                    <a:pt x="10502" y="14751"/>
                    <a:pt x="10413" y="14831"/>
                  </a:cubicBezTo>
                  <a:lnTo>
                    <a:pt x="10413" y="14831"/>
                  </a:lnTo>
                  <a:cubicBezTo>
                    <a:pt x="10433" y="14747"/>
                    <a:pt x="10456" y="14655"/>
                    <a:pt x="10479" y="14562"/>
                  </a:cubicBezTo>
                  <a:cubicBezTo>
                    <a:pt x="10543" y="14305"/>
                    <a:pt x="10608" y="14016"/>
                    <a:pt x="10608" y="13726"/>
                  </a:cubicBezTo>
                  <a:cubicBezTo>
                    <a:pt x="10608" y="13566"/>
                    <a:pt x="10576" y="13437"/>
                    <a:pt x="10511" y="13276"/>
                  </a:cubicBezTo>
                  <a:cubicBezTo>
                    <a:pt x="10479" y="13148"/>
                    <a:pt x="10383" y="13019"/>
                    <a:pt x="10222" y="12923"/>
                  </a:cubicBezTo>
                  <a:cubicBezTo>
                    <a:pt x="10126" y="12859"/>
                    <a:pt x="9997" y="12826"/>
                    <a:pt x="9901" y="12826"/>
                  </a:cubicBezTo>
                  <a:cubicBezTo>
                    <a:pt x="9772" y="12826"/>
                    <a:pt x="9643" y="12859"/>
                    <a:pt x="9547" y="12923"/>
                  </a:cubicBezTo>
                  <a:cubicBezTo>
                    <a:pt x="9386" y="13019"/>
                    <a:pt x="9290" y="13180"/>
                    <a:pt x="9161" y="13341"/>
                  </a:cubicBezTo>
                  <a:cubicBezTo>
                    <a:pt x="9000" y="13566"/>
                    <a:pt x="8808" y="13823"/>
                    <a:pt x="8647" y="13984"/>
                  </a:cubicBezTo>
                  <a:cubicBezTo>
                    <a:pt x="8454" y="14176"/>
                    <a:pt x="8293" y="14273"/>
                    <a:pt x="8068" y="14273"/>
                  </a:cubicBezTo>
                  <a:lnTo>
                    <a:pt x="8036" y="14273"/>
                  </a:lnTo>
                  <a:cubicBezTo>
                    <a:pt x="7908" y="14273"/>
                    <a:pt x="7843" y="14241"/>
                    <a:pt x="7843" y="14241"/>
                  </a:cubicBezTo>
                  <a:lnTo>
                    <a:pt x="7843" y="14209"/>
                  </a:lnTo>
                  <a:cubicBezTo>
                    <a:pt x="7843" y="14144"/>
                    <a:pt x="7875" y="14048"/>
                    <a:pt x="7908" y="13919"/>
                  </a:cubicBezTo>
                  <a:cubicBezTo>
                    <a:pt x="7972" y="13759"/>
                    <a:pt x="8100" y="13534"/>
                    <a:pt x="8229" y="13341"/>
                  </a:cubicBezTo>
                  <a:cubicBezTo>
                    <a:pt x="8261" y="13244"/>
                    <a:pt x="8325" y="13148"/>
                    <a:pt x="8358" y="13051"/>
                  </a:cubicBezTo>
                  <a:cubicBezTo>
                    <a:pt x="8422" y="12955"/>
                    <a:pt x="8454" y="12859"/>
                    <a:pt x="8454" y="12730"/>
                  </a:cubicBezTo>
                  <a:cubicBezTo>
                    <a:pt x="8454" y="12634"/>
                    <a:pt x="8422" y="12569"/>
                    <a:pt x="8390" y="12473"/>
                  </a:cubicBezTo>
                  <a:cubicBezTo>
                    <a:pt x="8358" y="12409"/>
                    <a:pt x="8293" y="12344"/>
                    <a:pt x="8229" y="12312"/>
                  </a:cubicBezTo>
                  <a:cubicBezTo>
                    <a:pt x="8100" y="12248"/>
                    <a:pt x="8004" y="12216"/>
                    <a:pt x="7908" y="12184"/>
                  </a:cubicBezTo>
                  <a:cubicBezTo>
                    <a:pt x="7586" y="12151"/>
                    <a:pt x="7136" y="12119"/>
                    <a:pt x="6429" y="11894"/>
                  </a:cubicBezTo>
                  <a:cubicBezTo>
                    <a:pt x="6333" y="11862"/>
                    <a:pt x="6268" y="11798"/>
                    <a:pt x="6236" y="11798"/>
                  </a:cubicBezTo>
                  <a:cubicBezTo>
                    <a:pt x="6236" y="11766"/>
                    <a:pt x="6204" y="11733"/>
                    <a:pt x="6204" y="11669"/>
                  </a:cubicBezTo>
                  <a:cubicBezTo>
                    <a:pt x="6204" y="11573"/>
                    <a:pt x="6268" y="11412"/>
                    <a:pt x="6365" y="11251"/>
                  </a:cubicBezTo>
                  <a:cubicBezTo>
                    <a:pt x="6493" y="10994"/>
                    <a:pt x="6718" y="10737"/>
                    <a:pt x="6911" y="10544"/>
                  </a:cubicBezTo>
                  <a:cubicBezTo>
                    <a:pt x="7008" y="10416"/>
                    <a:pt x="7104" y="10351"/>
                    <a:pt x="7168" y="10287"/>
                  </a:cubicBezTo>
                  <a:lnTo>
                    <a:pt x="7265" y="10223"/>
                  </a:lnTo>
                  <a:lnTo>
                    <a:pt x="7265" y="10191"/>
                  </a:lnTo>
                  <a:cubicBezTo>
                    <a:pt x="7361" y="10126"/>
                    <a:pt x="7393" y="9998"/>
                    <a:pt x="7361" y="9901"/>
                  </a:cubicBezTo>
                  <a:cubicBezTo>
                    <a:pt x="7308" y="9795"/>
                    <a:pt x="7233" y="9732"/>
                    <a:pt x="7135" y="9732"/>
                  </a:cubicBezTo>
                  <a:cubicBezTo>
                    <a:pt x="7115" y="9732"/>
                    <a:pt x="7094" y="9735"/>
                    <a:pt x="7072" y="9741"/>
                  </a:cubicBezTo>
                  <a:lnTo>
                    <a:pt x="6815" y="9741"/>
                  </a:lnTo>
                  <a:cubicBezTo>
                    <a:pt x="6365" y="9741"/>
                    <a:pt x="5336" y="9676"/>
                    <a:pt x="4018" y="9387"/>
                  </a:cubicBezTo>
                  <a:cubicBezTo>
                    <a:pt x="3311" y="9258"/>
                    <a:pt x="2411" y="8648"/>
                    <a:pt x="1704" y="7844"/>
                  </a:cubicBezTo>
                  <a:cubicBezTo>
                    <a:pt x="1029" y="7008"/>
                    <a:pt x="514" y="5980"/>
                    <a:pt x="547" y="4983"/>
                  </a:cubicBezTo>
                  <a:cubicBezTo>
                    <a:pt x="547" y="4597"/>
                    <a:pt x="611" y="4180"/>
                    <a:pt x="804" y="3794"/>
                  </a:cubicBezTo>
                  <a:cubicBezTo>
                    <a:pt x="1029" y="3279"/>
                    <a:pt x="1607" y="2765"/>
                    <a:pt x="2347" y="2347"/>
                  </a:cubicBezTo>
                  <a:cubicBezTo>
                    <a:pt x="3440" y="1737"/>
                    <a:pt x="4918" y="1319"/>
                    <a:pt x="6075" y="1029"/>
                  </a:cubicBezTo>
                  <a:cubicBezTo>
                    <a:pt x="6654" y="901"/>
                    <a:pt x="7168" y="804"/>
                    <a:pt x="7554" y="740"/>
                  </a:cubicBezTo>
                  <a:cubicBezTo>
                    <a:pt x="7715" y="708"/>
                    <a:pt x="7875" y="676"/>
                    <a:pt x="7972" y="676"/>
                  </a:cubicBezTo>
                  <a:cubicBezTo>
                    <a:pt x="8068" y="644"/>
                    <a:pt x="8133" y="644"/>
                    <a:pt x="8133" y="644"/>
                  </a:cubicBezTo>
                  <a:lnTo>
                    <a:pt x="8165" y="644"/>
                  </a:lnTo>
                  <a:cubicBezTo>
                    <a:pt x="8454" y="547"/>
                    <a:pt x="8775" y="515"/>
                    <a:pt x="9129" y="515"/>
                  </a:cubicBezTo>
                  <a:close/>
                  <a:moveTo>
                    <a:pt x="9129" y="1"/>
                  </a:moveTo>
                  <a:cubicBezTo>
                    <a:pt x="8757" y="1"/>
                    <a:pt x="8385" y="31"/>
                    <a:pt x="8071" y="119"/>
                  </a:cubicBezTo>
                  <a:lnTo>
                    <a:pt x="8071" y="119"/>
                  </a:lnTo>
                  <a:lnTo>
                    <a:pt x="8068" y="97"/>
                  </a:lnTo>
                  <a:cubicBezTo>
                    <a:pt x="8036" y="97"/>
                    <a:pt x="6429" y="322"/>
                    <a:pt x="4693" y="836"/>
                  </a:cubicBezTo>
                  <a:cubicBezTo>
                    <a:pt x="3793" y="1094"/>
                    <a:pt x="2861" y="1447"/>
                    <a:pt x="2089" y="1897"/>
                  </a:cubicBezTo>
                  <a:cubicBezTo>
                    <a:pt x="1286" y="2347"/>
                    <a:pt x="643" y="2862"/>
                    <a:pt x="322" y="3569"/>
                  </a:cubicBezTo>
                  <a:cubicBezTo>
                    <a:pt x="97" y="4051"/>
                    <a:pt x="0" y="4501"/>
                    <a:pt x="0" y="4983"/>
                  </a:cubicBezTo>
                  <a:cubicBezTo>
                    <a:pt x="0" y="6140"/>
                    <a:pt x="547" y="7298"/>
                    <a:pt x="1318" y="8165"/>
                  </a:cubicBezTo>
                  <a:cubicBezTo>
                    <a:pt x="2057" y="9065"/>
                    <a:pt x="3022" y="9741"/>
                    <a:pt x="3890" y="9933"/>
                  </a:cubicBezTo>
                  <a:cubicBezTo>
                    <a:pt x="5006" y="10167"/>
                    <a:pt x="5912" y="10233"/>
                    <a:pt x="6474" y="10250"/>
                  </a:cubicBezTo>
                  <a:lnTo>
                    <a:pt x="6474" y="10250"/>
                  </a:lnTo>
                  <a:cubicBezTo>
                    <a:pt x="6428" y="10302"/>
                    <a:pt x="6380" y="10357"/>
                    <a:pt x="6333" y="10416"/>
                  </a:cubicBezTo>
                  <a:cubicBezTo>
                    <a:pt x="6172" y="10576"/>
                    <a:pt x="6011" y="10769"/>
                    <a:pt x="5882" y="10994"/>
                  </a:cubicBezTo>
                  <a:cubicBezTo>
                    <a:pt x="5786" y="11219"/>
                    <a:pt x="5690" y="11412"/>
                    <a:pt x="5690" y="11669"/>
                  </a:cubicBezTo>
                  <a:cubicBezTo>
                    <a:pt x="5690" y="11830"/>
                    <a:pt x="5722" y="11991"/>
                    <a:pt x="5818" y="12119"/>
                  </a:cubicBezTo>
                  <a:cubicBezTo>
                    <a:pt x="5947" y="12248"/>
                    <a:pt x="6075" y="12344"/>
                    <a:pt x="6268" y="12409"/>
                  </a:cubicBezTo>
                  <a:cubicBezTo>
                    <a:pt x="6911" y="12634"/>
                    <a:pt x="7393" y="12666"/>
                    <a:pt x="7683" y="12698"/>
                  </a:cubicBezTo>
                  <a:cubicBezTo>
                    <a:pt x="7783" y="12718"/>
                    <a:pt x="7858" y="12738"/>
                    <a:pt x="7900" y="12750"/>
                  </a:cubicBezTo>
                  <a:lnTo>
                    <a:pt x="7900" y="12750"/>
                  </a:lnTo>
                  <a:cubicBezTo>
                    <a:pt x="7887" y="12783"/>
                    <a:pt x="7858" y="12853"/>
                    <a:pt x="7811" y="12923"/>
                  </a:cubicBezTo>
                  <a:cubicBezTo>
                    <a:pt x="7747" y="13084"/>
                    <a:pt x="7618" y="13309"/>
                    <a:pt x="7522" y="13501"/>
                  </a:cubicBezTo>
                  <a:cubicBezTo>
                    <a:pt x="7393" y="13726"/>
                    <a:pt x="7297" y="13951"/>
                    <a:pt x="7297" y="14209"/>
                  </a:cubicBezTo>
                  <a:cubicBezTo>
                    <a:pt x="7297" y="14337"/>
                    <a:pt x="7361" y="14530"/>
                    <a:pt x="7490" y="14626"/>
                  </a:cubicBezTo>
                  <a:cubicBezTo>
                    <a:pt x="7618" y="14755"/>
                    <a:pt x="7779" y="14819"/>
                    <a:pt x="8004" y="14819"/>
                  </a:cubicBezTo>
                  <a:lnTo>
                    <a:pt x="8068" y="14819"/>
                  </a:lnTo>
                  <a:cubicBezTo>
                    <a:pt x="8390" y="14819"/>
                    <a:pt x="8647" y="14691"/>
                    <a:pt x="8840" y="14530"/>
                  </a:cubicBezTo>
                  <a:cubicBezTo>
                    <a:pt x="9161" y="14273"/>
                    <a:pt x="9354" y="13951"/>
                    <a:pt x="9547" y="13694"/>
                  </a:cubicBezTo>
                  <a:cubicBezTo>
                    <a:pt x="9643" y="13598"/>
                    <a:pt x="9708" y="13469"/>
                    <a:pt x="9772" y="13405"/>
                  </a:cubicBezTo>
                  <a:cubicBezTo>
                    <a:pt x="9868" y="13341"/>
                    <a:pt x="9901" y="13341"/>
                    <a:pt x="9901" y="13341"/>
                  </a:cubicBezTo>
                  <a:lnTo>
                    <a:pt x="9933" y="13373"/>
                  </a:lnTo>
                  <a:cubicBezTo>
                    <a:pt x="9997" y="13405"/>
                    <a:pt x="9997" y="13437"/>
                    <a:pt x="10029" y="13469"/>
                  </a:cubicBezTo>
                  <a:cubicBezTo>
                    <a:pt x="10061" y="13534"/>
                    <a:pt x="10061" y="13630"/>
                    <a:pt x="10061" y="13726"/>
                  </a:cubicBezTo>
                  <a:cubicBezTo>
                    <a:pt x="10061" y="13919"/>
                    <a:pt x="9997" y="14209"/>
                    <a:pt x="9933" y="14466"/>
                  </a:cubicBezTo>
                  <a:cubicBezTo>
                    <a:pt x="9901" y="14691"/>
                    <a:pt x="9836" y="14948"/>
                    <a:pt x="9836" y="15141"/>
                  </a:cubicBezTo>
                  <a:cubicBezTo>
                    <a:pt x="9836" y="15205"/>
                    <a:pt x="9836" y="15269"/>
                    <a:pt x="9868" y="15366"/>
                  </a:cubicBezTo>
                  <a:cubicBezTo>
                    <a:pt x="9901" y="15430"/>
                    <a:pt x="9997" y="15527"/>
                    <a:pt x="10093" y="15559"/>
                  </a:cubicBezTo>
                  <a:lnTo>
                    <a:pt x="10190" y="15559"/>
                  </a:lnTo>
                  <a:cubicBezTo>
                    <a:pt x="10286" y="15559"/>
                    <a:pt x="10351" y="15527"/>
                    <a:pt x="10415" y="15494"/>
                  </a:cubicBezTo>
                  <a:cubicBezTo>
                    <a:pt x="10543" y="15430"/>
                    <a:pt x="10640" y="15334"/>
                    <a:pt x="10801" y="15205"/>
                  </a:cubicBezTo>
                  <a:cubicBezTo>
                    <a:pt x="11315" y="14723"/>
                    <a:pt x="12151" y="13823"/>
                    <a:pt x="12986" y="12666"/>
                  </a:cubicBezTo>
                  <a:cubicBezTo>
                    <a:pt x="13822" y="11508"/>
                    <a:pt x="14658" y="10126"/>
                    <a:pt x="15237" y="8680"/>
                  </a:cubicBezTo>
                  <a:cubicBezTo>
                    <a:pt x="15558" y="7812"/>
                    <a:pt x="15719" y="6976"/>
                    <a:pt x="15687" y="6269"/>
                  </a:cubicBezTo>
                  <a:cubicBezTo>
                    <a:pt x="15719" y="5112"/>
                    <a:pt x="15365" y="4180"/>
                    <a:pt x="14883" y="3408"/>
                  </a:cubicBezTo>
                  <a:cubicBezTo>
                    <a:pt x="14433" y="2637"/>
                    <a:pt x="13822" y="2026"/>
                    <a:pt x="13340" y="1576"/>
                  </a:cubicBezTo>
                  <a:cubicBezTo>
                    <a:pt x="12215" y="611"/>
                    <a:pt x="10576" y="1"/>
                    <a:pt x="9129"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84" name="Google Shape;1784;p33"/>
            <p:cNvSpPr/>
            <p:nvPr/>
          </p:nvSpPr>
          <p:spPr>
            <a:xfrm>
              <a:off x="5419600" y="1895500"/>
              <a:ext cx="86825" cy="87425"/>
            </a:xfrm>
            <a:custGeom>
              <a:avLst/>
              <a:gdLst/>
              <a:ahLst/>
              <a:cxnLst/>
              <a:rect l="l" t="t" r="r" b="b"/>
              <a:pathLst>
                <a:path w="3473" h="3497" extrusionOk="0">
                  <a:moveTo>
                    <a:pt x="2503" y="0"/>
                  </a:moveTo>
                  <a:cubicBezTo>
                    <a:pt x="1776" y="0"/>
                    <a:pt x="836" y="2141"/>
                    <a:pt x="836" y="2141"/>
                  </a:cubicBezTo>
                  <a:lnTo>
                    <a:pt x="1" y="3137"/>
                  </a:lnTo>
                  <a:cubicBezTo>
                    <a:pt x="1" y="3137"/>
                    <a:pt x="766" y="3496"/>
                    <a:pt x="1512" y="3496"/>
                  </a:cubicBezTo>
                  <a:cubicBezTo>
                    <a:pt x="1837" y="3496"/>
                    <a:pt x="2158" y="3428"/>
                    <a:pt x="2412" y="3234"/>
                  </a:cubicBezTo>
                  <a:cubicBezTo>
                    <a:pt x="3247" y="2559"/>
                    <a:pt x="3472" y="662"/>
                    <a:pt x="2733" y="83"/>
                  </a:cubicBezTo>
                  <a:cubicBezTo>
                    <a:pt x="2660" y="26"/>
                    <a:pt x="2583" y="0"/>
                    <a:pt x="2503"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85" name="Google Shape;1785;p33"/>
            <p:cNvSpPr/>
            <p:nvPr/>
          </p:nvSpPr>
          <p:spPr>
            <a:xfrm>
              <a:off x="5411575" y="1888725"/>
              <a:ext cx="94050" cy="100475"/>
            </a:xfrm>
            <a:custGeom>
              <a:avLst/>
              <a:gdLst/>
              <a:ahLst/>
              <a:cxnLst/>
              <a:rect l="l" t="t" r="r" b="b"/>
              <a:pathLst>
                <a:path w="3762" h="4019" extrusionOk="0">
                  <a:moveTo>
                    <a:pt x="2829" y="1"/>
                  </a:moveTo>
                  <a:cubicBezTo>
                    <a:pt x="2668" y="1"/>
                    <a:pt x="2540" y="33"/>
                    <a:pt x="2411" y="129"/>
                  </a:cubicBezTo>
                  <a:cubicBezTo>
                    <a:pt x="2186" y="258"/>
                    <a:pt x="1993" y="451"/>
                    <a:pt x="1832" y="676"/>
                  </a:cubicBezTo>
                  <a:cubicBezTo>
                    <a:pt x="1318" y="1351"/>
                    <a:pt x="900" y="2283"/>
                    <a:pt x="900" y="2315"/>
                  </a:cubicBezTo>
                  <a:cubicBezTo>
                    <a:pt x="836" y="2444"/>
                    <a:pt x="900" y="2605"/>
                    <a:pt x="1029" y="2669"/>
                  </a:cubicBezTo>
                  <a:cubicBezTo>
                    <a:pt x="1070" y="2685"/>
                    <a:pt x="1112" y="2693"/>
                    <a:pt x="1151" y="2693"/>
                  </a:cubicBezTo>
                  <a:cubicBezTo>
                    <a:pt x="1264" y="2693"/>
                    <a:pt x="1359" y="2627"/>
                    <a:pt x="1382" y="2508"/>
                  </a:cubicBezTo>
                  <a:cubicBezTo>
                    <a:pt x="1382" y="2508"/>
                    <a:pt x="1415" y="2476"/>
                    <a:pt x="1447" y="2444"/>
                  </a:cubicBezTo>
                  <a:cubicBezTo>
                    <a:pt x="1543" y="2219"/>
                    <a:pt x="1768" y="1737"/>
                    <a:pt x="2057" y="1287"/>
                  </a:cubicBezTo>
                  <a:cubicBezTo>
                    <a:pt x="2218" y="1062"/>
                    <a:pt x="2379" y="869"/>
                    <a:pt x="2508" y="708"/>
                  </a:cubicBezTo>
                  <a:cubicBezTo>
                    <a:pt x="2668" y="579"/>
                    <a:pt x="2797" y="515"/>
                    <a:pt x="2829" y="515"/>
                  </a:cubicBezTo>
                  <a:lnTo>
                    <a:pt x="2893" y="547"/>
                  </a:lnTo>
                  <a:cubicBezTo>
                    <a:pt x="3086" y="708"/>
                    <a:pt x="3247" y="1094"/>
                    <a:pt x="3247" y="1544"/>
                  </a:cubicBezTo>
                  <a:cubicBezTo>
                    <a:pt x="3247" y="1865"/>
                    <a:pt x="3183" y="2251"/>
                    <a:pt x="3054" y="2540"/>
                  </a:cubicBezTo>
                  <a:cubicBezTo>
                    <a:pt x="2925" y="2862"/>
                    <a:pt x="2765" y="3119"/>
                    <a:pt x="2572" y="3280"/>
                  </a:cubicBezTo>
                  <a:cubicBezTo>
                    <a:pt x="2379" y="3440"/>
                    <a:pt x="2122" y="3505"/>
                    <a:pt x="1800" y="3505"/>
                  </a:cubicBezTo>
                  <a:cubicBezTo>
                    <a:pt x="1479" y="3505"/>
                    <a:pt x="1125" y="3408"/>
                    <a:pt x="868" y="3344"/>
                  </a:cubicBezTo>
                  <a:cubicBezTo>
                    <a:pt x="740" y="3280"/>
                    <a:pt x="643" y="3247"/>
                    <a:pt x="547" y="3215"/>
                  </a:cubicBezTo>
                  <a:lnTo>
                    <a:pt x="450" y="3183"/>
                  </a:lnTo>
                  <a:lnTo>
                    <a:pt x="450" y="3151"/>
                  </a:lnTo>
                  <a:cubicBezTo>
                    <a:pt x="407" y="3134"/>
                    <a:pt x="364" y="3126"/>
                    <a:pt x="323" y="3126"/>
                  </a:cubicBezTo>
                  <a:cubicBezTo>
                    <a:pt x="210" y="3126"/>
                    <a:pt x="112" y="3185"/>
                    <a:pt x="65" y="3280"/>
                  </a:cubicBezTo>
                  <a:cubicBezTo>
                    <a:pt x="0" y="3440"/>
                    <a:pt x="65" y="3601"/>
                    <a:pt x="193" y="3665"/>
                  </a:cubicBezTo>
                  <a:cubicBezTo>
                    <a:pt x="225" y="3665"/>
                    <a:pt x="997" y="4019"/>
                    <a:pt x="1800" y="4019"/>
                  </a:cubicBezTo>
                  <a:cubicBezTo>
                    <a:pt x="2186" y="4019"/>
                    <a:pt x="2572" y="3955"/>
                    <a:pt x="2893" y="3697"/>
                  </a:cubicBezTo>
                  <a:cubicBezTo>
                    <a:pt x="3183" y="3472"/>
                    <a:pt x="3408" y="3119"/>
                    <a:pt x="3536" y="2733"/>
                  </a:cubicBezTo>
                  <a:cubicBezTo>
                    <a:pt x="3697" y="2347"/>
                    <a:pt x="3761" y="1962"/>
                    <a:pt x="3761" y="1544"/>
                  </a:cubicBezTo>
                  <a:cubicBezTo>
                    <a:pt x="3761" y="997"/>
                    <a:pt x="3633" y="451"/>
                    <a:pt x="3215" y="129"/>
                  </a:cubicBezTo>
                  <a:cubicBezTo>
                    <a:pt x="3118" y="33"/>
                    <a:pt x="2958" y="1"/>
                    <a:pt x="2829"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86" name="Google Shape;1786;p33"/>
            <p:cNvSpPr/>
            <p:nvPr/>
          </p:nvSpPr>
          <p:spPr>
            <a:xfrm>
              <a:off x="5255675" y="2098475"/>
              <a:ext cx="66725" cy="99675"/>
            </a:xfrm>
            <a:custGeom>
              <a:avLst/>
              <a:gdLst/>
              <a:ahLst/>
              <a:cxnLst/>
              <a:rect l="l" t="t" r="r" b="b"/>
              <a:pathLst>
                <a:path w="2669" h="3987" extrusionOk="0">
                  <a:moveTo>
                    <a:pt x="2668" y="1"/>
                  </a:moveTo>
                  <a:lnTo>
                    <a:pt x="0" y="1318"/>
                  </a:lnTo>
                  <a:lnTo>
                    <a:pt x="2250" y="3986"/>
                  </a:lnTo>
                  <a:lnTo>
                    <a:pt x="2668" y="1"/>
                  </a:ln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787" name="Google Shape;1787;p33"/>
            <p:cNvSpPr/>
            <p:nvPr/>
          </p:nvSpPr>
          <p:spPr>
            <a:xfrm>
              <a:off x="5248425" y="2091525"/>
              <a:ext cx="80400" cy="113050"/>
            </a:xfrm>
            <a:custGeom>
              <a:avLst/>
              <a:gdLst/>
              <a:ahLst/>
              <a:cxnLst/>
              <a:rect l="l" t="t" r="r" b="b"/>
              <a:pathLst>
                <a:path w="3216" h="4522" extrusionOk="0">
                  <a:moveTo>
                    <a:pt x="2949" y="0"/>
                  </a:moveTo>
                  <a:cubicBezTo>
                    <a:pt x="2910" y="0"/>
                    <a:pt x="2870" y="8"/>
                    <a:pt x="2830" y="21"/>
                  </a:cubicBezTo>
                  <a:lnTo>
                    <a:pt x="194" y="1371"/>
                  </a:lnTo>
                  <a:cubicBezTo>
                    <a:pt x="33" y="1436"/>
                    <a:pt x="1" y="1596"/>
                    <a:pt x="65" y="1725"/>
                  </a:cubicBezTo>
                  <a:cubicBezTo>
                    <a:pt x="108" y="1811"/>
                    <a:pt x="194" y="1868"/>
                    <a:pt x="284" y="1868"/>
                  </a:cubicBezTo>
                  <a:cubicBezTo>
                    <a:pt x="330" y="1868"/>
                    <a:pt x="376" y="1854"/>
                    <a:pt x="419" y="1821"/>
                  </a:cubicBezTo>
                  <a:lnTo>
                    <a:pt x="2637" y="729"/>
                  </a:lnTo>
                  <a:lnTo>
                    <a:pt x="2637" y="729"/>
                  </a:lnTo>
                  <a:lnTo>
                    <a:pt x="2283" y="4232"/>
                  </a:lnTo>
                  <a:cubicBezTo>
                    <a:pt x="2251" y="4361"/>
                    <a:pt x="2347" y="4489"/>
                    <a:pt x="2508" y="4522"/>
                  </a:cubicBezTo>
                  <a:cubicBezTo>
                    <a:pt x="2669" y="4522"/>
                    <a:pt x="2798" y="4425"/>
                    <a:pt x="2798" y="4264"/>
                  </a:cubicBezTo>
                  <a:lnTo>
                    <a:pt x="3215" y="311"/>
                  </a:lnTo>
                  <a:cubicBezTo>
                    <a:pt x="3215" y="214"/>
                    <a:pt x="3183" y="118"/>
                    <a:pt x="3119" y="54"/>
                  </a:cubicBezTo>
                  <a:cubicBezTo>
                    <a:pt x="3062" y="16"/>
                    <a:pt x="3006" y="0"/>
                    <a:pt x="2949"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88" name="Google Shape;1788;p33"/>
            <p:cNvSpPr/>
            <p:nvPr/>
          </p:nvSpPr>
          <p:spPr>
            <a:xfrm>
              <a:off x="4787175" y="3835075"/>
              <a:ext cx="1003450" cy="761950"/>
            </a:xfrm>
            <a:custGeom>
              <a:avLst/>
              <a:gdLst/>
              <a:ahLst/>
              <a:cxnLst/>
              <a:rect l="l" t="t" r="r" b="b"/>
              <a:pathLst>
                <a:path w="40138" h="30478" extrusionOk="0">
                  <a:moveTo>
                    <a:pt x="38895" y="1"/>
                  </a:moveTo>
                  <a:cubicBezTo>
                    <a:pt x="38895" y="1"/>
                    <a:pt x="33559" y="6558"/>
                    <a:pt x="29026" y="7683"/>
                  </a:cubicBezTo>
                  <a:cubicBezTo>
                    <a:pt x="27321" y="8107"/>
                    <a:pt x="23421" y="8239"/>
                    <a:pt x="19219" y="8239"/>
                  </a:cubicBezTo>
                  <a:cubicBezTo>
                    <a:pt x="12257" y="8239"/>
                    <a:pt x="4468" y="7876"/>
                    <a:pt x="4468" y="7876"/>
                  </a:cubicBezTo>
                  <a:cubicBezTo>
                    <a:pt x="3472" y="14209"/>
                    <a:pt x="707" y="26841"/>
                    <a:pt x="64" y="29767"/>
                  </a:cubicBezTo>
                  <a:cubicBezTo>
                    <a:pt x="0" y="30088"/>
                    <a:pt x="193" y="30409"/>
                    <a:pt x="547" y="30474"/>
                  </a:cubicBezTo>
                  <a:cubicBezTo>
                    <a:pt x="571" y="30476"/>
                    <a:pt x="595" y="30478"/>
                    <a:pt x="620" y="30478"/>
                  </a:cubicBezTo>
                  <a:cubicBezTo>
                    <a:pt x="883" y="30478"/>
                    <a:pt x="1133" y="30321"/>
                    <a:pt x="1222" y="30056"/>
                  </a:cubicBezTo>
                  <a:cubicBezTo>
                    <a:pt x="2025" y="27581"/>
                    <a:pt x="5625" y="16298"/>
                    <a:pt x="5786" y="14112"/>
                  </a:cubicBezTo>
                  <a:lnTo>
                    <a:pt x="5786" y="14048"/>
                  </a:lnTo>
                  <a:cubicBezTo>
                    <a:pt x="5942" y="12085"/>
                    <a:pt x="7607" y="10636"/>
                    <a:pt x="9553" y="10636"/>
                  </a:cubicBezTo>
                  <a:cubicBezTo>
                    <a:pt x="9615" y="10636"/>
                    <a:pt x="9677" y="10638"/>
                    <a:pt x="9740" y="10641"/>
                  </a:cubicBezTo>
                  <a:cubicBezTo>
                    <a:pt x="15011" y="10866"/>
                    <a:pt x="26519" y="11412"/>
                    <a:pt x="28834" y="11830"/>
                  </a:cubicBezTo>
                  <a:cubicBezTo>
                    <a:pt x="31855" y="12409"/>
                    <a:pt x="32819" y="13534"/>
                    <a:pt x="32819" y="13534"/>
                  </a:cubicBezTo>
                  <a:lnTo>
                    <a:pt x="38091" y="29767"/>
                  </a:lnTo>
                  <a:cubicBezTo>
                    <a:pt x="38220" y="30120"/>
                    <a:pt x="38541" y="30377"/>
                    <a:pt x="38927" y="30409"/>
                  </a:cubicBezTo>
                  <a:cubicBezTo>
                    <a:pt x="38958" y="30412"/>
                    <a:pt x="38989" y="30414"/>
                    <a:pt x="39020" y="30414"/>
                  </a:cubicBezTo>
                  <a:cubicBezTo>
                    <a:pt x="39651" y="30414"/>
                    <a:pt x="40138" y="29801"/>
                    <a:pt x="39923" y="29188"/>
                  </a:cubicBezTo>
                  <a:cubicBezTo>
                    <a:pt x="38734" y="25331"/>
                    <a:pt x="35423" y="14755"/>
                    <a:pt x="35262" y="13341"/>
                  </a:cubicBezTo>
                  <a:cubicBezTo>
                    <a:pt x="35070" y="11669"/>
                    <a:pt x="39859" y="2251"/>
                    <a:pt x="39859" y="2251"/>
                  </a:cubicBezTo>
                  <a:cubicBezTo>
                    <a:pt x="40020" y="1"/>
                    <a:pt x="38895" y="1"/>
                    <a:pt x="38895"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89" name="Google Shape;1789;p33"/>
            <p:cNvSpPr/>
            <p:nvPr/>
          </p:nvSpPr>
          <p:spPr>
            <a:xfrm>
              <a:off x="4781550" y="3828650"/>
              <a:ext cx="1011750" cy="774700"/>
            </a:xfrm>
            <a:custGeom>
              <a:avLst/>
              <a:gdLst/>
              <a:ahLst/>
              <a:cxnLst/>
              <a:rect l="l" t="t" r="r" b="b"/>
              <a:pathLst>
                <a:path w="40470" h="30988" extrusionOk="0">
                  <a:moveTo>
                    <a:pt x="39231" y="554"/>
                  </a:moveTo>
                  <a:cubicBezTo>
                    <a:pt x="39295" y="583"/>
                    <a:pt x="39380" y="630"/>
                    <a:pt x="39473" y="708"/>
                  </a:cubicBezTo>
                  <a:cubicBezTo>
                    <a:pt x="39634" y="869"/>
                    <a:pt x="39827" y="1254"/>
                    <a:pt x="39827" y="2026"/>
                  </a:cubicBezTo>
                  <a:cubicBezTo>
                    <a:pt x="39827" y="2169"/>
                    <a:pt x="39827" y="2313"/>
                    <a:pt x="39804" y="2456"/>
                  </a:cubicBezTo>
                  <a:lnTo>
                    <a:pt x="39804" y="2456"/>
                  </a:lnTo>
                  <a:cubicBezTo>
                    <a:pt x="39637" y="2784"/>
                    <a:pt x="38577" y="4868"/>
                    <a:pt x="37545" y="7169"/>
                  </a:cubicBezTo>
                  <a:cubicBezTo>
                    <a:pt x="36966" y="8422"/>
                    <a:pt x="36388" y="9740"/>
                    <a:pt x="35970" y="10865"/>
                  </a:cubicBezTo>
                  <a:cubicBezTo>
                    <a:pt x="35745" y="11444"/>
                    <a:pt x="35552" y="11958"/>
                    <a:pt x="35423" y="12408"/>
                  </a:cubicBezTo>
                  <a:cubicBezTo>
                    <a:pt x="35295" y="12826"/>
                    <a:pt x="35230" y="13212"/>
                    <a:pt x="35230" y="13501"/>
                  </a:cubicBezTo>
                  <a:cubicBezTo>
                    <a:pt x="35230" y="13533"/>
                    <a:pt x="35230" y="13598"/>
                    <a:pt x="35230" y="13662"/>
                  </a:cubicBezTo>
                  <a:lnTo>
                    <a:pt x="35235" y="13661"/>
                  </a:lnTo>
                  <a:lnTo>
                    <a:pt x="35235" y="13661"/>
                  </a:lnTo>
                  <a:cubicBezTo>
                    <a:pt x="35268" y="13884"/>
                    <a:pt x="35331" y="14195"/>
                    <a:pt x="35423" y="14594"/>
                  </a:cubicBezTo>
                  <a:cubicBezTo>
                    <a:pt x="36195" y="17616"/>
                    <a:pt x="38863" y="26166"/>
                    <a:pt x="39891" y="29509"/>
                  </a:cubicBezTo>
                  <a:cubicBezTo>
                    <a:pt x="39923" y="29574"/>
                    <a:pt x="39923" y="29638"/>
                    <a:pt x="39923" y="29734"/>
                  </a:cubicBezTo>
                  <a:cubicBezTo>
                    <a:pt x="39923" y="29895"/>
                    <a:pt x="39859" y="30088"/>
                    <a:pt x="39731" y="30216"/>
                  </a:cubicBezTo>
                  <a:cubicBezTo>
                    <a:pt x="39602" y="30345"/>
                    <a:pt x="39441" y="30409"/>
                    <a:pt x="39248" y="30409"/>
                  </a:cubicBezTo>
                  <a:lnTo>
                    <a:pt x="39184" y="30409"/>
                  </a:lnTo>
                  <a:cubicBezTo>
                    <a:pt x="38895" y="30377"/>
                    <a:pt x="38670" y="30184"/>
                    <a:pt x="38573" y="29927"/>
                  </a:cubicBezTo>
                  <a:lnTo>
                    <a:pt x="33302" y="13726"/>
                  </a:lnTo>
                  <a:lnTo>
                    <a:pt x="33237" y="13630"/>
                  </a:lnTo>
                  <a:cubicBezTo>
                    <a:pt x="33205" y="13598"/>
                    <a:pt x="32209" y="12408"/>
                    <a:pt x="29123" y="11830"/>
                  </a:cubicBezTo>
                  <a:cubicBezTo>
                    <a:pt x="28512" y="11733"/>
                    <a:pt x="27355" y="11605"/>
                    <a:pt x="25876" y="11508"/>
                  </a:cubicBezTo>
                  <a:cubicBezTo>
                    <a:pt x="21376" y="11155"/>
                    <a:pt x="13919" y="10801"/>
                    <a:pt x="9965" y="10608"/>
                  </a:cubicBezTo>
                  <a:lnTo>
                    <a:pt x="9804" y="10608"/>
                  </a:lnTo>
                  <a:cubicBezTo>
                    <a:pt x="7715" y="10608"/>
                    <a:pt x="5915" y="12183"/>
                    <a:pt x="5754" y="14273"/>
                  </a:cubicBezTo>
                  <a:lnTo>
                    <a:pt x="5754" y="14337"/>
                  </a:lnTo>
                  <a:cubicBezTo>
                    <a:pt x="5690" y="14851"/>
                    <a:pt x="5465" y="15976"/>
                    <a:pt x="5079" y="17359"/>
                  </a:cubicBezTo>
                  <a:cubicBezTo>
                    <a:pt x="3954" y="21570"/>
                    <a:pt x="1800" y="28384"/>
                    <a:pt x="1189" y="30249"/>
                  </a:cubicBezTo>
                  <a:cubicBezTo>
                    <a:pt x="1125" y="30377"/>
                    <a:pt x="1029" y="30474"/>
                    <a:pt x="868" y="30474"/>
                  </a:cubicBezTo>
                  <a:lnTo>
                    <a:pt x="804" y="30474"/>
                  </a:lnTo>
                  <a:cubicBezTo>
                    <a:pt x="643" y="30441"/>
                    <a:pt x="547" y="30281"/>
                    <a:pt x="547" y="30152"/>
                  </a:cubicBezTo>
                  <a:lnTo>
                    <a:pt x="547" y="30088"/>
                  </a:lnTo>
                  <a:lnTo>
                    <a:pt x="547" y="30056"/>
                  </a:lnTo>
                  <a:cubicBezTo>
                    <a:pt x="1181" y="27167"/>
                    <a:pt x="3886" y="14808"/>
                    <a:pt x="4913" y="8402"/>
                  </a:cubicBezTo>
                  <a:lnTo>
                    <a:pt x="4913" y="8402"/>
                  </a:lnTo>
                  <a:cubicBezTo>
                    <a:pt x="6306" y="8467"/>
                    <a:pt x="13240" y="8776"/>
                    <a:pt x="19480" y="8776"/>
                  </a:cubicBezTo>
                  <a:cubicBezTo>
                    <a:pt x="21569" y="8776"/>
                    <a:pt x="23594" y="8744"/>
                    <a:pt x="25330" y="8648"/>
                  </a:cubicBezTo>
                  <a:cubicBezTo>
                    <a:pt x="27033" y="8551"/>
                    <a:pt x="28448" y="8422"/>
                    <a:pt x="29316" y="8197"/>
                  </a:cubicBezTo>
                  <a:cubicBezTo>
                    <a:pt x="31694" y="7619"/>
                    <a:pt x="34170" y="5658"/>
                    <a:pt x="36066" y="3858"/>
                  </a:cubicBezTo>
                  <a:cubicBezTo>
                    <a:pt x="37666" y="2365"/>
                    <a:pt x="38868" y="982"/>
                    <a:pt x="39231" y="554"/>
                  </a:cubicBezTo>
                  <a:close/>
                  <a:moveTo>
                    <a:pt x="39120" y="1"/>
                  </a:moveTo>
                  <a:cubicBezTo>
                    <a:pt x="39055" y="1"/>
                    <a:pt x="38959" y="33"/>
                    <a:pt x="38927" y="97"/>
                  </a:cubicBezTo>
                  <a:cubicBezTo>
                    <a:pt x="38927" y="97"/>
                    <a:pt x="38830" y="194"/>
                    <a:pt x="38670" y="354"/>
                  </a:cubicBezTo>
                  <a:cubicBezTo>
                    <a:pt x="38155" y="997"/>
                    <a:pt x="36741" y="2572"/>
                    <a:pt x="34973" y="4147"/>
                  </a:cubicBezTo>
                  <a:cubicBezTo>
                    <a:pt x="33205" y="5690"/>
                    <a:pt x="31084" y="7201"/>
                    <a:pt x="29187" y="7683"/>
                  </a:cubicBezTo>
                  <a:cubicBezTo>
                    <a:pt x="28384" y="7876"/>
                    <a:pt x="27001" y="8037"/>
                    <a:pt x="25298" y="8101"/>
                  </a:cubicBezTo>
                  <a:cubicBezTo>
                    <a:pt x="23594" y="8197"/>
                    <a:pt x="21569" y="8230"/>
                    <a:pt x="19480" y="8230"/>
                  </a:cubicBezTo>
                  <a:cubicBezTo>
                    <a:pt x="16008" y="8230"/>
                    <a:pt x="12311" y="8133"/>
                    <a:pt x="9483" y="8037"/>
                  </a:cubicBezTo>
                  <a:cubicBezTo>
                    <a:pt x="8068" y="8005"/>
                    <a:pt x="6879" y="7940"/>
                    <a:pt x="6043" y="7908"/>
                  </a:cubicBezTo>
                  <a:cubicBezTo>
                    <a:pt x="5175" y="7876"/>
                    <a:pt x="4693" y="7876"/>
                    <a:pt x="4693" y="7876"/>
                  </a:cubicBezTo>
                  <a:cubicBezTo>
                    <a:pt x="4677" y="7872"/>
                    <a:pt x="4660" y="7870"/>
                    <a:pt x="4644" y="7870"/>
                  </a:cubicBezTo>
                  <a:cubicBezTo>
                    <a:pt x="4533" y="7870"/>
                    <a:pt x="4436" y="7961"/>
                    <a:pt x="4436" y="8101"/>
                  </a:cubicBezTo>
                  <a:cubicBezTo>
                    <a:pt x="3443" y="14380"/>
                    <a:pt x="694" y="26950"/>
                    <a:pt x="39" y="29930"/>
                  </a:cubicBezTo>
                  <a:lnTo>
                    <a:pt x="39" y="29930"/>
                  </a:lnTo>
                  <a:lnTo>
                    <a:pt x="32" y="29927"/>
                  </a:lnTo>
                  <a:cubicBezTo>
                    <a:pt x="0" y="30024"/>
                    <a:pt x="0" y="30088"/>
                    <a:pt x="0" y="30152"/>
                  </a:cubicBezTo>
                  <a:cubicBezTo>
                    <a:pt x="0" y="30570"/>
                    <a:pt x="289" y="30924"/>
                    <a:pt x="739" y="30988"/>
                  </a:cubicBezTo>
                  <a:lnTo>
                    <a:pt x="868" y="30988"/>
                  </a:lnTo>
                  <a:cubicBezTo>
                    <a:pt x="1254" y="30988"/>
                    <a:pt x="1575" y="30763"/>
                    <a:pt x="1704" y="30409"/>
                  </a:cubicBezTo>
                  <a:cubicBezTo>
                    <a:pt x="2089" y="29156"/>
                    <a:pt x="3182" y="25716"/>
                    <a:pt x="4211" y="22309"/>
                  </a:cubicBezTo>
                  <a:cubicBezTo>
                    <a:pt x="4725" y="20605"/>
                    <a:pt x="5207" y="18902"/>
                    <a:pt x="5593" y="17487"/>
                  </a:cubicBezTo>
                  <a:cubicBezTo>
                    <a:pt x="5979" y="16073"/>
                    <a:pt x="6236" y="14980"/>
                    <a:pt x="6268" y="14401"/>
                  </a:cubicBezTo>
                  <a:lnTo>
                    <a:pt x="6268" y="14305"/>
                  </a:lnTo>
                  <a:cubicBezTo>
                    <a:pt x="6429" y="12505"/>
                    <a:pt x="7972" y="11155"/>
                    <a:pt x="9804" y="11155"/>
                  </a:cubicBezTo>
                  <a:lnTo>
                    <a:pt x="9933" y="11155"/>
                  </a:lnTo>
                  <a:cubicBezTo>
                    <a:pt x="12569" y="11283"/>
                    <a:pt x="16779" y="11476"/>
                    <a:pt x="20605" y="11701"/>
                  </a:cubicBezTo>
                  <a:cubicBezTo>
                    <a:pt x="22501" y="11798"/>
                    <a:pt x="24333" y="11926"/>
                    <a:pt x="25812" y="12023"/>
                  </a:cubicBezTo>
                  <a:cubicBezTo>
                    <a:pt x="27323" y="12151"/>
                    <a:pt x="28448" y="12248"/>
                    <a:pt x="29026" y="12376"/>
                  </a:cubicBezTo>
                  <a:cubicBezTo>
                    <a:pt x="30505" y="12633"/>
                    <a:pt x="31469" y="13051"/>
                    <a:pt x="32048" y="13405"/>
                  </a:cubicBezTo>
                  <a:cubicBezTo>
                    <a:pt x="32337" y="13566"/>
                    <a:pt x="32530" y="13726"/>
                    <a:pt x="32659" y="13823"/>
                  </a:cubicBezTo>
                  <a:cubicBezTo>
                    <a:pt x="32723" y="13887"/>
                    <a:pt x="32787" y="13919"/>
                    <a:pt x="32787" y="13951"/>
                  </a:cubicBezTo>
                  <a:lnTo>
                    <a:pt x="32818" y="13982"/>
                  </a:lnTo>
                  <a:lnTo>
                    <a:pt x="32818" y="13982"/>
                  </a:lnTo>
                  <a:lnTo>
                    <a:pt x="38059" y="30088"/>
                  </a:lnTo>
                  <a:cubicBezTo>
                    <a:pt x="38220" y="30570"/>
                    <a:pt x="38638" y="30892"/>
                    <a:pt x="39120" y="30956"/>
                  </a:cubicBezTo>
                  <a:lnTo>
                    <a:pt x="39248" y="30956"/>
                  </a:lnTo>
                  <a:cubicBezTo>
                    <a:pt x="39923" y="30956"/>
                    <a:pt x="40470" y="30377"/>
                    <a:pt x="40470" y="29734"/>
                  </a:cubicBezTo>
                  <a:cubicBezTo>
                    <a:pt x="40470" y="29606"/>
                    <a:pt x="40470" y="29477"/>
                    <a:pt x="40406" y="29349"/>
                  </a:cubicBezTo>
                  <a:cubicBezTo>
                    <a:pt x="39827" y="27420"/>
                    <a:pt x="38670" y="23820"/>
                    <a:pt x="37705" y="20541"/>
                  </a:cubicBezTo>
                  <a:cubicBezTo>
                    <a:pt x="37191" y="18869"/>
                    <a:pt x="36741" y="17294"/>
                    <a:pt x="36388" y="16073"/>
                  </a:cubicBezTo>
                  <a:cubicBezTo>
                    <a:pt x="36195" y="15430"/>
                    <a:pt x="36066" y="14884"/>
                    <a:pt x="35937" y="14466"/>
                  </a:cubicBezTo>
                  <a:cubicBezTo>
                    <a:pt x="35841" y="14048"/>
                    <a:pt x="35777" y="13726"/>
                    <a:pt x="35745" y="13598"/>
                  </a:cubicBezTo>
                  <a:lnTo>
                    <a:pt x="35745" y="13566"/>
                  </a:lnTo>
                  <a:lnTo>
                    <a:pt x="35745" y="13501"/>
                  </a:lnTo>
                  <a:cubicBezTo>
                    <a:pt x="35745" y="13308"/>
                    <a:pt x="35809" y="12955"/>
                    <a:pt x="35937" y="12537"/>
                  </a:cubicBezTo>
                  <a:cubicBezTo>
                    <a:pt x="36355" y="11058"/>
                    <a:pt x="37480" y="8583"/>
                    <a:pt x="38445" y="6462"/>
                  </a:cubicBezTo>
                  <a:cubicBezTo>
                    <a:pt x="38927" y="5433"/>
                    <a:pt x="39409" y="4469"/>
                    <a:pt x="39763" y="3762"/>
                  </a:cubicBezTo>
                  <a:cubicBezTo>
                    <a:pt x="40084" y="3087"/>
                    <a:pt x="40309" y="2636"/>
                    <a:pt x="40309" y="2636"/>
                  </a:cubicBezTo>
                  <a:lnTo>
                    <a:pt x="40341" y="2540"/>
                  </a:lnTo>
                  <a:cubicBezTo>
                    <a:pt x="40341" y="2347"/>
                    <a:pt x="40373" y="2186"/>
                    <a:pt x="40373" y="2026"/>
                  </a:cubicBezTo>
                  <a:cubicBezTo>
                    <a:pt x="40373" y="1094"/>
                    <a:pt x="40116" y="579"/>
                    <a:pt x="39795" y="290"/>
                  </a:cubicBezTo>
                  <a:cubicBezTo>
                    <a:pt x="39473" y="1"/>
                    <a:pt x="39152" y="1"/>
                    <a:pt x="39120"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90" name="Google Shape;1790;p33"/>
            <p:cNvSpPr/>
            <p:nvPr/>
          </p:nvSpPr>
          <p:spPr>
            <a:xfrm>
              <a:off x="5668725" y="3080325"/>
              <a:ext cx="325475" cy="881050"/>
            </a:xfrm>
            <a:custGeom>
              <a:avLst/>
              <a:gdLst/>
              <a:ahLst/>
              <a:cxnLst/>
              <a:rect l="l" t="t" r="r" b="b"/>
              <a:pathLst>
                <a:path w="13019" h="35242" extrusionOk="0">
                  <a:moveTo>
                    <a:pt x="6814" y="0"/>
                  </a:moveTo>
                  <a:cubicBezTo>
                    <a:pt x="6514" y="0"/>
                    <a:pt x="6148" y="303"/>
                    <a:pt x="5722" y="1196"/>
                  </a:cubicBezTo>
                  <a:cubicBezTo>
                    <a:pt x="4372" y="3929"/>
                    <a:pt x="290" y="10454"/>
                    <a:pt x="161" y="12318"/>
                  </a:cubicBezTo>
                  <a:cubicBezTo>
                    <a:pt x="0" y="14215"/>
                    <a:pt x="193" y="35077"/>
                    <a:pt x="2251" y="35237"/>
                  </a:cubicBezTo>
                  <a:cubicBezTo>
                    <a:pt x="2284" y="35240"/>
                    <a:pt x="2319" y="35241"/>
                    <a:pt x="2354" y="35241"/>
                  </a:cubicBezTo>
                  <a:cubicBezTo>
                    <a:pt x="4527" y="35241"/>
                    <a:pt x="10213" y="30453"/>
                    <a:pt x="11605" y="26816"/>
                  </a:cubicBezTo>
                  <a:cubicBezTo>
                    <a:pt x="13019" y="23119"/>
                    <a:pt x="7779" y="1325"/>
                    <a:pt x="7779" y="1325"/>
                  </a:cubicBezTo>
                  <a:cubicBezTo>
                    <a:pt x="7779" y="1325"/>
                    <a:pt x="7441" y="0"/>
                    <a:pt x="6814" y="0"/>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1791" name="Google Shape;1791;p33"/>
            <p:cNvSpPr/>
            <p:nvPr/>
          </p:nvSpPr>
          <p:spPr>
            <a:xfrm>
              <a:off x="5664700" y="3073250"/>
              <a:ext cx="307000" cy="894450"/>
            </a:xfrm>
            <a:custGeom>
              <a:avLst/>
              <a:gdLst/>
              <a:ahLst/>
              <a:cxnLst/>
              <a:rect l="l" t="t" r="r" b="b"/>
              <a:pathLst>
                <a:path w="12280" h="35778" extrusionOk="0">
                  <a:moveTo>
                    <a:pt x="6976" y="547"/>
                  </a:moveTo>
                  <a:cubicBezTo>
                    <a:pt x="7040" y="547"/>
                    <a:pt x="7105" y="579"/>
                    <a:pt x="7201" y="676"/>
                  </a:cubicBezTo>
                  <a:cubicBezTo>
                    <a:pt x="7330" y="804"/>
                    <a:pt x="7458" y="1062"/>
                    <a:pt x="7555" y="1287"/>
                  </a:cubicBezTo>
                  <a:cubicBezTo>
                    <a:pt x="7587" y="1415"/>
                    <a:pt x="7619" y="1512"/>
                    <a:pt x="7651" y="1576"/>
                  </a:cubicBezTo>
                  <a:lnTo>
                    <a:pt x="7683" y="1640"/>
                  </a:lnTo>
                  <a:lnTo>
                    <a:pt x="7683" y="1672"/>
                  </a:lnTo>
                  <a:cubicBezTo>
                    <a:pt x="7683" y="1672"/>
                    <a:pt x="7748" y="1929"/>
                    <a:pt x="7844" y="2412"/>
                  </a:cubicBezTo>
                  <a:cubicBezTo>
                    <a:pt x="8230" y="4083"/>
                    <a:pt x="9226" y="8326"/>
                    <a:pt x="10094" y="12859"/>
                  </a:cubicBezTo>
                  <a:cubicBezTo>
                    <a:pt x="10962" y="17423"/>
                    <a:pt x="11733" y="22277"/>
                    <a:pt x="11733" y="25074"/>
                  </a:cubicBezTo>
                  <a:cubicBezTo>
                    <a:pt x="11733" y="25941"/>
                    <a:pt x="11637" y="26616"/>
                    <a:pt x="11508" y="27002"/>
                  </a:cubicBezTo>
                  <a:cubicBezTo>
                    <a:pt x="10833" y="28738"/>
                    <a:pt x="9098" y="30827"/>
                    <a:pt x="7233" y="32467"/>
                  </a:cubicBezTo>
                  <a:cubicBezTo>
                    <a:pt x="6333" y="33270"/>
                    <a:pt x="5369" y="33978"/>
                    <a:pt x="4533" y="34492"/>
                  </a:cubicBezTo>
                  <a:cubicBezTo>
                    <a:pt x="3697" y="34974"/>
                    <a:pt x="2958" y="35263"/>
                    <a:pt x="2508" y="35263"/>
                  </a:cubicBezTo>
                  <a:lnTo>
                    <a:pt x="2444" y="35231"/>
                  </a:lnTo>
                  <a:cubicBezTo>
                    <a:pt x="2444" y="35231"/>
                    <a:pt x="2379" y="35231"/>
                    <a:pt x="2315" y="35167"/>
                  </a:cubicBezTo>
                  <a:cubicBezTo>
                    <a:pt x="2187" y="35006"/>
                    <a:pt x="1994" y="34620"/>
                    <a:pt x="1865" y="34074"/>
                  </a:cubicBezTo>
                  <a:cubicBezTo>
                    <a:pt x="1351" y="32242"/>
                    <a:pt x="997" y="28577"/>
                    <a:pt x="804" y="24816"/>
                  </a:cubicBezTo>
                  <a:cubicBezTo>
                    <a:pt x="611" y="21055"/>
                    <a:pt x="547" y="17134"/>
                    <a:pt x="547" y="14787"/>
                  </a:cubicBezTo>
                  <a:cubicBezTo>
                    <a:pt x="547" y="13694"/>
                    <a:pt x="547" y="12923"/>
                    <a:pt x="579" y="12634"/>
                  </a:cubicBezTo>
                  <a:cubicBezTo>
                    <a:pt x="611" y="12248"/>
                    <a:pt x="869" y="11476"/>
                    <a:pt x="1287" y="10576"/>
                  </a:cubicBezTo>
                  <a:cubicBezTo>
                    <a:pt x="1929" y="9226"/>
                    <a:pt x="2862" y="7490"/>
                    <a:pt x="3794" y="5819"/>
                  </a:cubicBezTo>
                  <a:cubicBezTo>
                    <a:pt x="4726" y="4180"/>
                    <a:pt x="5594" y="2637"/>
                    <a:pt x="6108" y="1576"/>
                  </a:cubicBezTo>
                  <a:cubicBezTo>
                    <a:pt x="6301" y="1158"/>
                    <a:pt x="6494" y="869"/>
                    <a:pt x="6655" y="740"/>
                  </a:cubicBezTo>
                  <a:cubicBezTo>
                    <a:pt x="6815" y="579"/>
                    <a:pt x="6912" y="547"/>
                    <a:pt x="6976" y="547"/>
                  </a:cubicBezTo>
                  <a:close/>
                  <a:moveTo>
                    <a:pt x="6976" y="1"/>
                  </a:moveTo>
                  <a:cubicBezTo>
                    <a:pt x="6719" y="1"/>
                    <a:pt x="6494" y="129"/>
                    <a:pt x="6269" y="354"/>
                  </a:cubicBezTo>
                  <a:cubicBezTo>
                    <a:pt x="6076" y="579"/>
                    <a:pt x="5851" y="901"/>
                    <a:pt x="5626" y="1351"/>
                  </a:cubicBezTo>
                  <a:cubicBezTo>
                    <a:pt x="4983" y="2701"/>
                    <a:pt x="3601" y="5015"/>
                    <a:pt x="2412" y="7233"/>
                  </a:cubicBezTo>
                  <a:cubicBezTo>
                    <a:pt x="1801" y="8326"/>
                    <a:pt x="1222" y="9419"/>
                    <a:pt x="804" y="10351"/>
                  </a:cubicBezTo>
                  <a:cubicBezTo>
                    <a:pt x="386" y="11284"/>
                    <a:pt x="97" y="12055"/>
                    <a:pt x="33" y="12601"/>
                  </a:cubicBezTo>
                  <a:cubicBezTo>
                    <a:pt x="33" y="12923"/>
                    <a:pt x="1" y="13694"/>
                    <a:pt x="1" y="14787"/>
                  </a:cubicBezTo>
                  <a:cubicBezTo>
                    <a:pt x="1" y="17680"/>
                    <a:pt x="97" y="22823"/>
                    <a:pt x="419" y="27291"/>
                  </a:cubicBezTo>
                  <a:cubicBezTo>
                    <a:pt x="579" y="29509"/>
                    <a:pt x="804" y="31567"/>
                    <a:pt x="1094" y="33077"/>
                  </a:cubicBezTo>
                  <a:cubicBezTo>
                    <a:pt x="1222" y="33849"/>
                    <a:pt x="1383" y="34460"/>
                    <a:pt x="1576" y="34942"/>
                  </a:cubicBezTo>
                  <a:cubicBezTo>
                    <a:pt x="1672" y="35167"/>
                    <a:pt x="1769" y="35360"/>
                    <a:pt x="1897" y="35488"/>
                  </a:cubicBezTo>
                  <a:cubicBezTo>
                    <a:pt x="2026" y="35649"/>
                    <a:pt x="2187" y="35778"/>
                    <a:pt x="2412" y="35778"/>
                  </a:cubicBezTo>
                  <a:lnTo>
                    <a:pt x="2508" y="35778"/>
                  </a:lnTo>
                  <a:cubicBezTo>
                    <a:pt x="3151" y="35778"/>
                    <a:pt x="3922" y="35456"/>
                    <a:pt x="4822" y="34942"/>
                  </a:cubicBezTo>
                  <a:cubicBezTo>
                    <a:pt x="6140" y="34170"/>
                    <a:pt x="7651" y="32949"/>
                    <a:pt x="8969" y="31535"/>
                  </a:cubicBezTo>
                  <a:cubicBezTo>
                    <a:pt x="10319" y="30152"/>
                    <a:pt x="11476" y="28609"/>
                    <a:pt x="11991" y="27195"/>
                  </a:cubicBezTo>
                  <a:cubicBezTo>
                    <a:pt x="12183" y="26713"/>
                    <a:pt x="12248" y="25974"/>
                    <a:pt x="12280" y="25074"/>
                  </a:cubicBezTo>
                  <a:cubicBezTo>
                    <a:pt x="12248" y="21763"/>
                    <a:pt x="11251" y="15912"/>
                    <a:pt x="10223" y="10834"/>
                  </a:cubicBezTo>
                  <a:cubicBezTo>
                    <a:pt x="9226" y="5787"/>
                    <a:pt x="8198" y="1544"/>
                    <a:pt x="8198" y="1544"/>
                  </a:cubicBezTo>
                  <a:cubicBezTo>
                    <a:pt x="8198" y="1544"/>
                    <a:pt x="8101" y="1190"/>
                    <a:pt x="7940" y="837"/>
                  </a:cubicBezTo>
                  <a:cubicBezTo>
                    <a:pt x="7844" y="644"/>
                    <a:pt x="7715" y="451"/>
                    <a:pt x="7587" y="290"/>
                  </a:cubicBezTo>
                  <a:cubicBezTo>
                    <a:pt x="7426" y="162"/>
                    <a:pt x="7233" y="1"/>
                    <a:pt x="6976"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92" name="Google Shape;1792;p33"/>
            <p:cNvSpPr/>
            <p:nvPr/>
          </p:nvSpPr>
          <p:spPr>
            <a:xfrm>
              <a:off x="4840200" y="3431675"/>
              <a:ext cx="838200" cy="676200"/>
            </a:xfrm>
            <a:custGeom>
              <a:avLst/>
              <a:gdLst/>
              <a:ahLst/>
              <a:cxnLst/>
              <a:rect l="l" t="t" r="r" b="b"/>
              <a:pathLst>
                <a:path w="33528" h="27048" extrusionOk="0">
                  <a:moveTo>
                    <a:pt x="5915" y="0"/>
                  </a:moveTo>
                  <a:cubicBezTo>
                    <a:pt x="1029" y="0"/>
                    <a:pt x="836" y="9451"/>
                    <a:pt x="611" y="12633"/>
                  </a:cubicBezTo>
                  <a:cubicBezTo>
                    <a:pt x="579" y="13597"/>
                    <a:pt x="1" y="18162"/>
                    <a:pt x="97" y="21537"/>
                  </a:cubicBezTo>
                  <a:cubicBezTo>
                    <a:pt x="161" y="23691"/>
                    <a:pt x="515" y="25330"/>
                    <a:pt x="1383" y="25330"/>
                  </a:cubicBezTo>
                  <a:cubicBezTo>
                    <a:pt x="3004" y="25330"/>
                    <a:pt x="19878" y="27048"/>
                    <a:pt x="25247" y="27048"/>
                  </a:cubicBezTo>
                  <a:cubicBezTo>
                    <a:pt x="25520" y="27048"/>
                    <a:pt x="25763" y="27043"/>
                    <a:pt x="25973" y="27034"/>
                  </a:cubicBezTo>
                  <a:cubicBezTo>
                    <a:pt x="30313" y="26841"/>
                    <a:pt x="33527" y="24591"/>
                    <a:pt x="33527" y="21376"/>
                  </a:cubicBezTo>
                  <a:cubicBezTo>
                    <a:pt x="33527" y="18162"/>
                    <a:pt x="33334" y="3986"/>
                    <a:pt x="30120" y="2090"/>
                  </a:cubicBezTo>
                  <a:cubicBezTo>
                    <a:pt x="26905" y="193"/>
                    <a:pt x="9901" y="0"/>
                    <a:pt x="5915" y="0"/>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1793" name="Google Shape;1793;p33"/>
            <p:cNvSpPr/>
            <p:nvPr/>
          </p:nvSpPr>
          <p:spPr>
            <a:xfrm>
              <a:off x="4835375" y="3425250"/>
              <a:ext cx="849450" cy="689525"/>
            </a:xfrm>
            <a:custGeom>
              <a:avLst/>
              <a:gdLst/>
              <a:ahLst/>
              <a:cxnLst/>
              <a:rect l="l" t="t" r="r" b="b"/>
              <a:pathLst>
                <a:path w="33978" h="27581" extrusionOk="0">
                  <a:moveTo>
                    <a:pt x="6108" y="514"/>
                  </a:moveTo>
                  <a:cubicBezTo>
                    <a:pt x="8101" y="514"/>
                    <a:pt x="13341" y="579"/>
                    <a:pt x="18484" y="868"/>
                  </a:cubicBezTo>
                  <a:cubicBezTo>
                    <a:pt x="21055" y="997"/>
                    <a:pt x="23595" y="1189"/>
                    <a:pt x="25716" y="1479"/>
                  </a:cubicBezTo>
                  <a:cubicBezTo>
                    <a:pt x="26745" y="1639"/>
                    <a:pt x="27677" y="1800"/>
                    <a:pt x="28449" y="1961"/>
                  </a:cubicBezTo>
                  <a:cubicBezTo>
                    <a:pt x="29220" y="2154"/>
                    <a:pt x="29831" y="2347"/>
                    <a:pt x="30184" y="2572"/>
                  </a:cubicBezTo>
                  <a:cubicBezTo>
                    <a:pt x="30506" y="2765"/>
                    <a:pt x="30859" y="3150"/>
                    <a:pt x="31149" y="3697"/>
                  </a:cubicBezTo>
                  <a:cubicBezTo>
                    <a:pt x="31663" y="4661"/>
                    <a:pt x="32081" y="6108"/>
                    <a:pt x="32402" y="7747"/>
                  </a:cubicBezTo>
                  <a:cubicBezTo>
                    <a:pt x="33367" y="12697"/>
                    <a:pt x="33463" y="19512"/>
                    <a:pt x="33463" y="21633"/>
                  </a:cubicBezTo>
                  <a:cubicBezTo>
                    <a:pt x="33463" y="23144"/>
                    <a:pt x="32692" y="24430"/>
                    <a:pt x="31406" y="25362"/>
                  </a:cubicBezTo>
                  <a:cubicBezTo>
                    <a:pt x="30120" y="26326"/>
                    <a:pt x="28288" y="26937"/>
                    <a:pt x="26134" y="27034"/>
                  </a:cubicBezTo>
                  <a:lnTo>
                    <a:pt x="25459" y="27034"/>
                  </a:lnTo>
                  <a:cubicBezTo>
                    <a:pt x="22791" y="27034"/>
                    <a:pt x="17230" y="26616"/>
                    <a:pt x="12151" y="26166"/>
                  </a:cubicBezTo>
                  <a:cubicBezTo>
                    <a:pt x="9580" y="25973"/>
                    <a:pt x="7169" y="25748"/>
                    <a:pt x="5272" y="25587"/>
                  </a:cubicBezTo>
                  <a:cubicBezTo>
                    <a:pt x="3376" y="25426"/>
                    <a:pt x="2026" y="25330"/>
                    <a:pt x="1576" y="25330"/>
                  </a:cubicBezTo>
                  <a:cubicBezTo>
                    <a:pt x="1447" y="25330"/>
                    <a:pt x="1351" y="25266"/>
                    <a:pt x="1222" y="25137"/>
                  </a:cubicBezTo>
                  <a:cubicBezTo>
                    <a:pt x="1029" y="24912"/>
                    <a:pt x="869" y="24462"/>
                    <a:pt x="772" y="23883"/>
                  </a:cubicBezTo>
                  <a:cubicBezTo>
                    <a:pt x="644" y="23305"/>
                    <a:pt x="579" y="22598"/>
                    <a:pt x="547" y="21794"/>
                  </a:cubicBezTo>
                  <a:cubicBezTo>
                    <a:pt x="547" y="21505"/>
                    <a:pt x="547" y="21215"/>
                    <a:pt x="547" y="20926"/>
                  </a:cubicBezTo>
                  <a:cubicBezTo>
                    <a:pt x="547" y="19319"/>
                    <a:pt x="676" y="17519"/>
                    <a:pt x="804" y="16040"/>
                  </a:cubicBezTo>
                  <a:cubicBezTo>
                    <a:pt x="933" y="14562"/>
                    <a:pt x="1062" y="13372"/>
                    <a:pt x="1094" y="12922"/>
                  </a:cubicBezTo>
                  <a:cubicBezTo>
                    <a:pt x="1190" y="11315"/>
                    <a:pt x="1287" y="8165"/>
                    <a:pt x="1962" y="5433"/>
                  </a:cubicBezTo>
                  <a:cubicBezTo>
                    <a:pt x="2315" y="4082"/>
                    <a:pt x="2797" y="2829"/>
                    <a:pt x="3472" y="1961"/>
                  </a:cubicBezTo>
                  <a:cubicBezTo>
                    <a:pt x="4147" y="1061"/>
                    <a:pt x="4983" y="547"/>
                    <a:pt x="6108" y="514"/>
                  </a:cubicBezTo>
                  <a:close/>
                  <a:moveTo>
                    <a:pt x="6108" y="0"/>
                  </a:moveTo>
                  <a:cubicBezTo>
                    <a:pt x="4822" y="0"/>
                    <a:pt x="3794" y="643"/>
                    <a:pt x="3054" y="1639"/>
                  </a:cubicBezTo>
                  <a:cubicBezTo>
                    <a:pt x="1929" y="3086"/>
                    <a:pt x="1351" y="5304"/>
                    <a:pt x="1029" y="7458"/>
                  </a:cubicBezTo>
                  <a:cubicBezTo>
                    <a:pt x="708" y="9611"/>
                    <a:pt x="611" y="11701"/>
                    <a:pt x="547" y="12890"/>
                  </a:cubicBezTo>
                  <a:cubicBezTo>
                    <a:pt x="515" y="13308"/>
                    <a:pt x="386" y="14497"/>
                    <a:pt x="258" y="15976"/>
                  </a:cubicBezTo>
                  <a:cubicBezTo>
                    <a:pt x="129" y="17487"/>
                    <a:pt x="1" y="19287"/>
                    <a:pt x="1" y="20926"/>
                  </a:cubicBezTo>
                  <a:cubicBezTo>
                    <a:pt x="1" y="21215"/>
                    <a:pt x="1" y="21537"/>
                    <a:pt x="33" y="21826"/>
                  </a:cubicBezTo>
                  <a:cubicBezTo>
                    <a:pt x="65" y="22887"/>
                    <a:pt x="161" y="23851"/>
                    <a:pt x="386" y="24558"/>
                  </a:cubicBezTo>
                  <a:cubicBezTo>
                    <a:pt x="483" y="24944"/>
                    <a:pt x="611" y="25234"/>
                    <a:pt x="804" y="25459"/>
                  </a:cubicBezTo>
                  <a:cubicBezTo>
                    <a:pt x="997" y="25716"/>
                    <a:pt x="1287" y="25844"/>
                    <a:pt x="1576" y="25844"/>
                  </a:cubicBezTo>
                  <a:cubicBezTo>
                    <a:pt x="1962" y="25844"/>
                    <a:pt x="3344" y="25973"/>
                    <a:pt x="5208" y="26134"/>
                  </a:cubicBezTo>
                  <a:cubicBezTo>
                    <a:pt x="10898" y="26616"/>
                    <a:pt x="21409" y="27580"/>
                    <a:pt x="25459" y="27580"/>
                  </a:cubicBezTo>
                  <a:cubicBezTo>
                    <a:pt x="25716" y="27580"/>
                    <a:pt x="25941" y="27580"/>
                    <a:pt x="26166" y="27548"/>
                  </a:cubicBezTo>
                  <a:cubicBezTo>
                    <a:pt x="28384" y="27452"/>
                    <a:pt x="30313" y="26841"/>
                    <a:pt x="31727" y="25812"/>
                  </a:cubicBezTo>
                  <a:cubicBezTo>
                    <a:pt x="33142" y="24784"/>
                    <a:pt x="33977" y="23305"/>
                    <a:pt x="33977" y="21633"/>
                  </a:cubicBezTo>
                  <a:cubicBezTo>
                    <a:pt x="33977" y="19994"/>
                    <a:pt x="33945" y="15654"/>
                    <a:pt x="33495" y="11444"/>
                  </a:cubicBezTo>
                  <a:cubicBezTo>
                    <a:pt x="33270" y="9354"/>
                    <a:pt x="32949" y="7297"/>
                    <a:pt x="32467" y="5625"/>
                  </a:cubicBezTo>
                  <a:cubicBezTo>
                    <a:pt x="32209" y="4790"/>
                    <a:pt x="31952" y="4050"/>
                    <a:pt x="31631" y="3440"/>
                  </a:cubicBezTo>
                  <a:cubicBezTo>
                    <a:pt x="31309" y="2861"/>
                    <a:pt x="30924" y="2379"/>
                    <a:pt x="30441" y="2122"/>
                  </a:cubicBezTo>
                  <a:cubicBezTo>
                    <a:pt x="29991" y="1864"/>
                    <a:pt x="29381" y="1639"/>
                    <a:pt x="28577" y="1447"/>
                  </a:cubicBezTo>
                  <a:cubicBezTo>
                    <a:pt x="25813" y="804"/>
                    <a:pt x="21087" y="418"/>
                    <a:pt x="16587" y="225"/>
                  </a:cubicBezTo>
                  <a:cubicBezTo>
                    <a:pt x="12087" y="32"/>
                    <a:pt x="7876" y="0"/>
                    <a:pt x="6108"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94" name="Google Shape;1794;p33"/>
            <p:cNvSpPr/>
            <p:nvPr/>
          </p:nvSpPr>
          <p:spPr>
            <a:xfrm>
              <a:off x="4808050" y="3370700"/>
              <a:ext cx="836600" cy="657375"/>
            </a:xfrm>
            <a:custGeom>
              <a:avLst/>
              <a:gdLst/>
              <a:ahLst/>
              <a:cxnLst/>
              <a:rect l="l" t="t" r="r" b="b"/>
              <a:pathLst>
                <a:path w="33464" h="26295" extrusionOk="0">
                  <a:moveTo>
                    <a:pt x="26653" y="0"/>
                  </a:moveTo>
                  <a:cubicBezTo>
                    <a:pt x="23914" y="0"/>
                    <a:pt x="21166" y="1011"/>
                    <a:pt x="20155" y="2021"/>
                  </a:cubicBezTo>
                  <a:cubicBezTo>
                    <a:pt x="17905" y="4271"/>
                    <a:pt x="16941" y="7582"/>
                    <a:pt x="14080" y="11600"/>
                  </a:cubicBezTo>
                  <a:cubicBezTo>
                    <a:pt x="11251" y="15618"/>
                    <a:pt x="1" y="23622"/>
                    <a:pt x="1" y="23622"/>
                  </a:cubicBezTo>
                  <a:cubicBezTo>
                    <a:pt x="1" y="23622"/>
                    <a:pt x="10962" y="25390"/>
                    <a:pt x="15944" y="26065"/>
                  </a:cubicBezTo>
                  <a:cubicBezTo>
                    <a:pt x="17045" y="26222"/>
                    <a:pt x="18070" y="26295"/>
                    <a:pt x="19032" y="26295"/>
                  </a:cubicBezTo>
                  <a:cubicBezTo>
                    <a:pt x="22426" y="26295"/>
                    <a:pt x="25034" y="25386"/>
                    <a:pt x="27388" y="24008"/>
                  </a:cubicBezTo>
                  <a:cubicBezTo>
                    <a:pt x="30442" y="22272"/>
                    <a:pt x="31888" y="16294"/>
                    <a:pt x="31888" y="13272"/>
                  </a:cubicBezTo>
                  <a:cubicBezTo>
                    <a:pt x="31888" y="10218"/>
                    <a:pt x="33463" y="6425"/>
                    <a:pt x="33463" y="6425"/>
                  </a:cubicBezTo>
                  <a:cubicBezTo>
                    <a:pt x="33357" y="1520"/>
                    <a:pt x="30012" y="0"/>
                    <a:pt x="2665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95" name="Google Shape;1795;p33"/>
            <p:cNvSpPr/>
            <p:nvPr/>
          </p:nvSpPr>
          <p:spPr>
            <a:xfrm>
              <a:off x="4800825" y="3363350"/>
              <a:ext cx="850250" cy="671050"/>
            </a:xfrm>
            <a:custGeom>
              <a:avLst/>
              <a:gdLst/>
              <a:ahLst/>
              <a:cxnLst/>
              <a:rect l="l" t="t" r="r" b="b"/>
              <a:pathLst>
                <a:path w="34010" h="26842" extrusionOk="0">
                  <a:moveTo>
                    <a:pt x="26938" y="547"/>
                  </a:moveTo>
                  <a:cubicBezTo>
                    <a:pt x="28577" y="547"/>
                    <a:pt x="30184" y="933"/>
                    <a:pt x="31406" y="1865"/>
                  </a:cubicBezTo>
                  <a:cubicBezTo>
                    <a:pt x="32576" y="2783"/>
                    <a:pt x="33404" y="4260"/>
                    <a:pt x="33491" y="6605"/>
                  </a:cubicBezTo>
                  <a:lnTo>
                    <a:pt x="33491" y="6605"/>
                  </a:lnTo>
                  <a:cubicBezTo>
                    <a:pt x="33451" y="6730"/>
                    <a:pt x="33087" y="7632"/>
                    <a:pt x="32724" y="8905"/>
                  </a:cubicBezTo>
                  <a:cubicBezTo>
                    <a:pt x="32306" y="10255"/>
                    <a:pt x="31920" y="11991"/>
                    <a:pt x="31920" y="13566"/>
                  </a:cubicBezTo>
                  <a:cubicBezTo>
                    <a:pt x="31920" y="15012"/>
                    <a:pt x="31566" y="17263"/>
                    <a:pt x="30827" y="19320"/>
                  </a:cubicBezTo>
                  <a:cubicBezTo>
                    <a:pt x="30088" y="21377"/>
                    <a:pt x="28963" y="23274"/>
                    <a:pt x="27548" y="24077"/>
                  </a:cubicBezTo>
                  <a:cubicBezTo>
                    <a:pt x="25202" y="25427"/>
                    <a:pt x="22662" y="26327"/>
                    <a:pt x="19287" y="26327"/>
                  </a:cubicBezTo>
                  <a:cubicBezTo>
                    <a:pt x="18355" y="26327"/>
                    <a:pt x="17358" y="26263"/>
                    <a:pt x="16266" y="26102"/>
                  </a:cubicBezTo>
                  <a:cubicBezTo>
                    <a:pt x="13790" y="25749"/>
                    <a:pt x="9805" y="25138"/>
                    <a:pt x="6429" y="24624"/>
                  </a:cubicBezTo>
                  <a:cubicBezTo>
                    <a:pt x="4758" y="24367"/>
                    <a:pt x="3215" y="24109"/>
                    <a:pt x="2122" y="23949"/>
                  </a:cubicBezTo>
                  <a:cubicBezTo>
                    <a:pt x="1667" y="23868"/>
                    <a:pt x="1278" y="23805"/>
                    <a:pt x="980" y="23758"/>
                  </a:cubicBezTo>
                  <a:lnTo>
                    <a:pt x="980" y="23758"/>
                  </a:lnTo>
                  <a:cubicBezTo>
                    <a:pt x="1943" y="23056"/>
                    <a:pt x="4098" y="21464"/>
                    <a:pt x="6429" y="19609"/>
                  </a:cubicBezTo>
                  <a:cubicBezTo>
                    <a:pt x="8037" y="18355"/>
                    <a:pt x="9708" y="16973"/>
                    <a:pt x="11155" y="15655"/>
                  </a:cubicBezTo>
                  <a:cubicBezTo>
                    <a:pt x="12633" y="14337"/>
                    <a:pt x="13855" y="13084"/>
                    <a:pt x="14594" y="12055"/>
                  </a:cubicBezTo>
                  <a:cubicBezTo>
                    <a:pt x="16041" y="10030"/>
                    <a:pt x="16973" y="8166"/>
                    <a:pt x="17873" y="6558"/>
                  </a:cubicBezTo>
                  <a:cubicBezTo>
                    <a:pt x="18741" y="4951"/>
                    <a:pt x="19544" y="3569"/>
                    <a:pt x="20637" y="2476"/>
                  </a:cubicBezTo>
                  <a:cubicBezTo>
                    <a:pt x="21087" y="2026"/>
                    <a:pt x="21987" y="1544"/>
                    <a:pt x="23112" y="1158"/>
                  </a:cubicBezTo>
                  <a:cubicBezTo>
                    <a:pt x="24270" y="805"/>
                    <a:pt x="25620" y="547"/>
                    <a:pt x="26938" y="547"/>
                  </a:cubicBezTo>
                  <a:close/>
                  <a:moveTo>
                    <a:pt x="26938" y="1"/>
                  </a:moveTo>
                  <a:cubicBezTo>
                    <a:pt x="25523" y="1"/>
                    <a:pt x="24141" y="258"/>
                    <a:pt x="22952" y="644"/>
                  </a:cubicBezTo>
                  <a:cubicBezTo>
                    <a:pt x="21794" y="1062"/>
                    <a:pt x="20830" y="1544"/>
                    <a:pt x="20251" y="2123"/>
                  </a:cubicBezTo>
                  <a:cubicBezTo>
                    <a:pt x="19094" y="3280"/>
                    <a:pt x="18291" y="4694"/>
                    <a:pt x="17391" y="6301"/>
                  </a:cubicBezTo>
                  <a:cubicBezTo>
                    <a:pt x="16523" y="7941"/>
                    <a:pt x="15558" y="9741"/>
                    <a:pt x="14176" y="11734"/>
                  </a:cubicBezTo>
                  <a:cubicBezTo>
                    <a:pt x="13469" y="12698"/>
                    <a:pt x="12248" y="13952"/>
                    <a:pt x="10801" y="15270"/>
                  </a:cubicBezTo>
                  <a:cubicBezTo>
                    <a:pt x="8647" y="17230"/>
                    <a:pt x="5947" y="19352"/>
                    <a:pt x="3826" y="20959"/>
                  </a:cubicBezTo>
                  <a:cubicBezTo>
                    <a:pt x="2765" y="21763"/>
                    <a:pt x="1865" y="22470"/>
                    <a:pt x="1190" y="22952"/>
                  </a:cubicBezTo>
                  <a:cubicBezTo>
                    <a:pt x="547" y="23434"/>
                    <a:pt x="129" y="23691"/>
                    <a:pt x="129" y="23691"/>
                  </a:cubicBezTo>
                  <a:cubicBezTo>
                    <a:pt x="33" y="23756"/>
                    <a:pt x="1" y="23884"/>
                    <a:pt x="33" y="23981"/>
                  </a:cubicBezTo>
                  <a:cubicBezTo>
                    <a:pt x="65" y="24077"/>
                    <a:pt x="129" y="24174"/>
                    <a:pt x="258" y="24174"/>
                  </a:cubicBezTo>
                  <a:cubicBezTo>
                    <a:pt x="258" y="24174"/>
                    <a:pt x="11219" y="25942"/>
                    <a:pt x="16201" y="26649"/>
                  </a:cubicBezTo>
                  <a:cubicBezTo>
                    <a:pt x="17294" y="26777"/>
                    <a:pt x="18323" y="26842"/>
                    <a:pt x="19287" y="26842"/>
                  </a:cubicBezTo>
                  <a:cubicBezTo>
                    <a:pt x="22759" y="26842"/>
                    <a:pt x="25427" y="25942"/>
                    <a:pt x="27805" y="24559"/>
                  </a:cubicBezTo>
                  <a:cubicBezTo>
                    <a:pt x="29445" y="23595"/>
                    <a:pt x="30570" y="21634"/>
                    <a:pt x="31309" y="19513"/>
                  </a:cubicBezTo>
                  <a:cubicBezTo>
                    <a:pt x="32081" y="17391"/>
                    <a:pt x="32466" y="15109"/>
                    <a:pt x="32466" y="13566"/>
                  </a:cubicBezTo>
                  <a:cubicBezTo>
                    <a:pt x="32466" y="12087"/>
                    <a:pt x="32852" y="10384"/>
                    <a:pt x="33238" y="9066"/>
                  </a:cubicBezTo>
                  <a:cubicBezTo>
                    <a:pt x="33431" y="8391"/>
                    <a:pt x="33624" y="7844"/>
                    <a:pt x="33752" y="7426"/>
                  </a:cubicBezTo>
                  <a:cubicBezTo>
                    <a:pt x="33816" y="7233"/>
                    <a:pt x="33881" y="7073"/>
                    <a:pt x="33945" y="6976"/>
                  </a:cubicBezTo>
                  <a:cubicBezTo>
                    <a:pt x="33977" y="6848"/>
                    <a:pt x="34009" y="6816"/>
                    <a:pt x="34009" y="6816"/>
                  </a:cubicBezTo>
                  <a:lnTo>
                    <a:pt x="34009" y="6687"/>
                  </a:lnTo>
                  <a:cubicBezTo>
                    <a:pt x="33977" y="4180"/>
                    <a:pt x="33077" y="2476"/>
                    <a:pt x="31727" y="1447"/>
                  </a:cubicBezTo>
                  <a:cubicBezTo>
                    <a:pt x="30377" y="387"/>
                    <a:pt x="28673" y="1"/>
                    <a:pt x="26938"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96" name="Google Shape;1796;p33"/>
            <p:cNvSpPr/>
            <p:nvPr/>
          </p:nvSpPr>
          <p:spPr>
            <a:xfrm>
              <a:off x="2458300" y="1966675"/>
              <a:ext cx="3007125" cy="2323275"/>
            </a:xfrm>
            <a:custGeom>
              <a:avLst/>
              <a:gdLst/>
              <a:ahLst/>
              <a:cxnLst/>
              <a:rect l="l" t="t" r="r" b="b"/>
              <a:pathLst>
                <a:path w="120285" h="92931" extrusionOk="0">
                  <a:moveTo>
                    <a:pt x="60143" y="1"/>
                  </a:moveTo>
                  <a:cubicBezTo>
                    <a:pt x="26906" y="1"/>
                    <a:pt x="1" y="20798"/>
                    <a:pt x="1" y="46482"/>
                  </a:cubicBezTo>
                  <a:cubicBezTo>
                    <a:pt x="1" y="72133"/>
                    <a:pt x="26906" y="92931"/>
                    <a:pt x="60143" y="92931"/>
                  </a:cubicBezTo>
                  <a:cubicBezTo>
                    <a:pt x="93348" y="92931"/>
                    <a:pt x="120285" y="72133"/>
                    <a:pt x="120285" y="46482"/>
                  </a:cubicBezTo>
                  <a:cubicBezTo>
                    <a:pt x="120285" y="20798"/>
                    <a:pt x="93348" y="1"/>
                    <a:pt x="6014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97" name="Google Shape;1797;p33"/>
            <p:cNvSpPr/>
            <p:nvPr/>
          </p:nvSpPr>
          <p:spPr>
            <a:xfrm>
              <a:off x="2451875" y="1960250"/>
              <a:ext cx="3020000" cy="2336925"/>
            </a:xfrm>
            <a:custGeom>
              <a:avLst/>
              <a:gdLst/>
              <a:ahLst/>
              <a:cxnLst/>
              <a:rect l="l" t="t" r="r" b="b"/>
              <a:pathLst>
                <a:path w="120800" h="93477" extrusionOk="0">
                  <a:moveTo>
                    <a:pt x="60400" y="515"/>
                  </a:moveTo>
                  <a:cubicBezTo>
                    <a:pt x="76954" y="515"/>
                    <a:pt x="91933" y="5722"/>
                    <a:pt x="102734" y="14080"/>
                  </a:cubicBezTo>
                  <a:cubicBezTo>
                    <a:pt x="113567" y="22438"/>
                    <a:pt x="120253" y="33977"/>
                    <a:pt x="120253" y="46739"/>
                  </a:cubicBezTo>
                  <a:cubicBezTo>
                    <a:pt x="120253" y="59468"/>
                    <a:pt x="113567" y="71008"/>
                    <a:pt x="102734" y="79365"/>
                  </a:cubicBezTo>
                  <a:cubicBezTo>
                    <a:pt x="91933" y="87755"/>
                    <a:pt x="76954" y="92930"/>
                    <a:pt x="60400" y="92930"/>
                  </a:cubicBezTo>
                  <a:cubicBezTo>
                    <a:pt x="43845" y="92930"/>
                    <a:pt x="28866" y="87755"/>
                    <a:pt x="18033" y="79365"/>
                  </a:cubicBezTo>
                  <a:cubicBezTo>
                    <a:pt x="7201" y="71008"/>
                    <a:pt x="515" y="59468"/>
                    <a:pt x="515" y="46739"/>
                  </a:cubicBezTo>
                  <a:cubicBezTo>
                    <a:pt x="515" y="33977"/>
                    <a:pt x="7201" y="22438"/>
                    <a:pt x="18033" y="14080"/>
                  </a:cubicBezTo>
                  <a:cubicBezTo>
                    <a:pt x="28866" y="5722"/>
                    <a:pt x="43845" y="515"/>
                    <a:pt x="60400" y="515"/>
                  </a:cubicBezTo>
                  <a:close/>
                  <a:moveTo>
                    <a:pt x="60400" y="1"/>
                  </a:moveTo>
                  <a:cubicBezTo>
                    <a:pt x="43717" y="1"/>
                    <a:pt x="28641" y="5208"/>
                    <a:pt x="17712" y="13662"/>
                  </a:cubicBezTo>
                  <a:cubicBezTo>
                    <a:pt x="6783" y="22116"/>
                    <a:pt x="1" y="33785"/>
                    <a:pt x="1" y="46739"/>
                  </a:cubicBezTo>
                  <a:cubicBezTo>
                    <a:pt x="1" y="59661"/>
                    <a:pt x="6783" y="71361"/>
                    <a:pt x="17712" y="79815"/>
                  </a:cubicBezTo>
                  <a:cubicBezTo>
                    <a:pt x="28641" y="88269"/>
                    <a:pt x="43717" y="93477"/>
                    <a:pt x="60400" y="93477"/>
                  </a:cubicBezTo>
                  <a:cubicBezTo>
                    <a:pt x="77051" y="93477"/>
                    <a:pt x="92126" y="88269"/>
                    <a:pt x="103088" y="79815"/>
                  </a:cubicBezTo>
                  <a:cubicBezTo>
                    <a:pt x="114017" y="71361"/>
                    <a:pt x="120799" y="59661"/>
                    <a:pt x="120799" y="46739"/>
                  </a:cubicBezTo>
                  <a:cubicBezTo>
                    <a:pt x="120799" y="33785"/>
                    <a:pt x="114017" y="22116"/>
                    <a:pt x="103088" y="13662"/>
                  </a:cubicBezTo>
                  <a:cubicBezTo>
                    <a:pt x="92126" y="5208"/>
                    <a:pt x="77051" y="1"/>
                    <a:pt x="60400"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798" name="Google Shape;1798;p33"/>
            <p:cNvSpPr/>
            <p:nvPr/>
          </p:nvSpPr>
          <p:spPr>
            <a:xfrm>
              <a:off x="2458300" y="1932125"/>
              <a:ext cx="3007125" cy="2323275"/>
            </a:xfrm>
            <a:custGeom>
              <a:avLst/>
              <a:gdLst/>
              <a:ahLst/>
              <a:cxnLst/>
              <a:rect l="l" t="t" r="r" b="b"/>
              <a:pathLst>
                <a:path w="120285" h="92931" extrusionOk="0">
                  <a:moveTo>
                    <a:pt x="60143" y="1"/>
                  </a:moveTo>
                  <a:cubicBezTo>
                    <a:pt x="26906" y="1"/>
                    <a:pt x="1" y="20798"/>
                    <a:pt x="1" y="46449"/>
                  </a:cubicBezTo>
                  <a:cubicBezTo>
                    <a:pt x="1" y="72133"/>
                    <a:pt x="26906" y="92930"/>
                    <a:pt x="60143" y="92930"/>
                  </a:cubicBezTo>
                  <a:cubicBezTo>
                    <a:pt x="93348" y="92930"/>
                    <a:pt x="120285" y="72133"/>
                    <a:pt x="120285" y="46449"/>
                  </a:cubicBezTo>
                  <a:cubicBezTo>
                    <a:pt x="120285" y="20798"/>
                    <a:pt x="93348" y="1"/>
                    <a:pt x="60143" y="1"/>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1799" name="Google Shape;1799;p33"/>
            <p:cNvSpPr/>
            <p:nvPr/>
          </p:nvSpPr>
          <p:spPr>
            <a:xfrm>
              <a:off x="2451875" y="1924900"/>
              <a:ext cx="3020000" cy="2337725"/>
            </a:xfrm>
            <a:custGeom>
              <a:avLst/>
              <a:gdLst/>
              <a:ahLst/>
              <a:cxnLst/>
              <a:rect l="l" t="t" r="r" b="b"/>
              <a:pathLst>
                <a:path w="120800" h="93509" extrusionOk="0">
                  <a:moveTo>
                    <a:pt x="60400" y="547"/>
                  </a:moveTo>
                  <a:cubicBezTo>
                    <a:pt x="76954" y="547"/>
                    <a:pt x="91933" y="5722"/>
                    <a:pt x="102734" y="14112"/>
                  </a:cubicBezTo>
                  <a:cubicBezTo>
                    <a:pt x="113567" y="22469"/>
                    <a:pt x="120253" y="34009"/>
                    <a:pt x="120253" y="46738"/>
                  </a:cubicBezTo>
                  <a:cubicBezTo>
                    <a:pt x="120253" y="59500"/>
                    <a:pt x="113567" y="71040"/>
                    <a:pt x="102734" y="79397"/>
                  </a:cubicBezTo>
                  <a:cubicBezTo>
                    <a:pt x="91933" y="87787"/>
                    <a:pt x="76954" y="92962"/>
                    <a:pt x="60400" y="92962"/>
                  </a:cubicBezTo>
                  <a:cubicBezTo>
                    <a:pt x="43845" y="92962"/>
                    <a:pt x="28866" y="87787"/>
                    <a:pt x="18033" y="79397"/>
                  </a:cubicBezTo>
                  <a:cubicBezTo>
                    <a:pt x="7201" y="71040"/>
                    <a:pt x="515" y="59500"/>
                    <a:pt x="515" y="46738"/>
                  </a:cubicBezTo>
                  <a:cubicBezTo>
                    <a:pt x="515" y="34009"/>
                    <a:pt x="7201" y="22469"/>
                    <a:pt x="18033" y="14112"/>
                  </a:cubicBezTo>
                  <a:cubicBezTo>
                    <a:pt x="28866" y="5722"/>
                    <a:pt x="43845" y="547"/>
                    <a:pt x="60400" y="547"/>
                  </a:cubicBezTo>
                  <a:close/>
                  <a:moveTo>
                    <a:pt x="60400" y="0"/>
                  </a:moveTo>
                  <a:cubicBezTo>
                    <a:pt x="43717" y="0"/>
                    <a:pt x="28641" y="5240"/>
                    <a:pt x="17712" y="13662"/>
                  </a:cubicBezTo>
                  <a:cubicBezTo>
                    <a:pt x="6783" y="22116"/>
                    <a:pt x="1" y="33816"/>
                    <a:pt x="1" y="46738"/>
                  </a:cubicBezTo>
                  <a:cubicBezTo>
                    <a:pt x="1" y="59693"/>
                    <a:pt x="6783" y="71393"/>
                    <a:pt x="17712" y="79815"/>
                  </a:cubicBezTo>
                  <a:cubicBezTo>
                    <a:pt x="28641" y="88269"/>
                    <a:pt x="43717" y="93509"/>
                    <a:pt x="60400" y="93509"/>
                  </a:cubicBezTo>
                  <a:cubicBezTo>
                    <a:pt x="77051" y="93509"/>
                    <a:pt x="92126" y="88269"/>
                    <a:pt x="103088" y="79815"/>
                  </a:cubicBezTo>
                  <a:cubicBezTo>
                    <a:pt x="114017" y="71393"/>
                    <a:pt x="120799" y="59693"/>
                    <a:pt x="120799" y="46738"/>
                  </a:cubicBezTo>
                  <a:cubicBezTo>
                    <a:pt x="120799" y="33816"/>
                    <a:pt x="114017" y="22116"/>
                    <a:pt x="103088" y="13662"/>
                  </a:cubicBezTo>
                  <a:cubicBezTo>
                    <a:pt x="92126" y="5240"/>
                    <a:pt x="77051" y="0"/>
                    <a:pt x="60400"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00" name="Google Shape;1800;p33"/>
            <p:cNvSpPr/>
            <p:nvPr/>
          </p:nvSpPr>
          <p:spPr>
            <a:xfrm>
              <a:off x="4364475" y="2379750"/>
              <a:ext cx="532800" cy="452450"/>
            </a:xfrm>
            <a:custGeom>
              <a:avLst/>
              <a:gdLst/>
              <a:ahLst/>
              <a:cxnLst/>
              <a:rect l="l" t="t" r="r" b="b"/>
              <a:pathLst>
                <a:path w="21312" h="18098" extrusionOk="0">
                  <a:moveTo>
                    <a:pt x="13694" y="0"/>
                  </a:moveTo>
                  <a:lnTo>
                    <a:pt x="0" y="8647"/>
                  </a:lnTo>
                  <a:lnTo>
                    <a:pt x="7811" y="18097"/>
                  </a:lnTo>
                  <a:lnTo>
                    <a:pt x="21312" y="8390"/>
                  </a:lnTo>
                  <a:lnTo>
                    <a:pt x="13694" y="0"/>
                  </a:ln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01" name="Google Shape;1801;p33"/>
            <p:cNvSpPr/>
            <p:nvPr/>
          </p:nvSpPr>
          <p:spPr>
            <a:xfrm>
              <a:off x="4358025" y="2373275"/>
              <a:ext cx="546500" cy="465200"/>
            </a:xfrm>
            <a:custGeom>
              <a:avLst/>
              <a:gdLst/>
              <a:ahLst/>
              <a:cxnLst/>
              <a:rect l="l" t="t" r="r" b="b"/>
              <a:pathLst>
                <a:path w="21860" h="18608" extrusionOk="0">
                  <a:moveTo>
                    <a:pt x="13913" y="622"/>
                  </a:moveTo>
                  <a:lnTo>
                    <a:pt x="21184" y="8617"/>
                  </a:lnTo>
                  <a:lnTo>
                    <a:pt x="8101" y="17971"/>
                  </a:lnTo>
                  <a:lnTo>
                    <a:pt x="676" y="8970"/>
                  </a:lnTo>
                  <a:lnTo>
                    <a:pt x="13913" y="622"/>
                  </a:lnTo>
                  <a:close/>
                  <a:moveTo>
                    <a:pt x="13926" y="1"/>
                  </a:moveTo>
                  <a:cubicBezTo>
                    <a:pt x="13882" y="1"/>
                    <a:pt x="13836" y="11"/>
                    <a:pt x="13791" y="34"/>
                  </a:cubicBezTo>
                  <a:lnTo>
                    <a:pt x="130" y="8681"/>
                  </a:lnTo>
                  <a:cubicBezTo>
                    <a:pt x="65" y="8713"/>
                    <a:pt x="1" y="8777"/>
                    <a:pt x="1" y="8842"/>
                  </a:cubicBezTo>
                  <a:cubicBezTo>
                    <a:pt x="1" y="8938"/>
                    <a:pt x="1" y="9002"/>
                    <a:pt x="65" y="9067"/>
                  </a:cubicBezTo>
                  <a:lnTo>
                    <a:pt x="7844" y="18517"/>
                  </a:lnTo>
                  <a:cubicBezTo>
                    <a:pt x="7900" y="18573"/>
                    <a:pt x="7978" y="18608"/>
                    <a:pt x="8059" y="18608"/>
                  </a:cubicBezTo>
                  <a:cubicBezTo>
                    <a:pt x="8117" y="18608"/>
                    <a:pt x="8176" y="18590"/>
                    <a:pt x="8230" y="18549"/>
                  </a:cubicBezTo>
                  <a:lnTo>
                    <a:pt x="21731" y="8874"/>
                  </a:lnTo>
                  <a:cubicBezTo>
                    <a:pt x="21795" y="8810"/>
                    <a:pt x="21827" y="8745"/>
                    <a:pt x="21827" y="8681"/>
                  </a:cubicBezTo>
                  <a:cubicBezTo>
                    <a:pt x="21859" y="8585"/>
                    <a:pt x="21827" y="8520"/>
                    <a:pt x="21763" y="8456"/>
                  </a:cubicBezTo>
                  <a:lnTo>
                    <a:pt x="14145" y="98"/>
                  </a:lnTo>
                  <a:cubicBezTo>
                    <a:pt x="14082" y="36"/>
                    <a:pt x="14007" y="1"/>
                    <a:pt x="13926"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02" name="Google Shape;1802;p33"/>
            <p:cNvSpPr/>
            <p:nvPr/>
          </p:nvSpPr>
          <p:spPr>
            <a:xfrm>
              <a:off x="3363175" y="2398225"/>
              <a:ext cx="597100" cy="499075"/>
            </a:xfrm>
            <a:custGeom>
              <a:avLst/>
              <a:gdLst/>
              <a:ahLst/>
              <a:cxnLst/>
              <a:rect l="l" t="t" r="r" b="b"/>
              <a:pathLst>
                <a:path w="23884" h="19963" extrusionOk="0">
                  <a:moveTo>
                    <a:pt x="12472" y="0"/>
                  </a:moveTo>
                  <a:lnTo>
                    <a:pt x="0" y="6429"/>
                  </a:lnTo>
                  <a:lnTo>
                    <a:pt x="11058" y="19962"/>
                  </a:lnTo>
                  <a:lnTo>
                    <a:pt x="23884" y="11412"/>
                  </a:lnTo>
                  <a:lnTo>
                    <a:pt x="12472" y="0"/>
                  </a:ln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03" name="Google Shape;1803;p33"/>
            <p:cNvSpPr/>
            <p:nvPr/>
          </p:nvSpPr>
          <p:spPr>
            <a:xfrm>
              <a:off x="3355925" y="2391725"/>
              <a:ext cx="611575" cy="512250"/>
            </a:xfrm>
            <a:custGeom>
              <a:avLst/>
              <a:gdLst/>
              <a:ahLst/>
              <a:cxnLst/>
              <a:rect l="l" t="t" r="r" b="b"/>
              <a:pathLst>
                <a:path w="24463" h="20490" extrusionOk="0">
                  <a:moveTo>
                    <a:pt x="12700" y="584"/>
                  </a:moveTo>
                  <a:lnTo>
                    <a:pt x="23756" y="11640"/>
                  </a:lnTo>
                  <a:lnTo>
                    <a:pt x="11380" y="19869"/>
                  </a:lnTo>
                  <a:lnTo>
                    <a:pt x="708" y="6754"/>
                  </a:lnTo>
                  <a:lnTo>
                    <a:pt x="12700" y="584"/>
                  </a:lnTo>
                  <a:close/>
                  <a:moveTo>
                    <a:pt x="12755" y="0"/>
                  </a:moveTo>
                  <a:cubicBezTo>
                    <a:pt x="12712" y="0"/>
                    <a:pt x="12671" y="11"/>
                    <a:pt x="12634" y="35"/>
                  </a:cubicBezTo>
                  <a:lnTo>
                    <a:pt x="162" y="6432"/>
                  </a:lnTo>
                  <a:cubicBezTo>
                    <a:pt x="97" y="6464"/>
                    <a:pt x="33" y="6529"/>
                    <a:pt x="33" y="6625"/>
                  </a:cubicBezTo>
                  <a:cubicBezTo>
                    <a:pt x="1" y="6689"/>
                    <a:pt x="33" y="6786"/>
                    <a:pt x="65" y="6850"/>
                  </a:cubicBezTo>
                  <a:lnTo>
                    <a:pt x="11123" y="20383"/>
                  </a:lnTo>
                  <a:cubicBezTo>
                    <a:pt x="11179" y="20458"/>
                    <a:pt x="11258" y="20489"/>
                    <a:pt x="11333" y="20489"/>
                  </a:cubicBezTo>
                  <a:cubicBezTo>
                    <a:pt x="11386" y="20489"/>
                    <a:pt x="11437" y="20474"/>
                    <a:pt x="11476" y="20447"/>
                  </a:cubicBezTo>
                  <a:lnTo>
                    <a:pt x="24334" y="11897"/>
                  </a:lnTo>
                  <a:cubicBezTo>
                    <a:pt x="24399" y="11832"/>
                    <a:pt x="24431" y="11768"/>
                    <a:pt x="24431" y="11704"/>
                  </a:cubicBezTo>
                  <a:cubicBezTo>
                    <a:pt x="24463" y="11607"/>
                    <a:pt x="24431" y="11543"/>
                    <a:pt x="24366" y="11479"/>
                  </a:cubicBezTo>
                  <a:lnTo>
                    <a:pt x="12955" y="68"/>
                  </a:lnTo>
                  <a:cubicBezTo>
                    <a:pt x="12896" y="28"/>
                    <a:pt x="12824" y="0"/>
                    <a:pt x="12755"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04" name="Google Shape;1804;p33"/>
            <p:cNvSpPr/>
            <p:nvPr/>
          </p:nvSpPr>
          <p:spPr>
            <a:xfrm>
              <a:off x="3836500" y="2737350"/>
              <a:ext cx="597100" cy="499075"/>
            </a:xfrm>
            <a:custGeom>
              <a:avLst/>
              <a:gdLst/>
              <a:ahLst/>
              <a:cxnLst/>
              <a:rect l="l" t="t" r="r" b="b"/>
              <a:pathLst>
                <a:path w="23884" h="19963" extrusionOk="0">
                  <a:moveTo>
                    <a:pt x="12472" y="0"/>
                  </a:moveTo>
                  <a:lnTo>
                    <a:pt x="0" y="6429"/>
                  </a:lnTo>
                  <a:lnTo>
                    <a:pt x="11058" y="19962"/>
                  </a:lnTo>
                  <a:lnTo>
                    <a:pt x="23884" y="11412"/>
                  </a:lnTo>
                  <a:lnTo>
                    <a:pt x="12472" y="0"/>
                  </a:ln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05" name="Google Shape;1805;p33"/>
            <p:cNvSpPr/>
            <p:nvPr/>
          </p:nvSpPr>
          <p:spPr>
            <a:xfrm>
              <a:off x="3829250" y="2730850"/>
              <a:ext cx="610775" cy="512650"/>
            </a:xfrm>
            <a:custGeom>
              <a:avLst/>
              <a:gdLst/>
              <a:ahLst/>
              <a:cxnLst/>
              <a:rect l="l" t="t" r="r" b="b"/>
              <a:pathLst>
                <a:path w="24431" h="20506" extrusionOk="0">
                  <a:moveTo>
                    <a:pt x="12721" y="605"/>
                  </a:moveTo>
                  <a:lnTo>
                    <a:pt x="23756" y="11640"/>
                  </a:lnTo>
                  <a:lnTo>
                    <a:pt x="11380" y="19869"/>
                  </a:lnTo>
                  <a:lnTo>
                    <a:pt x="708" y="6786"/>
                  </a:lnTo>
                  <a:lnTo>
                    <a:pt x="12721" y="605"/>
                  </a:lnTo>
                  <a:close/>
                  <a:moveTo>
                    <a:pt x="12755" y="0"/>
                  </a:moveTo>
                  <a:cubicBezTo>
                    <a:pt x="12712" y="0"/>
                    <a:pt x="12671" y="11"/>
                    <a:pt x="12634" y="35"/>
                  </a:cubicBezTo>
                  <a:lnTo>
                    <a:pt x="162" y="6432"/>
                  </a:lnTo>
                  <a:cubicBezTo>
                    <a:pt x="97" y="6496"/>
                    <a:pt x="33" y="6561"/>
                    <a:pt x="33" y="6625"/>
                  </a:cubicBezTo>
                  <a:cubicBezTo>
                    <a:pt x="1" y="6721"/>
                    <a:pt x="33" y="6786"/>
                    <a:pt x="65" y="6850"/>
                  </a:cubicBezTo>
                  <a:lnTo>
                    <a:pt x="11123" y="20415"/>
                  </a:lnTo>
                  <a:cubicBezTo>
                    <a:pt x="11179" y="20471"/>
                    <a:pt x="11257" y="20505"/>
                    <a:pt x="11331" y="20505"/>
                  </a:cubicBezTo>
                  <a:cubicBezTo>
                    <a:pt x="11384" y="20505"/>
                    <a:pt x="11436" y="20488"/>
                    <a:pt x="11477" y="20447"/>
                  </a:cubicBezTo>
                  <a:lnTo>
                    <a:pt x="24334" y="11897"/>
                  </a:lnTo>
                  <a:cubicBezTo>
                    <a:pt x="24399" y="11865"/>
                    <a:pt x="24431" y="11768"/>
                    <a:pt x="24431" y="11704"/>
                  </a:cubicBezTo>
                  <a:cubicBezTo>
                    <a:pt x="24431" y="11607"/>
                    <a:pt x="24431" y="11543"/>
                    <a:pt x="24366" y="11479"/>
                  </a:cubicBezTo>
                  <a:lnTo>
                    <a:pt x="12955" y="68"/>
                  </a:lnTo>
                  <a:cubicBezTo>
                    <a:pt x="12896" y="28"/>
                    <a:pt x="12824" y="0"/>
                    <a:pt x="12755"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06" name="Google Shape;1806;p33"/>
            <p:cNvSpPr/>
            <p:nvPr/>
          </p:nvSpPr>
          <p:spPr>
            <a:xfrm>
              <a:off x="3777025" y="2762250"/>
              <a:ext cx="564975" cy="483800"/>
            </a:xfrm>
            <a:custGeom>
              <a:avLst/>
              <a:gdLst/>
              <a:ahLst/>
              <a:cxnLst/>
              <a:rect l="l" t="t" r="r" b="b"/>
              <a:pathLst>
                <a:path w="22599" h="19352" extrusionOk="0">
                  <a:moveTo>
                    <a:pt x="13469" y="1"/>
                  </a:moveTo>
                  <a:lnTo>
                    <a:pt x="1" y="4019"/>
                  </a:lnTo>
                  <a:lnTo>
                    <a:pt x="8390" y="19352"/>
                  </a:lnTo>
                  <a:lnTo>
                    <a:pt x="22598" y="13309"/>
                  </a:lnTo>
                  <a:lnTo>
                    <a:pt x="13469" y="1"/>
                  </a:ln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07" name="Google Shape;1807;p33"/>
            <p:cNvSpPr/>
            <p:nvPr/>
          </p:nvSpPr>
          <p:spPr>
            <a:xfrm>
              <a:off x="3770600" y="2755525"/>
              <a:ext cx="577825" cy="497600"/>
            </a:xfrm>
            <a:custGeom>
              <a:avLst/>
              <a:gdLst/>
              <a:ahLst/>
              <a:cxnLst/>
              <a:rect l="l" t="t" r="r" b="b"/>
              <a:pathLst>
                <a:path w="23113" h="19904" extrusionOk="0">
                  <a:moveTo>
                    <a:pt x="13623" y="577"/>
                  </a:moveTo>
                  <a:lnTo>
                    <a:pt x="22437" y="13449"/>
                  </a:lnTo>
                  <a:lnTo>
                    <a:pt x="8776" y="19299"/>
                  </a:lnTo>
                  <a:lnTo>
                    <a:pt x="675" y="4449"/>
                  </a:lnTo>
                  <a:lnTo>
                    <a:pt x="13623" y="577"/>
                  </a:lnTo>
                  <a:close/>
                  <a:moveTo>
                    <a:pt x="13721" y="1"/>
                  </a:moveTo>
                  <a:cubicBezTo>
                    <a:pt x="13692" y="1"/>
                    <a:pt x="13662" y="5"/>
                    <a:pt x="13630" y="13"/>
                  </a:cubicBezTo>
                  <a:lnTo>
                    <a:pt x="193" y="4031"/>
                  </a:lnTo>
                  <a:cubicBezTo>
                    <a:pt x="129" y="4063"/>
                    <a:pt x="65" y="4095"/>
                    <a:pt x="33" y="4192"/>
                  </a:cubicBezTo>
                  <a:cubicBezTo>
                    <a:pt x="0" y="4256"/>
                    <a:pt x="0" y="4352"/>
                    <a:pt x="33" y="4417"/>
                  </a:cubicBezTo>
                  <a:lnTo>
                    <a:pt x="8422" y="19749"/>
                  </a:lnTo>
                  <a:cubicBezTo>
                    <a:pt x="8469" y="19844"/>
                    <a:pt x="8551" y="19903"/>
                    <a:pt x="8642" y="19903"/>
                  </a:cubicBezTo>
                  <a:cubicBezTo>
                    <a:pt x="8675" y="19903"/>
                    <a:pt x="8709" y="19895"/>
                    <a:pt x="8744" y="19878"/>
                  </a:cubicBezTo>
                  <a:lnTo>
                    <a:pt x="22952" y="13803"/>
                  </a:lnTo>
                  <a:cubicBezTo>
                    <a:pt x="23016" y="13771"/>
                    <a:pt x="23080" y="13706"/>
                    <a:pt x="23112" y="13642"/>
                  </a:cubicBezTo>
                  <a:cubicBezTo>
                    <a:pt x="23112" y="13578"/>
                    <a:pt x="23112" y="13481"/>
                    <a:pt x="23048" y="13417"/>
                  </a:cubicBezTo>
                  <a:lnTo>
                    <a:pt x="13951" y="109"/>
                  </a:lnTo>
                  <a:cubicBezTo>
                    <a:pt x="13879" y="37"/>
                    <a:pt x="13806" y="1"/>
                    <a:pt x="13721"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08" name="Google Shape;1808;p33"/>
            <p:cNvSpPr/>
            <p:nvPr/>
          </p:nvSpPr>
          <p:spPr>
            <a:xfrm>
              <a:off x="3632675" y="2195225"/>
              <a:ext cx="140350" cy="44725"/>
            </a:xfrm>
            <a:custGeom>
              <a:avLst/>
              <a:gdLst/>
              <a:ahLst/>
              <a:cxnLst/>
              <a:rect l="l" t="t" r="r" b="b"/>
              <a:pathLst>
                <a:path w="5614" h="1789" extrusionOk="0">
                  <a:moveTo>
                    <a:pt x="5228" y="0"/>
                  </a:moveTo>
                  <a:cubicBezTo>
                    <a:pt x="4547" y="0"/>
                    <a:pt x="3203" y="502"/>
                    <a:pt x="3203" y="502"/>
                  </a:cubicBezTo>
                  <a:cubicBezTo>
                    <a:pt x="3203" y="502"/>
                    <a:pt x="2961" y="476"/>
                    <a:pt x="2612" y="476"/>
                  </a:cubicBezTo>
                  <a:cubicBezTo>
                    <a:pt x="2087" y="476"/>
                    <a:pt x="1319" y="534"/>
                    <a:pt x="760" y="824"/>
                  </a:cubicBezTo>
                  <a:cubicBezTo>
                    <a:pt x="1" y="1203"/>
                    <a:pt x="2468" y="1789"/>
                    <a:pt x="3895" y="1789"/>
                  </a:cubicBezTo>
                  <a:cubicBezTo>
                    <a:pt x="4159" y="1789"/>
                    <a:pt x="4387" y="1769"/>
                    <a:pt x="4553" y="1724"/>
                  </a:cubicBezTo>
                  <a:cubicBezTo>
                    <a:pt x="5614" y="1402"/>
                    <a:pt x="5614" y="824"/>
                    <a:pt x="5614" y="213"/>
                  </a:cubicBezTo>
                  <a:cubicBezTo>
                    <a:pt x="5614" y="58"/>
                    <a:pt x="5459" y="0"/>
                    <a:pt x="5228"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09" name="Google Shape;1809;p33"/>
            <p:cNvSpPr/>
            <p:nvPr/>
          </p:nvSpPr>
          <p:spPr>
            <a:xfrm>
              <a:off x="3641225" y="2188475"/>
              <a:ext cx="139050" cy="57900"/>
            </a:xfrm>
            <a:custGeom>
              <a:avLst/>
              <a:gdLst/>
              <a:ahLst/>
              <a:cxnLst/>
              <a:rect l="l" t="t" r="r" b="b"/>
              <a:pathLst>
                <a:path w="5562" h="2316" extrusionOk="0">
                  <a:moveTo>
                    <a:pt x="5014" y="547"/>
                  </a:moveTo>
                  <a:cubicBezTo>
                    <a:pt x="5010" y="810"/>
                    <a:pt x="4975" y="1044"/>
                    <a:pt x="4886" y="1222"/>
                  </a:cubicBezTo>
                  <a:cubicBezTo>
                    <a:pt x="4822" y="1415"/>
                    <a:pt x="4629" y="1576"/>
                    <a:pt x="4147" y="1737"/>
                  </a:cubicBezTo>
                  <a:cubicBezTo>
                    <a:pt x="4018" y="1769"/>
                    <a:pt x="3793" y="1801"/>
                    <a:pt x="3536" y="1801"/>
                  </a:cubicBezTo>
                  <a:cubicBezTo>
                    <a:pt x="2957" y="1801"/>
                    <a:pt x="2154" y="1672"/>
                    <a:pt x="1511" y="1544"/>
                  </a:cubicBezTo>
                  <a:cubicBezTo>
                    <a:pt x="1190" y="1447"/>
                    <a:pt x="900" y="1351"/>
                    <a:pt x="707" y="1286"/>
                  </a:cubicBezTo>
                  <a:cubicBezTo>
                    <a:pt x="695" y="1281"/>
                    <a:pt x="683" y="1273"/>
                    <a:pt x="672" y="1266"/>
                  </a:cubicBezTo>
                  <a:lnTo>
                    <a:pt x="672" y="1266"/>
                  </a:lnTo>
                  <a:cubicBezTo>
                    <a:pt x="1150" y="1083"/>
                    <a:pt x="1808" y="1029"/>
                    <a:pt x="2250" y="1029"/>
                  </a:cubicBezTo>
                  <a:lnTo>
                    <a:pt x="2957" y="1029"/>
                  </a:lnTo>
                  <a:cubicBezTo>
                    <a:pt x="2957" y="1029"/>
                    <a:pt x="3022" y="997"/>
                    <a:pt x="3150" y="965"/>
                  </a:cubicBezTo>
                  <a:cubicBezTo>
                    <a:pt x="3375" y="869"/>
                    <a:pt x="3697" y="772"/>
                    <a:pt x="4018" y="676"/>
                  </a:cubicBezTo>
                  <a:cubicBezTo>
                    <a:pt x="4340" y="611"/>
                    <a:pt x="4693" y="547"/>
                    <a:pt x="4886" y="547"/>
                  </a:cubicBezTo>
                  <a:close/>
                  <a:moveTo>
                    <a:pt x="4886" y="1"/>
                  </a:moveTo>
                  <a:cubicBezTo>
                    <a:pt x="4500" y="1"/>
                    <a:pt x="3986" y="129"/>
                    <a:pt x="3536" y="258"/>
                  </a:cubicBezTo>
                  <a:cubicBezTo>
                    <a:pt x="3179" y="368"/>
                    <a:pt x="2869" y="477"/>
                    <a:pt x="2786" y="507"/>
                  </a:cubicBezTo>
                  <a:lnTo>
                    <a:pt x="2786" y="507"/>
                  </a:lnTo>
                  <a:cubicBezTo>
                    <a:pt x="2685" y="498"/>
                    <a:pt x="2490" y="483"/>
                    <a:pt x="2250" y="483"/>
                  </a:cubicBezTo>
                  <a:cubicBezTo>
                    <a:pt x="1704" y="483"/>
                    <a:pt x="932" y="547"/>
                    <a:pt x="289" y="836"/>
                  </a:cubicBezTo>
                  <a:lnTo>
                    <a:pt x="322" y="836"/>
                  </a:lnTo>
                  <a:cubicBezTo>
                    <a:pt x="225" y="869"/>
                    <a:pt x="161" y="901"/>
                    <a:pt x="129" y="965"/>
                  </a:cubicBezTo>
                  <a:cubicBezTo>
                    <a:pt x="64" y="1029"/>
                    <a:pt x="0" y="1126"/>
                    <a:pt x="0" y="1254"/>
                  </a:cubicBezTo>
                  <a:cubicBezTo>
                    <a:pt x="0" y="1319"/>
                    <a:pt x="32" y="1383"/>
                    <a:pt x="64" y="1447"/>
                  </a:cubicBezTo>
                  <a:cubicBezTo>
                    <a:pt x="129" y="1544"/>
                    <a:pt x="225" y="1608"/>
                    <a:pt x="322" y="1672"/>
                  </a:cubicBezTo>
                  <a:cubicBezTo>
                    <a:pt x="482" y="1769"/>
                    <a:pt x="675" y="1865"/>
                    <a:pt x="932" y="1929"/>
                  </a:cubicBezTo>
                  <a:cubicBezTo>
                    <a:pt x="1672" y="2154"/>
                    <a:pt x="2732" y="2315"/>
                    <a:pt x="3536" y="2315"/>
                  </a:cubicBezTo>
                  <a:cubicBezTo>
                    <a:pt x="3825" y="2315"/>
                    <a:pt x="4083" y="2315"/>
                    <a:pt x="4275" y="2251"/>
                  </a:cubicBezTo>
                  <a:cubicBezTo>
                    <a:pt x="4854" y="2090"/>
                    <a:pt x="5208" y="1801"/>
                    <a:pt x="5368" y="1479"/>
                  </a:cubicBezTo>
                  <a:cubicBezTo>
                    <a:pt x="5561" y="1126"/>
                    <a:pt x="5529" y="772"/>
                    <a:pt x="5529" y="483"/>
                  </a:cubicBezTo>
                  <a:cubicBezTo>
                    <a:pt x="5529" y="386"/>
                    <a:pt x="5529" y="290"/>
                    <a:pt x="5465" y="226"/>
                  </a:cubicBezTo>
                  <a:cubicBezTo>
                    <a:pt x="5400" y="129"/>
                    <a:pt x="5272" y="65"/>
                    <a:pt x="5175" y="33"/>
                  </a:cubicBezTo>
                  <a:cubicBezTo>
                    <a:pt x="5079" y="1"/>
                    <a:pt x="4983" y="1"/>
                    <a:pt x="4886"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10" name="Google Shape;1810;p33"/>
            <p:cNvSpPr/>
            <p:nvPr/>
          </p:nvSpPr>
          <p:spPr>
            <a:xfrm>
              <a:off x="3140575" y="1556850"/>
              <a:ext cx="648525" cy="757200"/>
            </a:xfrm>
            <a:custGeom>
              <a:avLst/>
              <a:gdLst/>
              <a:ahLst/>
              <a:cxnLst/>
              <a:rect l="l" t="t" r="r" b="b"/>
              <a:pathLst>
                <a:path w="25941" h="30288" extrusionOk="0">
                  <a:moveTo>
                    <a:pt x="9451" y="0"/>
                  </a:moveTo>
                  <a:cubicBezTo>
                    <a:pt x="9450" y="0"/>
                    <a:pt x="6300" y="1125"/>
                    <a:pt x="4725" y="3054"/>
                  </a:cubicBezTo>
                  <a:cubicBezTo>
                    <a:pt x="3150" y="5015"/>
                    <a:pt x="2411" y="10094"/>
                    <a:pt x="2057" y="12311"/>
                  </a:cubicBezTo>
                  <a:cubicBezTo>
                    <a:pt x="1672" y="14529"/>
                    <a:pt x="0" y="22983"/>
                    <a:pt x="932" y="23980"/>
                  </a:cubicBezTo>
                  <a:cubicBezTo>
                    <a:pt x="1865" y="25009"/>
                    <a:pt x="11765" y="28448"/>
                    <a:pt x="13726" y="28994"/>
                  </a:cubicBezTo>
                  <a:cubicBezTo>
                    <a:pt x="15551" y="29512"/>
                    <a:pt x="17722" y="30288"/>
                    <a:pt x="19039" y="30288"/>
                  </a:cubicBezTo>
                  <a:cubicBezTo>
                    <a:pt x="19114" y="30288"/>
                    <a:pt x="19186" y="30285"/>
                    <a:pt x="19255" y="30280"/>
                  </a:cubicBezTo>
                  <a:cubicBezTo>
                    <a:pt x="20573" y="30184"/>
                    <a:pt x="21858" y="29284"/>
                    <a:pt x="21858" y="29284"/>
                  </a:cubicBezTo>
                  <a:cubicBezTo>
                    <a:pt x="21858" y="29284"/>
                    <a:pt x="24076" y="30280"/>
                    <a:pt x="24655" y="30280"/>
                  </a:cubicBezTo>
                  <a:cubicBezTo>
                    <a:pt x="25201" y="30280"/>
                    <a:pt x="25941" y="29284"/>
                    <a:pt x="25298" y="28255"/>
                  </a:cubicBezTo>
                  <a:cubicBezTo>
                    <a:pt x="24655" y="27227"/>
                    <a:pt x="22823" y="25748"/>
                    <a:pt x="21826" y="25748"/>
                  </a:cubicBezTo>
                  <a:cubicBezTo>
                    <a:pt x="20798" y="25748"/>
                    <a:pt x="17037" y="26294"/>
                    <a:pt x="17037" y="26294"/>
                  </a:cubicBezTo>
                  <a:cubicBezTo>
                    <a:pt x="17037" y="26294"/>
                    <a:pt x="10640" y="23080"/>
                    <a:pt x="8808" y="21762"/>
                  </a:cubicBezTo>
                  <a:cubicBezTo>
                    <a:pt x="6943" y="20476"/>
                    <a:pt x="5561" y="18998"/>
                    <a:pt x="5561" y="18998"/>
                  </a:cubicBezTo>
                  <a:lnTo>
                    <a:pt x="9354" y="7136"/>
                  </a:lnTo>
                  <a:lnTo>
                    <a:pt x="9451"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11" name="Google Shape;1811;p33"/>
            <p:cNvSpPr/>
            <p:nvPr/>
          </p:nvSpPr>
          <p:spPr>
            <a:xfrm>
              <a:off x="3150200" y="1550200"/>
              <a:ext cx="635700" cy="770900"/>
            </a:xfrm>
            <a:custGeom>
              <a:avLst/>
              <a:gdLst/>
              <a:ahLst/>
              <a:cxnLst/>
              <a:rect l="l" t="t" r="r" b="b"/>
              <a:pathLst>
                <a:path w="25428" h="30836" extrusionOk="0">
                  <a:moveTo>
                    <a:pt x="9049" y="1"/>
                  </a:moveTo>
                  <a:cubicBezTo>
                    <a:pt x="9023" y="1"/>
                    <a:pt x="8997" y="3"/>
                    <a:pt x="8969" y="9"/>
                  </a:cubicBezTo>
                  <a:cubicBezTo>
                    <a:pt x="8969" y="9"/>
                    <a:pt x="8166" y="298"/>
                    <a:pt x="7169" y="845"/>
                  </a:cubicBezTo>
                  <a:cubicBezTo>
                    <a:pt x="6173" y="1359"/>
                    <a:pt x="4951" y="2131"/>
                    <a:pt x="4148" y="3159"/>
                  </a:cubicBezTo>
                  <a:cubicBezTo>
                    <a:pt x="3280" y="4188"/>
                    <a:pt x="2733" y="5988"/>
                    <a:pt x="2283" y="7788"/>
                  </a:cubicBezTo>
                  <a:cubicBezTo>
                    <a:pt x="1865" y="9588"/>
                    <a:pt x="1576" y="11420"/>
                    <a:pt x="1383" y="12545"/>
                  </a:cubicBezTo>
                  <a:cubicBezTo>
                    <a:pt x="1255" y="13413"/>
                    <a:pt x="901" y="15245"/>
                    <a:pt x="580" y="17238"/>
                  </a:cubicBezTo>
                  <a:cubicBezTo>
                    <a:pt x="290" y="19199"/>
                    <a:pt x="1" y="21289"/>
                    <a:pt x="1" y="22735"/>
                  </a:cubicBezTo>
                  <a:cubicBezTo>
                    <a:pt x="1" y="23121"/>
                    <a:pt x="33" y="23474"/>
                    <a:pt x="65" y="23732"/>
                  </a:cubicBezTo>
                  <a:cubicBezTo>
                    <a:pt x="130" y="24021"/>
                    <a:pt x="194" y="24246"/>
                    <a:pt x="355" y="24439"/>
                  </a:cubicBezTo>
                  <a:cubicBezTo>
                    <a:pt x="515" y="24632"/>
                    <a:pt x="772" y="24792"/>
                    <a:pt x="1158" y="24985"/>
                  </a:cubicBezTo>
                  <a:cubicBezTo>
                    <a:pt x="2444" y="25660"/>
                    <a:pt x="5048" y="26657"/>
                    <a:pt x="7523" y="27589"/>
                  </a:cubicBezTo>
                  <a:cubicBezTo>
                    <a:pt x="10030" y="28489"/>
                    <a:pt x="12377" y="29260"/>
                    <a:pt x="13244" y="29518"/>
                  </a:cubicBezTo>
                  <a:cubicBezTo>
                    <a:pt x="14177" y="29775"/>
                    <a:pt x="15173" y="30096"/>
                    <a:pt x="16137" y="30353"/>
                  </a:cubicBezTo>
                  <a:cubicBezTo>
                    <a:pt x="17070" y="30643"/>
                    <a:pt x="17970" y="30836"/>
                    <a:pt x="18677" y="30836"/>
                  </a:cubicBezTo>
                  <a:lnTo>
                    <a:pt x="18902" y="30836"/>
                  </a:lnTo>
                  <a:cubicBezTo>
                    <a:pt x="19609" y="30771"/>
                    <a:pt x="20284" y="30514"/>
                    <a:pt x="20798" y="30257"/>
                  </a:cubicBezTo>
                  <a:cubicBezTo>
                    <a:pt x="21113" y="30089"/>
                    <a:pt x="21373" y="29935"/>
                    <a:pt x="21516" y="29839"/>
                  </a:cubicBezTo>
                  <a:lnTo>
                    <a:pt x="21516" y="29839"/>
                  </a:lnTo>
                  <a:cubicBezTo>
                    <a:pt x="21718" y="29931"/>
                    <a:pt x="22119" y="30110"/>
                    <a:pt x="22566" y="30289"/>
                  </a:cubicBezTo>
                  <a:cubicBezTo>
                    <a:pt x="22856" y="30418"/>
                    <a:pt x="23209" y="30546"/>
                    <a:pt x="23499" y="30643"/>
                  </a:cubicBezTo>
                  <a:cubicBezTo>
                    <a:pt x="23788" y="30739"/>
                    <a:pt x="24045" y="30803"/>
                    <a:pt x="24270" y="30836"/>
                  </a:cubicBezTo>
                  <a:cubicBezTo>
                    <a:pt x="24559" y="30803"/>
                    <a:pt x="24849" y="30643"/>
                    <a:pt x="25074" y="30386"/>
                  </a:cubicBezTo>
                  <a:cubicBezTo>
                    <a:pt x="25266" y="30096"/>
                    <a:pt x="25427" y="29743"/>
                    <a:pt x="25427" y="29357"/>
                  </a:cubicBezTo>
                  <a:cubicBezTo>
                    <a:pt x="25427" y="29035"/>
                    <a:pt x="25331" y="28682"/>
                    <a:pt x="25138" y="28360"/>
                  </a:cubicBezTo>
                  <a:cubicBezTo>
                    <a:pt x="24784" y="27814"/>
                    <a:pt x="24141" y="27171"/>
                    <a:pt x="23466" y="26657"/>
                  </a:cubicBezTo>
                  <a:cubicBezTo>
                    <a:pt x="23113" y="26400"/>
                    <a:pt x="22759" y="26175"/>
                    <a:pt x="22438" y="26014"/>
                  </a:cubicBezTo>
                  <a:cubicBezTo>
                    <a:pt x="22084" y="25853"/>
                    <a:pt x="21763" y="25725"/>
                    <a:pt x="21441" y="25725"/>
                  </a:cubicBezTo>
                  <a:cubicBezTo>
                    <a:pt x="20895" y="25725"/>
                    <a:pt x="19705" y="25885"/>
                    <a:pt x="18613" y="26014"/>
                  </a:cubicBezTo>
                  <a:cubicBezTo>
                    <a:pt x="17730" y="26148"/>
                    <a:pt x="16937" y="26259"/>
                    <a:pt x="16695" y="26293"/>
                  </a:cubicBezTo>
                  <a:lnTo>
                    <a:pt x="16695" y="26293"/>
                  </a:lnTo>
                  <a:cubicBezTo>
                    <a:pt x="16548" y="26219"/>
                    <a:pt x="16217" y="26054"/>
                    <a:pt x="15752" y="25821"/>
                  </a:cubicBezTo>
                  <a:cubicBezTo>
                    <a:pt x="14820" y="25307"/>
                    <a:pt x="13373" y="24567"/>
                    <a:pt x="11959" y="23796"/>
                  </a:cubicBezTo>
                  <a:cubicBezTo>
                    <a:pt x="10576" y="23057"/>
                    <a:pt x="9259" y="22285"/>
                    <a:pt x="8584" y="21803"/>
                  </a:cubicBezTo>
                  <a:cubicBezTo>
                    <a:pt x="7651" y="21160"/>
                    <a:pt x="6848" y="20485"/>
                    <a:pt x="6269" y="19971"/>
                  </a:cubicBezTo>
                  <a:cubicBezTo>
                    <a:pt x="6012" y="19714"/>
                    <a:pt x="5755" y="19489"/>
                    <a:pt x="5626" y="19328"/>
                  </a:cubicBezTo>
                  <a:cubicBezTo>
                    <a:pt x="5564" y="19266"/>
                    <a:pt x="5516" y="19217"/>
                    <a:pt x="5480" y="19182"/>
                  </a:cubicBezTo>
                  <a:lnTo>
                    <a:pt x="5480" y="19182"/>
                  </a:lnTo>
                  <a:lnTo>
                    <a:pt x="9226" y="7499"/>
                  </a:lnTo>
                  <a:cubicBezTo>
                    <a:pt x="9259" y="7338"/>
                    <a:pt x="9194" y="7177"/>
                    <a:pt x="9066" y="7145"/>
                  </a:cubicBezTo>
                  <a:cubicBezTo>
                    <a:pt x="9038" y="7140"/>
                    <a:pt x="9011" y="7137"/>
                    <a:pt x="8986" y="7137"/>
                  </a:cubicBezTo>
                  <a:cubicBezTo>
                    <a:pt x="8863" y="7137"/>
                    <a:pt x="8765" y="7199"/>
                    <a:pt x="8712" y="7306"/>
                  </a:cubicBezTo>
                  <a:lnTo>
                    <a:pt x="4919" y="19167"/>
                  </a:lnTo>
                  <a:cubicBezTo>
                    <a:pt x="4887" y="19264"/>
                    <a:pt x="4919" y="19360"/>
                    <a:pt x="4983" y="19424"/>
                  </a:cubicBezTo>
                  <a:cubicBezTo>
                    <a:pt x="4983" y="19456"/>
                    <a:pt x="6398" y="20935"/>
                    <a:pt x="8262" y="22253"/>
                  </a:cubicBezTo>
                  <a:cubicBezTo>
                    <a:pt x="9226" y="22928"/>
                    <a:pt x="11284" y="24053"/>
                    <a:pt x="13116" y="25017"/>
                  </a:cubicBezTo>
                  <a:cubicBezTo>
                    <a:pt x="14948" y="26014"/>
                    <a:pt x="16523" y="26817"/>
                    <a:pt x="16523" y="26817"/>
                  </a:cubicBezTo>
                  <a:cubicBezTo>
                    <a:pt x="16587" y="26850"/>
                    <a:pt x="16652" y="26850"/>
                    <a:pt x="16684" y="26850"/>
                  </a:cubicBezTo>
                  <a:cubicBezTo>
                    <a:pt x="16716" y="26850"/>
                    <a:pt x="17648" y="26689"/>
                    <a:pt x="18709" y="26560"/>
                  </a:cubicBezTo>
                  <a:cubicBezTo>
                    <a:pt x="19770" y="26400"/>
                    <a:pt x="20959" y="26271"/>
                    <a:pt x="21441" y="26271"/>
                  </a:cubicBezTo>
                  <a:cubicBezTo>
                    <a:pt x="21634" y="26271"/>
                    <a:pt x="21891" y="26335"/>
                    <a:pt x="22181" y="26496"/>
                  </a:cubicBezTo>
                  <a:cubicBezTo>
                    <a:pt x="23113" y="26914"/>
                    <a:pt x="24238" y="27943"/>
                    <a:pt x="24688" y="28650"/>
                  </a:cubicBezTo>
                  <a:cubicBezTo>
                    <a:pt x="24816" y="28907"/>
                    <a:pt x="24881" y="29132"/>
                    <a:pt x="24881" y="29357"/>
                  </a:cubicBezTo>
                  <a:cubicBezTo>
                    <a:pt x="24881" y="29614"/>
                    <a:pt x="24784" y="29871"/>
                    <a:pt x="24656" y="30032"/>
                  </a:cubicBezTo>
                  <a:cubicBezTo>
                    <a:pt x="24495" y="30225"/>
                    <a:pt x="24334" y="30289"/>
                    <a:pt x="24270" y="30289"/>
                  </a:cubicBezTo>
                  <a:cubicBezTo>
                    <a:pt x="24174" y="30289"/>
                    <a:pt x="23949" y="30225"/>
                    <a:pt x="23659" y="30128"/>
                  </a:cubicBezTo>
                  <a:cubicBezTo>
                    <a:pt x="23241" y="30000"/>
                    <a:pt x="22727" y="29775"/>
                    <a:pt x="22309" y="29614"/>
                  </a:cubicBezTo>
                  <a:cubicBezTo>
                    <a:pt x="21891" y="29421"/>
                    <a:pt x="21602" y="29293"/>
                    <a:pt x="21602" y="29293"/>
                  </a:cubicBezTo>
                  <a:cubicBezTo>
                    <a:pt x="21562" y="29279"/>
                    <a:pt x="21522" y="29271"/>
                    <a:pt x="21482" y="29271"/>
                  </a:cubicBezTo>
                  <a:cubicBezTo>
                    <a:pt x="21426" y="29271"/>
                    <a:pt x="21369" y="29287"/>
                    <a:pt x="21313" y="29325"/>
                  </a:cubicBezTo>
                  <a:lnTo>
                    <a:pt x="21281" y="29357"/>
                  </a:lnTo>
                  <a:cubicBezTo>
                    <a:pt x="21023" y="29518"/>
                    <a:pt x="19898" y="30225"/>
                    <a:pt x="18870" y="30289"/>
                  </a:cubicBezTo>
                  <a:lnTo>
                    <a:pt x="18677" y="30289"/>
                  </a:lnTo>
                  <a:cubicBezTo>
                    <a:pt x="18066" y="30289"/>
                    <a:pt x="17198" y="30096"/>
                    <a:pt x="16266" y="29839"/>
                  </a:cubicBezTo>
                  <a:cubicBezTo>
                    <a:pt x="15334" y="29582"/>
                    <a:pt x="14337" y="29260"/>
                    <a:pt x="13405" y="29003"/>
                  </a:cubicBezTo>
                  <a:cubicBezTo>
                    <a:pt x="12441" y="28714"/>
                    <a:pt x="9484" y="27718"/>
                    <a:pt x="6655" y="26689"/>
                  </a:cubicBezTo>
                  <a:cubicBezTo>
                    <a:pt x="5241" y="26142"/>
                    <a:pt x="3858" y="25628"/>
                    <a:pt x="2765" y="25146"/>
                  </a:cubicBezTo>
                  <a:cubicBezTo>
                    <a:pt x="2219" y="24921"/>
                    <a:pt x="1769" y="24696"/>
                    <a:pt x="1415" y="24503"/>
                  </a:cubicBezTo>
                  <a:cubicBezTo>
                    <a:pt x="1062" y="24310"/>
                    <a:pt x="805" y="24149"/>
                    <a:pt x="740" y="24085"/>
                  </a:cubicBezTo>
                  <a:cubicBezTo>
                    <a:pt x="708" y="24053"/>
                    <a:pt x="644" y="23892"/>
                    <a:pt x="612" y="23667"/>
                  </a:cubicBezTo>
                  <a:cubicBezTo>
                    <a:pt x="547" y="23410"/>
                    <a:pt x="547" y="23089"/>
                    <a:pt x="547" y="22735"/>
                  </a:cubicBezTo>
                  <a:cubicBezTo>
                    <a:pt x="547" y="21353"/>
                    <a:pt x="805" y="19264"/>
                    <a:pt x="1126" y="17303"/>
                  </a:cubicBezTo>
                  <a:cubicBezTo>
                    <a:pt x="1415" y="15342"/>
                    <a:pt x="1769" y="13510"/>
                    <a:pt x="1930" y="12642"/>
                  </a:cubicBezTo>
                  <a:cubicBezTo>
                    <a:pt x="2122" y="11517"/>
                    <a:pt x="2380" y="9684"/>
                    <a:pt x="2798" y="7917"/>
                  </a:cubicBezTo>
                  <a:cubicBezTo>
                    <a:pt x="3215" y="6149"/>
                    <a:pt x="3826" y="4381"/>
                    <a:pt x="4565" y="3481"/>
                  </a:cubicBezTo>
                  <a:cubicBezTo>
                    <a:pt x="5305" y="2581"/>
                    <a:pt x="6462" y="1809"/>
                    <a:pt x="7426" y="1295"/>
                  </a:cubicBezTo>
                  <a:cubicBezTo>
                    <a:pt x="7908" y="1038"/>
                    <a:pt x="8326" y="845"/>
                    <a:pt x="8648" y="716"/>
                  </a:cubicBezTo>
                  <a:cubicBezTo>
                    <a:pt x="8809" y="652"/>
                    <a:pt x="8937" y="620"/>
                    <a:pt x="9034" y="588"/>
                  </a:cubicBezTo>
                  <a:cubicBezTo>
                    <a:pt x="9098" y="523"/>
                    <a:pt x="9162" y="523"/>
                    <a:pt x="9162" y="523"/>
                  </a:cubicBezTo>
                  <a:cubicBezTo>
                    <a:pt x="9291" y="459"/>
                    <a:pt x="9355" y="330"/>
                    <a:pt x="9323" y="170"/>
                  </a:cubicBezTo>
                  <a:cubicBezTo>
                    <a:pt x="9270" y="63"/>
                    <a:pt x="9172" y="1"/>
                    <a:pt x="9049"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12" name="Google Shape;1812;p33"/>
            <p:cNvSpPr/>
            <p:nvPr/>
          </p:nvSpPr>
          <p:spPr>
            <a:xfrm>
              <a:off x="3475675" y="2192500"/>
              <a:ext cx="313425" cy="121550"/>
            </a:xfrm>
            <a:custGeom>
              <a:avLst/>
              <a:gdLst/>
              <a:ahLst/>
              <a:cxnLst/>
              <a:rect l="l" t="t" r="r" b="b"/>
              <a:pathLst>
                <a:path w="12537" h="4862" extrusionOk="0">
                  <a:moveTo>
                    <a:pt x="1929" y="0"/>
                  </a:moveTo>
                  <a:cubicBezTo>
                    <a:pt x="1254" y="515"/>
                    <a:pt x="450" y="1286"/>
                    <a:pt x="225" y="2186"/>
                  </a:cubicBezTo>
                  <a:cubicBezTo>
                    <a:pt x="65" y="2668"/>
                    <a:pt x="33" y="3118"/>
                    <a:pt x="0" y="3472"/>
                  </a:cubicBezTo>
                  <a:cubicBezTo>
                    <a:pt x="129" y="3504"/>
                    <a:pt x="225" y="3536"/>
                    <a:pt x="322" y="3568"/>
                  </a:cubicBezTo>
                  <a:cubicBezTo>
                    <a:pt x="2147" y="4086"/>
                    <a:pt x="4318" y="4862"/>
                    <a:pt x="5635" y="4862"/>
                  </a:cubicBezTo>
                  <a:cubicBezTo>
                    <a:pt x="5710" y="4862"/>
                    <a:pt x="5782" y="4859"/>
                    <a:pt x="5851" y="4854"/>
                  </a:cubicBezTo>
                  <a:cubicBezTo>
                    <a:pt x="7169" y="4758"/>
                    <a:pt x="8454" y="3858"/>
                    <a:pt x="8454" y="3858"/>
                  </a:cubicBezTo>
                  <a:cubicBezTo>
                    <a:pt x="8454" y="3858"/>
                    <a:pt x="10672" y="4854"/>
                    <a:pt x="11251" y="4854"/>
                  </a:cubicBezTo>
                  <a:cubicBezTo>
                    <a:pt x="11797" y="4854"/>
                    <a:pt x="12537" y="3858"/>
                    <a:pt x="11894" y="2829"/>
                  </a:cubicBezTo>
                  <a:cubicBezTo>
                    <a:pt x="11251" y="1801"/>
                    <a:pt x="9419" y="322"/>
                    <a:pt x="8422" y="322"/>
                  </a:cubicBezTo>
                  <a:cubicBezTo>
                    <a:pt x="7394" y="322"/>
                    <a:pt x="3633" y="868"/>
                    <a:pt x="3633" y="868"/>
                  </a:cubicBezTo>
                  <a:cubicBezTo>
                    <a:pt x="3633" y="868"/>
                    <a:pt x="2926" y="515"/>
                    <a:pt x="1929"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13" name="Google Shape;1813;p33"/>
            <p:cNvSpPr/>
            <p:nvPr/>
          </p:nvSpPr>
          <p:spPr>
            <a:xfrm>
              <a:off x="3469250" y="2185675"/>
              <a:ext cx="316650" cy="135425"/>
            </a:xfrm>
            <a:custGeom>
              <a:avLst/>
              <a:gdLst/>
              <a:ahLst/>
              <a:cxnLst/>
              <a:rect l="l" t="t" r="r" b="b"/>
              <a:pathLst>
                <a:path w="12666" h="5417" extrusionOk="0">
                  <a:moveTo>
                    <a:pt x="2228" y="589"/>
                  </a:moveTo>
                  <a:lnTo>
                    <a:pt x="2228" y="589"/>
                  </a:lnTo>
                  <a:cubicBezTo>
                    <a:pt x="3160" y="1084"/>
                    <a:pt x="3761" y="1398"/>
                    <a:pt x="3761" y="1398"/>
                  </a:cubicBezTo>
                  <a:cubicBezTo>
                    <a:pt x="3825" y="1431"/>
                    <a:pt x="3890" y="1431"/>
                    <a:pt x="3922" y="1431"/>
                  </a:cubicBezTo>
                  <a:cubicBezTo>
                    <a:pt x="3954" y="1431"/>
                    <a:pt x="4886" y="1270"/>
                    <a:pt x="5947" y="1141"/>
                  </a:cubicBezTo>
                  <a:cubicBezTo>
                    <a:pt x="7008" y="981"/>
                    <a:pt x="8197" y="852"/>
                    <a:pt x="8679" y="852"/>
                  </a:cubicBezTo>
                  <a:cubicBezTo>
                    <a:pt x="8872" y="852"/>
                    <a:pt x="9129" y="916"/>
                    <a:pt x="9419" y="1077"/>
                  </a:cubicBezTo>
                  <a:cubicBezTo>
                    <a:pt x="10351" y="1495"/>
                    <a:pt x="11476" y="2524"/>
                    <a:pt x="11926" y="3231"/>
                  </a:cubicBezTo>
                  <a:cubicBezTo>
                    <a:pt x="12054" y="3488"/>
                    <a:pt x="12119" y="3713"/>
                    <a:pt x="12119" y="3938"/>
                  </a:cubicBezTo>
                  <a:cubicBezTo>
                    <a:pt x="12119" y="4195"/>
                    <a:pt x="12022" y="4452"/>
                    <a:pt x="11894" y="4613"/>
                  </a:cubicBezTo>
                  <a:cubicBezTo>
                    <a:pt x="11733" y="4806"/>
                    <a:pt x="11572" y="4870"/>
                    <a:pt x="11508" y="4870"/>
                  </a:cubicBezTo>
                  <a:cubicBezTo>
                    <a:pt x="11412" y="4870"/>
                    <a:pt x="11187" y="4806"/>
                    <a:pt x="10897" y="4709"/>
                  </a:cubicBezTo>
                  <a:cubicBezTo>
                    <a:pt x="10479" y="4581"/>
                    <a:pt x="9965" y="4356"/>
                    <a:pt x="9547" y="4195"/>
                  </a:cubicBezTo>
                  <a:cubicBezTo>
                    <a:pt x="9129" y="4002"/>
                    <a:pt x="8840" y="3874"/>
                    <a:pt x="8840" y="3874"/>
                  </a:cubicBezTo>
                  <a:cubicBezTo>
                    <a:pt x="8800" y="3860"/>
                    <a:pt x="8760" y="3852"/>
                    <a:pt x="8720" y="3852"/>
                  </a:cubicBezTo>
                  <a:cubicBezTo>
                    <a:pt x="8664" y="3852"/>
                    <a:pt x="8607" y="3868"/>
                    <a:pt x="8551" y="3906"/>
                  </a:cubicBezTo>
                  <a:lnTo>
                    <a:pt x="8519" y="3938"/>
                  </a:lnTo>
                  <a:cubicBezTo>
                    <a:pt x="8261" y="4099"/>
                    <a:pt x="7136" y="4806"/>
                    <a:pt x="6108" y="4870"/>
                  </a:cubicBezTo>
                  <a:lnTo>
                    <a:pt x="5915" y="4870"/>
                  </a:lnTo>
                  <a:cubicBezTo>
                    <a:pt x="5304" y="4870"/>
                    <a:pt x="4436" y="4677"/>
                    <a:pt x="3504" y="4420"/>
                  </a:cubicBezTo>
                  <a:cubicBezTo>
                    <a:pt x="2572" y="4163"/>
                    <a:pt x="1575" y="3841"/>
                    <a:pt x="643" y="3584"/>
                  </a:cubicBezTo>
                  <a:cubicBezTo>
                    <a:pt x="612" y="3574"/>
                    <a:pt x="582" y="3564"/>
                    <a:pt x="551" y="3554"/>
                  </a:cubicBezTo>
                  <a:lnTo>
                    <a:pt x="551" y="3554"/>
                  </a:lnTo>
                  <a:cubicBezTo>
                    <a:pt x="563" y="3264"/>
                    <a:pt x="609" y="2915"/>
                    <a:pt x="740" y="2524"/>
                  </a:cubicBezTo>
                  <a:cubicBezTo>
                    <a:pt x="921" y="1769"/>
                    <a:pt x="1612" y="1071"/>
                    <a:pt x="2228" y="589"/>
                  </a:cubicBezTo>
                  <a:close/>
                  <a:moveTo>
                    <a:pt x="2158" y="0"/>
                  </a:moveTo>
                  <a:cubicBezTo>
                    <a:pt x="2106" y="0"/>
                    <a:pt x="2058" y="16"/>
                    <a:pt x="2025" y="48"/>
                  </a:cubicBezTo>
                  <a:cubicBezTo>
                    <a:pt x="1318" y="595"/>
                    <a:pt x="482" y="1366"/>
                    <a:pt x="225" y="2363"/>
                  </a:cubicBezTo>
                  <a:cubicBezTo>
                    <a:pt x="65" y="2909"/>
                    <a:pt x="0" y="3359"/>
                    <a:pt x="0" y="3745"/>
                  </a:cubicBezTo>
                  <a:cubicBezTo>
                    <a:pt x="0" y="3874"/>
                    <a:pt x="65" y="3970"/>
                    <a:pt x="193" y="4002"/>
                  </a:cubicBezTo>
                  <a:cubicBezTo>
                    <a:pt x="290" y="4034"/>
                    <a:pt x="418" y="4066"/>
                    <a:pt x="482" y="4099"/>
                  </a:cubicBezTo>
                  <a:cubicBezTo>
                    <a:pt x="1415" y="4356"/>
                    <a:pt x="2411" y="4677"/>
                    <a:pt x="3375" y="4934"/>
                  </a:cubicBezTo>
                  <a:cubicBezTo>
                    <a:pt x="4308" y="5224"/>
                    <a:pt x="5208" y="5417"/>
                    <a:pt x="5915" y="5417"/>
                  </a:cubicBezTo>
                  <a:lnTo>
                    <a:pt x="6140" y="5417"/>
                  </a:lnTo>
                  <a:cubicBezTo>
                    <a:pt x="6847" y="5352"/>
                    <a:pt x="7522" y="5095"/>
                    <a:pt x="8036" y="4838"/>
                  </a:cubicBezTo>
                  <a:cubicBezTo>
                    <a:pt x="8351" y="4670"/>
                    <a:pt x="8611" y="4516"/>
                    <a:pt x="8754" y="4420"/>
                  </a:cubicBezTo>
                  <a:lnTo>
                    <a:pt x="8754" y="4420"/>
                  </a:lnTo>
                  <a:cubicBezTo>
                    <a:pt x="8956" y="4512"/>
                    <a:pt x="9357" y="4691"/>
                    <a:pt x="9804" y="4870"/>
                  </a:cubicBezTo>
                  <a:cubicBezTo>
                    <a:pt x="10094" y="4999"/>
                    <a:pt x="10447" y="5127"/>
                    <a:pt x="10737" y="5224"/>
                  </a:cubicBezTo>
                  <a:cubicBezTo>
                    <a:pt x="11026" y="5320"/>
                    <a:pt x="11283" y="5384"/>
                    <a:pt x="11508" y="5417"/>
                  </a:cubicBezTo>
                  <a:cubicBezTo>
                    <a:pt x="11797" y="5384"/>
                    <a:pt x="12087" y="5224"/>
                    <a:pt x="12312" y="4967"/>
                  </a:cubicBezTo>
                  <a:cubicBezTo>
                    <a:pt x="12504" y="4677"/>
                    <a:pt x="12665" y="4324"/>
                    <a:pt x="12665" y="3938"/>
                  </a:cubicBezTo>
                  <a:cubicBezTo>
                    <a:pt x="12665" y="3616"/>
                    <a:pt x="12569" y="3263"/>
                    <a:pt x="12376" y="2941"/>
                  </a:cubicBezTo>
                  <a:cubicBezTo>
                    <a:pt x="12022" y="2395"/>
                    <a:pt x="11379" y="1752"/>
                    <a:pt x="10704" y="1238"/>
                  </a:cubicBezTo>
                  <a:cubicBezTo>
                    <a:pt x="10351" y="981"/>
                    <a:pt x="9997" y="756"/>
                    <a:pt x="9676" y="595"/>
                  </a:cubicBezTo>
                  <a:cubicBezTo>
                    <a:pt x="9322" y="434"/>
                    <a:pt x="9001" y="306"/>
                    <a:pt x="8679" y="306"/>
                  </a:cubicBezTo>
                  <a:cubicBezTo>
                    <a:pt x="8133" y="306"/>
                    <a:pt x="6943" y="466"/>
                    <a:pt x="5851" y="595"/>
                  </a:cubicBezTo>
                  <a:cubicBezTo>
                    <a:pt x="4969" y="728"/>
                    <a:pt x="4176" y="840"/>
                    <a:pt x="3933" y="874"/>
                  </a:cubicBezTo>
                  <a:lnTo>
                    <a:pt x="3933" y="874"/>
                  </a:lnTo>
                  <a:cubicBezTo>
                    <a:pt x="3717" y="765"/>
                    <a:pt x="3108" y="458"/>
                    <a:pt x="2315" y="48"/>
                  </a:cubicBezTo>
                  <a:cubicBezTo>
                    <a:pt x="2266" y="16"/>
                    <a:pt x="2210" y="0"/>
                    <a:pt x="2158"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14" name="Google Shape;1814;p33"/>
            <p:cNvSpPr/>
            <p:nvPr/>
          </p:nvSpPr>
          <p:spPr>
            <a:xfrm>
              <a:off x="2555550" y="1784050"/>
              <a:ext cx="278875" cy="381950"/>
            </a:xfrm>
            <a:custGeom>
              <a:avLst/>
              <a:gdLst/>
              <a:ahLst/>
              <a:cxnLst/>
              <a:rect l="l" t="t" r="r" b="b"/>
              <a:pathLst>
                <a:path w="11155" h="15278" extrusionOk="0">
                  <a:moveTo>
                    <a:pt x="3555" y="0"/>
                  </a:moveTo>
                  <a:cubicBezTo>
                    <a:pt x="3290" y="0"/>
                    <a:pt x="3034" y="34"/>
                    <a:pt x="2797" y="105"/>
                  </a:cubicBezTo>
                  <a:cubicBezTo>
                    <a:pt x="2507" y="170"/>
                    <a:pt x="354" y="2548"/>
                    <a:pt x="193" y="5249"/>
                  </a:cubicBezTo>
                  <a:cubicBezTo>
                    <a:pt x="0" y="7981"/>
                    <a:pt x="2057" y="12481"/>
                    <a:pt x="2443" y="13220"/>
                  </a:cubicBezTo>
                  <a:cubicBezTo>
                    <a:pt x="2797" y="13960"/>
                    <a:pt x="2347" y="15278"/>
                    <a:pt x="3279" y="15278"/>
                  </a:cubicBezTo>
                  <a:cubicBezTo>
                    <a:pt x="4211" y="15278"/>
                    <a:pt x="7104" y="10970"/>
                    <a:pt x="7104" y="10970"/>
                  </a:cubicBezTo>
                  <a:cubicBezTo>
                    <a:pt x="7104" y="10970"/>
                    <a:pt x="7431" y="10990"/>
                    <a:pt x="7891" y="10990"/>
                  </a:cubicBezTo>
                  <a:cubicBezTo>
                    <a:pt x="8886" y="10990"/>
                    <a:pt x="10505" y="10899"/>
                    <a:pt x="10768" y="10327"/>
                  </a:cubicBezTo>
                  <a:cubicBezTo>
                    <a:pt x="11154" y="9460"/>
                    <a:pt x="8133" y="4799"/>
                    <a:pt x="7490" y="2806"/>
                  </a:cubicBezTo>
                  <a:cubicBezTo>
                    <a:pt x="6942" y="1134"/>
                    <a:pt x="5086" y="0"/>
                    <a:pt x="3555"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15" name="Google Shape;1815;p33"/>
            <p:cNvSpPr/>
            <p:nvPr/>
          </p:nvSpPr>
          <p:spPr>
            <a:xfrm>
              <a:off x="2553125" y="1777025"/>
              <a:ext cx="278875" cy="396200"/>
            </a:xfrm>
            <a:custGeom>
              <a:avLst/>
              <a:gdLst/>
              <a:ahLst/>
              <a:cxnLst/>
              <a:rect l="l" t="t" r="r" b="b"/>
              <a:pathLst>
                <a:path w="11155" h="15848" extrusionOk="0">
                  <a:moveTo>
                    <a:pt x="3633" y="547"/>
                  </a:moveTo>
                  <a:cubicBezTo>
                    <a:pt x="4340" y="547"/>
                    <a:pt x="5144" y="804"/>
                    <a:pt x="5819" y="1287"/>
                  </a:cubicBezTo>
                  <a:cubicBezTo>
                    <a:pt x="6526" y="1737"/>
                    <a:pt x="7072" y="2412"/>
                    <a:pt x="7330" y="3183"/>
                  </a:cubicBezTo>
                  <a:cubicBezTo>
                    <a:pt x="7651" y="4147"/>
                    <a:pt x="8487" y="5658"/>
                    <a:pt x="9226" y="7137"/>
                  </a:cubicBezTo>
                  <a:cubicBezTo>
                    <a:pt x="9612" y="7844"/>
                    <a:pt x="9965" y="8551"/>
                    <a:pt x="10223" y="9130"/>
                  </a:cubicBezTo>
                  <a:cubicBezTo>
                    <a:pt x="10351" y="9419"/>
                    <a:pt x="10448" y="9676"/>
                    <a:pt x="10544" y="9901"/>
                  </a:cubicBezTo>
                  <a:cubicBezTo>
                    <a:pt x="10608" y="10126"/>
                    <a:pt x="10640" y="10319"/>
                    <a:pt x="10640" y="10416"/>
                  </a:cubicBezTo>
                  <a:cubicBezTo>
                    <a:pt x="10640" y="10448"/>
                    <a:pt x="10640" y="10480"/>
                    <a:pt x="10608" y="10480"/>
                  </a:cubicBezTo>
                  <a:lnTo>
                    <a:pt x="10634" y="10492"/>
                  </a:lnTo>
                  <a:lnTo>
                    <a:pt x="10634" y="10492"/>
                  </a:lnTo>
                  <a:cubicBezTo>
                    <a:pt x="10596" y="10556"/>
                    <a:pt x="10502" y="10645"/>
                    <a:pt x="10351" y="10705"/>
                  </a:cubicBezTo>
                  <a:cubicBezTo>
                    <a:pt x="10062" y="10833"/>
                    <a:pt x="9644" y="10898"/>
                    <a:pt x="9226" y="10930"/>
                  </a:cubicBezTo>
                  <a:cubicBezTo>
                    <a:pt x="8776" y="10994"/>
                    <a:pt x="8326" y="10994"/>
                    <a:pt x="7973" y="10994"/>
                  </a:cubicBezTo>
                  <a:lnTo>
                    <a:pt x="7233" y="10994"/>
                  </a:lnTo>
                  <a:cubicBezTo>
                    <a:pt x="7137" y="10994"/>
                    <a:pt x="7040" y="11026"/>
                    <a:pt x="6976" y="11091"/>
                  </a:cubicBezTo>
                  <a:cubicBezTo>
                    <a:pt x="6976" y="11091"/>
                    <a:pt x="6815" y="11380"/>
                    <a:pt x="6526" y="11766"/>
                  </a:cubicBezTo>
                  <a:cubicBezTo>
                    <a:pt x="6108" y="12376"/>
                    <a:pt x="5433" y="13276"/>
                    <a:pt x="4790" y="14016"/>
                  </a:cubicBezTo>
                  <a:cubicBezTo>
                    <a:pt x="4469" y="14401"/>
                    <a:pt x="4147" y="14723"/>
                    <a:pt x="3890" y="14980"/>
                  </a:cubicBezTo>
                  <a:cubicBezTo>
                    <a:pt x="3762" y="15076"/>
                    <a:pt x="3633" y="15173"/>
                    <a:pt x="3537" y="15237"/>
                  </a:cubicBezTo>
                  <a:cubicBezTo>
                    <a:pt x="3440" y="15269"/>
                    <a:pt x="3376" y="15302"/>
                    <a:pt x="3376" y="15302"/>
                  </a:cubicBezTo>
                  <a:cubicBezTo>
                    <a:pt x="3279" y="15302"/>
                    <a:pt x="3215" y="15269"/>
                    <a:pt x="3183" y="15269"/>
                  </a:cubicBezTo>
                  <a:cubicBezTo>
                    <a:pt x="3151" y="15237"/>
                    <a:pt x="3119" y="15205"/>
                    <a:pt x="3054" y="15076"/>
                  </a:cubicBezTo>
                  <a:cubicBezTo>
                    <a:pt x="2990" y="14916"/>
                    <a:pt x="2990" y="14659"/>
                    <a:pt x="2958" y="14337"/>
                  </a:cubicBezTo>
                  <a:cubicBezTo>
                    <a:pt x="2958" y="14016"/>
                    <a:pt x="2926" y="13694"/>
                    <a:pt x="2765" y="13373"/>
                  </a:cubicBezTo>
                  <a:cubicBezTo>
                    <a:pt x="2604" y="13019"/>
                    <a:pt x="2026" y="11830"/>
                    <a:pt x="1511" y="10351"/>
                  </a:cubicBezTo>
                  <a:cubicBezTo>
                    <a:pt x="997" y="8905"/>
                    <a:pt x="515" y="7201"/>
                    <a:pt x="515" y="5883"/>
                  </a:cubicBezTo>
                  <a:cubicBezTo>
                    <a:pt x="515" y="5787"/>
                    <a:pt x="547" y="5658"/>
                    <a:pt x="547" y="5562"/>
                  </a:cubicBezTo>
                  <a:cubicBezTo>
                    <a:pt x="644" y="4244"/>
                    <a:pt x="1190" y="3022"/>
                    <a:pt x="1769" y="2122"/>
                  </a:cubicBezTo>
                  <a:cubicBezTo>
                    <a:pt x="2058" y="1640"/>
                    <a:pt x="2347" y="1287"/>
                    <a:pt x="2604" y="997"/>
                  </a:cubicBezTo>
                  <a:cubicBezTo>
                    <a:pt x="2701" y="869"/>
                    <a:pt x="2829" y="772"/>
                    <a:pt x="2894" y="708"/>
                  </a:cubicBezTo>
                  <a:lnTo>
                    <a:pt x="2990" y="644"/>
                  </a:lnTo>
                  <a:cubicBezTo>
                    <a:pt x="3183" y="579"/>
                    <a:pt x="3408" y="547"/>
                    <a:pt x="3633" y="547"/>
                  </a:cubicBezTo>
                  <a:close/>
                  <a:moveTo>
                    <a:pt x="3633" y="1"/>
                  </a:moveTo>
                  <a:cubicBezTo>
                    <a:pt x="3344" y="1"/>
                    <a:pt x="3087" y="33"/>
                    <a:pt x="2829" y="129"/>
                  </a:cubicBezTo>
                  <a:cubicBezTo>
                    <a:pt x="2765" y="129"/>
                    <a:pt x="2701" y="161"/>
                    <a:pt x="2669" y="194"/>
                  </a:cubicBezTo>
                  <a:cubicBezTo>
                    <a:pt x="2508" y="322"/>
                    <a:pt x="2315" y="515"/>
                    <a:pt x="2058" y="836"/>
                  </a:cubicBezTo>
                  <a:cubicBezTo>
                    <a:pt x="1286" y="1737"/>
                    <a:pt x="161" y="3504"/>
                    <a:pt x="1" y="5530"/>
                  </a:cubicBezTo>
                  <a:cubicBezTo>
                    <a:pt x="1" y="5626"/>
                    <a:pt x="1" y="5755"/>
                    <a:pt x="1" y="5883"/>
                  </a:cubicBezTo>
                  <a:cubicBezTo>
                    <a:pt x="1" y="7330"/>
                    <a:pt x="483" y="9065"/>
                    <a:pt x="997" y="10544"/>
                  </a:cubicBezTo>
                  <a:cubicBezTo>
                    <a:pt x="1544" y="12023"/>
                    <a:pt x="2090" y="13244"/>
                    <a:pt x="2283" y="13630"/>
                  </a:cubicBezTo>
                  <a:cubicBezTo>
                    <a:pt x="2444" y="13887"/>
                    <a:pt x="2412" y="14401"/>
                    <a:pt x="2476" y="14851"/>
                  </a:cubicBezTo>
                  <a:cubicBezTo>
                    <a:pt x="2508" y="15076"/>
                    <a:pt x="2540" y="15302"/>
                    <a:pt x="2669" y="15494"/>
                  </a:cubicBezTo>
                  <a:cubicBezTo>
                    <a:pt x="2733" y="15591"/>
                    <a:pt x="2829" y="15687"/>
                    <a:pt x="2958" y="15752"/>
                  </a:cubicBezTo>
                  <a:cubicBezTo>
                    <a:pt x="3087" y="15816"/>
                    <a:pt x="3215" y="15848"/>
                    <a:pt x="3376" y="15848"/>
                  </a:cubicBezTo>
                  <a:cubicBezTo>
                    <a:pt x="3601" y="15816"/>
                    <a:pt x="3762" y="15719"/>
                    <a:pt x="3954" y="15591"/>
                  </a:cubicBezTo>
                  <a:cubicBezTo>
                    <a:pt x="4276" y="15366"/>
                    <a:pt x="4662" y="15012"/>
                    <a:pt x="5047" y="14562"/>
                  </a:cubicBezTo>
                  <a:cubicBezTo>
                    <a:pt x="6011" y="13461"/>
                    <a:pt x="7068" y="11936"/>
                    <a:pt x="7352" y="11520"/>
                  </a:cubicBezTo>
                  <a:lnTo>
                    <a:pt x="7352" y="11520"/>
                  </a:lnTo>
                  <a:cubicBezTo>
                    <a:pt x="7489" y="11530"/>
                    <a:pt x="7709" y="11541"/>
                    <a:pt x="7973" y="11541"/>
                  </a:cubicBezTo>
                  <a:cubicBezTo>
                    <a:pt x="8455" y="11541"/>
                    <a:pt x="9130" y="11508"/>
                    <a:pt x="9740" y="11412"/>
                  </a:cubicBezTo>
                  <a:cubicBezTo>
                    <a:pt x="10030" y="11380"/>
                    <a:pt x="10319" y="11283"/>
                    <a:pt x="10544" y="11187"/>
                  </a:cubicBezTo>
                  <a:cubicBezTo>
                    <a:pt x="10801" y="11091"/>
                    <a:pt x="10994" y="10962"/>
                    <a:pt x="11123" y="10705"/>
                  </a:cubicBezTo>
                  <a:cubicBezTo>
                    <a:pt x="11155" y="10608"/>
                    <a:pt x="11155" y="10512"/>
                    <a:pt x="11155" y="10416"/>
                  </a:cubicBezTo>
                  <a:cubicBezTo>
                    <a:pt x="11155" y="10223"/>
                    <a:pt x="11123" y="9998"/>
                    <a:pt x="11026" y="9741"/>
                  </a:cubicBezTo>
                  <a:cubicBezTo>
                    <a:pt x="10769" y="8873"/>
                    <a:pt x="10094" y="7619"/>
                    <a:pt x="9419" y="6333"/>
                  </a:cubicBezTo>
                  <a:cubicBezTo>
                    <a:pt x="8776" y="5047"/>
                    <a:pt x="8101" y="3794"/>
                    <a:pt x="7844" y="3022"/>
                  </a:cubicBezTo>
                  <a:cubicBezTo>
                    <a:pt x="7522" y="2090"/>
                    <a:pt x="6880" y="1351"/>
                    <a:pt x="6140" y="836"/>
                  </a:cubicBezTo>
                  <a:cubicBezTo>
                    <a:pt x="5369" y="322"/>
                    <a:pt x="4469" y="1"/>
                    <a:pt x="363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16" name="Google Shape;1816;p33"/>
            <p:cNvSpPr/>
            <p:nvPr/>
          </p:nvSpPr>
          <p:spPr>
            <a:xfrm>
              <a:off x="2599750" y="1732350"/>
              <a:ext cx="225025" cy="346875"/>
            </a:xfrm>
            <a:custGeom>
              <a:avLst/>
              <a:gdLst/>
              <a:ahLst/>
              <a:cxnLst/>
              <a:rect l="l" t="t" r="r" b="b"/>
              <a:pathLst>
                <a:path w="9001" h="13875" extrusionOk="0">
                  <a:moveTo>
                    <a:pt x="1641" y="1"/>
                  </a:moveTo>
                  <a:cubicBezTo>
                    <a:pt x="1306" y="1"/>
                    <a:pt x="1046" y="184"/>
                    <a:pt x="836" y="759"/>
                  </a:cubicBezTo>
                  <a:cubicBezTo>
                    <a:pt x="836" y="759"/>
                    <a:pt x="836" y="3299"/>
                    <a:pt x="482" y="4616"/>
                  </a:cubicBezTo>
                  <a:cubicBezTo>
                    <a:pt x="97" y="5902"/>
                    <a:pt x="0" y="6577"/>
                    <a:pt x="1414" y="8635"/>
                  </a:cubicBezTo>
                  <a:cubicBezTo>
                    <a:pt x="2829" y="10692"/>
                    <a:pt x="6011" y="13874"/>
                    <a:pt x="6011" y="13874"/>
                  </a:cubicBezTo>
                  <a:cubicBezTo>
                    <a:pt x="6011" y="13874"/>
                    <a:pt x="6204" y="11720"/>
                    <a:pt x="6300" y="10499"/>
                  </a:cubicBezTo>
                  <a:cubicBezTo>
                    <a:pt x="6365" y="9277"/>
                    <a:pt x="8261" y="8538"/>
                    <a:pt x="8615" y="7992"/>
                  </a:cubicBezTo>
                  <a:cubicBezTo>
                    <a:pt x="9000" y="7413"/>
                    <a:pt x="6558" y="7027"/>
                    <a:pt x="5625" y="5356"/>
                  </a:cubicBezTo>
                  <a:cubicBezTo>
                    <a:pt x="4693" y="3652"/>
                    <a:pt x="4693" y="759"/>
                    <a:pt x="3375" y="470"/>
                  </a:cubicBezTo>
                  <a:cubicBezTo>
                    <a:pt x="2632" y="307"/>
                    <a:pt x="2073" y="1"/>
                    <a:pt x="1641"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17" name="Google Shape;1817;p33"/>
            <p:cNvSpPr/>
            <p:nvPr/>
          </p:nvSpPr>
          <p:spPr>
            <a:xfrm>
              <a:off x="2598925" y="1725600"/>
              <a:ext cx="224250" cy="360350"/>
            </a:xfrm>
            <a:custGeom>
              <a:avLst/>
              <a:gdLst/>
              <a:ahLst/>
              <a:cxnLst/>
              <a:rect l="l" t="t" r="r" b="b"/>
              <a:pathLst>
                <a:path w="8970" h="14414" extrusionOk="0">
                  <a:moveTo>
                    <a:pt x="8455" y="8101"/>
                  </a:moveTo>
                  <a:cubicBezTo>
                    <a:pt x="8452" y="8103"/>
                    <a:pt x="8450" y="8106"/>
                    <a:pt x="8447" y="8109"/>
                  </a:cubicBezTo>
                  <a:lnTo>
                    <a:pt x="8447" y="8109"/>
                  </a:lnTo>
                  <a:lnTo>
                    <a:pt x="8423" y="8101"/>
                  </a:lnTo>
                  <a:close/>
                  <a:moveTo>
                    <a:pt x="1672" y="547"/>
                  </a:moveTo>
                  <a:cubicBezTo>
                    <a:pt x="1833" y="547"/>
                    <a:pt x="2058" y="611"/>
                    <a:pt x="2347" y="708"/>
                  </a:cubicBezTo>
                  <a:cubicBezTo>
                    <a:pt x="2637" y="804"/>
                    <a:pt x="2958" y="933"/>
                    <a:pt x="3344" y="997"/>
                  </a:cubicBezTo>
                  <a:cubicBezTo>
                    <a:pt x="3601" y="1061"/>
                    <a:pt x="3762" y="1222"/>
                    <a:pt x="3955" y="1511"/>
                  </a:cubicBezTo>
                  <a:cubicBezTo>
                    <a:pt x="4212" y="1993"/>
                    <a:pt x="4405" y="2701"/>
                    <a:pt x="4630" y="3472"/>
                  </a:cubicBezTo>
                  <a:cubicBezTo>
                    <a:pt x="4823" y="4244"/>
                    <a:pt x="5048" y="5079"/>
                    <a:pt x="5433" y="5754"/>
                  </a:cubicBezTo>
                  <a:cubicBezTo>
                    <a:pt x="5915" y="6622"/>
                    <a:pt x="6719" y="7137"/>
                    <a:pt x="7362" y="7522"/>
                  </a:cubicBezTo>
                  <a:cubicBezTo>
                    <a:pt x="7716" y="7683"/>
                    <a:pt x="8005" y="7844"/>
                    <a:pt x="8198" y="7972"/>
                  </a:cubicBezTo>
                  <a:cubicBezTo>
                    <a:pt x="8294" y="8037"/>
                    <a:pt x="8390" y="8101"/>
                    <a:pt x="8423" y="8133"/>
                  </a:cubicBezTo>
                  <a:lnTo>
                    <a:pt x="8423" y="8133"/>
                  </a:lnTo>
                  <a:cubicBezTo>
                    <a:pt x="8345" y="8210"/>
                    <a:pt x="8199" y="8348"/>
                    <a:pt x="8005" y="8487"/>
                  </a:cubicBezTo>
                  <a:cubicBezTo>
                    <a:pt x="7651" y="8744"/>
                    <a:pt x="7201" y="9033"/>
                    <a:pt x="6816" y="9387"/>
                  </a:cubicBezTo>
                  <a:cubicBezTo>
                    <a:pt x="6430" y="9740"/>
                    <a:pt x="6108" y="10190"/>
                    <a:pt x="6044" y="10769"/>
                  </a:cubicBezTo>
                  <a:cubicBezTo>
                    <a:pt x="6012" y="11380"/>
                    <a:pt x="5948" y="12215"/>
                    <a:pt x="5883" y="12890"/>
                  </a:cubicBezTo>
                  <a:cubicBezTo>
                    <a:pt x="5861" y="13131"/>
                    <a:pt x="5843" y="13353"/>
                    <a:pt x="5828" y="13542"/>
                  </a:cubicBezTo>
                  <a:lnTo>
                    <a:pt x="5828" y="13542"/>
                  </a:lnTo>
                  <a:cubicBezTo>
                    <a:pt x="5794" y="13509"/>
                    <a:pt x="5759" y="13474"/>
                    <a:pt x="5723" y="13437"/>
                  </a:cubicBezTo>
                  <a:cubicBezTo>
                    <a:pt x="4758" y="12440"/>
                    <a:pt x="2701" y="10255"/>
                    <a:pt x="1672" y="8744"/>
                  </a:cubicBezTo>
                  <a:cubicBezTo>
                    <a:pt x="1222" y="8101"/>
                    <a:pt x="933" y="7619"/>
                    <a:pt x="772" y="7201"/>
                  </a:cubicBezTo>
                  <a:cubicBezTo>
                    <a:pt x="612" y="6783"/>
                    <a:pt x="547" y="6462"/>
                    <a:pt x="547" y="6172"/>
                  </a:cubicBezTo>
                  <a:cubicBezTo>
                    <a:pt x="547" y="5786"/>
                    <a:pt x="612" y="5433"/>
                    <a:pt x="772" y="4951"/>
                  </a:cubicBezTo>
                  <a:cubicBezTo>
                    <a:pt x="965" y="4244"/>
                    <a:pt x="1062" y="3279"/>
                    <a:pt x="1094" y="2476"/>
                  </a:cubicBezTo>
                  <a:cubicBezTo>
                    <a:pt x="1153" y="1742"/>
                    <a:pt x="1158" y="1143"/>
                    <a:pt x="1158" y="1043"/>
                  </a:cubicBezTo>
                  <a:lnTo>
                    <a:pt x="1158" y="1043"/>
                  </a:lnTo>
                  <a:cubicBezTo>
                    <a:pt x="1244" y="834"/>
                    <a:pt x="1330" y="701"/>
                    <a:pt x="1415" y="643"/>
                  </a:cubicBezTo>
                  <a:cubicBezTo>
                    <a:pt x="1480" y="579"/>
                    <a:pt x="1544" y="547"/>
                    <a:pt x="1672" y="547"/>
                  </a:cubicBezTo>
                  <a:close/>
                  <a:moveTo>
                    <a:pt x="1672" y="0"/>
                  </a:moveTo>
                  <a:cubicBezTo>
                    <a:pt x="1447" y="0"/>
                    <a:pt x="1222" y="65"/>
                    <a:pt x="1062" y="225"/>
                  </a:cubicBezTo>
                  <a:cubicBezTo>
                    <a:pt x="869" y="386"/>
                    <a:pt x="740" y="643"/>
                    <a:pt x="644" y="933"/>
                  </a:cubicBezTo>
                  <a:lnTo>
                    <a:pt x="612" y="1029"/>
                  </a:lnTo>
                  <a:cubicBezTo>
                    <a:pt x="612" y="1029"/>
                    <a:pt x="612" y="1190"/>
                    <a:pt x="612" y="1447"/>
                  </a:cubicBezTo>
                  <a:cubicBezTo>
                    <a:pt x="580" y="2186"/>
                    <a:pt x="515" y="3858"/>
                    <a:pt x="258" y="4790"/>
                  </a:cubicBezTo>
                  <a:cubicBezTo>
                    <a:pt x="97" y="5272"/>
                    <a:pt x="1" y="5722"/>
                    <a:pt x="1" y="6172"/>
                  </a:cubicBezTo>
                  <a:cubicBezTo>
                    <a:pt x="1" y="6558"/>
                    <a:pt x="65" y="6944"/>
                    <a:pt x="290" y="7426"/>
                  </a:cubicBezTo>
                  <a:cubicBezTo>
                    <a:pt x="483" y="7876"/>
                    <a:pt x="772" y="8390"/>
                    <a:pt x="1222" y="9065"/>
                  </a:cubicBezTo>
                  <a:cubicBezTo>
                    <a:pt x="1930" y="10094"/>
                    <a:pt x="3087" y="11412"/>
                    <a:pt x="4083" y="12473"/>
                  </a:cubicBezTo>
                  <a:cubicBezTo>
                    <a:pt x="5048" y="13533"/>
                    <a:pt x="5851" y="14337"/>
                    <a:pt x="5851" y="14337"/>
                  </a:cubicBezTo>
                  <a:cubicBezTo>
                    <a:pt x="5898" y="14384"/>
                    <a:pt x="5980" y="14414"/>
                    <a:pt x="6058" y="14414"/>
                  </a:cubicBezTo>
                  <a:cubicBezTo>
                    <a:pt x="6087" y="14414"/>
                    <a:pt x="6115" y="14410"/>
                    <a:pt x="6141" y="14401"/>
                  </a:cubicBezTo>
                  <a:cubicBezTo>
                    <a:pt x="6237" y="14369"/>
                    <a:pt x="6301" y="14273"/>
                    <a:pt x="6301" y="14176"/>
                  </a:cubicBezTo>
                  <a:cubicBezTo>
                    <a:pt x="6301" y="14176"/>
                    <a:pt x="6494" y="12023"/>
                    <a:pt x="6591" y="10801"/>
                  </a:cubicBezTo>
                  <a:cubicBezTo>
                    <a:pt x="6591" y="10576"/>
                    <a:pt x="6719" y="10351"/>
                    <a:pt x="6880" y="10126"/>
                  </a:cubicBezTo>
                  <a:cubicBezTo>
                    <a:pt x="7137" y="9772"/>
                    <a:pt x="7555" y="9451"/>
                    <a:pt x="7941" y="9194"/>
                  </a:cubicBezTo>
                  <a:cubicBezTo>
                    <a:pt x="8133" y="9065"/>
                    <a:pt x="8326" y="8937"/>
                    <a:pt x="8487" y="8808"/>
                  </a:cubicBezTo>
                  <a:cubicBezTo>
                    <a:pt x="8648" y="8679"/>
                    <a:pt x="8776" y="8551"/>
                    <a:pt x="8873" y="8390"/>
                  </a:cubicBezTo>
                  <a:cubicBezTo>
                    <a:pt x="8937" y="8326"/>
                    <a:pt x="8969" y="8229"/>
                    <a:pt x="8969" y="8133"/>
                  </a:cubicBezTo>
                  <a:cubicBezTo>
                    <a:pt x="8969" y="7972"/>
                    <a:pt x="8873" y="7844"/>
                    <a:pt x="8808" y="7747"/>
                  </a:cubicBezTo>
                  <a:cubicBezTo>
                    <a:pt x="8648" y="7587"/>
                    <a:pt x="8455" y="7490"/>
                    <a:pt x="8198" y="7362"/>
                  </a:cubicBezTo>
                  <a:cubicBezTo>
                    <a:pt x="7491" y="6944"/>
                    <a:pt x="6398" y="6429"/>
                    <a:pt x="5883" y="5497"/>
                  </a:cubicBezTo>
                  <a:cubicBezTo>
                    <a:pt x="5465" y="4694"/>
                    <a:pt x="5208" y="3569"/>
                    <a:pt x="4951" y="2572"/>
                  </a:cubicBezTo>
                  <a:cubicBezTo>
                    <a:pt x="4790" y="2090"/>
                    <a:pt x="4630" y="1640"/>
                    <a:pt x="4405" y="1254"/>
                  </a:cubicBezTo>
                  <a:cubicBezTo>
                    <a:pt x="4212" y="868"/>
                    <a:pt x="3890" y="579"/>
                    <a:pt x="3473" y="483"/>
                  </a:cubicBezTo>
                  <a:cubicBezTo>
                    <a:pt x="3119" y="418"/>
                    <a:pt x="2797" y="290"/>
                    <a:pt x="2508" y="193"/>
                  </a:cubicBezTo>
                  <a:cubicBezTo>
                    <a:pt x="2219" y="97"/>
                    <a:pt x="1962" y="0"/>
                    <a:pt x="1672"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18" name="Google Shape;1818;p33"/>
            <p:cNvSpPr/>
            <p:nvPr/>
          </p:nvSpPr>
          <p:spPr>
            <a:xfrm>
              <a:off x="2517775" y="1419200"/>
              <a:ext cx="483000" cy="427600"/>
            </a:xfrm>
            <a:custGeom>
              <a:avLst/>
              <a:gdLst/>
              <a:ahLst/>
              <a:cxnLst/>
              <a:rect l="l" t="t" r="r" b="b"/>
              <a:pathLst>
                <a:path w="19320" h="17104" extrusionOk="0">
                  <a:moveTo>
                    <a:pt x="10020" y="1"/>
                  </a:moveTo>
                  <a:cubicBezTo>
                    <a:pt x="9505" y="1"/>
                    <a:pt x="8981" y="24"/>
                    <a:pt x="8454" y="74"/>
                  </a:cubicBezTo>
                  <a:cubicBezTo>
                    <a:pt x="3279" y="524"/>
                    <a:pt x="933" y="3899"/>
                    <a:pt x="483" y="7274"/>
                  </a:cubicBezTo>
                  <a:cubicBezTo>
                    <a:pt x="0" y="10649"/>
                    <a:pt x="3568" y="13928"/>
                    <a:pt x="3954" y="14507"/>
                  </a:cubicBezTo>
                  <a:cubicBezTo>
                    <a:pt x="4308" y="15053"/>
                    <a:pt x="3858" y="15632"/>
                    <a:pt x="4983" y="16017"/>
                  </a:cubicBezTo>
                  <a:cubicBezTo>
                    <a:pt x="5358" y="16135"/>
                    <a:pt x="5743" y="16175"/>
                    <a:pt x="6091" y="16175"/>
                  </a:cubicBezTo>
                  <a:cubicBezTo>
                    <a:pt x="6786" y="16175"/>
                    <a:pt x="7329" y="16017"/>
                    <a:pt x="7329" y="16017"/>
                  </a:cubicBezTo>
                  <a:cubicBezTo>
                    <a:pt x="7329" y="16017"/>
                    <a:pt x="8062" y="17104"/>
                    <a:pt x="9326" y="17104"/>
                  </a:cubicBezTo>
                  <a:cubicBezTo>
                    <a:pt x="9488" y="17104"/>
                    <a:pt x="9658" y="17086"/>
                    <a:pt x="9837" y="17046"/>
                  </a:cubicBezTo>
                  <a:cubicBezTo>
                    <a:pt x="11444" y="16660"/>
                    <a:pt x="10962" y="13478"/>
                    <a:pt x="11637" y="13092"/>
                  </a:cubicBezTo>
                  <a:cubicBezTo>
                    <a:pt x="12279" y="12706"/>
                    <a:pt x="12762" y="11517"/>
                    <a:pt x="14722" y="10392"/>
                  </a:cubicBezTo>
                  <a:cubicBezTo>
                    <a:pt x="16683" y="9267"/>
                    <a:pt x="16683" y="7563"/>
                    <a:pt x="16683" y="7563"/>
                  </a:cubicBezTo>
                  <a:cubicBezTo>
                    <a:pt x="16683" y="7563"/>
                    <a:pt x="19319" y="6824"/>
                    <a:pt x="18837" y="4188"/>
                  </a:cubicBezTo>
                  <a:cubicBezTo>
                    <a:pt x="18433" y="1822"/>
                    <a:pt x="14534" y="1"/>
                    <a:pt x="10020"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19" name="Google Shape;1819;p33"/>
            <p:cNvSpPr/>
            <p:nvPr/>
          </p:nvSpPr>
          <p:spPr>
            <a:xfrm>
              <a:off x="2521800" y="1412200"/>
              <a:ext cx="474950" cy="441200"/>
            </a:xfrm>
            <a:custGeom>
              <a:avLst/>
              <a:gdLst/>
              <a:ahLst/>
              <a:cxnLst/>
              <a:rect l="l" t="t" r="r" b="b"/>
              <a:pathLst>
                <a:path w="18998" h="17648" extrusionOk="0">
                  <a:moveTo>
                    <a:pt x="9804" y="547"/>
                  </a:moveTo>
                  <a:cubicBezTo>
                    <a:pt x="12054" y="547"/>
                    <a:pt x="14111" y="997"/>
                    <a:pt x="15687" y="1736"/>
                  </a:cubicBezTo>
                  <a:cubicBezTo>
                    <a:pt x="16458" y="2090"/>
                    <a:pt x="17101" y="2540"/>
                    <a:pt x="17583" y="2990"/>
                  </a:cubicBezTo>
                  <a:cubicBezTo>
                    <a:pt x="18033" y="3472"/>
                    <a:pt x="18322" y="3986"/>
                    <a:pt x="18419" y="4500"/>
                  </a:cubicBezTo>
                  <a:cubicBezTo>
                    <a:pt x="18451" y="4725"/>
                    <a:pt x="18483" y="4918"/>
                    <a:pt x="18483" y="5079"/>
                  </a:cubicBezTo>
                  <a:cubicBezTo>
                    <a:pt x="18483" y="6043"/>
                    <a:pt x="17969" y="6654"/>
                    <a:pt x="17487" y="7040"/>
                  </a:cubicBezTo>
                  <a:cubicBezTo>
                    <a:pt x="17229" y="7233"/>
                    <a:pt x="16972" y="7393"/>
                    <a:pt x="16779" y="7458"/>
                  </a:cubicBezTo>
                  <a:cubicBezTo>
                    <a:pt x="16683" y="7522"/>
                    <a:pt x="16587" y="7554"/>
                    <a:pt x="16522" y="7554"/>
                  </a:cubicBezTo>
                  <a:lnTo>
                    <a:pt x="16458" y="7586"/>
                  </a:lnTo>
                  <a:cubicBezTo>
                    <a:pt x="16329" y="7618"/>
                    <a:pt x="16265" y="7715"/>
                    <a:pt x="16265" y="7843"/>
                  </a:cubicBezTo>
                  <a:cubicBezTo>
                    <a:pt x="16265" y="7908"/>
                    <a:pt x="16233" y="8326"/>
                    <a:pt x="16008" y="8808"/>
                  </a:cubicBezTo>
                  <a:cubicBezTo>
                    <a:pt x="15751" y="9322"/>
                    <a:pt x="15301" y="9933"/>
                    <a:pt x="14433" y="10415"/>
                  </a:cubicBezTo>
                  <a:cubicBezTo>
                    <a:pt x="13404" y="10994"/>
                    <a:pt x="12794" y="11604"/>
                    <a:pt x="12311" y="12119"/>
                  </a:cubicBezTo>
                  <a:cubicBezTo>
                    <a:pt x="11861" y="12633"/>
                    <a:pt x="11572" y="13019"/>
                    <a:pt x="11347" y="13147"/>
                  </a:cubicBezTo>
                  <a:cubicBezTo>
                    <a:pt x="11186" y="13244"/>
                    <a:pt x="11090" y="13372"/>
                    <a:pt x="11026" y="13533"/>
                  </a:cubicBezTo>
                  <a:cubicBezTo>
                    <a:pt x="10897" y="13790"/>
                    <a:pt x="10865" y="14112"/>
                    <a:pt x="10801" y="14497"/>
                  </a:cubicBezTo>
                  <a:cubicBezTo>
                    <a:pt x="10704" y="15044"/>
                    <a:pt x="10640" y="15654"/>
                    <a:pt x="10447" y="16137"/>
                  </a:cubicBezTo>
                  <a:cubicBezTo>
                    <a:pt x="10351" y="16394"/>
                    <a:pt x="10254" y="16587"/>
                    <a:pt x="10126" y="16747"/>
                  </a:cubicBezTo>
                  <a:cubicBezTo>
                    <a:pt x="9965" y="16908"/>
                    <a:pt x="9836" y="17005"/>
                    <a:pt x="9611" y="17037"/>
                  </a:cubicBezTo>
                  <a:cubicBezTo>
                    <a:pt x="9451" y="17101"/>
                    <a:pt x="9290" y="17101"/>
                    <a:pt x="9161" y="17101"/>
                  </a:cubicBezTo>
                  <a:cubicBezTo>
                    <a:pt x="8583" y="17101"/>
                    <a:pt x="8165" y="16876"/>
                    <a:pt x="7843" y="16619"/>
                  </a:cubicBezTo>
                  <a:cubicBezTo>
                    <a:pt x="7683" y="16490"/>
                    <a:pt x="7554" y="16362"/>
                    <a:pt x="7490" y="16265"/>
                  </a:cubicBezTo>
                  <a:lnTo>
                    <a:pt x="7393" y="16169"/>
                  </a:lnTo>
                  <a:lnTo>
                    <a:pt x="7393" y="16137"/>
                  </a:lnTo>
                  <a:lnTo>
                    <a:pt x="7361" y="16137"/>
                  </a:lnTo>
                  <a:cubicBezTo>
                    <a:pt x="7315" y="16067"/>
                    <a:pt x="7252" y="16014"/>
                    <a:pt x="7172" y="16014"/>
                  </a:cubicBezTo>
                  <a:cubicBezTo>
                    <a:pt x="7141" y="16014"/>
                    <a:pt x="7108" y="16022"/>
                    <a:pt x="7072" y="16040"/>
                  </a:cubicBezTo>
                  <a:cubicBezTo>
                    <a:pt x="6943" y="16072"/>
                    <a:pt x="6493" y="16169"/>
                    <a:pt x="5915" y="16169"/>
                  </a:cubicBezTo>
                  <a:cubicBezTo>
                    <a:pt x="5593" y="16169"/>
                    <a:pt x="5240" y="16137"/>
                    <a:pt x="4886" y="16040"/>
                  </a:cubicBezTo>
                  <a:cubicBezTo>
                    <a:pt x="4629" y="15944"/>
                    <a:pt x="4500" y="15847"/>
                    <a:pt x="4404" y="15783"/>
                  </a:cubicBezTo>
                  <a:cubicBezTo>
                    <a:pt x="4340" y="15719"/>
                    <a:pt x="4307" y="15654"/>
                    <a:pt x="4307" y="15590"/>
                  </a:cubicBezTo>
                  <a:cubicBezTo>
                    <a:pt x="4243" y="15494"/>
                    <a:pt x="4243" y="15365"/>
                    <a:pt x="4211" y="15204"/>
                  </a:cubicBezTo>
                  <a:cubicBezTo>
                    <a:pt x="4179" y="15044"/>
                    <a:pt x="4147" y="14851"/>
                    <a:pt x="3986" y="14626"/>
                  </a:cubicBezTo>
                  <a:cubicBezTo>
                    <a:pt x="3954" y="14529"/>
                    <a:pt x="3857" y="14433"/>
                    <a:pt x="3729" y="14304"/>
                  </a:cubicBezTo>
                  <a:cubicBezTo>
                    <a:pt x="3311" y="13822"/>
                    <a:pt x="2507" y="12954"/>
                    <a:pt x="1800" y="11861"/>
                  </a:cubicBezTo>
                  <a:cubicBezTo>
                    <a:pt x="1125" y="10769"/>
                    <a:pt x="547" y="9483"/>
                    <a:pt x="547" y="8197"/>
                  </a:cubicBezTo>
                  <a:cubicBezTo>
                    <a:pt x="547" y="8004"/>
                    <a:pt x="547" y="7779"/>
                    <a:pt x="579" y="7586"/>
                  </a:cubicBezTo>
                  <a:cubicBezTo>
                    <a:pt x="804" y="5947"/>
                    <a:pt x="1479" y="4340"/>
                    <a:pt x="2732" y="3054"/>
                  </a:cubicBezTo>
                  <a:cubicBezTo>
                    <a:pt x="3986" y="1768"/>
                    <a:pt x="5786" y="836"/>
                    <a:pt x="8293" y="611"/>
                  </a:cubicBezTo>
                  <a:cubicBezTo>
                    <a:pt x="8808" y="579"/>
                    <a:pt x="9322" y="547"/>
                    <a:pt x="9804" y="547"/>
                  </a:cubicBezTo>
                  <a:close/>
                  <a:moveTo>
                    <a:pt x="9804" y="0"/>
                  </a:moveTo>
                  <a:cubicBezTo>
                    <a:pt x="9290" y="0"/>
                    <a:pt x="8775" y="32"/>
                    <a:pt x="8261" y="64"/>
                  </a:cubicBezTo>
                  <a:cubicBezTo>
                    <a:pt x="5625" y="322"/>
                    <a:pt x="3665" y="1318"/>
                    <a:pt x="2347" y="2668"/>
                  </a:cubicBezTo>
                  <a:cubicBezTo>
                    <a:pt x="997" y="4050"/>
                    <a:pt x="289" y="5786"/>
                    <a:pt x="32" y="7522"/>
                  </a:cubicBezTo>
                  <a:cubicBezTo>
                    <a:pt x="0" y="7747"/>
                    <a:pt x="0" y="7972"/>
                    <a:pt x="0" y="8197"/>
                  </a:cubicBezTo>
                  <a:cubicBezTo>
                    <a:pt x="0" y="9836"/>
                    <a:pt x="836" y="11411"/>
                    <a:pt x="1672" y="12633"/>
                  </a:cubicBezTo>
                  <a:cubicBezTo>
                    <a:pt x="2089" y="13212"/>
                    <a:pt x="2539" y="13758"/>
                    <a:pt x="2893" y="14144"/>
                  </a:cubicBezTo>
                  <a:cubicBezTo>
                    <a:pt x="3054" y="14337"/>
                    <a:pt x="3215" y="14529"/>
                    <a:pt x="3311" y="14658"/>
                  </a:cubicBezTo>
                  <a:cubicBezTo>
                    <a:pt x="3440" y="14787"/>
                    <a:pt x="3536" y="14883"/>
                    <a:pt x="3568" y="14915"/>
                  </a:cubicBezTo>
                  <a:cubicBezTo>
                    <a:pt x="3632" y="15044"/>
                    <a:pt x="3665" y="15140"/>
                    <a:pt x="3665" y="15237"/>
                  </a:cubicBezTo>
                  <a:cubicBezTo>
                    <a:pt x="3729" y="15429"/>
                    <a:pt x="3729" y="15654"/>
                    <a:pt x="3857" y="15912"/>
                  </a:cubicBezTo>
                  <a:cubicBezTo>
                    <a:pt x="3922" y="16040"/>
                    <a:pt x="4018" y="16169"/>
                    <a:pt x="4179" y="16265"/>
                  </a:cubicBezTo>
                  <a:cubicBezTo>
                    <a:pt x="4307" y="16362"/>
                    <a:pt x="4500" y="16458"/>
                    <a:pt x="4725" y="16522"/>
                  </a:cubicBezTo>
                  <a:cubicBezTo>
                    <a:pt x="5143" y="16683"/>
                    <a:pt x="5561" y="16715"/>
                    <a:pt x="5915" y="16715"/>
                  </a:cubicBezTo>
                  <a:cubicBezTo>
                    <a:pt x="6412" y="16715"/>
                    <a:pt x="6822" y="16643"/>
                    <a:pt x="7047" y="16585"/>
                  </a:cubicBezTo>
                  <a:lnTo>
                    <a:pt x="7047" y="16585"/>
                  </a:lnTo>
                  <a:cubicBezTo>
                    <a:pt x="7141" y="16703"/>
                    <a:pt x="7299" y="16870"/>
                    <a:pt x="7522" y="17037"/>
                  </a:cubicBezTo>
                  <a:cubicBezTo>
                    <a:pt x="7875" y="17326"/>
                    <a:pt x="8422" y="17647"/>
                    <a:pt x="9161" y="17647"/>
                  </a:cubicBezTo>
                  <a:cubicBezTo>
                    <a:pt x="9354" y="17647"/>
                    <a:pt x="9547" y="17615"/>
                    <a:pt x="9740" y="17583"/>
                  </a:cubicBezTo>
                  <a:cubicBezTo>
                    <a:pt x="10222" y="17455"/>
                    <a:pt x="10576" y="17101"/>
                    <a:pt x="10768" y="16715"/>
                  </a:cubicBezTo>
                  <a:cubicBezTo>
                    <a:pt x="11090" y="16105"/>
                    <a:pt x="11186" y="15365"/>
                    <a:pt x="11315" y="14722"/>
                  </a:cubicBezTo>
                  <a:cubicBezTo>
                    <a:pt x="11347" y="14401"/>
                    <a:pt x="11379" y="14112"/>
                    <a:pt x="11443" y="13919"/>
                  </a:cubicBezTo>
                  <a:cubicBezTo>
                    <a:pt x="11476" y="13822"/>
                    <a:pt x="11508" y="13726"/>
                    <a:pt x="11540" y="13694"/>
                  </a:cubicBezTo>
                  <a:cubicBezTo>
                    <a:pt x="11572" y="13629"/>
                    <a:pt x="11604" y="13597"/>
                    <a:pt x="11604" y="13597"/>
                  </a:cubicBezTo>
                  <a:cubicBezTo>
                    <a:pt x="12022" y="13372"/>
                    <a:pt x="12279" y="12954"/>
                    <a:pt x="12729" y="12472"/>
                  </a:cubicBezTo>
                  <a:cubicBezTo>
                    <a:pt x="13147" y="11990"/>
                    <a:pt x="13726" y="11444"/>
                    <a:pt x="14690" y="10897"/>
                  </a:cubicBezTo>
                  <a:cubicBezTo>
                    <a:pt x="15719" y="10286"/>
                    <a:pt x="16265" y="9547"/>
                    <a:pt x="16522" y="8936"/>
                  </a:cubicBezTo>
                  <a:cubicBezTo>
                    <a:pt x="16683" y="8555"/>
                    <a:pt x="16756" y="8236"/>
                    <a:pt x="16788" y="8042"/>
                  </a:cubicBezTo>
                  <a:lnTo>
                    <a:pt x="16788" y="8042"/>
                  </a:lnTo>
                  <a:cubicBezTo>
                    <a:pt x="17004" y="7960"/>
                    <a:pt x="17399" y="7781"/>
                    <a:pt x="17808" y="7458"/>
                  </a:cubicBezTo>
                  <a:cubicBezTo>
                    <a:pt x="18387" y="7008"/>
                    <a:pt x="18997" y="6236"/>
                    <a:pt x="18997" y="5079"/>
                  </a:cubicBezTo>
                  <a:cubicBezTo>
                    <a:pt x="18997" y="4854"/>
                    <a:pt x="18997" y="4661"/>
                    <a:pt x="18933" y="4436"/>
                  </a:cubicBezTo>
                  <a:cubicBezTo>
                    <a:pt x="18837" y="3761"/>
                    <a:pt x="18483" y="3150"/>
                    <a:pt x="17937" y="2636"/>
                  </a:cubicBezTo>
                  <a:cubicBezTo>
                    <a:pt x="16362" y="1029"/>
                    <a:pt x="13276" y="0"/>
                    <a:pt x="9804"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20" name="Google Shape;1820;p33"/>
            <p:cNvSpPr/>
            <p:nvPr/>
          </p:nvSpPr>
          <p:spPr>
            <a:xfrm>
              <a:off x="2647575" y="1608275"/>
              <a:ext cx="315425" cy="350275"/>
            </a:xfrm>
            <a:custGeom>
              <a:avLst/>
              <a:gdLst/>
              <a:ahLst/>
              <a:cxnLst/>
              <a:rect l="l" t="t" r="r" b="b"/>
              <a:pathLst>
                <a:path w="12617" h="14011" extrusionOk="0">
                  <a:moveTo>
                    <a:pt x="11491" y="0"/>
                  </a:moveTo>
                  <a:cubicBezTo>
                    <a:pt x="11491" y="0"/>
                    <a:pt x="11041" y="1704"/>
                    <a:pt x="9530" y="1704"/>
                  </a:cubicBezTo>
                  <a:cubicBezTo>
                    <a:pt x="8020" y="1704"/>
                    <a:pt x="6541" y="1222"/>
                    <a:pt x="6541" y="1222"/>
                  </a:cubicBezTo>
                  <a:lnTo>
                    <a:pt x="6541" y="1222"/>
                  </a:lnTo>
                  <a:cubicBezTo>
                    <a:pt x="6541" y="1222"/>
                    <a:pt x="7280" y="3183"/>
                    <a:pt x="6702" y="4018"/>
                  </a:cubicBezTo>
                  <a:cubicBezTo>
                    <a:pt x="6155" y="4886"/>
                    <a:pt x="5223" y="4693"/>
                    <a:pt x="5030" y="5079"/>
                  </a:cubicBezTo>
                  <a:cubicBezTo>
                    <a:pt x="4837" y="5433"/>
                    <a:pt x="4934" y="7136"/>
                    <a:pt x="4837" y="7490"/>
                  </a:cubicBezTo>
                  <a:cubicBezTo>
                    <a:pt x="4773" y="7747"/>
                    <a:pt x="4466" y="8419"/>
                    <a:pt x="4097" y="8419"/>
                  </a:cubicBezTo>
                  <a:cubicBezTo>
                    <a:pt x="3912" y="8419"/>
                    <a:pt x="3712" y="8251"/>
                    <a:pt x="3519" y="7779"/>
                  </a:cubicBezTo>
                  <a:cubicBezTo>
                    <a:pt x="3519" y="7779"/>
                    <a:pt x="3712" y="6269"/>
                    <a:pt x="1848" y="6108"/>
                  </a:cubicBezTo>
                  <a:cubicBezTo>
                    <a:pt x="1751" y="6098"/>
                    <a:pt x="1660" y="6093"/>
                    <a:pt x="1575" y="6093"/>
                  </a:cubicBezTo>
                  <a:cubicBezTo>
                    <a:pt x="0" y="6093"/>
                    <a:pt x="453" y="7726"/>
                    <a:pt x="819" y="8519"/>
                  </a:cubicBezTo>
                  <a:cubicBezTo>
                    <a:pt x="1173" y="9387"/>
                    <a:pt x="2491" y="10029"/>
                    <a:pt x="2491" y="10029"/>
                  </a:cubicBezTo>
                  <a:cubicBezTo>
                    <a:pt x="2491" y="10029"/>
                    <a:pt x="2973" y="12183"/>
                    <a:pt x="3616" y="12376"/>
                  </a:cubicBezTo>
                  <a:cubicBezTo>
                    <a:pt x="4243" y="12555"/>
                    <a:pt x="7671" y="14010"/>
                    <a:pt x="8748" y="14010"/>
                  </a:cubicBezTo>
                  <a:cubicBezTo>
                    <a:pt x="8831" y="14010"/>
                    <a:pt x="8899" y="14002"/>
                    <a:pt x="8952" y="13983"/>
                  </a:cubicBezTo>
                  <a:cubicBezTo>
                    <a:pt x="9723" y="13694"/>
                    <a:pt x="10463" y="10222"/>
                    <a:pt x="10463" y="10222"/>
                  </a:cubicBezTo>
                  <a:cubicBezTo>
                    <a:pt x="10463" y="10222"/>
                    <a:pt x="11781" y="9579"/>
                    <a:pt x="11781" y="8904"/>
                  </a:cubicBezTo>
                  <a:cubicBezTo>
                    <a:pt x="11781" y="8262"/>
                    <a:pt x="11202" y="6365"/>
                    <a:pt x="11202" y="5915"/>
                  </a:cubicBezTo>
                  <a:cubicBezTo>
                    <a:pt x="11202" y="5433"/>
                    <a:pt x="12263" y="4115"/>
                    <a:pt x="12423" y="3086"/>
                  </a:cubicBezTo>
                  <a:cubicBezTo>
                    <a:pt x="12616" y="2058"/>
                    <a:pt x="11491" y="0"/>
                    <a:pt x="11491"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21" name="Google Shape;1821;p33"/>
            <p:cNvSpPr/>
            <p:nvPr/>
          </p:nvSpPr>
          <p:spPr>
            <a:xfrm>
              <a:off x="2652775" y="1601625"/>
              <a:ext cx="312625" cy="363475"/>
            </a:xfrm>
            <a:custGeom>
              <a:avLst/>
              <a:gdLst/>
              <a:ahLst/>
              <a:cxnLst/>
              <a:rect l="l" t="t" r="r" b="b"/>
              <a:pathLst>
                <a:path w="12505" h="14539" extrusionOk="0">
                  <a:moveTo>
                    <a:pt x="11312" y="902"/>
                  </a:moveTo>
                  <a:cubicBezTo>
                    <a:pt x="11404" y="1095"/>
                    <a:pt x="11508" y="1328"/>
                    <a:pt x="11605" y="1584"/>
                  </a:cubicBezTo>
                  <a:cubicBezTo>
                    <a:pt x="11798" y="2099"/>
                    <a:pt x="11990" y="2709"/>
                    <a:pt x="11990" y="3095"/>
                  </a:cubicBezTo>
                  <a:cubicBezTo>
                    <a:pt x="11990" y="3192"/>
                    <a:pt x="11990" y="3256"/>
                    <a:pt x="11958" y="3320"/>
                  </a:cubicBezTo>
                  <a:cubicBezTo>
                    <a:pt x="11894" y="3770"/>
                    <a:pt x="11605" y="4349"/>
                    <a:pt x="11315" y="4863"/>
                  </a:cubicBezTo>
                  <a:cubicBezTo>
                    <a:pt x="11187" y="5120"/>
                    <a:pt x="11026" y="5345"/>
                    <a:pt x="10930" y="5570"/>
                  </a:cubicBezTo>
                  <a:cubicBezTo>
                    <a:pt x="10833" y="5795"/>
                    <a:pt x="10737" y="5956"/>
                    <a:pt x="10737" y="6181"/>
                  </a:cubicBezTo>
                  <a:cubicBezTo>
                    <a:pt x="10737" y="6342"/>
                    <a:pt x="10769" y="6535"/>
                    <a:pt x="10833" y="6792"/>
                  </a:cubicBezTo>
                  <a:cubicBezTo>
                    <a:pt x="10930" y="7177"/>
                    <a:pt x="11026" y="7660"/>
                    <a:pt x="11123" y="8110"/>
                  </a:cubicBezTo>
                  <a:cubicBezTo>
                    <a:pt x="11219" y="8560"/>
                    <a:pt x="11315" y="8978"/>
                    <a:pt x="11315" y="9170"/>
                  </a:cubicBezTo>
                  <a:cubicBezTo>
                    <a:pt x="11315" y="9235"/>
                    <a:pt x="11251" y="9363"/>
                    <a:pt x="11155" y="9492"/>
                  </a:cubicBezTo>
                  <a:cubicBezTo>
                    <a:pt x="10994" y="9685"/>
                    <a:pt x="10737" y="9878"/>
                    <a:pt x="10544" y="10006"/>
                  </a:cubicBezTo>
                  <a:cubicBezTo>
                    <a:pt x="10415" y="10103"/>
                    <a:pt x="10319" y="10135"/>
                    <a:pt x="10255" y="10199"/>
                  </a:cubicBezTo>
                  <a:lnTo>
                    <a:pt x="10158" y="10231"/>
                  </a:lnTo>
                  <a:lnTo>
                    <a:pt x="10126" y="10231"/>
                  </a:lnTo>
                  <a:cubicBezTo>
                    <a:pt x="10062" y="10295"/>
                    <a:pt x="10030" y="10360"/>
                    <a:pt x="9997" y="10424"/>
                  </a:cubicBezTo>
                  <a:cubicBezTo>
                    <a:pt x="9997" y="10424"/>
                    <a:pt x="9965" y="10649"/>
                    <a:pt x="9869" y="10970"/>
                  </a:cubicBezTo>
                  <a:cubicBezTo>
                    <a:pt x="9740" y="11453"/>
                    <a:pt x="9547" y="12192"/>
                    <a:pt x="9322" y="12835"/>
                  </a:cubicBezTo>
                  <a:cubicBezTo>
                    <a:pt x="9194" y="13156"/>
                    <a:pt x="9065" y="13446"/>
                    <a:pt x="8937" y="13638"/>
                  </a:cubicBezTo>
                  <a:cubicBezTo>
                    <a:pt x="8872" y="13767"/>
                    <a:pt x="8808" y="13831"/>
                    <a:pt x="8776" y="13896"/>
                  </a:cubicBezTo>
                  <a:cubicBezTo>
                    <a:pt x="8712" y="13960"/>
                    <a:pt x="8680" y="13992"/>
                    <a:pt x="8680" y="13992"/>
                  </a:cubicBezTo>
                  <a:lnTo>
                    <a:pt x="8519" y="13992"/>
                  </a:lnTo>
                  <a:cubicBezTo>
                    <a:pt x="8294" y="13992"/>
                    <a:pt x="7908" y="13928"/>
                    <a:pt x="7426" y="13767"/>
                  </a:cubicBezTo>
                  <a:cubicBezTo>
                    <a:pt x="6719" y="13574"/>
                    <a:pt x="5851" y="13253"/>
                    <a:pt x="5112" y="12996"/>
                  </a:cubicBezTo>
                  <a:cubicBezTo>
                    <a:pt x="4726" y="12835"/>
                    <a:pt x="4404" y="12706"/>
                    <a:pt x="4115" y="12610"/>
                  </a:cubicBezTo>
                  <a:cubicBezTo>
                    <a:pt x="3826" y="12513"/>
                    <a:pt x="3633" y="12417"/>
                    <a:pt x="3472" y="12385"/>
                  </a:cubicBezTo>
                  <a:cubicBezTo>
                    <a:pt x="3440" y="12385"/>
                    <a:pt x="3311" y="12256"/>
                    <a:pt x="3183" y="12063"/>
                  </a:cubicBezTo>
                  <a:cubicBezTo>
                    <a:pt x="3022" y="11742"/>
                    <a:pt x="2829" y="11292"/>
                    <a:pt x="2733" y="10906"/>
                  </a:cubicBezTo>
                  <a:cubicBezTo>
                    <a:pt x="2669" y="10713"/>
                    <a:pt x="2636" y="10553"/>
                    <a:pt x="2604" y="10424"/>
                  </a:cubicBezTo>
                  <a:cubicBezTo>
                    <a:pt x="2572" y="10328"/>
                    <a:pt x="2540" y="10231"/>
                    <a:pt x="2540" y="10231"/>
                  </a:cubicBezTo>
                  <a:cubicBezTo>
                    <a:pt x="2540" y="10167"/>
                    <a:pt x="2476" y="10103"/>
                    <a:pt x="2411" y="10070"/>
                  </a:cubicBezTo>
                  <a:lnTo>
                    <a:pt x="2347" y="10038"/>
                  </a:lnTo>
                  <a:cubicBezTo>
                    <a:pt x="2251" y="9974"/>
                    <a:pt x="1929" y="9781"/>
                    <a:pt x="1608" y="9556"/>
                  </a:cubicBezTo>
                  <a:cubicBezTo>
                    <a:pt x="1286" y="9299"/>
                    <a:pt x="965" y="8978"/>
                    <a:pt x="836" y="8688"/>
                  </a:cubicBezTo>
                  <a:cubicBezTo>
                    <a:pt x="708" y="8335"/>
                    <a:pt x="515" y="7820"/>
                    <a:pt x="515" y="7402"/>
                  </a:cubicBezTo>
                  <a:cubicBezTo>
                    <a:pt x="515" y="7177"/>
                    <a:pt x="579" y="6952"/>
                    <a:pt x="708" y="6856"/>
                  </a:cubicBezTo>
                  <a:cubicBezTo>
                    <a:pt x="804" y="6727"/>
                    <a:pt x="997" y="6631"/>
                    <a:pt x="1383" y="6599"/>
                  </a:cubicBezTo>
                  <a:cubicBezTo>
                    <a:pt x="1447" y="6599"/>
                    <a:pt x="1511" y="6631"/>
                    <a:pt x="1608" y="6631"/>
                  </a:cubicBezTo>
                  <a:cubicBezTo>
                    <a:pt x="2315" y="6695"/>
                    <a:pt x="2669" y="6952"/>
                    <a:pt x="2829" y="7242"/>
                  </a:cubicBezTo>
                  <a:cubicBezTo>
                    <a:pt x="3022" y="7499"/>
                    <a:pt x="3054" y="7788"/>
                    <a:pt x="3054" y="7949"/>
                  </a:cubicBezTo>
                  <a:lnTo>
                    <a:pt x="3054" y="8013"/>
                  </a:lnTo>
                  <a:lnTo>
                    <a:pt x="3086" y="8142"/>
                  </a:lnTo>
                  <a:cubicBezTo>
                    <a:pt x="3183" y="8399"/>
                    <a:pt x="3279" y="8592"/>
                    <a:pt x="3408" y="8720"/>
                  </a:cubicBezTo>
                  <a:cubicBezTo>
                    <a:pt x="3536" y="8849"/>
                    <a:pt x="3697" y="8945"/>
                    <a:pt x="3890" y="8945"/>
                  </a:cubicBezTo>
                  <a:cubicBezTo>
                    <a:pt x="4051" y="8945"/>
                    <a:pt x="4212" y="8881"/>
                    <a:pt x="4308" y="8785"/>
                  </a:cubicBezTo>
                  <a:cubicBezTo>
                    <a:pt x="4501" y="8656"/>
                    <a:pt x="4597" y="8463"/>
                    <a:pt x="4694" y="8303"/>
                  </a:cubicBezTo>
                  <a:cubicBezTo>
                    <a:pt x="4790" y="8110"/>
                    <a:pt x="4854" y="7949"/>
                    <a:pt x="4887" y="7820"/>
                  </a:cubicBezTo>
                  <a:cubicBezTo>
                    <a:pt x="4919" y="7692"/>
                    <a:pt x="4951" y="7499"/>
                    <a:pt x="4951" y="7274"/>
                  </a:cubicBezTo>
                  <a:cubicBezTo>
                    <a:pt x="4951" y="6952"/>
                    <a:pt x="4951" y="6535"/>
                    <a:pt x="4983" y="6181"/>
                  </a:cubicBezTo>
                  <a:cubicBezTo>
                    <a:pt x="4983" y="5988"/>
                    <a:pt x="4983" y="5827"/>
                    <a:pt x="5015" y="5699"/>
                  </a:cubicBezTo>
                  <a:cubicBezTo>
                    <a:pt x="5015" y="5570"/>
                    <a:pt x="5047" y="5474"/>
                    <a:pt x="5047" y="5442"/>
                  </a:cubicBezTo>
                  <a:lnTo>
                    <a:pt x="5079" y="5442"/>
                  </a:lnTo>
                  <a:cubicBezTo>
                    <a:pt x="5112" y="5409"/>
                    <a:pt x="5208" y="5377"/>
                    <a:pt x="5304" y="5345"/>
                  </a:cubicBezTo>
                  <a:cubicBezTo>
                    <a:pt x="5497" y="5281"/>
                    <a:pt x="5722" y="5217"/>
                    <a:pt x="5979" y="5088"/>
                  </a:cubicBezTo>
                  <a:cubicBezTo>
                    <a:pt x="6237" y="4959"/>
                    <a:pt x="6526" y="4767"/>
                    <a:pt x="6719" y="4445"/>
                  </a:cubicBezTo>
                  <a:cubicBezTo>
                    <a:pt x="6944" y="4156"/>
                    <a:pt x="6976" y="3770"/>
                    <a:pt x="6976" y="3417"/>
                  </a:cubicBezTo>
                  <a:cubicBezTo>
                    <a:pt x="6976" y="2862"/>
                    <a:pt x="6848" y="2275"/>
                    <a:pt x="6734" y="1876"/>
                  </a:cubicBezTo>
                  <a:lnTo>
                    <a:pt x="6734" y="1876"/>
                  </a:lnTo>
                  <a:cubicBezTo>
                    <a:pt x="7309" y="2019"/>
                    <a:pt x="8309" y="2227"/>
                    <a:pt x="9322" y="2227"/>
                  </a:cubicBezTo>
                  <a:cubicBezTo>
                    <a:pt x="10190" y="2227"/>
                    <a:pt x="10769" y="1713"/>
                    <a:pt x="11090" y="1263"/>
                  </a:cubicBezTo>
                  <a:cubicBezTo>
                    <a:pt x="11178" y="1140"/>
                    <a:pt x="11252" y="1017"/>
                    <a:pt x="11312" y="902"/>
                  </a:cubicBezTo>
                  <a:close/>
                  <a:moveTo>
                    <a:pt x="11316" y="1"/>
                  </a:moveTo>
                  <a:cubicBezTo>
                    <a:pt x="11296" y="1"/>
                    <a:pt x="11274" y="4"/>
                    <a:pt x="11251" y="9"/>
                  </a:cubicBezTo>
                  <a:cubicBezTo>
                    <a:pt x="11155" y="9"/>
                    <a:pt x="11058" y="106"/>
                    <a:pt x="11026" y="202"/>
                  </a:cubicBezTo>
                  <a:cubicBezTo>
                    <a:pt x="10994" y="266"/>
                    <a:pt x="10865" y="684"/>
                    <a:pt x="10608" y="1038"/>
                  </a:cubicBezTo>
                  <a:cubicBezTo>
                    <a:pt x="10319" y="1391"/>
                    <a:pt x="9933" y="1681"/>
                    <a:pt x="9322" y="1681"/>
                  </a:cubicBezTo>
                  <a:cubicBezTo>
                    <a:pt x="8583" y="1681"/>
                    <a:pt x="7876" y="1584"/>
                    <a:pt x="7297" y="1456"/>
                  </a:cubicBezTo>
                  <a:cubicBezTo>
                    <a:pt x="7040" y="1391"/>
                    <a:pt x="6815" y="1327"/>
                    <a:pt x="6654" y="1295"/>
                  </a:cubicBezTo>
                  <a:cubicBezTo>
                    <a:pt x="6558" y="1263"/>
                    <a:pt x="6494" y="1263"/>
                    <a:pt x="6462" y="1263"/>
                  </a:cubicBezTo>
                  <a:lnTo>
                    <a:pt x="6397" y="1231"/>
                  </a:lnTo>
                  <a:cubicBezTo>
                    <a:pt x="6371" y="1222"/>
                    <a:pt x="6346" y="1218"/>
                    <a:pt x="6320" y="1218"/>
                  </a:cubicBezTo>
                  <a:cubicBezTo>
                    <a:pt x="6252" y="1218"/>
                    <a:pt x="6187" y="1248"/>
                    <a:pt x="6140" y="1295"/>
                  </a:cubicBezTo>
                  <a:cubicBezTo>
                    <a:pt x="6044" y="1391"/>
                    <a:pt x="6044" y="1488"/>
                    <a:pt x="6076" y="1584"/>
                  </a:cubicBezTo>
                  <a:lnTo>
                    <a:pt x="6076" y="1616"/>
                  </a:lnTo>
                  <a:cubicBezTo>
                    <a:pt x="6172" y="1809"/>
                    <a:pt x="6462" y="2709"/>
                    <a:pt x="6462" y="3417"/>
                  </a:cubicBezTo>
                  <a:cubicBezTo>
                    <a:pt x="6462" y="3738"/>
                    <a:pt x="6397" y="3995"/>
                    <a:pt x="6301" y="4156"/>
                  </a:cubicBezTo>
                  <a:cubicBezTo>
                    <a:pt x="6044" y="4509"/>
                    <a:pt x="5754" y="4638"/>
                    <a:pt x="5433" y="4734"/>
                  </a:cubicBezTo>
                  <a:cubicBezTo>
                    <a:pt x="5272" y="4799"/>
                    <a:pt x="5144" y="4831"/>
                    <a:pt x="4983" y="4895"/>
                  </a:cubicBezTo>
                  <a:cubicBezTo>
                    <a:pt x="4919" y="4895"/>
                    <a:pt x="4854" y="4959"/>
                    <a:pt x="4758" y="4992"/>
                  </a:cubicBezTo>
                  <a:cubicBezTo>
                    <a:pt x="4694" y="5056"/>
                    <a:pt x="4629" y="5120"/>
                    <a:pt x="4565" y="5217"/>
                  </a:cubicBezTo>
                  <a:cubicBezTo>
                    <a:pt x="4533" y="5281"/>
                    <a:pt x="4533" y="5377"/>
                    <a:pt x="4501" y="5474"/>
                  </a:cubicBezTo>
                  <a:cubicBezTo>
                    <a:pt x="4437" y="5795"/>
                    <a:pt x="4437" y="6277"/>
                    <a:pt x="4404" y="6727"/>
                  </a:cubicBezTo>
                  <a:cubicBezTo>
                    <a:pt x="4404" y="6952"/>
                    <a:pt x="4404" y="7177"/>
                    <a:pt x="4404" y="7338"/>
                  </a:cubicBezTo>
                  <a:cubicBezTo>
                    <a:pt x="4404" y="7531"/>
                    <a:pt x="4372" y="7660"/>
                    <a:pt x="4372" y="7692"/>
                  </a:cubicBezTo>
                  <a:cubicBezTo>
                    <a:pt x="4340" y="7788"/>
                    <a:pt x="4276" y="8013"/>
                    <a:pt x="4147" y="8174"/>
                  </a:cubicBezTo>
                  <a:cubicBezTo>
                    <a:pt x="4083" y="8270"/>
                    <a:pt x="4051" y="8335"/>
                    <a:pt x="3987" y="8367"/>
                  </a:cubicBezTo>
                  <a:cubicBezTo>
                    <a:pt x="3922" y="8399"/>
                    <a:pt x="3890" y="8431"/>
                    <a:pt x="3890" y="8431"/>
                  </a:cubicBezTo>
                  <a:cubicBezTo>
                    <a:pt x="3890" y="8399"/>
                    <a:pt x="3858" y="8431"/>
                    <a:pt x="3794" y="8367"/>
                  </a:cubicBezTo>
                  <a:cubicBezTo>
                    <a:pt x="3737" y="8310"/>
                    <a:pt x="3680" y="8203"/>
                    <a:pt x="3601" y="8023"/>
                  </a:cubicBezTo>
                  <a:lnTo>
                    <a:pt x="3601" y="8023"/>
                  </a:lnTo>
                  <a:cubicBezTo>
                    <a:pt x="3601" y="8001"/>
                    <a:pt x="3601" y="7975"/>
                    <a:pt x="3601" y="7949"/>
                  </a:cubicBezTo>
                  <a:cubicBezTo>
                    <a:pt x="3601" y="7724"/>
                    <a:pt x="3569" y="7306"/>
                    <a:pt x="3279" y="6920"/>
                  </a:cubicBezTo>
                  <a:cubicBezTo>
                    <a:pt x="3022" y="6535"/>
                    <a:pt x="2508" y="6181"/>
                    <a:pt x="1672" y="6085"/>
                  </a:cubicBezTo>
                  <a:lnTo>
                    <a:pt x="1383" y="6085"/>
                  </a:lnTo>
                  <a:cubicBezTo>
                    <a:pt x="901" y="6085"/>
                    <a:pt x="515" y="6213"/>
                    <a:pt x="290" y="6502"/>
                  </a:cubicBezTo>
                  <a:cubicBezTo>
                    <a:pt x="65" y="6760"/>
                    <a:pt x="1" y="7081"/>
                    <a:pt x="1" y="7402"/>
                  </a:cubicBezTo>
                  <a:cubicBezTo>
                    <a:pt x="1" y="7949"/>
                    <a:pt x="193" y="8528"/>
                    <a:pt x="354" y="8913"/>
                  </a:cubicBezTo>
                  <a:cubicBezTo>
                    <a:pt x="579" y="9395"/>
                    <a:pt x="1029" y="9813"/>
                    <a:pt x="1415" y="10070"/>
                  </a:cubicBezTo>
                  <a:cubicBezTo>
                    <a:pt x="1693" y="10263"/>
                    <a:pt x="1928" y="10398"/>
                    <a:pt x="2055" y="10477"/>
                  </a:cubicBezTo>
                  <a:lnTo>
                    <a:pt x="2055" y="10477"/>
                  </a:lnTo>
                  <a:cubicBezTo>
                    <a:pt x="2103" y="10668"/>
                    <a:pt x="2208" y="11068"/>
                    <a:pt x="2347" y="11485"/>
                  </a:cubicBezTo>
                  <a:cubicBezTo>
                    <a:pt x="2444" y="11774"/>
                    <a:pt x="2572" y="12096"/>
                    <a:pt x="2733" y="12321"/>
                  </a:cubicBezTo>
                  <a:cubicBezTo>
                    <a:pt x="2894" y="12578"/>
                    <a:pt x="3054" y="12803"/>
                    <a:pt x="3344" y="12899"/>
                  </a:cubicBezTo>
                  <a:cubicBezTo>
                    <a:pt x="3472" y="12931"/>
                    <a:pt x="3794" y="13060"/>
                    <a:pt x="4212" y="13221"/>
                  </a:cubicBezTo>
                  <a:cubicBezTo>
                    <a:pt x="4854" y="13446"/>
                    <a:pt x="5690" y="13799"/>
                    <a:pt x="6494" y="14056"/>
                  </a:cubicBezTo>
                  <a:cubicBezTo>
                    <a:pt x="6912" y="14185"/>
                    <a:pt x="7297" y="14314"/>
                    <a:pt x="7651" y="14378"/>
                  </a:cubicBezTo>
                  <a:cubicBezTo>
                    <a:pt x="7972" y="14474"/>
                    <a:pt x="8294" y="14539"/>
                    <a:pt x="8519" y="14539"/>
                  </a:cubicBezTo>
                  <a:cubicBezTo>
                    <a:pt x="8647" y="14539"/>
                    <a:pt x="8744" y="14539"/>
                    <a:pt x="8840" y="14474"/>
                  </a:cubicBezTo>
                  <a:cubicBezTo>
                    <a:pt x="9033" y="14410"/>
                    <a:pt x="9130" y="14314"/>
                    <a:pt x="9258" y="14153"/>
                  </a:cubicBezTo>
                  <a:cubicBezTo>
                    <a:pt x="9451" y="13896"/>
                    <a:pt x="9612" y="13574"/>
                    <a:pt x="9740" y="13188"/>
                  </a:cubicBezTo>
                  <a:cubicBezTo>
                    <a:pt x="10117" y="12220"/>
                    <a:pt x="10404" y="11026"/>
                    <a:pt x="10487" y="10663"/>
                  </a:cubicBezTo>
                  <a:lnTo>
                    <a:pt x="10487" y="10663"/>
                  </a:lnTo>
                  <a:cubicBezTo>
                    <a:pt x="10618" y="10596"/>
                    <a:pt x="10854" y="10467"/>
                    <a:pt x="11090" y="10295"/>
                  </a:cubicBezTo>
                  <a:cubicBezTo>
                    <a:pt x="11251" y="10167"/>
                    <a:pt x="11444" y="10006"/>
                    <a:pt x="11573" y="9813"/>
                  </a:cubicBezTo>
                  <a:cubicBezTo>
                    <a:pt x="11733" y="9653"/>
                    <a:pt x="11830" y="9428"/>
                    <a:pt x="11830" y="9170"/>
                  </a:cubicBezTo>
                  <a:cubicBezTo>
                    <a:pt x="11830" y="8978"/>
                    <a:pt x="11798" y="8720"/>
                    <a:pt x="11733" y="8431"/>
                  </a:cubicBezTo>
                  <a:cubicBezTo>
                    <a:pt x="11669" y="8013"/>
                    <a:pt x="11540" y="7531"/>
                    <a:pt x="11444" y="7081"/>
                  </a:cubicBezTo>
                  <a:cubicBezTo>
                    <a:pt x="11412" y="6888"/>
                    <a:pt x="11348" y="6695"/>
                    <a:pt x="11315" y="6502"/>
                  </a:cubicBezTo>
                  <a:cubicBezTo>
                    <a:pt x="11283" y="6342"/>
                    <a:pt x="11283" y="6213"/>
                    <a:pt x="11283" y="6181"/>
                  </a:cubicBezTo>
                  <a:cubicBezTo>
                    <a:pt x="11283" y="6149"/>
                    <a:pt x="11315" y="5988"/>
                    <a:pt x="11412" y="5795"/>
                  </a:cubicBezTo>
                  <a:cubicBezTo>
                    <a:pt x="11540" y="5506"/>
                    <a:pt x="11798" y="5120"/>
                    <a:pt x="11990" y="4702"/>
                  </a:cubicBezTo>
                  <a:cubicBezTo>
                    <a:pt x="12215" y="4284"/>
                    <a:pt x="12408" y="3834"/>
                    <a:pt x="12505" y="3417"/>
                  </a:cubicBezTo>
                  <a:cubicBezTo>
                    <a:pt x="12505" y="3320"/>
                    <a:pt x="12505" y="3224"/>
                    <a:pt x="12505" y="3095"/>
                  </a:cubicBezTo>
                  <a:cubicBezTo>
                    <a:pt x="12505" y="2484"/>
                    <a:pt x="12248" y="1777"/>
                    <a:pt x="12023" y="1166"/>
                  </a:cubicBezTo>
                  <a:cubicBezTo>
                    <a:pt x="11765" y="588"/>
                    <a:pt x="11540" y="138"/>
                    <a:pt x="11540" y="138"/>
                  </a:cubicBezTo>
                  <a:cubicBezTo>
                    <a:pt x="11488" y="58"/>
                    <a:pt x="11413" y="1"/>
                    <a:pt x="11316"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22" name="Google Shape;1822;p33"/>
            <p:cNvSpPr/>
            <p:nvPr/>
          </p:nvSpPr>
          <p:spPr>
            <a:xfrm>
              <a:off x="2962975" y="1971500"/>
              <a:ext cx="295750" cy="594125"/>
            </a:xfrm>
            <a:custGeom>
              <a:avLst/>
              <a:gdLst/>
              <a:ahLst/>
              <a:cxnLst/>
              <a:rect l="l" t="t" r="r" b="b"/>
              <a:pathLst>
                <a:path w="11830" h="23765" extrusionOk="0">
                  <a:moveTo>
                    <a:pt x="2925" y="1"/>
                  </a:moveTo>
                  <a:lnTo>
                    <a:pt x="0" y="3472"/>
                  </a:lnTo>
                  <a:cubicBezTo>
                    <a:pt x="0" y="3472"/>
                    <a:pt x="482" y="7233"/>
                    <a:pt x="1415" y="8712"/>
                  </a:cubicBezTo>
                  <a:cubicBezTo>
                    <a:pt x="2347" y="10223"/>
                    <a:pt x="6301" y="16041"/>
                    <a:pt x="6301" y="16041"/>
                  </a:cubicBezTo>
                  <a:cubicBezTo>
                    <a:pt x="6301" y="16041"/>
                    <a:pt x="6011" y="18002"/>
                    <a:pt x="6301" y="18580"/>
                  </a:cubicBezTo>
                  <a:cubicBezTo>
                    <a:pt x="6558" y="19127"/>
                    <a:pt x="7683" y="21859"/>
                    <a:pt x="7683" y="22213"/>
                  </a:cubicBezTo>
                  <a:cubicBezTo>
                    <a:pt x="7683" y="22441"/>
                    <a:pt x="7954" y="22636"/>
                    <a:pt x="8195" y="22636"/>
                  </a:cubicBezTo>
                  <a:cubicBezTo>
                    <a:pt x="8360" y="22636"/>
                    <a:pt x="8511" y="22544"/>
                    <a:pt x="8551" y="22309"/>
                  </a:cubicBezTo>
                  <a:cubicBezTo>
                    <a:pt x="8647" y="21763"/>
                    <a:pt x="8647" y="20991"/>
                    <a:pt x="8647" y="20991"/>
                  </a:cubicBezTo>
                  <a:lnTo>
                    <a:pt x="10222" y="23434"/>
                  </a:lnTo>
                  <a:cubicBezTo>
                    <a:pt x="10222" y="23434"/>
                    <a:pt x="10632" y="23765"/>
                    <a:pt x="10977" y="23765"/>
                  </a:cubicBezTo>
                  <a:cubicBezTo>
                    <a:pt x="11125" y="23765"/>
                    <a:pt x="11261" y="23704"/>
                    <a:pt x="11347" y="23530"/>
                  </a:cubicBezTo>
                  <a:cubicBezTo>
                    <a:pt x="11637" y="22984"/>
                    <a:pt x="11444" y="19962"/>
                    <a:pt x="11637" y="18741"/>
                  </a:cubicBezTo>
                  <a:cubicBezTo>
                    <a:pt x="11829" y="17552"/>
                    <a:pt x="10897" y="15848"/>
                    <a:pt x="10126" y="15109"/>
                  </a:cubicBezTo>
                  <a:cubicBezTo>
                    <a:pt x="9386" y="14337"/>
                    <a:pt x="8454" y="13051"/>
                    <a:pt x="8165" y="12762"/>
                  </a:cubicBezTo>
                  <a:cubicBezTo>
                    <a:pt x="7876" y="12473"/>
                    <a:pt x="6654" y="8069"/>
                    <a:pt x="6108" y="5080"/>
                  </a:cubicBezTo>
                  <a:cubicBezTo>
                    <a:pt x="5529" y="2058"/>
                    <a:pt x="4051" y="194"/>
                    <a:pt x="2925"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23" name="Google Shape;1823;p33"/>
            <p:cNvSpPr/>
            <p:nvPr/>
          </p:nvSpPr>
          <p:spPr>
            <a:xfrm>
              <a:off x="2955750" y="1964925"/>
              <a:ext cx="305375" cy="607700"/>
            </a:xfrm>
            <a:custGeom>
              <a:avLst/>
              <a:gdLst/>
              <a:ahLst/>
              <a:cxnLst/>
              <a:rect l="l" t="t" r="r" b="b"/>
              <a:pathLst>
                <a:path w="12215" h="24308" extrusionOk="0">
                  <a:moveTo>
                    <a:pt x="3186" y="0"/>
                  </a:moveTo>
                  <a:cubicBezTo>
                    <a:pt x="3054" y="0"/>
                    <a:pt x="2953" y="92"/>
                    <a:pt x="2925" y="232"/>
                  </a:cubicBezTo>
                  <a:cubicBezTo>
                    <a:pt x="2925" y="360"/>
                    <a:pt x="3022" y="521"/>
                    <a:pt x="3150" y="521"/>
                  </a:cubicBezTo>
                  <a:cubicBezTo>
                    <a:pt x="3600" y="585"/>
                    <a:pt x="4211" y="1067"/>
                    <a:pt x="4790" y="1903"/>
                  </a:cubicBezTo>
                  <a:cubicBezTo>
                    <a:pt x="5336" y="2739"/>
                    <a:pt x="5850" y="3896"/>
                    <a:pt x="6140" y="5375"/>
                  </a:cubicBezTo>
                  <a:cubicBezTo>
                    <a:pt x="6397" y="6885"/>
                    <a:pt x="6847" y="8750"/>
                    <a:pt x="7265" y="10261"/>
                  </a:cubicBezTo>
                  <a:cubicBezTo>
                    <a:pt x="7490" y="11032"/>
                    <a:pt x="7683" y="11707"/>
                    <a:pt x="7843" y="12189"/>
                  </a:cubicBezTo>
                  <a:cubicBezTo>
                    <a:pt x="7908" y="12446"/>
                    <a:pt x="8004" y="12671"/>
                    <a:pt x="8068" y="12832"/>
                  </a:cubicBezTo>
                  <a:cubicBezTo>
                    <a:pt x="8100" y="12896"/>
                    <a:pt x="8133" y="12993"/>
                    <a:pt x="8165" y="13025"/>
                  </a:cubicBezTo>
                  <a:cubicBezTo>
                    <a:pt x="8197" y="13089"/>
                    <a:pt x="8197" y="13154"/>
                    <a:pt x="8261" y="13218"/>
                  </a:cubicBezTo>
                  <a:cubicBezTo>
                    <a:pt x="8325" y="13250"/>
                    <a:pt x="8422" y="13379"/>
                    <a:pt x="8550" y="13572"/>
                  </a:cubicBezTo>
                  <a:cubicBezTo>
                    <a:pt x="8968" y="14086"/>
                    <a:pt x="9643" y="14954"/>
                    <a:pt x="10222" y="15564"/>
                  </a:cubicBezTo>
                  <a:cubicBezTo>
                    <a:pt x="10543" y="15854"/>
                    <a:pt x="10929" y="16400"/>
                    <a:pt x="11186" y="16947"/>
                  </a:cubicBezTo>
                  <a:cubicBezTo>
                    <a:pt x="11476" y="17525"/>
                    <a:pt x="11668" y="18168"/>
                    <a:pt x="11668" y="18682"/>
                  </a:cubicBezTo>
                  <a:cubicBezTo>
                    <a:pt x="11668" y="18779"/>
                    <a:pt x="11668" y="18875"/>
                    <a:pt x="11668" y="18972"/>
                  </a:cubicBezTo>
                  <a:cubicBezTo>
                    <a:pt x="11572" y="19615"/>
                    <a:pt x="11572" y="20675"/>
                    <a:pt x="11540" y="21640"/>
                  </a:cubicBezTo>
                  <a:cubicBezTo>
                    <a:pt x="11540" y="22122"/>
                    <a:pt x="11540" y="22604"/>
                    <a:pt x="11508" y="22958"/>
                  </a:cubicBezTo>
                  <a:cubicBezTo>
                    <a:pt x="11508" y="23151"/>
                    <a:pt x="11476" y="23311"/>
                    <a:pt x="11476" y="23440"/>
                  </a:cubicBezTo>
                  <a:cubicBezTo>
                    <a:pt x="11443" y="23568"/>
                    <a:pt x="11411" y="23665"/>
                    <a:pt x="11411" y="23665"/>
                  </a:cubicBezTo>
                  <a:lnTo>
                    <a:pt x="11347" y="23729"/>
                  </a:lnTo>
                  <a:lnTo>
                    <a:pt x="11283" y="23761"/>
                  </a:lnTo>
                  <a:cubicBezTo>
                    <a:pt x="11186" y="23761"/>
                    <a:pt x="11026" y="23697"/>
                    <a:pt x="10897" y="23633"/>
                  </a:cubicBezTo>
                  <a:cubicBezTo>
                    <a:pt x="10833" y="23601"/>
                    <a:pt x="10768" y="23568"/>
                    <a:pt x="10736" y="23536"/>
                  </a:cubicBezTo>
                  <a:lnTo>
                    <a:pt x="10704" y="23504"/>
                  </a:lnTo>
                  <a:lnTo>
                    <a:pt x="10695" y="23504"/>
                  </a:lnTo>
                  <a:lnTo>
                    <a:pt x="9161" y="21125"/>
                  </a:lnTo>
                  <a:cubicBezTo>
                    <a:pt x="9108" y="21046"/>
                    <a:pt x="9012" y="20989"/>
                    <a:pt x="8908" y="20989"/>
                  </a:cubicBezTo>
                  <a:cubicBezTo>
                    <a:pt x="8885" y="20989"/>
                    <a:pt x="8863" y="20991"/>
                    <a:pt x="8840" y="20997"/>
                  </a:cubicBezTo>
                  <a:cubicBezTo>
                    <a:pt x="8743" y="21061"/>
                    <a:pt x="8647" y="21158"/>
                    <a:pt x="8647" y="21254"/>
                  </a:cubicBezTo>
                  <a:cubicBezTo>
                    <a:pt x="8647" y="21254"/>
                    <a:pt x="8647" y="21447"/>
                    <a:pt x="8647" y="21704"/>
                  </a:cubicBezTo>
                  <a:cubicBezTo>
                    <a:pt x="8647" y="21961"/>
                    <a:pt x="8615" y="22283"/>
                    <a:pt x="8550" y="22540"/>
                  </a:cubicBezTo>
                  <a:cubicBezTo>
                    <a:pt x="8550" y="22604"/>
                    <a:pt x="8550" y="22604"/>
                    <a:pt x="8518" y="22604"/>
                  </a:cubicBezTo>
                  <a:lnTo>
                    <a:pt x="8486" y="22636"/>
                  </a:lnTo>
                  <a:cubicBezTo>
                    <a:pt x="8422" y="22636"/>
                    <a:pt x="8358" y="22604"/>
                    <a:pt x="8325" y="22572"/>
                  </a:cubicBezTo>
                  <a:lnTo>
                    <a:pt x="8261" y="22508"/>
                  </a:lnTo>
                  <a:lnTo>
                    <a:pt x="8261" y="22476"/>
                  </a:lnTo>
                  <a:cubicBezTo>
                    <a:pt x="8261" y="22379"/>
                    <a:pt x="8229" y="22283"/>
                    <a:pt x="8197" y="22186"/>
                  </a:cubicBezTo>
                  <a:cubicBezTo>
                    <a:pt x="7972" y="21350"/>
                    <a:pt x="7072" y="19229"/>
                    <a:pt x="6815" y="18715"/>
                  </a:cubicBezTo>
                  <a:cubicBezTo>
                    <a:pt x="6782" y="18650"/>
                    <a:pt x="6750" y="18554"/>
                    <a:pt x="6750" y="18425"/>
                  </a:cubicBezTo>
                  <a:cubicBezTo>
                    <a:pt x="6718" y="18265"/>
                    <a:pt x="6718" y="18104"/>
                    <a:pt x="6718" y="17911"/>
                  </a:cubicBezTo>
                  <a:cubicBezTo>
                    <a:pt x="6718" y="17557"/>
                    <a:pt x="6750" y="17172"/>
                    <a:pt x="6782" y="16850"/>
                  </a:cubicBezTo>
                  <a:cubicBezTo>
                    <a:pt x="6782" y="16690"/>
                    <a:pt x="6815" y="16561"/>
                    <a:pt x="6815" y="16497"/>
                  </a:cubicBezTo>
                  <a:cubicBezTo>
                    <a:pt x="6847" y="16400"/>
                    <a:pt x="6847" y="16336"/>
                    <a:pt x="6847" y="16336"/>
                  </a:cubicBezTo>
                  <a:cubicBezTo>
                    <a:pt x="6847" y="16272"/>
                    <a:pt x="6847" y="16207"/>
                    <a:pt x="6815" y="16143"/>
                  </a:cubicBezTo>
                  <a:cubicBezTo>
                    <a:pt x="6815" y="16143"/>
                    <a:pt x="6557" y="15789"/>
                    <a:pt x="6172" y="15211"/>
                  </a:cubicBezTo>
                  <a:cubicBezTo>
                    <a:pt x="5015" y="13507"/>
                    <a:pt x="2636" y="9971"/>
                    <a:pt x="1929" y="8846"/>
                  </a:cubicBezTo>
                  <a:cubicBezTo>
                    <a:pt x="1511" y="8171"/>
                    <a:pt x="1125" y="6853"/>
                    <a:pt x="900" y="5728"/>
                  </a:cubicBezTo>
                  <a:cubicBezTo>
                    <a:pt x="804" y="5182"/>
                    <a:pt x="707" y="4667"/>
                    <a:pt x="643" y="4314"/>
                  </a:cubicBezTo>
                  <a:cubicBezTo>
                    <a:pt x="579" y="3928"/>
                    <a:pt x="546" y="3703"/>
                    <a:pt x="546" y="3703"/>
                  </a:cubicBezTo>
                  <a:cubicBezTo>
                    <a:pt x="546" y="3563"/>
                    <a:pt x="449" y="3472"/>
                    <a:pt x="318" y="3472"/>
                  </a:cubicBezTo>
                  <a:cubicBezTo>
                    <a:pt x="298" y="3472"/>
                    <a:pt x="278" y="3474"/>
                    <a:pt x="257" y="3478"/>
                  </a:cubicBezTo>
                  <a:cubicBezTo>
                    <a:pt x="129" y="3478"/>
                    <a:pt x="0" y="3607"/>
                    <a:pt x="32" y="3767"/>
                  </a:cubicBezTo>
                  <a:cubicBezTo>
                    <a:pt x="32" y="3767"/>
                    <a:pt x="161" y="4732"/>
                    <a:pt x="386" y="5857"/>
                  </a:cubicBezTo>
                  <a:cubicBezTo>
                    <a:pt x="611" y="6982"/>
                    <a:pt x="964" y="8300"/>
                    <a:pt x="1479" y="9136"/>
                  </a:cubicBezTo>
                  <a:cubicBezTo>
                    <a:pt x="2335" y="10523"/>
                    <a:pt x="5741" y="15518"/>
                    <a:pt x="6290" y="16348"/>
                  </a:cubicBezTo>
                  <a:lnTo>
                    <a:pt x="6290" y="16348"/>
                  </a:lnTo>
                  <a:cubicBezTo>
                    <a:pt x="6259" y="16575"/>
                    <a:pt x="6172" y="17276"/>
                    <a:pt x="6172" y="17911"/>
                  </a:cubicBezTo>
                  <a:cubicBezTo>
                    <a:pt x="6172" y="18104"/>
                    <a:pt x="6204" y="18297"/>
                    <a:pt x="6204" y="18490"/>
                  </a:cubicBezTo>
                  <a:cubicBezTo>
                    <a:pt x="6236" y="18650"/>
                    <a:pt x="6268" y="18811"/>
                    <a:pt x="6332" y="18940"/>
                  </a:cubicBezTo>
                  <a:cubicBezTo>
                    <a:pt x="6461" y="19229"/>
                    <a:pt x="6815" y="20033"/>
                    <a:pt x="7136" y="20836"/>
                  </a:cubicBezTo>
                  <a:cubicBezTo>
                    <a:pt x="7297" y="21222"/>
                    <a:pt x="7458" y="21608"/>
                    <a:pt x="7554" y="21929"/>
                  </a:cubicBezTo>
                  <a:cubicBezTo>
                    <a:pt x="7618" y="22090"/>
                    <a:pt x="7650" y="22218"/>
                    <a:pt x="7683" y="22315"/>
                  </a:cubicBezTo>
                  <a:cubicBezTo>
                    <a:pt x="7683" y="22379"/>
                    <a:pt x="7715" y="22411"/>
                    <a:pt x="7715" y="22443"/>
                  </a:cubicBezTo>
                  <a:lnTo>
                    <a:pt x="7715" y="22476"/>
                  </a:lnTo>
                  <a:cubicBezTo>
                    <a:pt x="7715" y="22701"/>
                    <a:pt x="7843" y="22861"/>
                    <a:pt x="7972" y="22990"/>
                  </a:cubicBezTo>
                  <a:cubicBezTo>
                    <a:pt x="8133" y="23086"/>
                    <a:pt x="8293" y="23151"/>
                    <a:pt x="8486" y="23183"/>
                  </a:cubicBezTo>
                  <a:cubicBezTo>
                    <a:pt x="8615" y="23183"/>
                    <a:pt x="8743" y="23118"/>
                    <a:pt x="8872" y="23022"/>
                  </a:cubicBezTo>
                  <a:cubicBezTo>
                    <a:pt x="9000" y="22926"/>
                    <a:pt x="9065" y="22797"/>
                    <a:pt x="9097" y="22636"/>
                  </a:cubicBezTo>
                  <a:cubicBezTo>
                    <a:pt x="9124" y="22464"/>
                    <a:pt x="9144" y="22281"/>
                    <a:pt x="9158" y="22107"/>
                  </a:cubicBezTo>
                  <a:lnTo>
                    <a:pt x="9158" y="22107"/>
                  </a:lnTo>
                  <a:lnTo>
                    <a:pt x="10286" y="23858"/>
                  </a:lnTo>
                  <a:lnTo>
                    <a:pt x="10351" y="23922"/>
                  </a:lnTo>
                  <a:cubicBezTo>
                    <a:pt x="10351" y="23922"/>
                    <a:pt x="10479" y="24018"/>
                    <a:pt x="10640" y="24115"/>
                  </a:cubicBezTo>
                  <a:cubicBezTo>
                    <a:pt x="10801" y="24179"/>
                    <a:pt x="11026" y="24308"/>
                    <a:pt x="11283" y="24308"/>
                  </a:cubicBezTo>
                  <a:cubicBezTo>
                    <a:pt x="11379" y="24308"/>
                    <a:pt x="11508" y="24276"/>
                    <a:pt x="11604" y="24211"/>
                  </a:cubicBezTo>
                  <a:cubicBezTo>
                    <a:pt x="11733" y="24147"/>
                    <a:pt x="11829" y="24051"/>
                    <a:pt x="11893" y="23922"/>
                  </a:cubicBezTo>
                  <a:cubicBezTo>
                    <a:pt x="11926" y="23793"/>
                    <a:pt x="11958" y="23665"/>
                    <a:pt x="11990" y="23536"/>
                  </a:cubicBezTo>
                  <a:cubicBezTo>
                    <a:pt x="12086" y="22990"/>
                    <a:pt x="12086" y="22154"/>
                    <a:pt x="12086" y="21286"/>
                  </a:cubicBezTo>
                  <a:cubicBezTo>
                    <a:pt x="12086" y="20418"/>
                    <a:pt x="12118" y="19550"/>
                    <a:pt x="12183" y="19068"/>
                  </a:cubicBezTo>
                  <a:cubicBezTo>
                    <a:pt x="12215" y="18940"/>
                    <a:pt x="12215" y="18811"/>
                    <a:pt x="12215" y="18682"/>
                  </a:cubicBezTo>
                  <a:cubicBezTo>
                    <a:pt x="12215" y="18040"/>
                    <a:pt x="11990" y="17332"/>
                    <a:pt x="11668" y="16722"/>
                  </a:cubicBezTo>
                  <a:cubicBezTo>
                    <a:pt x="11379" y="16111"/>
                    <a:pt x="10993" y="15532"/>
                    <a:pt x="10608" y="15179"/>
                  </a:cubicBezTo>
                  <a:cubicBezTo>
                    <a:pt x="10254" y="14825"/>
                    <a:pt x="9836" y="14311"/>
                    <a:pt x="9483" y="13861"/>
                  </a:cubicBezTo>
                  <a:cubicBezTo>
                    <a:pt x="9290" y="13636"/>
                    <a:pt x="9129" y="13411"/>
                    <a:pt x="8968" y="13218"/>
                  </a:cubicBezTo>
                  <a:cubicBezTo>
                    <a:pt x="8840" y="13057"/>
                    <a:pt x="8743" y="12929"/>
                    <a:pt x="8647" y="12832"/>
                  </a:cubicBezTo>
                  <a:cubicBezTo>
                    <a:pt x="8615" y="12768"/>
                    <a:pt x="8550" y="12639"/>
                    <a:pt x="8486" y="12479"/>
                  </a:cubicBezTo>
                  <a:cubicBezTo>
                    <a:pt x="8036" y="11257"/>
                    <a:pt x="7104" y="7753"/>
                    <a:pt x="6654" y="5278"/>
                  </a:cubicBezTo>
                  <a:cubicBezTo>
                    <a:pt x="6365" y="3735"/>
                    <a:pt x="5850" y="2482"/>
                    <a:pt x="5240" y="1582"/>
                  </a:cubicBezTo>
                  <a:cubicBezTo>
                    <a:pt x="4629" y="682"/>
                    <a:pt x="3922" y="135"/>
                    <a:pt x="3247" y="7"/>
                  </a:cubicBezTo>
                  <a:cubicBezTo>
                    <a:pt x="3226" y="2"/>
                    <a:pt x="3206" y="0"/>
                    <a:pt x="3186"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24" name="Google Shape;1824;p33"/>
            <p:cNvSpPr/>
            <p:nvPr/>
          </p:nvSpPr>
          <p:spPr>
            <a:xfrm>
              <a:off x="3105200" y="2303400"/>
              <a:ext cx="153525" cy="262225"/>
            </a:xfrm>
            <a:custGeom>
              <a:avLst/>
              <a:gdLst/>
              <a:ahLst/>
              <a:cxnLst/>
              <a:rect l="l" t="t" r="r" b="b"/>
              <a:pathLst>
                <a:path w="6141" h="10489" extrusionOk="0">
                  <a:moveTo>
                    <a:pt x="2926" y="0"/>
                  </a:moveTo>
                  <a:cubicBezTo>
                    <a:pt x="1512" y="386"/>
                    <a:pt x="515" y="1286"/>
                    <a:pt x="1" y="1865"/>
                  </a:cubicBezTo>
                  <a:cubicBezTo>
                    <a:pt x="354" y="2411"/>
                    <a:pt x="612" y="2765"/>
                    <a:pt x="612" y="2765"/>
                  </a:cubicBezTo>
                  <a:cubicBezTo>
                    <a:pt x="612" y="2765"/>
                    <a:pt x="322" y="4726"/>
                    <a:pt x="612" y="5304"/>
                  </a:cubicBezTo>
                  <a:cubicBezTo>
                    <a:pt x="869" y="5851"/>
                    <a:pt x="1994" y="8583"/>
                    <a:pt x="1994" y="8937"/>
                  </a:cubicBezTo>
                  <a:cubicBezTo>
                    <a:pt x="1994" y="9165"/>
                    <a:pt x="2265" y="9360"/>
                    <a:pt x="2506" y="9360"/>
                  </a:cubicBezTo>
                  <a:cubicBezTo>
                    <a:pt x="2671" y="9360"/>
                    <a:pt x="2822" y="9268"/>
                    <a:pt x="2862" y="9033"/>
                  </a:cubicBezTo>
                  <a:cubicBezTo>
                    <a:pt x="2958" y="8487"/>
                    <a:pt x="2958" y="7715"/>
                    <a:pt x="2958" y="7715"/>
                  </a:cubicBezTo>
                  <a:lnTo>
                    <a:pt x="4533" y="10158"/>
                  </a:lnTo>
                  <a:cubicBezTo>
                    <a:pt x="4533" y="10158"/>
                    <a:pt x="4943" y="10489"/>
                    <a:pt x="5288" y="10489"/>
                  </a:cubicBezTo>
                  <a:cubicBezTo>
                    <a:pt x="5436" y="10489"/>
                    <a:pt x="5572" y="10428"/>
                    <a:pt x="5658" y="10254"/>
                  </a:cubicBezTo>
                  <a:cubicBezTo>
                    <a:pt x="5948" y="9708"/>
                    <a:pt x="5755" y="6686"/>
                    <a:pt x="5948" y="5465"/>
                  </a:cubicBezTo>
                  <a:cubicBezTo>
                    <a:pt x="6140" y="4276"/>
                    <a:pt x="5208" y="2572"/>
                    <a:pt x="4437" y="1833"/>
                  </a:cubicBezTo>
                  <a:cubicBezTo>
                    <a:pt x="3922" y="1318"/>
                    <a:pt x="3344" y="547"/>
                    <a:pt x="2926"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25" name="Google Shape;1825;p33"/>
            <p:cNvSpPr/>
            <p:nvPr/>
          </p:nvSpPr>
          <p:spPr>
            <a:xfrm>
              <a:off x="3097975" y="2296750"/>
              <a:ext cx="163150" cy="275875"/>
            </a:xfrm>
            <a:custGeom>
              <a:avLst/>
              <a:gdLst/>
              <a:ahLst/>
              <a:cxnLst/>
              <a:rect l="l" t="t" r="r" b="b"/>
              <a:pathLst>
                <a:path w="6526" h="11035" extrusionOk="0">
                  <a:moveTo>
                    <a:pt x="3086" y="578"/>
                  </a:moveTo>
                  <a:cubicBezTo>
                    <a:pt x="3498" y="1087"/>
                    <a:pt x="4057" y="1786"/>
                    <a:pt x="4533" y="2291"/>
                  </a:cubicBezTo>
                  <a:cubicBezTo>
                    <a:pt x="4854" y="2581"/>
                    <a:pt x="5240" y="3127"/>
                    <a:pt x="5497" y="3674"/>
                  </a:cubicBezTo>
                  <a:cubicBezTo>
                    <a:pt x="5787" y="4252"/>
                    <a:pt x="5979" y="4895"/>
                    <a:pt x="5979" y="5409"/>
                  </a:cubicBezTo>
                  <a:cubicBezTo>
                    <a:pt x="5979" y="5506"/>
                    <a:pt x="5979" y="5602"/>
                    <a:pt x="5979" y="5699"/>
                  </a:cubicBezTo>
                  <a:cubicBezTo>
                    <a:pt x="5883" y="6342"/>
                    <a:pt x="5883" y="7402"/>
                    <a:pt x="5851" y="8367"/>
                  </a:cubicBezTo>
                  <a:cubicBezTo>
                    <a:pt x="5851" y="8849"/>
                    <a:pt x="5851" y="9331"/>
                    <a:pt x="5819" y="9685"/>
                  </a:cubicBezTo>
                  <a:cubicBezTo>
                    <a:pt x="5819" y="9878"/>
                    <a:pt x="5787" y="10038"/>
                    <a:pt x="5787" y="10167"/>
                  </a:cubicBezTo>
                  <a:cubicBezTo>
                    <a:pt x="5754" y="10295"/>
                    <a:pt x="5722" y="10392"/>
                    <a:pt x="5722" y="10392"/>
                  </a:cubicBezTo>
                  <a:lnTo>
                    <a:pt x="5658" y="10456"/>
                  </a:lnTo>
                  <a:lnTo>
                    <a:pt x="5594" y="10488"/>
                  </a:lnTo>
                  <a:cubicBezTo>
                    <a:pt x="5497" y="10488"/>
                    <a:pt x="5337" y="10424"/>
                    <a:pt x="5208" y="10360"/>
                  </a:cubicBezTo>
                  <a:cubicBezTo>
                    <a:pt x="5144" y="10328"/>
                    <a:pt x="5079" y="10295"/>
                    <a:pt x="5047" y="10263"/>
                  </a:cubicBezTo>
                  <a:lnTo>
                    <a:pt x="5015" y="10231"/>
                  </a:lnTo>
                  <a:lnTo>
                    <a:pt x="5006" y="10231"/>
                  </a:lnTo>
                  <a:lnTo>
                    <a:pt x="3472" y="7852"/>
                  </a:lnTo>
                  <a:cubicBezTo>
                    <a:pt x="3419" y="7773"/>
                    <a:pt x="3323" y="7716"/>
                    <a:pt x="3219" y="7716"/>
                  </a:cubicBezTo>
                  <a:cubicBezTo>
                    <a:pt x="3196" y="7716"/>
                    <a:pt x="3174" y="7718"/>
                    <a:pt x="3151" y="7724"/>
                  </a:cubicBezTo>
                  <a:cubicBezTo>
                    <a:pt x="3054" y="7788"/>
                    <a:pt x="2958" y="7885"/>
                    <a:pt x="2958" y="7981"/>
                  </a:cubicBezTo>
                  <a:cubicBezTo>
                    <a:pt x="2958" y="7981"/>
                    <a:pt x="2958" y="8174"/>
                    <a:pt x="2958" y="8431"/>
                  </a:cubicBezTo>
                  <a:cubicBezTo>
                    <a:pt x="2958" y="8688"/>
                    <a:pt x="2926" y="9010"/>
                    <a:pt x="2861" y="9267"/>
                  </a:cubicBezTo>
                  <a:cubicBezTo>
                    <a:pt x="2861" y="9331"/>
                    <a:pt x="2861" y="9331"/>
                    <a:pt x="2829" y="9331"/>
                  </a:cubicBezTo>
                  <a:lnTo>
                    <a:pt x="2797" y="9363"/>
                  </a:lnTo>
                  <a:cubicBezTo>
                    <a:pt x="2733" y="9363"/>
                    <a:pt x="2669" y="9331"/>
                    <a:pt x="2636" y="9299"/>
                  </a:cubicBezTo>
                  <a:lnTo>
                    <a:pt x="2572" y="9235"/>
                  </a:lnTo>
                  <a:lnTo>
                    <a:pt x="2572" y="9203"/>
                  </a:lnTo>
                  <a:cubicBezTo>
                    <a:pt x="2572" y="9106"/>
                    <a:pt x="2540" y="9010"/>
                    <a:pt x="2508" y="8913"/>
                  </a:cubicBezTo>
                  <a:cubicBezTo>
                    <a:pt x="2283" y="8077"/>
                    <a:pt x="1383" y="5956"/>
                    <a:pt x="1126" y="5442"/>
                  </a:cubicBezTo>
                  <a:cubicBezTo>
                    <a:pt x="1093" y="5377"/>
                    <a:pt x="1061" y="5281"/>
                    <a:pt x="1061" y="5152"/>
                  </a:cubicBezTo>
                  <a:cubicBezTo>
                    <a:pt x="1029" y="4992"/>
                    <a:pt x="1029" y="4831"/>
                    <a:pt x="1029" y="4638"/>
                  </a:cubicBezTo>
                  <a:cubicBezTo>
                    <a:pt x="1029" y="4284"/>
                    <a:pt x="1061" y="3899"/>
                    <a:pt x="1093" y="3577"/>
                  </a:cubicBezTo>
                  <a:cubicBezTo>
                    <a:pt x="1093" y="3417"/>
                    <a:pt x="1126" y="3288"/>
                    <a:pt x="1126" y="3224"/>
                  </a:cubicBezTo>
                  <a:cubicBezTo>
                    <a:pt x="1158" y="3127"/>
                    <a:pt x="1158" y="3063"/>
                    <a:pt x="1158" y="3063"/>
                  </a:cubicBezTo>
                  <a:cubicBezTo>
                    <a:pt x="1158" y="2999"/>
                    <a:pt x="1158" y="2934"/>
                    <a:pt x="1126" y="2870"/>
                  </a:cubicBezTo>
                  <a:cubicBezTo>
                    <a:pt x="1126" y="2870"/>
                    <a:pt x="920" y="2588"/>
                    <a:pt x="624" y="2137"/>
                  </a:cubicBezTo>
                  <a:lnTo>
                    <a:pt x="624" y="2137"/>
                  </a:lnTo>
                  <a:cubicBezTo>
                    <a:pt x="1114" y="1622"/>
                    <a:pt x="1955" y="924"/>
                    <a:pt x="3086" y="578"/>
                  </a:cubicBezTo>
                  <a:close/>
                  <a:moveTo>
                    <a:pt x="3204" y="1"/>
                  </a:moveTo>
                  <a:cubicBezTo>
                    <a:pt x="3186" y="1"/>
                    <a:pt x="3168" y="3"/>
                    <a:pt x="3151" y="9"/>
                  </a:cubicBezTo>
                  <a:cubicBezTo>
                    <a:pt x="1640" y="395"/>
                    <a:pt x="611" y="1359"/>
                    <a:pt x="65" y="1938"/>
                  </a:cubicBezTo>
                  <a:cubicBezTo>
                    <a:pt x="1" y="2034"/>
                    <a:pt x="1" y="2163"/>
                    <a:pt x="65" y="2259"/>
                  </a:cubicBezTo>
                  <a:cubicBezTo>
                    <a:pt x="303" y="2650"/>
                    <a:pt x="498" y="2938"/>
                    <a:pt x="599" y="3084"/>
                  </a:cubicBezTo>
                  <a:lnTo>
                    <a:pt x="599" y="3084"/>
                  </a:lnTo>
                  <a:cubicBezTo>
                    <a:pt x="568" y="3320"/>
                    <a:pt x="483" y="4011"/>
                    <a:pt x="483" y="4638"/>
                  </a:cubicBezTo>
                  <a:cubicBezTo>
                    <a:pt x="483" y="4831"/>
                    <a:pt x="515" y="5024"/>
                    <a:pt x="515" y="5217"/>
                  </a:cubicBezTo>
                  <a:cubicBezTo>
                    <a:pt x="547" y="5377"/>
                    <a:pt x="579" y="5538"/>
                    <a:pt x="643" y="5667"/>
                  </a:cubicBezTo>
                  <a:cubicBezTo>
                    <a:pt x="772" y="5956"/>
                    <a:pt x="1126" y="6760"/>
                    <a:pt x="1447" y="7563"/>
                  </a:cubicBezTo>
                  <a:cubicBezTo>
                    <a:pt x="1608" y="7949"/>
                    <a:pt x="1769" y="8335"/>
                    <a:pt x="1865" y="8656"/>
                  </a:cubicBezTo>
                  <a:cubicBezTo>
                    <a:pt x="1929" y="8817"/>
                    <a:pt x="1961" y="8945"/>
                    <a:pt x="1994" y="9042"/>
                  </a:cubicBezTo>
                  <a:cubicBezTo>
                    <a:pt x="1994" y="9106"/>
                    <a:pt x="2026" y="9138"/>
                    <a:pt x="2026" y="9170"/>
                  </a:cubicBezTo>
                  <a:lnTo>
                    <a:pt x="2026" y="9203"/>
                  </a:lnTo>
                  <a:cubicBezTo>
                    <a:pt x="2026" y="9428"/>
                    <a:pt x="2154" y="9588"/>
                    <a:pt x="2283" y="9717"/>
                  </a:cubicBezTo>
                  <a:cubicBezTo>
                    <a:pt x="2444" y="9813"/>
                    <a:pt x="2604" y="9878"/>
                    <a:pt x="2797" y="9910"/>
                  </a:cubicBezTo>
                  <a:cubicBezTo>
                    <a:pt x="2926" y="9910"/>
                    <a:pt x="3054" y="9845"/>
                    <a:pt x="3183" y="9749"/>
                  </a:cubicBezTo>
                  <a:cubicBezTo>
                    <a:pt x="3311" y="9653"/>
                    <a:pt x="3376" y="9524"/>
                    <a:pt x="3408" y="9363"/>
                  </a:cubicBezTo>
                  <a:cubicBezTo>
                    <a:pt x="3435" y="9191"/>
                    <a:pt x="3455" y="9008"/>
                    <a:pt x="3469" y="8834"/>
                  </a:cubicBezTo>
                  <a:lnTo>
                    <a:pt x="3469" y="8834"/>
                  </a:lnTo>
                  <a:lnTo>
                    <a:pt x="4597" y="10585"/>
                  </a:lnTo>
                  <a:lnTo>
                    <a:pt x="4662" y="10649"/>
                  </a:lnTo>
                  <a:cubicBezTo>
                    <a:pt x="4662" y="10649"/>
                    <a:pt x="4790" y="10745"/>
                    <a:pt x="4951" y="10842"/>
                  </a:cubicBezTo>
                  <a:cubicBezTo>
                    <a:pt x="5112" y="10906"/>
                    <a:pt x="5337" y="11035"/>
                    <a:pt x="5594" y="11035"/>
                  </a:cubicBezTo>
                  <a:cubicBezTo>
                    <a:pt x="5690" y="11035"/>
                    <a:pt x="5819" y="11003"/>
                    <a:pt x="5915" y="10938"/>
                  </a:cubicBezTo>
                  <a:cubicBezTo>
                    <a:pt x="6044" y="10874"/>
                    <a:pt x="6140" y="10778"/>
                    <a:pt x="6204" y="10649"/>
                  </a:cubicBezTo>
                  <a:cubicBezTo>
                    <a:pt x="6237" y="10520"/>
                    <a:pt x="6269" y="10392"/>
                    <a:pt x="6301" y="10263"/>
                  </a:cubicBezTo>
                  <a:cubicBezTo>
                    <a:pt x="6397" y="9717"/>
                    <a:pt x="6397" y="8881"/>
                    <a:pt x="6397" y="8013"/>
                  </a:cubicBezTo>
                  <a:cubicBezTo>
                    <a:pt x="6397" y="7145"/>
                    <a:pt x="6429" y="6277"/>
                    <a:pt x="6494" y="5795"/>
                  </a:cubicBezTo>
                  <a:cubicBezTo>
                    <a:pt x="6526" y="5667"/>
                    <a:pt x="6526" y="5538"/>
                    <a:pt x="6526" y="5409"/>
                  </a:cubicBezTo>
                  <a:cubicBezTo>
                    <a:pt x="6526" y="4767"/>
                    <a:pt x="6301" y="4059"/>
                    <a:pt x="5979" y="3449"/>
                  </a:cubicBezTo>
                  <a:cubicBezTo>
                    <a:pt x="5690" y="2838"/>
                    <a:pt x="5304" y="2259"/>
                    <a:pt x="4919" y="1906"/>
                  </a:cubicBezTo>
                  <a:cubicBezTo>
                    <a:pt x="4437" y="1391"/>
                    <a:pt x="3826" y="652"/>
                    <a:pt x="3408" y="106"/>
                  </a:cubicBezTo>
                  <a:cubicBezTo>
                    <a:pt x="3355" y="53"/>
                    <a:pt x="3281" y="1"/>
                    <a:pt x="3204"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26" name="Google Shape;1826;p33"/>
            <p:cNvSpPr/>
            <p:nvPr/>
          </p:nvSpPr>
          <p:spPr>
            <a:xfrm>
              <a:off x="2323300" y="1964275"/>
              <a:ext cx="961150" cy="862825"/>
            </a:xfrm>
            <a:custGeom>
              <a:avLst/>
              <a:gdLst/>
              <a:ahLst/>
              <a:cxnLst/>
              <a:rect l="l" t="t" r="r" b="b"/>
              <a:pathLst>
                <a:path w="38446" h="34513" extrusionOk="0">
                  <a:moveTo>
                    <a:pt x="3086" y="0"/>
                  </a:moveTo>
                  <a:cubicBezTo>
                    <a:pt x="3086" y="0"/>
                    <a:pt x="1318" y="1222"/>
                    <a:pt x="643" y="3858"/>
                  </a:cubicBezTo>
                  <a:cubicBezTo>
                    <a:pt x="0" y="6494"/>
                    <a:pt x="2154" y="17166"/>
                    <a:pt x="2733" y="20251"/>
                  </a:cubicBezTo>
                  <a:cubicBezTo>
                    <a:pt x="3279" y="23369"/>
                    <a:pt x="6108" y="33656"/>
                    <a:pt x="6944" y="34331"/>
                  </a:cubicBezTo>
                  <a:cubicBezTo>
                    <a:pt x="7109" y="34458"/>
                    <a:pt x="7628" y="34512"/>
                    <a:pt x="8382" y="34512"/>
                  </a:cubicBezTo>
                  <a:cubicBezTo>
                    <a:pt x="11431" y="34512"/>
                    <a:pt x="18322" y="33625"/>
                    <a:pt x="21184" y="33109"/>
                  </a:cubicBezTo>
                  <a:cubicBezTo>
                    <a:pt x="24752" y="32466"/>
                    <a:pt x="32434" y="29734"/>
                    <a:pt x="34041" y="29252"/>
                  </a:cubicBezTo>
                  <a:cubicBezTo>
                    <a:pt x="35616" y="28802"/>
                    <a:pt x="36484" y="26359"/>
                    <a:pt x="36934" y="25877"/>
                  </a:cubicBezTo>
                  <a:cubicBezTo>
                    <a:pt x="37416" y="25427"/>
                    <a:pt x="38445" y="23819"/>
                    <a:pt x="37866" y="23273"/>
                  </a:cubicBezTo>
                  <a:cubicBezTo>
                    <a:pt x="37684" y="23080"/>
                    <a:pt x="37384" y="23016"/>
                    <a:pt x="37041" y="23016"/>
                  </a:cubicBezTo>
                  <a:cubicBezTo>
                    <a:pt x="36356" y="23016"/>
                    <a:pt x="35499" y="23273"/>
                    <a:pt x="35070" y="23273"/>
                  </a:cubicBezTo>
                  <a:cubicBezTo>
                    <a:pt x="34395" y="23273"/>
                    <a:pt x="33173" y="23177"/>
                    <a:pt x="31888" y="23177"/>
                  </a:cubicBezTo>
                  <a:cubicBezTo>
                    <a:pt x="30570" y="23177"/>
                    <a:pt x="29445" y="24109"/>
                    <a:pt x="29059" y="25427"/>
                  </a:cubicBezTo>
                  <a:cubicBezTo>
                    <a:pt x="28673" y="26745"/>
                    <a:pt x="28127" y="27388"/>
                    <a:pt x="28127" y="27388"/>
                  </a:cubicBezTo>
                  <a:cubicBezTo>
                    <a:pt x="28127" y="27388"/>
                    <a:pt x="18483" y="28705"/>
                    <a:pt x="16394" y="28705"/>
                  </a:cubicBezTo>
                  <a:cubicBezTo>
                    <a:pt x="14337" y="28705"/>
                    <a:pt x="12376" y="28416"/>
                    <a:pt x="12376" y="28416"/>
                  </a:cubicBezTo>
                  <a:cubicBezTo>
                    <a:pt x="12376" y="28416"/>
                    <a:pt x="11251" y="21955"/>
                    <a:pt x="10415" y="17905"/>
                  </a:cubicBezTo>
                  <a:cubicBezTo>
                    <a:pt x="9547" y="13887"/>
                    <a:pt x="8808" y="10801"/>
                    <a:pt x="8165" y="9772"/>
                  </a:cubicBezTo>
                  <a:lnTo>
                    <a:pt x="3086" y="0"/>
                  </a:ln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27" name="Google Shape;1827;p33"/>
            <p:cNvSpPr/>
            <p:nvPr/>
          </p:nvSpPr>
          <p:spPr>
            <a:xfrm>
              <a:off x="2329725" y="1957850"/>
              <a:ext cx="951500" cy="875950"/>
            </a:xfrm>
            <a:custGeom>
              <a:avLst/>
              <a:gdLst/>
              <a:ahLst/>
              <a:cxnLst/>
              <a:rect l="l" t="t" r="r" b="b"/>
              <a:pathLst>
                <a:path w="38060" h="35038" extrusionOk="0">
                  <a:moveTo>
                    <a:pt x="2814" y="0"/>
                  </a:moveTo>
                  <a:cubicBezTo>
                    <a:pt x="2772" y="0"/>
                    <a:pt x="2733" y="11"/>
                    <a:pt x="2701" y="32"/>
                  </a:cubicBezTo>
                  <a:lnTo>
                    <a:pt x="2669" y="32"/>
                  </a:lnTo>
                  <a:cubicBezTo>
                    <a:pt x="2669" y="65"/>
                    <a:pt x="836" y="1318"/>
                    <a:pt x="129" y="4050"/>
                  </a:cubicBezTo>
                  <a:cubicBezTo>
                    <a:pt x="33" y="4436"/>
                    <a:pt x="1" y="4918"/>
                    <a:pt x="1" y="5497"/>
                  </a:cubicBezTo>
                  <a:cubicBezTo>
                    <a:pt x="1" y="7490"/>
                    <a:pt x="418" y="10576"/>
                    <a:pt x="933" y="13501"/>
                  </a:cubicBezTo>
                  <a:cubicBezTo>
                    <a:pt x="1415" y="16426"/>
                    <a:pt x="1961" y="19223"/>
                    <a:pt x="2186" y="20573"/>
                  </a:cubicBezTo>
                  <a:cubicBezTo>
                    <a:pt x="2476" y="22148"/>
                    <a:pt x="3311" y="25491"/>
                    <a:pt x="4211" y="28545"/>
                  </a:cubicBezTo>
                  <a:cubicBezTo>
                    <a:pt x="4661" y="30055"/>
                    <a:pt x="5112" y="31502"/>
                    <a:pt x="5497" y="32627"/>
                  </a:cubicBezTo>
                  <a:cubicBezTo>
                    <a:pt x="5690" y="33206"/>
                    <a:pt x="5883" y="33656"/>
                    <a:pt x="6044" y="34041"/>
                  </a:cubicBezTo>
                  <a:cubicBezTo>
                    <a:pt x="6108" y="34202"/>
                    <a:pt x="6204" y="34363"/>
                    <a:pt x="6269" y="34491"/>
                  </a:cubicBezTo>
                  <a:cubicBezTo>
                    <a:pt x="6333" y="34620"/>
                    <a:pt x="6397" y="34716"/>
                    <a:pt x="6526" y="34781"/>
                  </a:cubicBezTo>
                  <a:cubicBezTo>
                    <a:pt x="6590" y="34877"/>
                    <a:pt x="6687" y="34909"/>
                    <a:pt x="6815" y="34941"/>
                  </a:cubicBezTo>
                  <a:cubicBezTo>
                    <a:pt x="7104" y="35006"/>
                    <a:pt x="7554" y="35038"/>
                    <a:pt x="8165" y="35038"/>
                  </a:cubicBezTo>
                  <a:cubicBezTo>
                    <a:pt x="11283" y="35038"/>
                    <a:pt x="18098" y="34170"/>
                    <a:pt x="20991" y="33623"/>
                  </a:cubicBezTo>
                  <a:cubicBezTo>
                    <a:pt x="22791" y="33302"/>
                    <a:pt x="25587" y="32434"/>
                    <a:pt x="28159" y="31630"/>
                  </a:cubicBezTo>
                  <a:cubicBezTo>
                    <a:pt x="30731" y="30795"/>
                    <a:pt x="33077" y="30023"/>
                    <a:pt x="33849" y="29766"/>
                  </a:cubicBezTo>
                  <a:cubicBezTo>
                    <a:pt x="34749" y="29509"/>
                    <a:pt x="35392" y="28705"/>
                    <a:pt x="35874" y="27966"/>
                  </a:cubicBezTo>
                  <a:cubicBezTo>
                    <a:pt x="36131" y="27612"/>
                    <a:pt x="36324" y="27227"/>
                    <a:pt x="36484" y="26937"/>
                  </a:cubicBezTo>
                  <a:cubicBezTo>
                    <a:pt x="36645" y="26648"/>
                    <a:pt x="36806" y="26391"/>
                    <a:pt x="36870" y="26327"/>
                  </a:cubicBezTo>
                  <a:cubicBezTo>
                    <a:pt x="37095" y="26134"/>
                    <a:pt x="37352" y="25748"/>
                    <a:pt x="37609" y="25330"/>
                  </a:cubicBezTo>
                  <a:cubicBezTo>
                    <a:pt x="37834" y="24880"/>
                    <a:pt x="38060" y="24430"/>
                    <a:pt x="38060" y="23980"/>
                  </a:cubicBezTo>
                  <a:cubicBezTo>
                    <a:pt x="38060" y="23755"/>
                    <a:pt x="37995" y="23498"/>
                    <a:pt x="37802" y="23337"/>
                  </a:cubicBezTo>
                  <a:cubicBezTo>
                    <a:pt x="37545" y="23048"/>
                    <a:pt x="37159" y="23016"/>
                    <a:pt x="36774" y="23016"/>
                  </a:cubicBezTo>
                  <a:cubicBezTo>
                    <a:pt x="36420" y="23016"/>
                    <a:pt x="36002" y="23080"/>
                    <a:pt x="35649" y="23144"/>
                  </a:cubicBezTo>
                  <a:cubicBezTo>
                    <a:pt x="35295" y="23209"/>
                    <a:pt x="34974" y="23241"/>
                    <a:pt x="34813" y="23241"/>
                  </a:cubicBezTo>
                  <a:cubicBezTo>
                    <a:pt x="34170" y="23241"/>
                    <a:pt x="32949" y="23144"/>
                    <a:pt x="31631" y="23144"/>
                  </a:cubicBezTo>
                  <a:cubicBezTo>
                    <a:pt x="30184" y="23144"/>
                    <a:pt x="28963" y="24173"/>
                    <a:pt x="28545" y="25587"/>
                  </a:cubicBezTo>
                  <a:cubicBezTo>
                    <a:pt x="28352" y="26230"/>
                    <a:pt x="28127" y="26712"/>
                    <a:pt x="27966" y="27034"/>
                  </a:cubicBezTo>
                  <a:cubicBezTo>
                    <a:pt x="27870" y="27162"/>
                    <a:pt x="27805" y="27291"/>
                    <a:pt x="27741" y="27355"/>
                  </a:cubicBezTo>
                  <a:lnTo>
                    <a:pt x="27710" y="27401"/>
                  </a:lnTo>
                  <a:lnTo>
                    <a:pt x="27710" y="27401"/>
                  </a:lnTo>
                  <a:cubicBezTo>
                    <a:pt x="27485" y="27427"/>
                    <a:pt x="26976" y="27486"/>
                    <a:pt x="26295" y="27580"/>
                  </a:cubicBezTo>
                  <a:cubicBezTo>
                    <a:pt x="24880" y="27773"/>
                    <a:pt x="22727" y="28030"/>
                    <a:pt x="20734" y="28287"/>
                  </a:cubicBezTo>
                  <a:cubicBezTo>
                    <a:pt x="18741" y="28512"/>
                    <a:pt x="16876" y="28705"/>
                    <a:pt x="16137" y="28705"/>
                  </a:cubicBezTo>
                  <a:cubicBezTo>
                    <a:pt x="15141" y="28705"/>
                    <a:pt x="14144" y="28609"/>
                    <a:pt x="13373" y="28545"/>
                  </a:cubicBezTo>
                  <a:cubicBezTo>
                    <a:pt x="13019" y="28512"/>
                    <a:pt x="12698" y="28480"/>
                    <a:pt x="12505" y="28448"/>
                  </a:cubicBezTo>
                  <a:cubicBezTo>
                    <a:pt x="12442" y="28439"/>
                    <a:pt x="12386" y="28433"/>
                    <a:pt x="12339" y="28428"/>
                  </a:cubicBezTo>
                  <a:lnTo>
                    <a:pt x="12339" y="28428"/>
                  </a:lnTo>
                  <a:cubicBezTo>
                    <a:pt x="12138" y="27277"/>
                    <a:pt x="11161" y="21717"/>
                    <a:pt x="10415" y="18130"/>
                  </a:cubicBezTo>
                  <a:cubicBezTo>
                    <a:pt x="9997" y="16105"/>
                    <a:pt x="9580" y="14305"/>
                    <a:pt x="9226" y="12890"/>
                  </a:cubicBezTo>
                  <a:cubicBezTo>
                    <a:pt x="8840" y="11476"/>
                    <a:pt x="8487" y="10447"/>
                    <a:pt x="8133" y="9869"/>
                  </a:cubicBezTo>
                  <a:cubicBezTo>
                    <a:pt x="8075" y="9791"/>
                    <a:pt x="7993" y="9748"/>
                    <a:pt x="7909" y="9748"/>
                  </a:cubicBezTo>
                  <a:cubicBezTo>
                    <a:pt x="7854" y="9748"/>
                    <a:pt x="7798" y="9766"/>
                    <a:pt x="7747" y="9804"/>
                  </a:cubicBezTo>
                  <a:cubicBezTo>
                    <a:pt x="7619" y="9869"/>
                    <a:pt x="7587" y="10029"/>
                    <a:pt x="7683" y="10158"/>
                  </a:cubicBezTo>
                  <a:cubicBezTo>
                    <a:pt x="7972" y="10608"/>
                    <a:pt x="8326" y="11637"/>
                    <a:pt x="8680" y="13051"/>
                  </a:cubicBezTo>
                  <a:cubicBezTo>
                    <a:pt x="9065" y="14433"/>
                    <a:pt x="9451" y="16233"/>
                    <a:pt x="9901" y="18226"/>
                  </a:cubicBezTo>
                  <a:cubicBezTo>
                    <a:pt x="10319" y="20251"/>
                    <a:pt x="10801" y="22855"/>
                    <a:pt x="11187" y="24977"/>
                  </a:cubicBezTo>
                  <a:cubicBezTo>
                    <a:pt x="11380" y="26037"/>
                    <a:pt x="11540" y="26969"/>
                    <a:pt x="11669" y="27645"/>
                  </a:cubicBezTo>
                  <a:cubicBezTo>
                    <a:pt x="11798" y="28320"/>
                    <a:pt x="11862" y="28737"/>
                    <a:pt x="11862" y="28737"/>
                  </a:cubicBezTo>
                  <a:cubicBezTo>
                    <a:pt x="11862" y="28834"/>
                    <a:pt x="11958" y="28930"/>
                    <a:pt x="12087" y="28930"/>
                  </a:cubicBezTo>
                  <a:cubicBezTo>
                    <a:pt x="12087" y="28930"/>
                    <a:pt x="14048" y="29220"/>
                    <a:pt x="16137" y="29220"/>
                  </a:cubicBezTo>
                  <a:cubicBezTo>
                    <a:pt x="16683" y="29220"/>
                    <a:pt x="17680" y="29155"/>
                    <a:pt x="18869" y="29027"/>
                  </a:cubicBezTo>
                  <a:cubicBezTo>
                    <a:pt x="22469" y="28641"/>
                    <a:pt x="27902" y="27902"/>
                    <a:pt x="27902" y="27902"/>
                  </a:cubicBezTo>
                  <a:cubicBezTo>
                    <a:pt x="27966" y="27902"/>
                    <a:pt x="28030" y="27870"/>
                    <a:pt x="28063" y="27805"/>
                  </a:cubicBezTo>
                  <a:cubicBezTo>
                    <a:pt x="28095" y="27805"/>
                    <a:pt x="28673" y="27098"/>
                    <a:pt x="29059" y="25748"/>
                  </a:cubicBezTo>
                  <a:cubicBezTo>
                    <a:pt x="29413" y="24526"/>
                    <a:pt x="30441" y="23691"/>
                    <a:pt x="31631" y="23691"/>
                  </a:cubicBezTo>
                  <a:cubicBezTo>
                    <a:pt x="32916" y="23691"/>
                    <a:pt x="34138" y="23787"/>
                    <a:pt x="34813" y="23787"/>
                  </a:cubicBezTo>
                  <a:cubicBezTo>
                    <a:pt x="35070" y="23787"/>
                    <a:pt x="35392" y="23723"/>
                    <a:pt x="35745" y="23659"/>
                  </a:cubicBezTo>
                  <a:cubicBezTo>
                    <a:pt x="36099" y="23594"/>
                    <a:pt x="36484" y="23530"/>
                    <a:pt x="36774" y="23530"/>
                  </a:cubicBezTo>
                  <a:cubicBezTo>
                    <a:pt x="37095" y="23530"/>
                    <a:pt x="37320" y="23594"/>
                    <a:pt x="37417" y="23723"/>
                  </a:cubicBezTo>
                  <a:cubicBezTo>
                    <a:pt x="37481" y="23755"/>
                    <a:pt x="37513" y="23851"/>
                    <a:pt x="37513" y="23980"/>
                  </a:cubicBezTo>
                  <a:cubicBezTo>
                    <a:pt x="37513" y="24237"/>
                    <a:pt x="37352" y="24687"/>
                    <a:pt x="37127" y="25073"/>
                  </a:cubicBezTo>
                  <a:cubicBezTo>
                    <a:pt x="36934" y="25427"/>
                    <a:pt x="36645" y="25812"/>
                    <a:pt x="36484" y="25941"/>
                  </a:cubicBezTo>
                  <a:cubicBezTo>
                    <a:pt x="36324" y="26134"/>
                    <a:pt x="36195" y="26359"/>
                    <a:pt x="36034" y="26680"/>
                  </a:cubicBezTo>
                  <a:cubicBezTo>
                    <a:pt x="35777" y="27130"/>
                    <a:pt x="35456" y="27709"/>
                    <a:pt x="35070" y="28191"/>
                  </a:cubicBezTo>
                  <a:cubicBezTo>
                    <a:pt x="34684" y="28705"/>
                    <a:pt x="34202" y="29123"/>
                    <a:pt x="33688" y="29252"/>
                  </a:cubicBezTo>
                  <a:cubicBezTo>
                    <a:pt x="32884" y="29509"/>
                    <a:pt x="30570" y="30312"/>
                    <a:pt x="27998" y="31116"/>
                  </a:cubicBezTo>
                  <a:cubicBezTo>
                    <a:pt x="25459" y="31952"/>
                    <a:pt x="22630" y="32788"/>
                    <a:pt x="20894" y="33109"/>
                  </a:cubicBezTo>
                  <a:cubicBezTo>
                    <a:pt x="18066" y="33623"/>
                    <a:pt x="11187" y="34491"/>
                    <a:pt x="8165" y="34491"/>
                  </a:cubicBezTo>
                  <a:cubicBezTo>
                    <a:pt x="7779" y="34491"/>
                    <a:pt x="7458" y="34491"/>
                    <a:pt x="7233" y="34459"/>
                  </a:cubicBezTo>
                  <a:cubicBezTo>
                    <a:pt x="7104" y="34459"/>
                    <a:pt x="7008" y="34427"/>
                    <a:pt x="6944" y="34395"/>
                  </a:cubicBezTo>
                  <a:lnTo>
                    <a:pt x="6879" y="34395"/>
                  </a:lnTo>
                  <a:lnTo>
                    <a:pt x="6847" y="34363"/>
                  </a:lnTo>
                  <a:cubicBezTo>
                    <a:pt x="6847" y="34363"/>
                    <a:pt x="6783" y="34298"/>
                    <a:pt x="6719" y="34202"/>
                  </a:cubicBezTo>
                  <a:cubicBezTo>
                    <a:pt x="6494" y="33848"/>
                    <a:pt x="6140" y="32948"/>
                    <a:pt x="5787" y="31791"/>
                  </a:cubicBezTo>
                  <a:cubicBezTo>
                    <a:pt x="4629" y="28384"/>
                    <a:pt x="3119" y="22630"/>
                    <a:pt x="2733" y="20476"/>
                  </a:cubicBezTo>
                  <a:cubicBezTo>
                    <a:pt x="2476" y="19126"/>
                    <a:pt x="1929" y="16330"/>
                    <a:pt x="1447" y="13404"/>
                  </a:cubicBezTo>
                  <a:cubicBezTo>
                    <a:pt x="965" y="10479"/>
                    <a:pt x="547" y="7426"/>
                    <a:pt x="547" y="5497"/>
                  </a:cubicBezTo>
                  <a:cubicBezTo>
                    <a:pt x="547" y="4950"/>
                    <a:pt x="579" y="4468"/>
                    <a:pt x="643" y="4179"/>
                  </a:cubicBezTo>
                  <a:cubicBezTo>
                    <a:pt x="965" y="2925"/>
                    <a:pt x="1576" y="1993"/>
                    <a:pt x="2058" y="1382"/>
                  </a:cubicBezTo>
                  <a:cubicBezTo>
                    <a:pt x="2315" y="1061"/>
                    <a:pt x="2540" y="836"/>
                    <a:pt x="2733" y="707"/>
                  </a:cubicBezTo>
                  <a:cubicBezTo>
                    <a:pt x="2797" y="643"/>
                    <a:pt x="2861" y="579"/>
                    <a:pt x="2926" y="547"/>
                  </a:cubicBezTo>
                  <a:lnTo>
                    <a:pt x="2958" y="515"/>
                  </a:lnTo>
                  <a:lnTo>
                    <a:pt x="2990" y="482"/>
                  </a:lnTo>
                  <a:cubicBezTo>
                    <a:pt x="3119" y="418"/>
                    <a:pt x="3151" y="225"/>
                    <a:pt x="3054" y="129"/>
                  </a:cubicBezTo>
                  <a:cubicBezTo>
                    <a:pt x="2990" y="43"/>
                    <a:pt x="2897" y="0"/>
                    <a:pt x="2814"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28" name="Google Shape;1828;p33"/>
            <p:cNvSpPr/>
            <p:nvPr/>
          </p:nvSpPr>
          <p:spPr>
            <a:xfrm>
              <a:off x="3009575" y="2539650"/>
              <a:ext cx="274875" cy="206550"/>
            </a:xfrm>
            <a:custGeom>
              <a:avLst/>
              <a:gdLst/>
              <a:ahLst/>
              <a:cxnLst/>
              <a:rect l="l" t="t" r="r" b="b"/>
              <a:pathLst>
                <a:path w="10995" h="8262" extrusionOk="0">
                  <a:moveTo>
                    <a:pt x="9590" y="1"/>
                  </a:moveTo>
                  <a:cubicBezTo>
                    <a:pt x="8905" y="1"/>
                    <a:pt x="8048" y="258"/>
                    <a:pt x="7619" y="258"/>
                  </a:cubicBezTo>
                  <a:cubicBezTo>
                    <a:pt x="6944" y="258"/>
                    <a:pt x="5722" y="162"/>
                    <a:pt x="4437" y="162"/>
                  </a:cubicBezTo>
                  <a:cubicBezTo>
                    <a:pt x="3119" y="162"/>
                    <a:pt x="1994" y="1094"/>
                    <a:pt x="1608" y="2412"/>
                  </a:cubicBezTo>
                  <a:cubicBezTo>
                    <a:pt x="1222" y="3730"/>
                    <a:pt x="676" y="4373"/>
                    <a:pt x="676" y="4373"/>
                  </a:cubicBezTo>
                  <a:cubicBezTo>
                    <a:pt x="676" y="4373"/>
                    <a:pt x="419" y="4405"/>
                    <a:pt x="1" y="4469"/>
                  </a:cubicBezTo>
                  <a:cubicBezTo>
                    <a:pt x="226" y="4983"/>
                    <a:pt x="451" y="5594"/>
                    <a:pt x="483" y="6237"/>
                  </a:cubicBezTo>
                  <a:cubicBezTo>
                    <a:pt x="515" y="6944"/>
                    <a:pt x="451" y="7651"/>
                    <a:pt x="354" y="8262"/>
                  </a:cubicBezTo>
                  <a:cubicBezTo>
                    <a:pt x="3151" y="7394"/>
                    <a:pt x="5722" y="6494"/>
                    <a:pt x="6590" y="6237"/>
                  </a:cubicBezTo>
                  <a:cubicBezTo>
                    <a:pt x="8165" y="5787"/>
                    <a:pt x="9033" y="3344"/>
                    <a:pt x="9483" y="2862"/>
                  </a:cubicBezTo>
                  <a:cubicBezTo>
                    <a:pt x="9965" y="2412"/>
                    <a:pt x="10994" y="804"/>
                    <a:pt x="10415" y="258"/>
                  </a:cubicBezTo>
                  <a:cubicBezTo>
                    <a:pt x="10233" y="65"/>
                    <a:pt x="9933" y="1"/>
                    <a:pt x="9590"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29" name="Google Shape;1829;p33"/>
            <p:cNvSpPr/>
            <p:nvPr/>
          </p:nvSpPr>
          <p:spPr>
            <a:xfrm>
              <a:off x="3002350" y="2533225"/>
              <a:ext cx="278875" cy="219750"/>
            </a:xfrm>
            <a:custGeom>
              <a:avLst/>
              <a:gdLst/>
              <a:ahLst/>
              <a:cxnLst/>
              <a:rect l="l" t="t" r="r" b="b"/>
              <a:pathLst>
                <a:path w="11155" h="8790" extrusionOk="0">
                  <a:moveTo>
                    <a:pt x="9869" y="515"/>
                  </a:moveTo>
                  <a:cubicBezTo>
                    <a:pt x="10190" y="515"/>
                    <a:pt x="10415" y="579"/>
                    <a:pt x="10512" y="708"/>
                  </a:cubicBezTo>
                  <a:cubicBezTo>
                    <a:pt x="10576" y="740"/>
                    <a:pt x="10608" y="836"/>
                    <a:pt x="10608" y="965"/>
                  </a:cubicBezTo>
                  <a:cubicBezTo>
                    <a:pt x="10608" y="1222"/>
                    <a:pt x="10447" y="1672"/>
                    <a:pt x="10222" y="2058"/>
                  </a:cubicBezTo>
                  <a:cubicBezTo>
                    <a:pt x="10029" y="2412"/>
                    <a:pt x="9740" y="2797"/>
                    <a:pt x="9579" y="2926"/>
                  </a:cubicBezTo>
                  <a:cubicBezTo>
                    <a:pt x="9419" y="3119"/>
                    <a:pt x="9290" y="3344"/>
                    <a:pt x="9129" y="3665"/>
                  </a:cubicBezTo>
                  <a:cubicBezTo>
                    <a:pt x="8872" y="4115"/>
                    <a:pt x="8551" y="4694"/>
                    <a:pt x="8165" y="5176"/>
                  </a:cubicBezTo>
                  <a:cubicBezTo>
                    <a:pt x="7779" y="5690"/>
                    <a:pt x="7297" y="6108"/>
                    <a:pt x="6783" y="6237"/>
                  </a:cubicBezTo>
                  <a:cubicBezTo>
                    <a:pt x="5958" y="6481"/>
                    <a:pt x="3592" y="7307"/>
                    <a:pt x="984" y="8134"/>
                  </a:cubicBezTo>
                  <a:lnTo>
                    <a:pt x="984" y="8134"/>
                  </a:lnTo>
                  <a:cubicBezTo>
                    <a:pt x="1027" y="7751"/>
                    <a:pt x="1061" y="7331"/>
                    <a:pt x="1061" y="6912"/>
                  </a:cubicBezTo>
                  <a:cubicBezTo>
                    <a:pt x="1061" y="6783"/>
                    <a:pt x="1061" y="6622"/>
                    <a:pt x="1029" y="6494"/>
                  </a:cubicBezTo>
                  <a:cubicBezTo>
                    <a:pt x="1003" y="5926"/>
                    <a:pt x="853" y="5400"/>
                    <a:pt x="662" y="4932"/>
                  </a:cubicBezTo>
                  <a:lnTo>
                    <a:pt x="662" y="4932"/>
                  </a:lnTo>
                  <a:cubicBezTo>
                    <a:pt x="875" y="4902"/>
                    <a:pt x="997" y="4887"/>
                    <a:pt x="997" y="4887"/>
                  </a:cubicBezTo>
                  <a:cubicBezTo>
                    <a:pt x="1061" y="4887"/>
                    <a:pt x="1125" y="4855"/>
                    <a:pt x="1158" y="4790"/>
                  </a:cubicBezTo>
                  <a:cubicBezTo>
                    <a:pt x="1190" y="4790"/>
                    <a:pt x="1768" y="4083"/>
                    <a:pt x="2154" y="2733"/>
                  </a:cubicBezTo>
                  <a:cubicBezTo>
                    <a:pt x="2508" y="1511"/>
                    <a:pt x="3536" y="676"/>
                    <a:pt x="4726" y="676"/>
                  </a:cubicBezTo>
                  <a:cubicBezTo>
                    <a:pt x="6011" y="676"/>
                    <a:pt x="7233" y="772"/>
                    <a:pt x="7908" y="772"/>
                  </a:cubicBezTo>
                  <a:cubicBezTo>
                    <a:pt x="8165" y="772"/>
                    <a:pt x="8487" y="708"/>
                    <a:pt x="8840" y="644"/>
                  </a:cubicBezTo>
                  <a:cubicBezTo>
                    <a:pt x="9194" y="579"/>
                    <a:pt x="9579" y="515"/>
                    <a:pt x="9869" y="515"/>
                  </a:cubicBezTo>
                  <a:close/>
                  <a:moveTo>
                    <a:pt x="9869" y="1"/>
                  </a:moveTo>
                  <a:cubicBezTo>
                    <a:pt x="9515" y="1"/>
                    <a:pt x="9097" y="65"/>
                    <a:pt x="8744" y="129"/>
                  </a:cubicBezTo>
                  <a:cubicBezTo>
                    <a:pt x="8390" y="194"/>
                    <a:pt x="8069" y="226"/>
                    <a:pt x="7908" y="226"/>
                  </a:cubicBezTo>
                  <a:cubicBezTo>
                    <a:pt x="7265" y="226"/>
                    <a:pt x="6044" y="129"/>
                    <a:pt x="4726" y="129"/>
                  </a:cubicBezTo>
                  <a:cubicBezTo>
                    <a:pt x="3279" y="129"/>
                    <a:pt x="2058" y="1158"/>
                    <a:pt x="1640" y="2572"/>
                  </a:cubicBezTo>
                  <a:cubicBezTo>
                    <a:pt x="1447" y="3215"/>
                    <a:pt x="1222" y="3697"/>
                    <a:pt x="1061" y="4019"/>
                  </a:cubicBezTo>
                  <a:cubicBezTo>
                    <a:pt x="965" y="4147"/>
                    <a:pt x="900" y="4276"/>
                    <a:pt x="836" y="4340"/>
                  </a:cubicBezTo>
                  <a:lnTo>
                    <a:pt x="803" y="4389"/>
                  </a:lnTo>
                  <a:lnTo>
                    <a:pt x="803" y="4389"/>
                  </a:lnTo>
                  <a:cubicBezTo>
                    <a:pt x="688" y="4405"/>
                    <a:pt x="500" y="4432"/>
                    <a:pt x="258" y="4469"/>
                  </a:cubicBezTo>
                  <a:cubicBezTo>
                    <a:pt x="161" y="4469"/>
                    <a:pt x="97" y="4533"/>
                    <a:pt x="65" y="4597"/>
                  </a:cubicBezTo>
                  <a:cubicBezTo>
                    <a:pt x="0" y="4662"/>
                    <a:pt x="0" y="4758"/>
                    <a:pt x="33" y="4822"/>
                  </a:cubicBezTo>
                  <a:cubicBezTo>
                    <a:pt x="258" y="5337"/>
                    <a:pt x="483" y="5915"/>
                    <a:pt x="515" y="6526"/>
                  </a:cubicBezTo>
                  <a:cubicBezTo>
                    <a:pt x="515" y="6655"/>
                    <a:pt x="515" y="6783"/>
                    <a:pt x="515" y="6912"/>
                  </a:cubicBezTo>
                  <a:cubicBezTo>
                    <a:pt x="515" y="7458"/>
                    <a:pt x="450" y="8005"/>
                    <a:pt x="386" y="8487"/>
                  </a:cubicBezTo>
                  <a:cubicBezTo>
                    <a:pt x="386" y="8583"/>
                    <a:pt x="418" y="8680"/>
                    <a:pt x="483" y="8744"/>
                  </a:cubicBezTo>
                  <a:cubicBezTo>
                    <a:pt x="528" y="8767"/>
                    <a:pt x="590" y="8789"/>
                    <a:pt x="656" y="8789"/>
                  </a:cubicBezTo>
                  <a:cubicBezTo>
                    <a:pt x="683" y="8789"/>
                    <a:pt x="711" y="8786"/>
                    <a:pt x="740" y="8776"/>
                  </a:cubicBezTo>
                  <a:cubicBezTo>
                    <a:pt x="3504" y="7908"/>
                    <a:pt x="6108" y="7008"/>
                    <a:pt x="6944" y="6751"/>
                  </a:cubicBezTo>
                  <a:cubicBezTo>
                    <a:pt x="7844" y="6494"/>
                    <a:pt x="8487" y="5690"/>
                    <a:pt x="8969" y="4951"/>
                  </a:cubicBezTo>
                  <a:cubicBezTo>
                    <a:pt x="9226" y="4597"/>
                    <a:pt x="9419" y="4212"/>
                    <a:pt x="9579" y="3922"/>
                  </a:cubicBezTo>
                  <a:cubicBezTo>
                    <a:pt x="9740" y="3633"/>
                    <a:pt x="9901" y="3376"/>
                    <a:pt x="9965" y="3312"/>
                  </a:cubicBezTo>
                  <a:cubicBezTo>
                    <a:pt x="10190" y="3119"/>
                    <a:pt x="10447" y="2733"/>
                    <a:pt x="10704" y="2315"/>
                  </a:cubicBezTo>
                  <a:cubicBezTo>
                    <a:pt x="10929" y="1865"/>
                    <a:pt x="11155" y="1415"/>
                    <a:pt x="11155" y="965"/>
                  </a:cubicBezTo>
                  <a:cubicBezTo>
                    <a:pt x="11155" y="740"/>
                    <a:pt x="11090" y="483"/>
                    <a:pt x="10897" y="322"/>
                  </a:cubicBezTo>
                  <a:cubicBezTo>
                    <a:pt x="10640" y="33"/>
                    <a:pt x="10254" y="1"/>
                    <a:pt x="9869"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30" name="Google Shape;1830;p33"/>
            <p:cNvSpPr/>
            <p:nvPr/>
          </p:nvSpPr>
          <p:spPr>
            <a:xfrm>
              <a:off x="3041725" y="2911725"/>
              <a:ext cx="238700" cy="81200"/>
            </a:xfrm>
            <a:custGeom>
              <a:avLst/>
              <a:gdLst/>
              <a:ahLst/>
              <a:cxnLst/>
              <a:rect l="l" t="t" r="r" b="b"/>
              <a:pathLst>
                <a:path w="9548" h="3248" extrusionOk="0">
                  <a:moveTo>
                    <a:pt x="1897" y="1"/>
                  </a:moveTo>
                  <a:lnTo>
                    <a:pt x="0" y="3022"/>
                  </a:lnTo>
                  <a:cubicBezTo>
                    <a:pt x="0" y="3022"/>
                    <a:pt x="2411" y="3247"/>
                    <a:pt x="3215" y="3247"/>
                  </a:cubicBezTo>
                  <a:cubicBezTo>
                    <a:pt x="4019" y="3247"/>
                    <a:pt x="9547" y="2637"/>
                    <a:pt x="8744" y="1737"/>
                  </a:cubicBezTo>
                  <a:cubicBezTo>
                    <a:pt x="7940" y="804"/>
                    <a:pt x="1897" y="1"/>
                    <a:pt x="1897"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31" name="Google Shape;1831;p33"/>
            <p:cNvSpPr/>
            <p:nvPr/>
          </p:nvSpPr>
          <p:spPr>
            <a:xfrm>
              <a:off x="3034500" y="2905300"/>
              <a:ext cx="234675" cy="94050"/>
            </a:xfrm>
            <a:custGeom>
              <a:avLst/>
              <a:gdLst/>
              <a:ahLst/>
              <a:cxnLst/>
              <a:rect l="l" t="t" r="r" b="b"/>
              <a:pathLst>
                <a:path w="9387" h="3762" extrusionOk="0">
                  <a:moveTo>
                    <a:pt x="2318" y="567"/>
                  </a:moveTo>
                  <a:cubicBezTo>
                    <a:pt x="2486" y="586"/>
                    <a:pt x="2755" y="620"/>
                    <a:pt x="3086" y="676"/>
                  </a:cubicBezTo>
                  <a:cubicBezTo>
                    <a:pt x="3954" y="804"/>
                    <a:pt x="5272" y="1029"/>
                    <a:pt x="6429" y="1286"/>
                  </a:cubicBezTo>
                  <a:cubicBezTo>
                    <a:pt x="7040" y="1447"/>
                    <a:pt x="7586" y="1576"/>
                    <a:pt x="8004" y="1736"/>
                  </a:cubicBezTo>
                  <a:cubicBezTo>
                    <a:pt x="8422" y="1897"/>
                    <a:pt x="8743" y="2058"/>
                    <a:pt x="8840" y="2154"/>
                  </a:cubicBezTo>
                  <a:cubicBezTo>
                    <a:pt x="8840" y="2154"/>
                    <a:pt x="8776" y="2219"/>
                    <a:pt x="8615" y="2283"/>
                  </a:cubicBezTo>
                  <a:cubicBezTo>
                    <a:pt x="8390" y="2411"/>
                    <a:pt x="7972" y="2572"/>
                    <a:pt x="7490" y="2669"/>
                  </a:cubicBezTo>
                  <a:cubicBezTo>
                    <a:pt x="6750" y="2829"/>
                    <a:pt x="5850" y="2990"/>
                    <a:pt x="5111" y="3086"/>
                  </a:cubicBezTo>
                  <a:cubicBezTo>
                    <a:pt x="4340" y="3183"/>
                    <a:pt x="3697" y="3215"/>
                    <a:pt x="3504" y="3215"/>
                  </a:cubicBezTo>
                  <a:cubicBezTo>
                    <a:pt x="3118" y="3215"/>
                    <a:pt x="2315" y="3183"/>
                    <a:pt x="1607" y="3119"/>
                  </a:cubicBezTo>
                  <a:cubicBezTo>
                    <a:pt x="1286" y="3104"/>
                    <a:pt x="984" y="3083"/>
                    <a:pt x="751" y="3064"/>
                  </a:cubicBezTo>
                  <a:lnTo>
                    <a:pt x="751" y="3064"/>
                  </a:lnTo>
                  <a:lnTo>
                    <a:pt x="2318" y="567"/>
                  </a:lnTo>
                  <a:close/>
                  <a:moveTo>
                    <a:pt x="2218" y="1"/>
                  </a:moveTo>
                  <a:cubicBezTo>
                    <a:pt x="2090" y="1"/>
                    <a:pt x="1993" y="33"/>
                    <a:pt x="1929" y="129"/>
                  </a:cubicBezTo>
                  <a:lnTo>
                    <a:pt x="32" y="3151"/>
                  </a:lnTo>
                  <a:cubicBezTo>
                    <a:pt x="0" y="3215"/>
                    <a:pt x="0" y="3311"/>
                    <a:pt x="32" y="3408"/>
                  </a:cubicBezTo>
                  <a:cubicBezTo>
                    <a:pt x="64" y="3504"/>
                    <a:pt x="161" y="3536"/>
                    <a:pt x="257" y="3569"/>
                  </a:cubicBezTo>
                  <a:cubicBezTo>
                    <a:pt x="257" y="3569"/>
                    <a:pt x="2668" y="3762"/>
                    <a:pt x="3504" y="3762"/>
                  </a:cubicBezTo>
                  <a:cubicBezTo>
                    <a:pt x="3697" y="3762"/>
                    <a:pt x="4147" y="3729"/>
                    <a:pt x="4725" y="3665"/>
                  </a:cubicBezTo>
                  <a:cubicBezTo>
                    <a:pt x="5561" y="3569"/>
                    <a:pt x="6686" y="3408"/>
                    <a:pt x="7586" y="3183"/>
                  </a:cubicBezTo>
                  <a:cubicBezTo>
                    <a:pt x="8036" y="3086"/>
                    <a:pt x="8454" y="2958"/>
                    <a:pt x="8776" y="2829"/>
                  </a:cubicBezTo>
                  <a:cubicBezTo>
                    <a:pt x="8936" y="2765"/>
                    <a:pt x="9065" y="2669"/>
                    <a:pt x="9161" y="2572"/>
                  </a:cubicBezTo>
                  <a:cubicBezTo>
                    <a:pt x="9258" y="2476"/>
                    <a:pt x="9386" y="2347"/>
                    <a:pt x="9386" y="2154"/>
                  </a:cubicBezTo>
                  <a:cubicBezTo>
                    <a:pt x="9386" y="2026"/>
                    <a:pt x="9322" y="1897"/>
                    <a:pt x="9226" y="1801"/>
                  </a:cubicBezTo>
                  <a:cubicBezTo>
                    <a:pt x="9065" y="1640"/>
                    <a:pt x="8872" y="1511"/>
                    <a:pt x="8615" y="1415"/>
                  </a:cubicBezTo>
                  <a:cubicBezTo>
                    <a:pt x="7715" y="997"/>
                    <a:pt x="6140" y="676"/>
                    <a:pt x="4758" y="418"/>
                  </a:cubicBezTo>
                  <a:cubicBezTo>
                    <a:pt x="3375" y="161"/>
                    <a:pt x="2218" y="1"/>
                    <a:pt x="2218"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32" name="Google Shape;1832;p33"/>
            <p:cNvSpPr/>
            <p:nvPr/>
          </p:nvSpPr>
          <p:spPr>
            <a:xfrm>
              <a:off x="2902700" y="2851450"/>
              <a:ext cx="604350" cy="551325"/>
            </a:xfrm>
            <a:custGeom>
              <a:avLst/>
              <a:gdLst/>
              <a:ahLst/>
              <a:cxnLst/>
              <a:rect l="l" t="t" r="r" b="b"/>
              <a:pathLst>
                <a:path w="24174" h="22053" extrusionOk="0">
                  <a:moveTo>
                    <a:pt x="17616" y="1"/>
                  </a:moveTo>
                  <a:lnTo>
                    <a:pt x="0" y="8166"/>
                  </a:lnTo>
                  <a:lnTo>
                    <a:pt x="6847" y="22052"/>
                  </a:lnTo>
                  <a:lnTo>
                    <a:pt x="24173" y="13277"/>
                  </a:lnTo>
                  <a:lnTo>
                    <a:pt x="17616" y="1"/>
                  </a:ln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33" name="Google Shape;1833;p33"/>
            <p:cNvSpPr/>
            <p:nvPr/>
          </p:nvSpPr>
          <p:spPr>
            <a:xfrm>
              <a:off x="2896275" y="2845050"/>
              <a:ext cx="618000" cy="564150"/>
            </a:xfrm>
            <a:custGeom>
              <a:avLst/>
              <a:gdLst/>
              <a:ahLst/>
              <a:cxnLst/>
              <a:rect l="l" t="t" r="r" b="b"/>
              <a:pathLst>
                <a:path w="24720" h="22566" extrusionOk="0">
                  <a:moveTo>
                    <a:pt x="17765" y="623"/>
                  </a:moveTo>
                  <a:lnTo>
                    <a:pt x="24076" y="13436"/>
                  </a:lnTo>
                  <a:lnTo>
                    <a:pt x="7233" y="21954"/>
                  </a:lnTo>
                  <a:lnTo>
                    <a:pt x="643" y="8550"/>
                  </a:lnTo>
                  <a:lnTo>
                    <a:pt x="17765" y="623"/>
                  </a:lnTo>
                  <a:close/>
                  <a:moveTo>
                    <a:pt x="17904" y="1"/>
                  </a:moveTo>
                  <a:cubicBezTo>
                    <a:pt x="17861" y="1"/>
                    <a:pt x="17817" y="12"/>
                    <a:pt x="17776" y="32"/>
                  </a:cubicBezTo>
                  <a:lnTo>
                    <a:pt x="161" y="8164"/>
                  </a:lnTo>
                  <a:cubicBezTo>
                    <a:pt x="97" y="8197"/>
                    <a:pt x="32" y="8261"/>
                    <a:pt x="0" y="8325"/>
                  </a:cubicBezTo>
                  <a:cubicBezTo>
                    <a:pt x="0" y="8389"/>
                    <a:pt x="0" y="8454"/>
                    <a:pt x="32" y="8518"/>
                  </a:cubicBezTo>
                  <a:lnTo>
                    <a:pt x="6879" y="22437"/>
                  </a:lnTo>
                  <a:cubicBezTo>
                    <a:pt x="6911" y="22501"/>
                    <a:pt x="6944" y="22533"/>
                    <a:pt x="7040" y="22565"/>
                  </a:cubicBezTo>
                  <a:cubicBezTo>
                    <a:pt x="7104" y="22565"/>
                    <a:pt x="7169" y="22565"/>
                    <a:pt x="7233" y="22533"/>
                  </a:cubicBezTo>
                  <a:lnTo>
                    <a:pt x="24527" y="13790"/>
                  </a:lnTo>
                  <a:cubicBezTo>
                    <a:pt x="24687" y="13725"/>
                    <a:pt x="24719" y="13565"/>
                    <a:pt x="24655" y="13436"/>
                  </a:cubicBezTo>
                  <a:lnTo>
                    <a:pt x="18130" y="160"/>
                  </a:lnTo>
                  <a:cubicBezTo>
                    <a:pt x="18086" y="51"/>
                    <a:pt x="17997" y="1"/>
                    <a:pt x="17904"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34" name="Google Shape;1834;p33"/>
            <p:cNvSpPr/>
            <p:nvPr/>
          </p:nvSpPr>
          <p:spPr>
            <a:xfrm>
              <a:off x="3048950" y="2939850"/>
              <a:ext cx="145475" cy="79925"/>
            </a:xfrm>
            <a:custGeom>
              <a:avLst/>
              <a:gdLst/>
              <a:ahLst/>
              <a:cxnLst/>
              <a:rect l="l" t="t" r="r" b="b"/>
              <a:pathLst>
                <a:path w="5819" h="3197" extrusionOk="0">
                  <a:moveTo>
                    <a:pt x="3119" y="1"/>
                  </a:moveTo>
                  <a:lnTo>
                    <a:pt x="1" y="1094"/>
                  </a:lnTo>
                  <a:cubicBezTo>
                    <a:pt x="1" y="1094"/>
                    <a:pt x="2122" y="1094"/>
                    <a:pt x="2604" y="1415"/>
                  </a:cubicBezTo>
                  <a:cubicBezTo>
                    <a:pt x="3061" y="1672"/>
                    <a:pt x="4786" y="3197"/>
                    <a:pt x="5369" y="3197"/>
                  </a:cubicBezTo>
                  <a:cubicBezTo>
                    <a:pt x="5442" y="3197"/>
                    <a:pt x="5497" y="3173"/>
                    <a:pt x="5530" y="3119"/>
                  </a:cubicBezTo>
                  <a:cubicBezTo>
                    <a:pt x="5819" y="2605"/>
                    <a:pt x="4630" y="1415"/>
                    <a:pt x="4115" y="901"/>
                  </a:cubicBezTo>
                  <a:cubicBezTo>
                    <a:pt x="3633" y="387"/>
                    <a:pt x="3119" y="1"/>
                    <a:pt x="3119"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35" name="Google Shape;1835;p33"/>
            <p:cNvSpPr/>
            <p:nvPr/>
          </p:nvSpPr>
          <p:spPr>
            <a:xfrm>
              <a:off x="3042525" y="2932825"/>
              <a:ext cx="152725" cy="93850"/>
            </a:xfrm>
            <a:custGeom>
              <a:avLst/>
              <a:gdLst/>
              <a:ahLst/>
              <a:cxnLst/>
              <a:rect l="l" t="t" r="r" b="b"/>
              <a:pathLst>
                <a:path w="6109" h="3754" extrusionOk="0">
                  <a:moveTo>
                    <a:pt x="3389" y="1"/>
                  </a:moveTo>
                  <a:cubicBezTo>
                    <a:pt x="3303" y="1"/>
                    <a:pt x="3209" y="43"/>
                    <a:pt x="3151" y="121"/>
                  </a:cubicBezTo>
                  <a:cubicBezTo>
                    <a:pt x="3086" y="218"/>
                    <a:pt x="3086" y="378"/>
                    <a:pt x="3215" y="475"/>
                  </a:cubicBezTo>
                  <a:cubicBezTo>
                    <a:pt x="3215" y="475"/>
                    <a:pt x="3247" y="507"/>
                    <a:pt x="3279" y="539"/>
                  </a:cubicBezTo>
                  <a:cubicBezTo>
                    <a:pt x="3440" y="700"/>
                    <a:pt x="3826" y="989"/>
                    <a:pt x="4179" y="1375"/>
                  </a:cubicBezTo>
                  <a:cubicBezTo>
                    <a:pt x="4404" y="1600"/>
                    <a:pt x="4758" y="1953"/>
                    <a:pt x="5079" y="2307"/>
                  </a:cubicBezTo>
                  <a:cubicBezTo>
                    <a:pt x="5208" y="2500"/>
                    <a:pt x="5337" y="2693"/>
                    <a:pt x="5433" y="2853"/>
                  </a:cubicBezTo>
                  <a:cubicBezTo>
                    <a:pt x="5528" y="3012"/>
                    <a:pt x="5561" y="3139"/>
                    <a:pt x="5562" y="3204"/>
                  </a:cubicBezTo>
                  <a:lnTo>
                    <a:pt x="5562" y="3204"/>
                  </a:lnTo>
                  <a:cubicBezTo>
                    <a:pt x="5528" y="3200"/>
                    <a:pt x="5485" y="3192"/>
                    <a:pt x="5433" y="3175"/>
                  </a:cubicBezTo>
                  <a:cubicBezTo>
                    <a:pt x="5144" y="3046"/>
                    <a:pt x="4629" y="2661"/>
                    <a:pt x="4147" y="2307"/>
                  </a:cubicBezTo>
                  <a:cubicBezTo>
                    <a:pt x="3890" y="2114"/>
                    <a:pt x="3665" y="1953"/>
                    <a:pt x="3472" y="1793"/>
                  </a:cubicBezTo>
                  <a:cubicBezTo>
                    <a:pt x="3279" y="1632"/>
                    <a:pt x="3119" y="1535"/>
                    <a:pt x="3022" y="1439"/>
                  </a:cubicBezTo>
                  <a:cubicBezTo>
                    <a:pt x="2829" y="1343"/>
                    <a:pt x="2572" y="1278"/>
                    <a:pt x="2283" y="1246"/>
                  </a:cubicBezTo>
                  <a:cubicBezTo>
                    <a:pt x="1447" y="1118"/>
                    <a:pt x="258" y="1118"/>
                    <a:pt x="258" y="1118"/>
                  </a:cubicBezTo>
                  <a:cubicBezTo>
                    <a:pt x="97" y="1118"/>
                    <a:pt x="1" y="1246"/>
                    <a:pt x="1" y="1375"/>
                  </a:cubicBezTo>
                  <a:cubicBezTo>
                    <a:pt x="1" y="1535"/>
                    <a:pt x="97" y="1664"/>
                    <a:pt x="258" y="1664"/>
                  </a:cubicBezTo>
                  <a:lnTo>
                    <a:pt x="579" y="1664"/>
                  </a:lnTo>
                  <a:cubicBezTo>
                    <a:pt x="901" y="1664"/>
                    <a:pt x="1351" y="1664"/>
                    <a:pt x="1801" y="1728"/>
                  </a:cubicBezTo>
                  <a:cubicBezTo>
                    <a:pt x="2026" y="1728"/>
                    <a:pt x="2219" y="1760"/>
                    <a:pt x="2379" y="1793"/>
                  </a:cubicBezTo>
                  <a:cubicBezTo>
                    <a:pt x="2572" y="1825"/>
                    <a:pt x="2701" y="1889"/>
                    <a:pt x="2733" y="1921"/>
                  </a:cubicBezTo>
                  <a:cubicBezTo>
                    <a:pt x="2829" y="1953"/>
                    <a:pt x="3022" y="2114"/>
                    <a:pt x="3247" y="2275"/>
                  </a:cubicBezTo>
                  <a:cubicBezTo>
                    <a:pt x="3601" y="2564"/>
                    <a:pt x="4019" y="2918"/>
                    <a:pt x="4437" y="3207"/>
                  </a:cubicBezTo>
                  <a:cubicBezTo>
                    <a:pt x="4662" y="3336"/>
                    <a:pt x="4854" y="3464"/>
                    <a:pt x="5047" y="3561"/>
                  </a:cubicBezTo>
                  <a:cubicBezTo>
                    <a:pt x="5240" y="3657"/>
                    <a:pt x="5433" y="3753"/>
                    <a:pt x="5626" y="3753"/>
                  </a:cubicBezTo>
                  <a:cubicBezTo>
                    <a:pt x="5690" y="3753"/>
                    <a:pt x="5754" y="3721"/>
                    <a:pt x="5819" y="3689"/>
                  </a:cubicBezTo>
                  <a:cubicBezTo>
                    <a:pt x="5915" y="3657"/>
                    <a:pt x="5979" y="3593"/>
                    <a:pt x="6012" y="3528"/>
                  </a:cubicBezTo>
                  <a:cubicBezTo>
                    <a:pt x="6076" y="3432"/>
                    <a:pt x="6108" y="3303"/>
                    <a:pt x="6108" y="3207"/>
                  </a:cubicBezTo>
                  <a:cubicBezTo>
                    <a:pt x="6108" y="2982"/>
                    <a:pt x="6012" y="2789"/>
                    <a:pt x="5915" y="2596"/>
                  </a:cubicBezTo>
                  <a:cubicBezTo>
                    <a:pt x="5562" y="1985"/>
                    <a:pt x="4919" y="1343"/>
                    <a:pt x="4565" y="989"/>
                  </a:cubicBezTo>
                  <a:cubicBezTo>
                    <a:pt x="4051" y="475"/>
                    <a:pt x="3537" y="57"/>
                    <a:pt x="3537" y="57"/>
                  </a:cubicBezTo>
                  <a:cubicBezTo>
                    <a:pt x="3498" y="19"/>
                    <a:pt x="3445" y="1"/>
                    <a:pt x="3389"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36" name="Google Shape;1836;p33"/>
            <p:cNvSpPr/>
            <p:nvPr/>
          </p:nvSpPr>
          <p:spPr>
            <a:xfrm>
              <a:off x="2426975" y="2793600"/>
              <a:ext cx="662175" cy="222625"/>
            </a:xfrm>
            <a:custGeom>
              <a:avLst/>
              <a:gdLst/>
              <a:ahLst/>
              <a:cxnLst/>
              <a:rect l="l" t="t" r="r" b="b"/>
              <a:pathLst>
                <a:path w="26487" h="8905" extrusionOk="0">
                  <a:moveTo>
                    <a:pt x="8325" y="1"/>
                  </a:moveTo>
                  <a:cubicBezTo>
                    <a:pt x="0" y="386"/>
                    <a:pt x="4532" y="6622"/>
                    <a:pt x="4532" y="6622"/>
                  </a:cubicBezTo>
                  <a:lnTo>
                    <a:pt x="23626" y="8905"/>
                  </a:lnTo>
                  <a:lnTo>
                    <a:pt x="26487" y="4726"/>
                  </a:lnTo>
                  <a:lnTo>
                    <a:pt x="8325" y="1"/>
                  </a:ln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37" name="Google Shape;1837;p33"/>
            <p:cNvSpPr/>
            <p:nvPr/>
          </p:nvSpPr>
          <p:spPr>
            <a:xfrm>
              <a:off x="2503300" y="2787175"/>
              <a:ext cx="592300" cy="235475"/>
            </a:xfrm>
            <a:custGeom>
              <a:avLst/>
              <a:gdLst/>
              <a:ahLst/>
              <a:cxnLst/>
              <a:rect l="l" t="t" r="r" b="b"/>
              <a:pathLst>
                <a:path w="23692" h="9419" extrusionOk="0">
                  <a:moveTo>
                    <a:pt x="5272" y="531"/>
                  </a:moveTo>
                  <a:lnTo>
                    <a:pt x="22984" y="5143"/>
                  </a:lnTo>
                  <a:lnTo>
                    <a:pt x="20445" y="8872"/>
                  </a:lnTo>
                  <a:lnTo>
                    <a:pt x="1653" y="6639"/>
                  </a:lnTo>
                  <a:lnTo>
                    <a:pt x="1653" y="6639"/>
                  </a:lnTo>
                  <a:cubicBezTo>
                    <a:pt x="1541" y="6464"/>
                    <a:pt x="1301" y="6073"/>
                    <a:pt x="1062" y="5594"/>
                  </a:cubicBezTo>
                  <a:cubicBezTo>
                    <a:pt x="772" y="4983"/>
                    <a:pt x="515" y="4243"/>
                    <a:pt x="515" y="3504"/>
                  </a:cubicBezTo>
                  <a:cubicBezTo>
                    <a:pt x="547" y="2797"/>
                    <a:pt x="740" y="2122"/>
                    <a:pt x="1447" y="1575"/>
                  </a:cubicBezTo>
                  <a:cubicBezTo>
                    <a:pt x="2122" y="1029"/>
                    <a:pt x="3344" y="611"/>
                    <a:pt x="5272" y="547"/>
                  </a:cubicBezTo>
                  <a:lnTo>
                    <a:pt x="5272" y="531"/>
                  </a:lnTo>
                  <a:close/>
                  <a:moveTo>
                    <a:pt x="5272" y="0"/>
                  </a:moveTo>
                  <a:cubicBezTo>
                    <a:pt x="3247" y="97"/>
                    <a:pt x="1929" y="515"/>
                    <a:pt x="1094" y="1158"/>
                  </a:cubicBezTo>
                  <a:cubicBezTo>
                    <a:pt x="290" y="1800"/>
                    <a:pt x="1" y="2668"/>
                    <a:pt x="1" y="3504"/>
                  </a:cubicBezTo>
                  <a:cubicBezTo>
                    <a:pt x="1" y="4404"/>
                    <a:pt x="322" y="5272"/>
                    <a:pt x="644" y="5947"/>
                  </a:cubicBezTo>
                  <a:cubicBezTo>
                    <a:pt x="965" y="6590"/>
                    <a:pt x="1287" y="7040"/>
                    <a:pt x="1287" y="7040"/>
                  </a:cubicBezTo>
                  <a:cubicBezTo>
                    <a:pt x="1319" y="7104"/>
                    <a:pt x="1383" y="7136"/>
                    <a:pt x="1447" y="7136"/>
                  </a:cubicBezTo>
                  <a:lnTo>
                    <a:pt x="20541" y="9419"/>
                  </a:lnTo>
                  <a:cubicBezTo>
                    <a:pt x="20637" y="9419"/>
                    <a:pt x="20734" y="9387"/>
                    <a:pt x="20798" y="9290"/>
                  </a:cubicBezTo>
                  <a:lnTo>
                    <a:pt x="23627" y="5143"/>
                  </a:lnTo>
                  <a:cubicBezTo>
                    <a:pt x="23691" y="5079"/>
                    <a:pt x="23691" y="4983"/>
                    <a:pt x="23659" y="4886"/>
                  </a:cubicBezTo>
                  <a:cubicBezTo>
                    <a:pt x="23627" y="4822"/>
                    <a:pt x="23563" y="4758"/>
                    <a:pt x="23498" y="4726"/>
                  </a:cubicBezTo>
                  <a:lnTo>
                    <a:pt x="5337"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38" name="Google Shape;1838;p33"/>
            <p:cNvSpPr/>
            <p:nvPr/>
          </p:nvSpPr>
          <p:spPr>
            <a:xfrm>
              <a:off x="1989800" y="2788450"/>
              <a:ext cx="709600" cy="1210775"/>
            </a:xfrm>
            <a:custGeom>
              <a:avLst/>
              <a:gdLst/>
              <a:ahLst/>
              <a:cxnLst/>
              <a:rect l="l" t="t" r="r" b="b"/>
              <a:pathLst>
                <a:path w="28384" h="48431" extrusionOk="0">
                  <a:moveTo>
                    <a:pt x="15726" y="0"/>
                  </a:moveTo>
                  <a:cubicBezTo>
                    <a:pt x="14816" y="0"/>
                    <a:pt x="13906" y="302"/>
                    <a:pt x="12987" y="1010"/>
                  </a:cubicBezTo>
                  <a:cubicBezTo>
                    <a:pt x="12987" y="1010"/>
                    <a:pt x="8551" y="4771"/>
                    <a:pt x="7072" y="9303"/>
                  </a:cubicBezTo>
                  <a:cubicBezTo>
                    <a:pt x="5626" y="13868"/>
                    <a:pt x="4661" y="22965"/>
                    <a:pt x="4661" y="22965"/>
                  </a:cubicBezTo>
                  <a:cubicBezTo>
                    <a:pt x="4661" y="22965"/>
                    <a:pt x="0" y="29683"/>
                    <a:pt x="0" y="30358"/>
                  </a:cubicBezTo>
                  <a:cubicBezTo>
                    <a:pt x="0" y="30572"/>
                    <a:pt x="429" y="30644"/>
                    <a:pt x="1001" y="30644"/>
                  </a:cubicBezTo>
                  <a:cubicBezTo>
                    <a:pt x="2143" y="30644"/>
                    <a:pt x="3858" y="30358"/>
                    <a:pt x="3858" y="30358"/>
                  </a:cubicBezTo>
                  <a:lnTo>
                    <a:pt x="3858" y="30358"/>
                  </a:lnTo>
                  <a:lnTo>
                    <a:pt x="129" y="36787"/>
                  </a:lnTo>
                  <a:cubicBezTo>
                    <a:pt x="129" y="36787"/>
                    <a:pt x="129" y="42123"/>
                    <a:pt x="3054" y="44952"/>
                  </a:cubicBezTo>
                  <a:cubicBezTo>
                    <a:pt x="5520" y="47284"/>
                    <a:pt x="8813" y="48431"/>
                    <a:pt x="11703" y="48431"/>
                  </a:cubicBezTo>
                  <a:cubicBezTo>
                    <a:pt x="12279" y="48431"/>
                    <a:pt x="12839" y="48385"/>
                    <a:pt x="13373" y="48295"/>
                  </a:cubicBezTo>
                  <a:cubicBezTo>
                    <a:pt x="16587" y="47748"/>
                    <a:pt x="22502" y="40516"/>
                    <a:pt x="23144" y="40130"/>
                  </a:cubicBezTo>
                  <a:cubicBezTo>
                    <a:pt x="23819" y="39712"/>
                    <a:pt x="21537" y="33573"/>
                    <a:pt x="21023" y="31290"/>
                  </a:cubicBezTo>
                  <a:cubicBezTo>
                    <a:pt x="20476" y="29008"/>
                    <a:pt x="21537" y="27401"/>
                    <a:pt x="22212" y="26983"/>
                  </a:cubicBezTo>
                  <a:cubicBezTo>
                    <a:pt x="22887" y="26597"/>
                    <a:pt x="26777" y="24186"/>
                    <a:pt x="27580" y="22451"/>
                  </a:cubicBezTo>
                  <a:cubicBezTo>
                    <a:pt x="28384" y="20715"/>
                    <a:pt x="28255" y="17757"/>
                    <a:pt x="27966" y="15475"/>
                  </a:cubicBezTo>
                  <a:cubicBezTo>
                    <a:pt x="27709" y="13193"/>
                    <a:pt x="24366" y="5285"/>
                    <a:pt x="21409" y="2875"/>
                  </a:cubicBezTo>
                  <a:cubicBezTo>
                    <a:pt x="19445" y="1256"/>
                    <a:pt x="17584" y="0"/>
                    <a:pt x="15726"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39" name="Google Shape;1839;p33"/>
            <p:cNvSpPr/>
            <p:nvPr/>
          </p:nvSpPr>
          <p:spPr>
            <a:xfrm>
              <a:off x="1982575" y="2781550"/>
              <a:ext cx="718450" cy="1223925"/>
            </a:xfrm>
            <a:custGeom>
              <a:avLst/>
              <a:gdLst/>
              <a:ahLst/>
              <a:cxnLst/>
              <a:rect l="l" t="t" r="r" b="b"/>
              <a:pathLst>
                <a:path w="28738" h="48957" extrusionOk="0">
                  <a:moveTo>
                    <a:pt x="16008" y="547"/>
                  </a:moveTo>
                  <a:cubicBezTo>
                    <a:pt x="16876" y="547"/>
                    <a:pt x="17744" y="836"/>
                    <a:pt x="18676" y="1350"/>
                  </a:cubicBezTo>
                  <a:cubicBezTo>
                    <a:pt x="19608" y="1865"/>
                    <a:pt x="20540" y="2572"/>
                    <a:pt x="21537" y="3376"/>
                  </a:cubicBezTo>
                  <a:cubicBezTo>
                    <a:pt x="22951" y="4501"/>
                    <a:pt x="24526" y="7072"/>
                    <a:pt x="25748" y="9612"/>
                  </a:cubicBezTo>
                  <a:cubicBezTo>
                    <a:pt x="26359" y="10897"/>
                    <a:pt x="26905" y="12151"/>
                    <a:pt x="27291" y="13244"/>
                  </a:cubicBezTo>
                  <a:cubicBezTo>
                    <a:pt x="27676" y="14337"/>
                    <a:pt x="27934" y="15269"/>
                    <a:pt x="27998" y="15783"/>
                  </a:cubicBezTo>
                  <a:cubicBezTo>
                    <a:pt x="28127" y="16780"/>
                    <a:pt x="28191" y="17873"/>
                    <a:pt x="28191" y="18933"/>
                  </a:cubicBezTo>
                  <a:cubicBezTo>
                    <a:pt x="28223" y="20348"/>
                    <a:pt x="28062" y="21698"/>
                    <a:pt x="27612" y="22598"/>
                  </a:cubicBezTo>
                  <a:cubicBezTo>
                    <a:pt x="27451" y="22984"/>
                    <a:pt x="27066" y="23466"/>
                    <a:pt x="26584" y="23916"/>
                  </a:cubicBezTo>
                  <a:cubicBezTo>
                    <a:pt x="25169" y="25298"/>
                    <a:pt x="22855" y="26745"/>
                    <a:pt x="22373" y="27034"/>
                  </a:cubicBezTo>
                  <a:cubicBezTo>
                    <a:pt x="22051" y="27227"/>
                    <a:pt x="21665" y="27645"/>
                    <a:pt x="21376" y="28191"/>
                  </a:cubicBezTo>
                  <a:cubicBezTo>
                    <a:pt x="21087" y="28770"/>
                    <a:pt x="20894" y="29477"/>
                    <a:pt x="20894" y="30345"/>
                  </a:cubicBezTo>
                  <a:cubicBezTo>
                    <a:pt x="20894" y="30730"/>
                    <a:pt x="20926" y="31181"/>
                    <a:pt x="21055" y="31631"/>
                  </a:cubicBezTo>
                  <a:cubicBezTo>
                    <a:pt x="21280" y="32627"/>
                    <a:pt x="21858" y="34363"/>
                    <a:pt x="22341" y="36034"/>
                  </a:cubicBezTo>
                  <a:cubicBezTo>
                    <a:pt x="22598" y="36870"/>
                    <a:pt x="22855" y="37674"/>
                    <a:pt x="23016" y="38381"/>
                  </a:cubicBezTo>
                  <a:cubicBezTo>
                    <a:pt x="23208" y="39088"/>
                    <a:pt x="23305" y="39667"/>
                    <a:pt x="23305" y="39988"/>
                  </a:cubicBezTo>
                  <a:cubicBezTo>
                    <a:pt x="23305" y="40085"/>
                    <a:pt x="23305" y="40149"/>
                    <a:pt x="23273" y="40181"/>
                  </a:cubicBezTo>
                  <a:lnTo>
                    <a:pt x="23284" y="40192"/>
                  </a:lnTo>
                  <a:lnTo>
                    <a:pt x="23284" y="40192"/>
                  </a:lnTo>
                  <a:cubicBezTo>
                    <a:pt x="23226" y="40227"/>
                    <a:pt x="23166" y="40284"/>
                    <a:pt x="23080" y="40342"/>
                  </a:cubicBezTo>
                  <a:cubicBezTo>
                    <a:pt x="22758" y="40663"/>
                    <a:pt x="22212" y="41242"/>
                    <a:pt x="21473" y="42013"/>
                  </a:cubicBezTo>
                  <a:cubicBezTo>
                    <a:pt x="20412" y="43170"/>
                    <a:pt x="18965" y="44649"/>
                    <a:pt x="17519" y="45903"/>
                  </a:cubicBezTo>
                  <a:cubicBezTo>
                    <a:pt x="16812" y="46513"/>
                    <a:pt x="16105" y="47092"/>
                    <a:pt x="15429" y="47510"/>
                  </a:cubicBezTo>
                  <a:cubicBezTo>
                    <a:pt x="14754" y="47928"/>
                    <a:pt x="14144" y="48217"/>
                    <a:pt x="13629" y="48314"/>
                  </a:cubicBezTo>
                  <a:cubicBezTo>
                    <a:pt x="13115" y="48378"/>
                    <a:pt x="12569" y="48442"/>
                    <a:pt x="11990" y="48442"/>
                  </a:cubicBezTo>
                  <a:cubicBezTo>
                    <a:pt x="9193" y="48442"/>
                    <a:pt x="5947" y="47317"/>
                    <a:pt x="3536" y="45035"/>
                  </a:cubicBezTo>
                  <a:cubicBezTo>
                    <a:pt x="2122" y="43685"/>
                    <a:pt x="1415" y="41692"/>
                    <a:pt x="1029" y="40020"/>
                  </a:cubicBezTo>
                  <a:cubicBezTo>
                    <a:pt x="868" y="39184"/>
                    <a:pt x="772" y="38445"/>
                    <a:pt x="707" y="37899"/>
                  </a:cubicBezTo>
                  <a:cubicBezTo>
                    <a:pt x="707" y="37642"/>
                    <a:pt x="675" y="37417"/>
                    <a:pt x="675" y="37288"/>
                  </a:cubicBezTo>
                  <a:cubicBezTo>
                    <a:pt x="675" y="37222"/>
                    <a:pt x="675" y="37172"/>
                    <a:pt x="675" y="37137"/>
                  </a:cubicBezTo>
                  <a:lnTo>
                    <a:pt x="675" y="37137"/>
                  </a:lnTo>
                  <a:lnTo>
                    <a:pt x="4404" y="30763"/>
                  </a:lnTo>
                  <a:cubicBezTo>
                    <a:pt x="4436" y="30666"/>
                    <a:pt x="4436" y="30538"/>
                    <a:pt x="4372" y="30473"/>
                  </a:cubicBezTo>
                  <a:cubicBezTo>
                    <a:pt x="4308" y="30377"/>
                    <a:pt x="4211" y="30345"/>
                    <a:pt x="4115" y="30345"/>
                  </a:cubicBezTo>
                  <a:cubicBezTo>
                    <a:pt x="4115" y="30345"/>
                    <a:pt x="4018" y="30377"/>
                    <a:pt x="3825" y="30409"/>
                  </a:cubicBezTo>
                  <a:cubicBezTo>
                    <a:pt x="3311" y="30473"/>
                    <a:pt x="2122" y="30634"/>
                    <a:pt x="1286" y="30634"/>
                  </a:cubicBezTo>
                  <a:cubicBezTo>
                    <a:pt x="997" y="30634"/>
                    <a:pt x="772" y="30634"/>
                    <a:pt x="643" y="30602"/>
                  </a:cubicBezTo>
                  <a:cubicBezTo>
                    <a:pt x="604" y="30589"/>
                    <a:pt x="575" y="30576"/>
                    <a:pt x="555" y="30565"/>
                  </a:cubicBezTo>
                  <a:lnTo>
                    <a:pt x="555" y="30565"/>
                  </a:lnTo>
                  <a:cubicBezTo>
                    <a:pt x="563" y="30537"/>
                    <a:pt x="579" y="30505"/>
                    <a:pt x="611" y="30473"/>
                  </a:cubicBezTo>
                  <a:cubicBezTo>
                    <a:pt x="740" y="30152"/>
                    <a:pt x="1093" y="29541"/>
                    <a:pt x="1575" y="28802"/>
                  </a:cubicBezTo>
                  <a:cubicBezTo>
                    <a:pt x="2250" y="27709"/>
                    <a:pt x="3150" y="26359"/>
                    <a:pt x="3890" y="25266"/>
                  </a:cubicBezTo>
                  <a:cubicBezTo>
                    <a:pt x="4243" y="24752"/>
                    <a:pt x="4565" y="24269"/>
                    <a:pt x="4822" y="23948"/>
                  </a:cubicBezTo>
                  <a:cubicBezTo>
                    <a:pt x="5047" y="23594"/>
                    <a:pt x="5175" y="23402"/>
                    <a:pt x="5175" y="23402"/>
                  </a:cubicBezTo>
                  <a:lnTo>
                    <a:pt x="5240" y="23273"/>
                  </a:lnTo>
                  <a:cubicBezTo>
                    <a:pt x="5240" y="23273"/>
                    <a:pt x="5272" y="22727"/>
                    <a:pt x="5400" y="21794"/>
                  </a:cubicBezTo>
                  <a:cubicBezTo>
                    <a:pt x="5722" y="19030"/>
                    <a:pt x="6525" y="13051"/>
                    <a:pt x="7618" y="9676"/>
                  </a:cubicBezTo>
                  <a:cubicBezTo>
                    <a:pt x="8358" y="7458"/>
                    <a:pt x="9804" y="5401"/>
                    <a:pt x="11090" y="3890"/>
                  </a:cubicBezTo>
                  <a:cubicBezTo>
                    <a:pt x="11701" y="3151"/>
                    <a:pt x="12311" y="2540"/>
                    <a:pt x="12729" y="2122"/>
                  </a:cubicBezTo>
                  <a:cubicBezTo>
                    <a:pt x="12954" y="1929"/>
                    <a:pt x="13147" y="1768"/>
                    <a:pt x="13244" y="1640"/>
                  </a:cubicBezTo>
                  <a:cubicBezTo>
                    <a:pt x="13308" y="1608"/>
                    <a:pt x="13372" y="1543"/>
                    <a:pt x="13404" y="1543"/>
                  </a:cubicBezTo>
                  <a:lnTo>
                    <a:pt x="13427" y="1498"/>
                  </a:lnTo>
                  <a:lnTo>
                    <a:pt x="13437" y="1511"/>
                  </a:lnTo>
                  <a:cubicBezTo>
                    <a:pt x="14304" y="836"/>
                    <a:pt x="15140" y="547"/>
                    <a:pt x="16008" y="547"/>
                  </a:cubicBezTo>
                  <a:close/>
                  <a:moveTo>
                    <a:pt x="16008" y="0"/>
                  </a:moveTo>
                  <a:cubicBezTo>
                    <a:pt x="15044" y="0"/>
                    <a:pt x="14047" y="354"/>
                    <a:pt x="13115" y="1061"/>
                  </a:cubicBezTo>
                  <a:lnTo>
                    <a:pt x="13083" y="1093"/>
                  </a:lnTo>
                  <a:cubicBezTo>
                    <a:pt x="13083" y="1093"/>
                    <a:pt x="11958" y="2025"/>
                    <a:pt x="10672" y="3568"/>
                  </a:cubicBezTo>
                  <a:cubicBezTo>
                    <a:pt x="9354" y="5079"/>
                    <a:pt x="7876" y="7169"/>
                    <a:pt x="7104" y="9515"/>
                  </a:cubicBezTo>
                  <a:cubicBezTo>
                    <a:pt x="6365" y="11830"/>
                    <a:pt x="5786" y="15237"/>
                    <a:pt x="5336" y="18098"/>
                  </a:cubicBezTo>
                  <a:cubicBezTo>
                    <a:pt x="4931" y="20837"/>
                    <a:pt x="4708" y="23064"/>
                    <a:pt x="4694" y="23202"/>
                  </a:cubicBezTo>
                  <a:lnTo>
                    <a:pt x="4694" y="23202"/>
                  </a:lnTo>
                  <a:cubicBezTo>
                    <a:pt x="4433" y="23571"/>
                    <a:pt x="3410" y="25021"/>
                    <a:pt x="2411" y="26520"/>
                  </a:cubicBezTo>
                  <a:cubicBezTo>
                    <a:pt x="1800" y="27420"/>
                    <a:pt x="1222" y="28320"/>
                    <a:pt x="772" y="29059"/>
                  </a:cubicBezTo>
                  <a:cubicBezTo>
                    <a:pt x="547" y="29413"/>
                    <a:pt x="386" y="29734"/>
                    <a:pt x="225" y="29991"/>
                  </a:cubicBezTo>
                  <a:cubicBezTo>
                    <a:pt x="161" y="30120"/>
                    <a:pt x="129" y="30216"/>
                    <a:pt x="64" y="30313"/>
                  </a:cubicBezTo>
                  <a:cubicBezTo>
                    <a:pt x="32" y="30441"/>
                    <a:pt x="0" y="30505"/>
                    <a:pt x="0" y="30634"/>
                  </a:cubicBezTo>
                  <a:cubicBezTo>
                    <a:pt x="0" y="30763"/>
                    <a:pt x="97" y="30891"/>
                    <a:pt x="193" y="30956"/>
                  </a:cubicBezTo>
                  <a:cubicBezTo>
                    <a:pt x="322" y="31084"/>
                    <a:pt x="482" y="31116"/>
                    <a:pt x="675" y="31148"/>
                  </a:cubicBezTo>
                  <a:cubicBezTo>
                    <a:pt x="836" y="31181"/>
                    <a:pt x="1061" y="31181"/>
                    <a:pt x="1286" y="31181"/>
                  </a:cubicBezTo>
                  <a:cubicBezTo>
                    <a:pt x="2041" y="31181"/>
                    <a:pt x="3017" y="31064"/>
                    <a:pt x="3629" y="30979"/>
                  </a:cubicBezTo>
                  <a:lnTo>
                    <a:pt x="3629" y="30979"/>
                  </a:lnTo>
                  <a:lnTo>
                    <a:pt x="193" y="36902"/>
                  </a:lnTo>
                  <a:lnTo>
                    <a:pt x="129" y="37063"/>
                  </a:lnTo>
                  <a:cubicBezTo>
                    <a:pt x="129" y="37063"/>
                    <a:pt x="129" y="38413"/>
                    <a:pt x="514" y="40149"/>
                  </a:cubicBezTo>
                  <a:cubicBezTo>
                    <a:pt x="900" y="41852"/>
                    <a:pt x="1640" y="43942"/>
                    <a:pt x="3182" y="45421"/>
                  </a:cubicBezTo>
                  <a:cubicBezTo>
                    <a:pt x="5690" y="47799"/>
                    <a:pt x="9033" y="48956"/>
                    <a:pt x="11990" y="48956"/>
                  </a:cubicBezTo>
                  <a:cubicBezTo>
                    <a:pt x="12601" y="48956"/>
                    <a:pt x="13179" y="48924"/>
                    <a:pt x="13726" y="48828"/>
                  </a:cubicBezTo>
                  <a:cubicBezTo>
                    <a:pt x="14594" y="48667"/>
                    <a:pt x="15590" y="48089"/>
                    <a:pt x="16619" y="47349"/>
                  </a:cubicBezTo>
                  <a:cubicBezTo>
                    <a:pt x="18162" y="46192"/>
                    <a:pt x="19801" y="44553"/>
                    <a:pt x="21087" y="43203"/>
                  </a:cubicBezTo>
                  <a:cubicBezTo>
                    <a:pt x="21762" y="42528"/>
                    <a:pt x="22341" y="41917"/>
                    <a:pt x="22758" y="41435"/>
                  </a:cubicBezTo>
                  <a:cubicBezTo>
                    <a:pt x="22983" y="41210"/>
                    <a:pt x="23176" y="41017"/>
                    <a:pt x="23305" y="40856"/>
                  </a:cubicBezTo>
                  <a:cubicBezTo>
                    <a:pt x="23466" y="40727"/>
                    <a:pt x="23562" y="40631"/>
                    <a:pt x="23594" y="40631"/>
                  </a:cubicBezTo>
                  <a:cubicBezTo>
                    <a:pt x="23723" y="40535"/>
                    <a:pt x="23755" y="40438"/>
                    <a:pt x="23787" y="40342"/>
                  </a:cubicBezTo>
                  <a:cubicBezTo>
                    <a:pt x="23819" y="40213"/>
                    <a:pt x="23819" y="40117"/>
                    <a:pt x="23819" y="39988"/>
                  </a:cubicBezTo>
                  <a:cubicBezTo>
                    <a:pt x="23819" y="39570"/>
                    <a:pt x="23723" y="38959"/>
                    <a:pt x="23530" y="38252"/>
                  </a:cubicBezTo>
                  <a:cubicBezTo>
                    <a:pt x="23016" y="36131"/>
                    <a:pt x="21891" y="32948"/>
                    <a:pt x="21569" y="31502"/>
                  </a:cubicBezTo>
                  <a:cubicBezTo>
                    <a:pt x="21473" y="31084"/>
                    <a:pt x="21440" y="30698"/>
                    <a:pt x="21440" y="30345"/>
                  </a:cubicBezTo>
                  <a:cubicBezTo>
                    <a:pt x="21440" y="29573"/>
                    <a:pt x="21601" y="28930"/>
                    <a:pt x="21858" y="28448"/>
                  </a:cubicBezTo>
                  <a:cubicBezTo>
                    <a:pt x="22116" y="27966"/>
                    <a:pt x="22437" y="27612"/>
                    <a:pt x="22630" y="27484"/>
                  </a:cubicBezTo>
                  <a:cubicBezTo>
                    <a:pt x="22983" y="27291"/>
                    <a:pt x="24141" y="26584"/>
                    <a:pt x="25298" y="25716"/>
                  </a:cubicBezTo>
                  <a:cubicBezTo>
                    <a:pt x="25876" y="25266"/>
                    <a:pt x="26455" y="24784"/>
                    <a:pt x="26969" y="24302"/>
                  </a:cubicBezTo>
                  <a:cubicBezTo>
                    <a:pt x="27484" y="23819"/>
                    <a:pt x="27869" y="23305"/>
                    <a:pt x="28094" y="22823"/>
                  </a:cubicBezTo>
                  <a:cubicBezTo>
                    <a:pt x="28577" y="21794"/>
                    <a:pt x="28737" y="20380"/>
                    <a:pt x="28737" y="18933"/>
                  </a:cubicBezTo>
                  <a:cubicBezTo>
                    <a:pt x="28737" y="17841"/>
                    <a:pt x="28641" y="16715"/>
                    <a:pt x="28544" y="15719"/>
                  </a:cubicBezTo>
                  <a:cubicBezTo>
                    <a:pt x="28448" y="15108"/>
                    <a:pt x="28191" y="14176"/>
                    <a:pt x="27805" y="13083"/>
                  </a:cubicBezTo>
                  <a:cubicBezTo>
                    <a:pt x="27194" y="11412"/>
                    <a:pt x="26294" y="9354"/>
                    <a:pt x="25234" y="7490"/>
                  </a:cubicBezTo>
                  <a:cubicBezTo>
                    <a:pt x="24205" y="5593"/>
                    <a:pt x="23016" y="3890"/>
                    <a:pt x="21858" y="2958"/>
                  </a:cubicBezTo>
                  <a:cubicBezTo>
                    <a:pt x="20862" y="2154"/>
                    <a:pt x="19898" y="1415"/>
                    <a:pt x="18933" y="868"/>
                  </a:cubicBezTo>
                  <a:cubicBezTo>
                    <a:pt x="17969" y="354"/>
                    <a:pt x="17005" y="32"/>
                    <a:pt x="16008"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40" name="Google Shape;1840;p33"/>
            <p:cNvSpPr/>
            <p:nvPr/>
          </p:nvSpPr>
          <p:spPr>
            <a:xfrm>
              <a:off x="2331325" y="2776500"/>
              <a:ext cx="384950" cy="435925"/>
            </a:xfrm>
            <a:custGeom>
              <a:avLst/>
              <a:gdLst/>
              <a:ahLst/>
              <a:cxnLst/>
              <a:rect l="l" t="t" r="r" b="b"/>
              <a:pathLst>
                <a:path w="15398" h="17437" extrusionOk="0">
                  <a:moveTo>
                    <a:pt x="5322" y="0"/>
                  </a:moveTo>
                  <a:cubicBezTo>
                    <a:pt x="4137" y="0"/>
                    <a:pt x="2959" y="251"/>
                    <a:pt x="1994" y="813"/>
                  </a:cubicBezTo>
                  <a:cubicBezTo>
                    <a:pt x="1994" y="813"/>
                    <a:pt x="1" y="3770"/>
                    <a:pt x="1" y="5924"/>
                  </a:cubicBezTo>
                  <a:cubicBezTo>
                    <a:pt x="1" y="8046"/>
                    <a:pt x="1737" y="11549"/>
                    <a:pt x="3055" y="13157"/>
                  </a:cubicBezTo>
                  <a:cubicBezTo>
                    <a:pt x="4405" y="14764"/>
                    <a:pt x="5626" y="15825"/>
                    <a:pt x="5626" y="15825"/>
                  </a:cubicBezTo>
                  <a:lnTo>
                    <a:pt x="8551" y="15150"/>
                  </a:lnTo>
                  <a:lnTo>
                    <a:pt x="8680" y="17432"/>
                  </a:lnTo>
                  <a:cubicBezTo>
                    <a:pt x="8680" y="17432"/>
                    <a:pt x="9062" y="16740"/>
                    <a:pt x="10059" y="16740"/>
                  </a:cubicBezTo>
                  <a:cubicBezTo>
                    <a:pt x="10387" y="16740"/>
                    <a:pt x="10782" y="16815"/>
                    <a:pt x="11251" y="17014"/>
                  </a:cubicBezTo>
                  <a:cubicBezTo>
                    <a:pt x="11967" y="17323"/>
                    <a:pt x="12584" y="17437"/>
                    <a:pt x="13071" y="17437"/>
                  </a:cubicBezTo>
                  <a:cubicBezTo>
                    <a:pt x="13854" y="17437"/>
                    <a:pt x="14305" y="17143"/>
                    <a:pt x="14305" y="16885"/>
                  </a:cubicBezTo>
                  <a:cubicBezTo>
                    <a:pt x="14305" y="16500"/>
                    <a:pt x="15398" y="13671"/>
                    <a:pt x="14305" y="8978"/>
                  </a:cubicBezTo>
                  <a:cubicBezTo>
                    <a:pt x="13244" y="4317"/>
                    <a:pt x="12055" y="3513"/>
                    <a:pt x="10287" y="1745"/>
                  </a:cubicBezTo>
                  <a:cubicBezTo>
                    <a:pt x="9211" y="669"/>
                    <a:pt x="7257" y="0"/>
                    <a:pt x="5322"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41" name="Google Shape;1841;p33"/>
            <p:cNvSpPr/>
            <p:nvPr/>
          </p:nvSpPr>
          <p:spPr>
            <a:xfrm>
              <a:off x="2324100" y="2770300"/>
              <a:ext cx="384150" cy="449250"/>
            </a:xfrm>
            <a:custGeom>
              <a:avLst/>
              <a:gdLst/>
              <a:ahLst/>
              <a:cxnLst/>
              <a:rect l="l" t="t" r="r" b="b"/>
              <a:pathLst>
                <a:path w="15366" h="17970" extrusionOk="0">
                  <a:moveTo>
                    <a:pt x="5626" y="515"/>
                  </a:moveTo>
                  <a:cubicBezTo>
                    <a:pt x="7490" y="515"/>
                    <a:pt x="9387" y="1190"/>
                    <a:pt x="10383" y="2186"/>
                  </a:cubicBezTo>
                  <a:cubicBezTo>
                    <a:pt x="11283" y="3086"/>
                    <a:pt x="11990" y="3697"/>
                    <a:pt x="12633" y="4661"/>
                  </a:cubicBezTo>
                  <a:cubicBezTo>
                    <a:pt x="13244" y="5626"/>
                    <a:pt x="13823" y="6976"/>
                    <a:pt x="14337" y="9290"/>
                  </a:cubicBezTo>
                  <a:cubicBezTo>
                    <a:pt x="14691" y="10833"/>
                    <a:pt x="14819" y="12183"/>
                    <a:pt x="14819" y="13276"/>
                  </a:cubicBezTo>
                  <a:cubicBezTo>
                    <a:pt x="14819" y="14401"/>
                    <a:pt x="14691" y="15269"/>
                    <a:pt x="14594" y="15912"/>
                  </a:cubicBezTo>
                  <a:cubicBezTo>
                    <a:pt x="14530" y="16233"/>
                    <a:pt x="14466" y="16490"/>
                    <a:pt x="14433" y="16683"/>
                  </a:cubicBezTo>
                  <a:cubicBezTo>
                    <a:pt x="14401" y="16780"/>
                    <a:pt x="14369" y="16876"/>
                    <a:pt x="14369" y="16940"/>
                  </a:cubicBezTo>
                  <a:cubicBezTo>
                    <a:pt x="14337" y="17005"/>
                    <a:pt x="14337" y="17069"/>
                    <a:pt x="14337" y="17133"/>
                  </a:cubicBezTo>
                  <a:cubicBezTo>
                    <a:pt x="14337" y="17133"/>
                    <a:pt x="14273" y="17230"/>
                    <a:pt x="14080" y="17294"/>
                  </a:cubicBezTo>
                  <a:cubicBezTo>
                    <a:pt x="13919" y="17358"/>
                    <a:pt x="13662" y="17423"/>
                    <a:pt x="13340" y="17423"/>
                  </a:cubicBezTo>
                  <a:cubicBezTo>
                    <a:pt x="12890" y="17423"/>
                    <a:pt x="12312" y="17326"/>
                    <a:pt x="11637" y="17037"/>
                  </a:cubicBezTo>
                  <a:cubicBezTo>
                    <a:pt x="11123" y="16812"/>
                    <a:pt x="10705" y="16715"/>
                    <a:pt x="10351" y="16715"/>
                  </a:cubicBezTo>
                  <a:cubicBezTo>
                    <a:pt x="9840" y="16715"/>
                    <a:pt x="9479" y="16891"/>
                    <a:pt x="9225" y="17065"/>
                  </a:cubicBezTo>
                  <a:lnTo>
                    <a:pt x="9225" y="17065"/>
                  </a:lnTo>
                  <a:lnTo>
                    <a:pt x="9130" y="15398"/>
                  </a:lnTo>
                  <a:cubicBezTo>
                    <a:pt x="9097" y="15301"/>
                    <a:pt x="9065" y="15237"/>
                    <a:pt x="9001" y="15173"/>
                  </a:cubicBezTo>
                  <a:cubicBezTo>
                    <a:pt x="8956" y="15150"/>
                    <a:pt x="8910" y="15127"/>
                    <a:pt x="8853" y="15127"/>
                  </a:cubicBezTo>
                  <a:cubicBezTo>
                    <a:pt x="8830" y="15127"/>
                    <a:pt x="8804" y="15131"/>
                    <a:pt x="8776" y="15140"/>
                  </a:cubicBezTo>
                  <a:lnTo>
                    <a:pt x="5981" y="15785"/>
                  </a:lnTo>
                  <a:lnTo>
                    <a:pt x="5981" y="15785"/>
                  </a:lnTo>
                  <a:cubicBezTo>
                    <a:pt x="5954" y="15758"/>
                    <a:pt x="5922" y="15725"/>
                    <a:pt x="5883" y="15687"/>
                  </a:cubicBezTo>
                  <a:cubicBezTo>
                    <a:pt x="5465" y="15301"/>
                    <a:pt x="4565" y="14401"/>
                    <a:pt x="3569" y="13212"/>
                  </a:cubicBezTo>
                  <a:cubicBezTo>
                    <a:pt x="2926" y="12440"/>
                    <a:pt x="2154" y="11187"/>
                    <a:pt x="1543" y="9869"/>
                  </a:cubicBezTo>
                  <a:cubicBezTo>
                    <a:pt x="965" y="8551"/>
                    <a:pt x="547" y="7169"/>
                    <a:pt x="547" y="6172"/>
                  </a:cubicBezTo>
                  <a:cubicBezTo>
                    <a:pt x="547" y="5176"/>
                    <a:pt x="1029" y="3922"/>
                    <a:pt x="1511" y="2925"/>
                  </a:cubicBezTo>
                  <a:cubicBezTo>
                    <a:pt x="1768" y="2443"/>
                    <a:pt x="2026" y="1993"/>
                    <a:pt x="2186" y="1704"/>
                  </a:cubicBezTo>
                  <a:cubicBezTo>
                    <a:pt x="2283" y="1543"/>
                    <a:pt x="2379" y="1415"/>
                    <a:pt x="2411" y="1350"/>
                  </a:cubicBezTo>
                  <a:cubicBezTo>
                    <a:pt x="2447" y="1298"/>
                    <a:pt x="2472" y="1264"/>
                    <a:pt x="2488" y="1245"/>
                  </a:cubicBezTo>
                  <a:lnTo>
                    <a:pt x="2488" y="1245"/>
                  </a:lnTo>
                  <a:cubicBezTo>
                    <a:pt x="3405" y="758"/>
                    <a:pt x="4500" y="515"/>
                    <a:pt x="5626" y="515"/>
                  </a:cubicBezTo>
                  <a:close/>
                  <a:moveTo>
                    <a:pt x="5626" y="0"/>
                  </a:moveTo>
                  <a:cubicBezTo>
                    <a:pt x="4404" y="0"/>
                    <a:pt x="3183" y="257"/>
                    <a:pt x="2154" y="836"/>
                  </a:cubicBezTo>
                  <a:lnTo>
                    <a:pt x="2058" y="900"/>
                  </a:lnTo>
                  <a:cubicBezTo>
                    <a:pt x="2058" y="933"/>
                    <a:pt x="1543" y="1672"/>
                    <a:pt x="1029" y="2700"/>
                  </a:cubicBezTo>
                  <a:cubicBezTo>
                    <a:pt x="547" y="3697"/>
                    <a:pt x="1" y="5015"/>
                    <a:pt x="1" y="6172"/>
                  </a:cubicBezTo>
                  <a:cubicBezTo>
                    <a:pt x="1" y="7297"/>
                    <a:pt x="451" y="8711"/>
                    <a:pt x="1061" y="10094"/>
                  </a:cubicBezTo>
                  <a:cubicBezTo>
                    <a:pt x="1672" y="11444"/>
                    <a:pt x="2444" y="12730"/>
                    <a:pt x="3151" y="13565"/>
                  </a:cubicBezTo>
                  <a:cubicBezTo>
                    <a:pt x="4501" y="15173"/>
                    <a:pt x="5722" y="16265"/>
                    <a:pt x="5722" y="16265"/>
                  </a:cubicBezTo>
                  <a:cubicBezTo>
                    <a:pt x="5769" y="16313"/>
                    <a:pt x="5834" y="16342"/>
                    <a:pt x="5890" y="16342"/>
                  </a:cubicBezTo>
                  <a:cubicBezTo>
                    <a:pt x="5910" y="16342"/>
                    <a:pt x="5930" y="16338"/>
                    <a:pt x="5947" y="16330"/>
                  </a:cubicBezTo>
                  <a:lnTo>
                    <a:pt x="8583" y="15719"/>
                  </a:lnTo>
                  <a:lnTo>
                    <a:pt x="8712" y="17680"/>
                  </a:lnTo>
                  <a:cubicBezTo>
                    <a:pt x="8712" y="17808"/>
                    <a:pt x="8808" y="17905"/>
                    <a:pt x="8937" y="17937"/>
                  </a:cubicBezTo>
                  <a:cubicBezTo>
                    <a:pt x="8954" y="17943"/>
                    <a:pt x="8972" y="17945"/>
                    <a:pt x="8990" y="17945"/>
                  </a:cubicBezTo>
                  <a:cubicBezTo>
                    <a:pt x="9077" y="17945"/>
                    <a:pt x="9173" y="17888"/>
                    <a:pt x="9226" y="17808"/>
                  </a:cubicBezTo>
                  <a:cubicBezTo>
                    <a:pt x="9226" y="17776"/>
                    <a:pt x="9322" y="17648"/>
                    <a:pt x="9483" y="17519"/>
                  </a:cubicBezTo>
                  <a:cubicBezTo>
                    <a:pt x="9676" y="17391"/>
                    <a:pt x="9933" y="17262"/>
                    <a:pt x="10351" y="17262"/>
                  </a:cubicBezTo>
                  <a:cubicBezTo>
                    <a:pt x="10608" y="17262"/>
                    <a:pt x="10994" y="17326"/>
                    <a:pt x="11412" y="17519"/>
                  </a:cubicBezTo>
                  <a:cubicBezTo>
                    <a:pt x="12151" y="17841"/>
                    <a:pt x="12794" y="17969"/>
                    <a:pt x="13340" y="17969"/>
                  </a:cubicBezTo>
                  <a:cubicBezTo>
                    <a:pt x="13758" y="17969"/>
                    <a:pt x="14112" y="17873"/>
                    <a:pt x="14401" y="17744"/>
                  </a:cubicBezTo>
                  <a:cubicBezTo>
                    <a:pt x="14530" y="17680"/>
                    <a:pt x="14626" y="17616"/>
                    <a:pt x="14723" y="17519"/>
                  </a:cubicBezTo>
                  <a:cubicBezTo>
                    <a:pt x="14819" y="17423"/>
                    <a:pt x="14883" y="17294"/>
                    <a:pt x="14883" y="17133"/>
                  </a:cubicBezTo>
                  <a:lnTo>
                    <a:pt x="14883" y="17101"/>
                  </a:lnTo>
                  <a:cubicBezTo>
                    <a:pt x="14883" y="17037"/>
                    <a:pt x="14916" y="16876"/>
                    <a:pt x="14980" y="16683"/>
                  </a:cubicBezTo>
                  <a:cubicBezTo>
                    <a:pt x="15108" y="16040"/>
                    <a:pt x="15366" y="14883"/>
                    <a:pt x="15333" y="13276"/>
                  </a:cubicBezTo>
                  <a:cubicBezTo>
                    <a:pt x="15366" y="12119"/>
                    <a:pt x="15237" y="10769"/>
                    <a:pt x="14883" y="9162"/>
                  </a:cubicBezTo>
                  <a:cubicBezTo>
                    <a:pt x="14337" y="6815"/>
                    <a:pt x="13758" y="5401"/>
                    <a:pt x="13083" y="4372"/>
                  </a:cubicBezTo>
                  <a:cubicBezTo>
                    <a:pt x="12408" y="3343"/>
                    <a:pt x="11637" y="2668"/>
                    <a:pt x="10769" y="1800"/>
                  </a:cubicBezTo>
                  <a:cubicBezTo>
                    <a:pt x="9612" y="675"/>
                    <a:pt x="7619" y="0"/>
                    <a:pt x="5626"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42" name="Google Shape;1842;p33"/>
            <p:cNvSpPr/>
            <p:nvPr/>
          </p:nvSpPr>
          <p:spPr>
            <a:xfrm>
              <a:off x="2377950" y="2807100"/>
              <a:ext cx="307800" cy="365025"/>
            </a:xfrm>
            <a:custGeom>
              <a:avLst/>
              <a:gdLst/>
              <a:ahLst/>
              <a:cxnLst/>
              <a:rect l="l" t="t" r="r" b="b"/>
              <a:pathLst>
                <a:path w="12312" h="14601" extrusionOk="0">
                  <a:moveTo>
                    <a:pt x="2462" y="0"/>
                  </a:moveTo>
                  <a:cubicBezTo>
                    <a:pt x="2040" y="0"/>
                    <a:pt x="1701" y="90"/>
                    <a:pt x="1479" y="264"/>
                  </a:cubicBezTo>
                  <a:cubicBezTo>
                    <a:pt x="1479" y="264"/>
                    <a:pt x="0" y="2804"/>
                    <a:pt x="804" y="4829"/>
                  </a:cubicBezTo>
                  <a:cubicBezTo>
                    <a:pt x="1607" y="6822"/>
                    <a:pt x="4147" y="9232"/>
                    <a:pt x="6172" y="10968"/>
                  </a:cubicBezTo>
                  <a:cubicBezTo>
                    <a:pt x="8165" y="12736"/>
                    <a:pt x="10704" y="14601"/>
                    <a:pt x="10704" y="14601"/>
                  </a:cubicBezTo>
                  <a:cubicBezTo>
                    <a:pt x="10704" y="14601"/>
                    <a:pt x="12312" y="10454"/>
                    <a:pt x="9772" y="5632"/>
                  </a:cubicBezTo>
                  <a:cubicBezTo>
                    <a:pt x="7707" y="1710"/>
                    <a:pt x="4301" y="0"/>
                    <a:pt x="2462"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43" name="Google Shape;1843;p33"/>
            <p:cNvSpPr/>
            <p:nvPr/>
          </p:nvSpPr>
          <p:spPr>
            <a:xfrm>
              <a:off x="2385175" y="2800025"/>
              <a:ext cx="279675" cy="378875"/>
            </a:xfrm>
            <a:custGeom>
              <a:avLst/>
              <a:gdLst/>
              <a:ahLst/>
              <a:cxnLst/>
              <a:rect l="l" t="t" r="r" b="b"/>
              <a:pathLst>
                <a:path w="11187" h="15155" extrusionOk="0">
                  <a:moveTo>
                    <a:pt x="2186" y="547"/>
                  </a:moveTo>
                  <a:cubicBezTo>
                    <a:pt x="3022" y="547"/>
                    <a:pt x="4308" y="965"/>
                    <a:pt x="5594" y="1833"/>
                  </a:cubicBezTo>
                  <a:cubicBezTo>
                    <a:pt x="6912" y="2733"/>
                    <a:pt x="8229" y="4115"/>
                    <a:pt x="9258" y="6044"/>
                  </a:cubicBezTo>
                  <a:cubicBezTo>
                    <a:pt x="10351" y="8101"/>
                    <a:pt x="10640" y="10062"/>
                    <a:pt x="10640" y="11605"/>
                  </a:cubicBezTo>
                  <a:cubicBezTo>
                    <a:pt x="10640" y="12569"/>
                    <a:pt x="10544" y="13373"/>
                    <a:pt x="10415" y="13919"/>
                  </a:cubicBezTo>
                  <a:cubicBezTo>
                    <a:pt x="10368" y="14134"/>
                    <a:pt x="10320" y="14314"/>
                    <a:pt x="10285" y="14445"/>
                  </a:cubicBezTo>
                  <a:lnTo>
                    <a:pt x="10285" y="14445"/>
                  </a:lnTo>
                  <a:cubicBezTo>
                    <a:pt x="10246" y="14413"/>
                    <a:pt x="10204" y="14377"/>
                    <a:pt x="10158" y="14337"/>
                  </a:cubicBezTo>
                  <a:cubicBezTo>
                    <a:pt x="9355" y="13726"/>
                    <a:pt x="7554" y="12344"/>
                    <a:pt x="6044" y="11058"/>
                  </a:cubicBezTo>
                  <a:cubicBezTo>
                    <a:pt x="5047" y="10190"/>
                    <a:pt x="3922" y="9162"/>
                    <a:pt x="2926" y="8101"/>
                  </a:cubicBezTo>
                  <a:cubicBezTo>
                    <a:pt x="1961" y="7040"/>
                    <a:pt x="1126" y="5947"/>
                    <a:pt x="772" y="5015"/>
                  </a:cubicBezTo>
                  <a:cubicBezTo>
                    <a:pt x="611" y="4597"/>
                    <a:pt x="547" y="4179"/>
                    <a:pt x="547" y="3762"/>
                  </a:cubicBezTo>
                  <a:cubicBezTo>
                    <a:pt x="547" y="2990"/>
                    <a:pt x="740" y="2219"/>
                    <a:pt x="965" y="1640"/>
                  </a:cubicBezTo>
                  <a:cubicBezTo>
                    <a:pt x="1093" y="1351"/>
                    <a:pt x="1190" y="1094"/>
                    <a:pt x="1286" y="933"/>
                  </a:cubicBezTo>
                  <a:cubicBezTo>
                    <a:pt x="1316" y="873"/>
                    <a:pt x="1346" y="813"/>
                    <a:pt x="1376" y="753"/>
                  </a:cubicBezTo>
                  <a:lnTo>
                    <a:pt x="1376" y="753"/>
                  </a:lnTo>
                  <a:cubicBezTo>
                    <a:pt x="1541" y="634"/>
                    <a:pt x="1820" y="547"/>
                    <a:pt x="2186" y="547"/>
                  </a:cubicBezTo>
                  <a:close/>
                  <a:moveTo>
                    <a:pt x="2186" y="1"/>
                  </a:moveTo>
                  <a:cubicBezTo>
                    <a:pt x="1704" y="1"/>
                    <a:pt x="1318" y="97"/>
                    <a:pt x="1029" y="322"/>
                  </a:cubicBezTo>
                  <a:lnTo>
                    <a:pt x="965" y="419"/>
                  </a:lnTo>
                  <a:cubicBezTo>
                    <a:pt x="933" y="419"/>
                    <a:pt x="1" y="2026"/>
                    <a:pt x="1" y="3762"/>
                  </a:cubicBezTo>
                  <a:cubicBezTo>
                    <a:pt x="1" y="4244"/>
                    <a:pt x="65" y="4726"/>
                    <a:pt x="258" y="5208"/>
                  </a:cubicBezTo>
                  <a:cubicBezTo>
                    <a:pt x="676" y="6269"/>
                    <a:pt x="1543" y="7394"/>
                    <a:pt x="2540" y="8455"/>
                  </a:cubicBezTo>
                  <a:cubicBezTo>
                    <a:pt x="3536" y="9548"/>
                    <a:pt x="4694" y="10576"/>
                    <a:pt x="5690" y="11476"/>
                  </a:cubicBezTo>
                  <a:cubicBezTo>
                    <a:pt x="7715" y="13212"/>
                    <a:pt x="10255" y="15076"/>
                    <a:pt x="10255" y="15109"/>
                  </a:cubicBezTo>
                  <a:cubicBezTo>
                    <a:pt x="10300" y="15131"/>
                    <a:pt x="10362" y="15154"/>
                    <a:pt x="10428" y="15154"/>
                  </a:cubicBezTo>
                  <a:cubicBezTo>
                    <a:pt x="10455" y="15154"/>
                    <a:pt x="10483" y="15150"/>
                    <a:pt x="10512" y="15141"/>
                  </a:cubicBezTo>
                  <a:cubicBezTo>
                    <a:pt x="10576" y="15109"/>
                    <a:pt x="10640" y="15044"/>
                    <a:pt x="10672" y="14980"/>
                  </a:cubicBezTo>
                  <a:cubicBezTo>
                    <a:pt x="10672" y="14948"/>
                    <a:pt x="11187" y="13630"/>
                    <a:pt x="11187" y="11605"/>
                  </a:cubicBezTo>
                  <a:cubicBezTo>
                    <a:pt x="11187" y="9998"/>
                    <a:pt x="10865" y="7940"/>
                    <a:pt x="9708" y="5787"/>
                  </a:cubicBezTo>
                  <a:cubicBezTo>
                    <a:pt x="8680" y="3794"/>
                    <a:pt x="7265" y="2347"/>
                    <a:pt x="5883" y="1415"/>
                  </a:cubicBezTo>
                  <a:cubicBezTo>
                    <a:pt x="4533" y="451"/>
                    <a:pt x="3183" y="1"/>
                    <a:pt x="2186"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44" name="Google Shape;1844;p33"/>
            <p:cNvSpPr/>
            <p:nvPr/>
          </p:nvSpPr>
          <p:spPr>
            <a:xfrm>
              <a:off x="2394825" y="2509125"/>
              <a:ext cx="381725" cy="495850"/>
            </a:xfrm>
            <a:custGeom>
              <a:avLst/>
              <a:gdLst/>
              <a:ahLst/>
              <a:cxnLst/>
              <a:rect l="l" t="t" r="r" b="b"/>
              <a:pathLst>
                <a:path w="15269" h="19834" extrusionOk="0">
                  <a:moveTo>
                    <a:pt x="12440" y="0"/>
                  </a:moveTo>
                  <a:cubicBezTo>
                    <a:pt x="12440" y="0"/>
                    <a:pt x="8840" y="2154"/>
                    <a:pt x="7908" y="2540"/>
                  </a:cubicBezTo>
                  <a:cubicBezTo>
                    <a:pt x="6943" y="2958"/>
                    <a:pt x="2925" y="4822"/>
                    <a:pt x="2411" y="7233"/>
                  </a:cubicBezTo>
                  <a:cubicBezTo>
                    <a:pt x="1865" y="9644"/>
                    <a:pt x="515" y="12987"/>
                    <a:pt x="257" y="13790"/>
                  </a:cubicBezTo>
                  <a:cubicBezTo>
                    <a:pt x="0" y="14594"/>
                    <a:pt x="257" y="15655"/>
                    <a:pt x="1061" y="16748"/>
                  </a:cubicBezTo>
                  <a:cubicBezTo>
                    <a:pt x="1865" y="17808"/>
                    <a:pt x="6140" y="19834"/>
                    <a:pt x="7104" y="19834"/>
                  </a:cubicBezTo>
                  <a:cubicBezTo>
                    <a:pt x="8036" y="19834"/>
                    <a:pt x="8422" y="14208"/>
                    <a:pt x="8422" y="14208"/>
                  </a:cubicBezTo>
                  <a:lnTo>
                    <a:pt x="12183" y="14208"/>
                  </a:lnTo>
                  <a:cubicBezTo>
                    <a:pt x="13662" y="14208"/>
                    <a:pt x="13115" y="13405"/>
                    <a:pt x="13533" y="11637"/>
                  </a:cubicBezTo>
                  <a:cubicBezTo>
                    <a:pt x="13919" y="9901"/>
                    <a:pt x="13662" y="7233"/>
                    <a:pt x="13662" y="7233"/>
                  </a:cubicBezTo>
                  <a:cubicBezTo>
                    <a:pt x="13662" y="7233"/>
                    <a:pt x="14722" y="5497"/>
                    <a:pt x="14980" y="5079"/>
                  </a:cubicBezTo>
                  <a:cubicBezTo>
                    <a:pt x="15269" y="4693"/>
                    <a:pt x="13372" y="3601"/>
                    <a:pt x="13372" y="3601"/>
                  </a:cubicBezTo>
                  <a:lnTo>
                    <a:pt x="13372" y="2668"/>
                  </a:lnTo>
                  <a:cubicBezTo>
                    <a:pt x="13372" y="2283"/>
                    <a:pt x="12440" y="0"/>
                    <a:pt x="12440"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45" name="Google Shape;1845;p33"/>
            <p:cNvSpPr/>
            <p:nvPr/>
          </p:nvSpPr>
          <p:spPr>
            <a:xfrm>
              <a:off x="2392400" y="2502175"/>
              <a:ext cx="384950" cy="509225"/>
            </a:xfrm>
            <a:custGeom>
              <a:avLst/>
              <a:gdLst/>
              <a:ahLst/>
              <a:cxnLst/>
              <a:rect l="l" t="t" r="r" b="b"/>
              <a:pathLst>
                <a:path w="15398" h="20369" extrusionOk="0">
                  <a:moveTo>
                    <a:pt x="12410" y="657"/>
                  </a:moveTo>
                  <a:cubicBezTo>
                    <a:pt x="12420" y="680"/>
                    <a:pt x="12430" y="703"/>
                    <a:pt x="12441" y="728"/>
                  </a:cubicBezTo>
                  <a:cubicBezTo>
                    <a:pt x="12569" y="1050"/>
                    <a:pt x="12762" y="1564"/>
                    <a:pt x="12923" y="2014"/>
                  </a:cubicBezTo>
                  <a:cubicBezTo>
                    <a:pt x="13019" y="2239"/>
                    <a:pt x="13084" y="2464"/>
                    <a:pt x="13148" y="2625"/>
                  </a:cubicBezTo>
                  <a:cubicBezTo>
                    <a:pt x="13148" y="2721"/>
                    <a:pt x="13180" y="2786"/>
                    <a:pt x="13212" y="2850"/>
                  </a:cubicBezTo>
                  <a:cubicBezTo>
                    <a:pt x="13212" y="2914"/>
                    <a:pt x="13212" y="2946"/>
                    <a:pt x="13212" y="2946"/>
                  </a:cubicBezTo>
                  <a:cubicBezTo>
                    <a:pt x="13212" y="3364"/>
                    <a:pt x="13212" y="3879"/>
                    <a:pt x="13212" y="3879"/>
                  </a:cubicBezTo>
                  <a:cubicBezTo>
                    <a:pt x="13212" y="3975"/>
                    <a:pt x="13276" y="4071"/>
                    <a:pt x="13341" y="4136"/>
                  </a:cubicBezTo>
                  <a:lnTo>
                    <a:pt x="13405" y="4168"/>
                  </a:lnTo>
                  <a:cubicBezTo>
                    <a:pt x="13566" y="4264"/>
                    <a:pt x="13951" y="4489"/>
                    <a:pt x="14305" y="4746"/>
                  </a:cubicBezTo>
                  <a:cubicBezTo>
                    <a:pt x="14466" y="4875"/>
                    <a:pt x="14627" y="5004"/>
                    <a:pt x="14723" y="5100"/>
                  </a:cubicBezTo>
                  <a:cubicBezTo>
                    <a:pt x="14755" y="5164"/>
                    <a:pt x="14819" y="5196"/>
                    <a:pt x="14819" y="5261"/>
                  </a:cubicBezTo>
                  <a:lnTo>
                    <a:pt x="14826" y="5267"/>
                  </a:lnTo>
                  <a:lnTo>
                    <a:pt x="14826" y="5267"/>
                  </a:lnTo>
                  <a:cubicBezTo>
                    <a:pt x="14531" y="5718"/>
                    <a:pt x="13534" y="7350"/>
                    <a:pt x="13534" y="7350"/>
                  </a:cubicBezTo>
                  <a:cubicBezTo>
                    <a:pt x="13501" y="7414"/>
                    <a:pt x="13469" y="7479"/>
                    <a:pt x="13469" y="7543"/>
                  </a:cubicBezTo>
                  <a:cubicBezTo>
                    <a:pt x="13469" y="7543"/>
                    <a:pt x="13501" y="7575"/>
                    <a:pt x="13501" y="7672"/>
                  </a:cubicBezTo>
                  <a:cubicBezTo>
                    <a:pt x="13534" y="7961"/>
                    <a:pt x="13566" y="8668"/>
                    <a:pt x="13566" y="9440"/>
                  </a:cubicBezTo>
                  <a:cubicBezTo>
                    <a:pt x="13566" y="10243"/>
                    <a:pt x="13501" y="11143"/>
                    <a:pt x="13341" y="11850"/>
                  </a:cubicBezTo>
                  <a:cubicBezTo>
                    <a:pt x="13148" y="12783"/>
                    <a:pt x="13180" y="13425"/>
                    <a:pt x="13084" y="13779"/>
                  </a:cubicBezTo>
                  <a:cubicBezTo>
                    <a:pt x="13051" y="13972"/>
                    <a:pt x="12987" y="14036"/>
                    <a:pt x="12923" y="14100"/>
                  </a:cubicBezTo>
                  <a:cubicBezTo>
                    <a:pt x="12826" y="14165"/>
                    <a:pt x="12634" y="14197"/>
                    <a:pt x="12280" y="14197"/>
                  </a:cubicBezTo>
                  <a:lnTo>
                    <a:pt x="8519" y="14197"/>
                  </a:lnTo>
                  <a:cubicBezTo>
                    <a:pt x="8391" y="14197"/>
                    <a:pt x="8262" y="14326"/>
                    <a:pt x="8262" y="14454"/>
                  </a:cubicBezTo>
                  <a:cubicBezTo>
                    <a:pt x="8262" y="14454"/>
                    <a:pt x="8230" y="14808"/>
                    <a:pt x="8198" y="15322"/>
                  </a:cubicBezTo>
                  <a:cubicBezTo>
                    <a:pt x="8101" y="16093"/>
                    <a:pt x="7973" y="17283"/>
                    <a:pt x="7748" y="18247"/>
                  </a:cubicBezTo>
                  <a:cubicBezTo>
                    <a:pt x="7651" y="18729"/>
                    <a:pt x="7523" y="19179"/>
                    <a:pt x="7426" y="19469"/>
                  </a:cubicBezTo>
                  <a:cubicBezTo>
                    <a:pt x="7362" y="19629"/>
                    <a:pt x="7298" y="19726"/>
                    <a:pt x="7233" y="19790"/>
                  </a:cubicBezTo>
                  <a:lnTo>
                    <a:pt x="7171" y="19821"/>
                  </a:lnTo>
                  <a:lnTo>
                    <a:pt x="7171" y="19821"/>
                  </a:lnTo>
                  <a:cubicBezTo>
                    <a:pt x="7073" y="19816"/>
                    <a:pt x="6925" y="19787"/>
                    <a:pt x="6751" y="19758"/>
                  </a:cubicBezTo>
                  <a:cubicBezTo>
                    <a:pt x="6076" y="19565"/>
                    <a:pt x="4855" y="19051"/>
                    <a:pt x="3762" y="18472"/>
                  </a:cubicBezTo>
                  <a:cubicBezTo>
                    <a:pt x="3215" y="18183"/>
                    <a:pt x="2701" y="17894"/>
                    <a:pt x="2251" y="17604"/>
                  </a:cubicBezTo>
                  <a:cubicBezTo>
                    <a:pt x="1833" y="17315"/>
                    <a:pt x="1512" y="17026"/>
                    <a:pt x="1383" y="16865"/>
                  </a:cubicBezTo>
                  <a:cubicBezTo>
                    <a:pt x="804" y="16093"/>
                    <a:pt x="515" y="15322"/>
                    <a:pt x="515" y="14711"/>
                  </a:cubicBezTo>
                  <a:cubicBezTo>
                    <a:pt x="515" y="14518"/>
                    <a:pt x="547" y="14326"/>
                    <a:pt x="612" y="14165"/>
                  </a:cubicBezTo>
                  <a:cubicBezTo>
                    <a:pt x="740" y="13779"/>
                    <a:pt x="1158" y="12718"/>
                    <a:pt x="1576" y="11465"/>
                  </a:cubicBezTo>
                  <a:cubicBezTo>
                    <a:pt x="2026" y="10243"/>
                    <a:pt x="2476" y="8797"/>
                    <a:pt x="2765" y="7575"/>
                  </a:cubicBezTo>
                  <a:cubicBezTo>
                    <a:pt x="2990" y="6482"/>
                    <a:pt x="4083" y="5421"/>
                    <a:pt x="5240" y="4618"/>
                  </a:cubicBezTo>
                  <a:cubicBezTo>
                    <a:pt x="6398" y="3814"/>
                    <a:pt x="7651" y="3268"/>
                    <a:pt x="8101" y="3075"/>
                  </a:cubicBezTo>
                  <a:cubicBezTo>
                    <a:pt x="8358" y="2946"/>
                    <a:pt x="8744" y="2753"/>
                    <a:pt x="9226" y="2496"/>
                  </a:cubicBezTo>
                  <a:cubicBezTo>
                    <a:pt x="10336" y="1891"/>
                    <a:pt x="11821" y="1009"/>
                    <a:pt x="12410" y="657"/>
                  </a:cubicBezTo>
                  <a:close/>
                  <a:moveTo>
                    <a:pt x="12542" y="0"/>
                  </a:moveTo>
                  <a:cubicBezTo>
                    <a:pt x="12495" y="0"/>
                    <a:pt x="12446" y="16"/>
                    <a:pt x="12409" y="53"/>
                  </a:cubicBezTo>
                  <a:cubicBezTo>
                    <a:pt x="12409" y="53"/>
                    <a:pt x="12184" y="182"/>
                    <a:pt x="11830" y="375"/>
                  </a:cubicBezTo>
                  <a:cubicBezTo>
                    <a:pt x="11283" y="696"/>
                    <a:pt x="10480" y="1178"/>
                    <a:pt x="9708" y="1596"/>
                  </a:cubicBezTo>
                  <a:cubicBezTo>
                    <a:pt x="8937" y="2046"/>
                    <a:pt x="8198" y="2432"/>
                    <a:pt x="7876" y="2561"/>
                  </a:cubicBezTo>
                  <a:cubicBezTo>
                    <a:pt x="7394" y="2786"/>
                    <a:pt x="6140" y="3364"/>
                    <a:pt x="4951" y="4200"/>
                  </a:cubicBezTo>
                  <a:cubicBezTo>
                    <a:pt x="3730" y="5036"/>
                    <a:pt x="2540" y="6129"/>
                    <a:pt x="2251" y="7447"/>
                  </a:cubicBezTo>
                  <a:cubicBezTo>
                    <a:pt x="1962" y="8636"/>
                    <a:pt x="1512" y="10082"/>
                    <a:pt x="1062" y="11304"/>
                  </a:cubicBezTo>
                  <a:cubicBezTo>
                    <a:pt x="644" y="12525"/>
                    <a:pt x="226" y="13554"/>
                    <a:pt x="97" y="13972"/>
                  </a:cubicBezTo>
                  <a:cubicBezTo>
                    <a:pt x="33" y="14229"/>
                    <a:pt x="1" y="14454"/>
                    <a:pt x="1" y="14711"/>
                  </a:cubicBezTo>
                  <a:cubicBezTo>
                    <a:pt x="1" y="15483"/>
                    <a:pt x="322" y="16351"/>
                    <a:pt x="933" y="17186"/>
                  </a:cubicBezTo>
                  <a:cubicBezTo>
                    <a:pt x="1190" y="17508"/>
                    <a:pt x="1608" y="17829"/>
                    <a:pt x="2154" y="18183"/>
                  </a:cubicBezTo>
                  <a:cubicBezTo>
                    <a:pt x="2990" y="18697"/>
                    <a:pt x="4019" y="19244"/>
                    <a:pt x="4983" y="19661"/>
                  </a:cubicBezTo>
                  <a:cubicBezTo>
                    <a:pt x="5433" y="19854"/>
                    <a:pt x="5883" y="20047"/>
                    <a:pt x="6269" y="20144"/>
                  </a:cubicBezTo>
                  <a:cubicBezTo>
                    <a:pt x="6655" y="20272"/>
                    <a:pt x="6944" y="20369"/>
                    <a:pt x="7201" y="20369"/>
                  </a:cubicBezTo>
                  <a:cubicBezTo>
                    <a:pt x="7330" y="20369"/>
                    <a:pt x="7426" y="20304"/>
                    <a:pt x="7523" y="20240"/>
                  </a:cubicBezTo>
                  <a:cubicBezTo>
                    <a:pt x="7683" y="20112"/>
                    <a:pt x="7780" y="19951"/>
                    <a:pt x="7876" y="19726"/>
                  </a:cubicBezTo>
                  <a:cubicBezTo>
                    <a:pt x="8069" y="19340"/>
                    <a:pt x="8198" y="18858"/>
                    <a:pt x="8294" y="18279"/>
                  </a:cubicBezTo>
                  <a:cubicBezTo>
                    <a:pt x="8574" y="16982"/>
                    <a:pt x="8713" y="15363"/>
                    <a:pt x="8774" y="14743"/>
                  </a:cubicBezTo>
                  <a:lnTo>
                    <a:pt x="12280" y="14743"/>
                  </a:lnTo>
                  <a:cubicBezTo>
                    <a:pt x="12666" y="14743"/>
                    <a:pt x="12955" y="14679"/>
                    <a:pt x="13180" y="14551"/>
                  </a:cubicBezTo>
                  <a:cubicBezTo>
                    <a:pt x="13373" y="14422"/>
                    <a:pt x="13501" y="14261"/>
                    <a:pt x="13566" y="14100"/>
                  </a:cubicBezTo>
                  <a:cubicBezTo>
                    <a:pt x="13662" y="13843"/>
                    <a:pt x="13662" y="13554"/>
                    <a:pt x="13694" y="13200"/>
                  </a:cubicBezTo>
                  <a:cubicBezTo>
                    <a:pt x="13726" y="12847"/>
                    <a:pt x="13759" y="12461"/>
                    <a:pt x="13887" y="11979"/>
                  </a:cubicBezTo>
                  <a:cubicBezTo>
                    <a:pt x="14048" y="11207"/>
                    <a:pt x="14112" y="10275"/>
                    <a:pt x="14112" y="9440"/>
                  </a:cubicBezTo>
                  <a:cubicBezTo>
                    <a:pt x="14112" y="8582"/>
                    <a:pt x="14049" y="7830"/>
                    <a:pt x="14025" y="7573"/>
                  </a:cubicBezTo>
                  <a:lnTo>
                    <a:pt x="14025" y="7573"/>
                  </a:lnTo>
                  <a:cubicBezTo>
                    <a:pt x="14110" y="7436"/>
                    <a:pt x="14318" y="7106"/>
                    <a:pt x="14562" y="6739"/>
                  </a:cubicBezTo>
                  <a:cubicBezTo>
                    <a:pt x="14852" y="6257"/>
                    <a:pt x="15173" y="5711"/>
                    <a:pt x="15302" y="5518"/>
                  </a:cubicBezTo>
                  <a:cubicBezTo>
                    <a:pt x="15366" y="5454"/>
                    <a:pt x="15398" y="5357"/>
                    <a:pt x="15366" y="5261"/>
                  </a:cubicBezTo>
                  <a:cubicBezTo>
                    <a:pt x="15366" y="5132"/>
                    <a:pt x="15334" y="5036"/>
                    <a:pt x="15269" y="4939"/>
                  </a:cubicBezTo>
                  <a:cubicBezTo>
                    <a:pt x="15173" y="4779"/>
                    <a:pt x="15012" y="4650"/>
                    <a:pt x="14852" y="4489"/>
                  </a:cubicBezTo>
                  <a:cubicBezTo>
                    <a:pt x="14471" y="4181"/>
                    <a:pt x="13986" y="3872"/>
                    <a:pt x="13759" y="3732"/>
                  </a:cubicBezTo>
                  <a:lnTo>
                    <a:pt x="13759" y="3732"/>
                  </a:lnTo>
                  <a:lnTo>
                    <a:pt x="13759" y="2946"/>
                  </a:lnTo>
                  <a:cubicBezTo>
                    <a:pt x="13759" y="2850"/>
                    <a:pt x="13726" y="2753"/>
                    <a:pt x="13694" y="2657"/>
                  </a:cubicBezTo>
                  <a:cubicBezTo>
                    <a:pt x="13598" y="2271"/>
                    <a:pt x="13373" y="1661"/>
                    <a:pt x="13180" y="1146"/>
                  </a:cubicBezTo>
                  <a:cubicBezTo>
                    <a:pt x="12987" y="600"/>
                    <a:pt x="12794" y="182"/>
                    <a:pt x="12794" y="182"/>
                  </a:cubicBezTo>
                  <a:cubicBezTo>
                    <a:pt x="12762" y="85"/>
                    <a:pt x="12698" y="53"/>
                    <a:pt x="12634" y="21"/>
                  </a:cubicBezTo>
                  <a:cubicBezTo>
                    <a:pt x="12607" y="8"/>
                    <a:pt x="12575" y="0"/>
                    <a:pt x="12542"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46" name="Google Shape;1846;p33"/>
            <p:cNvSpPr/>
            <p:nvPr/>
          </p:nvSpPr>
          <p:spPr>
            <a:xfrm>
              <a:off x="2123200" y="2738050"/>
              <a:ext cx="231475" cy="220100"/>
            </a:xfrm>
            <a:custGeom>
              <a:avLst/>
              <a:gdLst/>
              <a:ahLst/>
              <a:cxnLst/>
              <a:rect l="l" t="t" r="r" b="b"/>
              <a:pathLst>
                <a:path w="9259" h="8804" extrusionOk="0">
                  <a:moveTo>
                    <a:pt x="4693" y="0"/>
                  </a:moveTo>
                  <a:cubicBezTo>
                    <a:pt x="4303" y="0"/>
                    <a:pt x="3939" y="20"/>
                    <a:pt x="3633" y="69"/>
                  </a:cubicBezTo>
                  <a:cubicBezTo>
                    <a:pt x="2026" y="358"/>
                    <a:pt x="0" y="2640"/>
                    <a:pt x="0" y="4891"/>
                  </a:cubicBezTo>
                  <a:cubicBezTo>
                    <a:pt x="0" y="7173"/>
                    <a:pt x="1736" y="8523"/>
                    <a:pt x="4565" y="8780"/>
                  </a:cubicBezTo>
                  <a:cubicBezTo>
                    <a:pt x="4721" y="8796"/>
                    <a:pt x="4874" y="8804"/>
                    <a:pt x="5024" y="8804"/>
                  </a:cubicBezTo>
                  <a:cubicBezTo>
                    <a:pt x="7567" y="8804"/>
                    <a:pt x="9258" y="6583"/>
                    <a:pt x="9258" y="5308"/>
                  </a:cubicBezTo>
                  <a:cubicBezTo>
                    <a:pt x="9258" y="3958"/>
                    <a:pt x="9129" y="2480"/>
                    <a:pt x="8454" y="358"/>
                  </a:cubicBezTo>
                  <a:cubicBezTo>
                    <a:pt x="8454" y="358"/>
                    <a:pt x="6348" y="0"/>
                    <a:pt x="469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47" name="Google Shape;1847;p33"/>
            <p:cNvSpPr/>
            <p:nvPr/>
          </p:nvSpPr>
          <p:spPr>
            <a:xfrm>
              <a:off x="2116775" y="2731725"/>
              <a:ext cx="244325" cy="233075"/>
            </a:xfrm>
            <a:custGeom>
              <a:avLst/>
              <a:gdLst/>
              <a:ahLst/>
              <a:cxnLst/>
              <a:rect l="l" t="t" r="r" b="b"/>
              <a:pathLst>
                <a:path w="9773" h="9323" extrusionOk="0">
                  <a:moveTo>
                    <a:pt x="5015" y="515"/>
                  </a:moveTo>
                  <a:cubicBezTo>
                    <a:pt x="5818" y="515"/>
                    <a:pt x="6718" y="611"/>
                    <a:pt x="7426" y="708"/>
                  </a:cubicBezTo>
                  <a:cubicBezTo>
                    <a:pt x="7779" y="740"/>
                    <a:pt x="8101" y="772"/>
                    <a:pt x="8326" y="804"/>
                  </a:cubicBezTo>
                  <a:cubicBezTo>
                    <a:pt x="8393" y="815"/>
                    <a:pt x="8453" y="827"/>
                    <a:pt x="8502" y="837"/>
                  </a:cubicBezTo>
                  <a:lnTo>
                    <a:pt x="8502" y="837"/>
                  </a:lnTo>
                  <a:cubicBezTo>
                    <a:pt x="9104" y="2871"/>
                    <a:pt x="9226" y="4277"/>
                    <a:pt x="9226" y="5561"/>
                  </a:cubicBezTo>
                  <a:cubicBezTo>
                    <a:pt x="9226" y="5819"/>
                    <a:pt x="9161" y="6172"/>
                    <a:pt x="8969" y="6526"/>
                  </a:cubicBezTo>
                  <a:cubicBezTo>
                    <a:pt x="8679" y="7072"/>
                    <a:pt x="8197" y="7619"/>
                    <a:pt x="7586" y="8069"/>
                  </a:cubicBezTo>
                  <a:cubicBezTo>
                    <a:pt x="6943" y="8487"/>
                    <a:pt x="6140" y="8776"/>
                    <a:pt x="5240" y="8776"/>
                  </a:cubicBezTo>
                  <a:lnTo>
                    <a:pt x="4854" y="8776"/>
                  </a:lnTo>
                  <a:cubicBezTo>
                    <a:pt x="3472" y="8647"/>
                    <a:pt x="2379" y="8262"/>
                    <a:pt x="1672" y="7651"/>
                  </a:cubicBezTo>
                  <a:cubicBezTo>
                    <a:pt x="932" y="7040"/>
                    <a:pt x="547" y="6236"/>
                    <a:pt x="547" y="5144"/>
                  </a:cubicBezTo>
                  <a:cubicBezTo>
                    <a:pt x="515" y="4083"/>
                    <a:pt x="997" y="2990"/>
                    <a:pt x="1672" y="2154"/>
                  </a:cubicBezTo>
                  <a:cubicBezTo>
                    <a:pt x="2347" y="1318"/>
                    <a:pt x="3215" y="708"/>
                    <a:pt x="3922" y="611"/>
                  </a:cubicBezTo>
                  <a:cubicBezTo>
                    <a:pt x="4211" y="547"/>
                    <a:pt x="4597" y="515"/>
                    <a:pt x="5015" y="515"/>
                  </a:cubicBezTo>
                  <a:close/>
                  <a:moveTo>
                    <a:pt x="5015" y="0"/>
                  </a:moveTo>
                  <a:cubicBezTo>
                    <a:pt x="4565" y="0"/>
                    <a:pt x="4179" y="0"/>
                    <a:pt x="3825" y="65"/>
                  </a:cubicBezTo>
                  <a:cubicBezTo>
                    <a:pt x="2925" y="225"/>
                    <a:pt x="1993" y="900"/>
                    <a:pt x="1254" y="1833"/>
                  </a:cubicBezTo>
                  <a:cubicBezTo>
                    <a:pt x="515" y="2765"/>
                    <a:pt x="0" y="3922"/>
                    <a:pt x="0" y="5144"/>
                  </a:cubicBezTo>
                  <a:cubicBezTo>
                    <a:pt x="0" y="6365"/>
                    <a:pt x="482" y="7361"/>
                    <a:pt x="1318" y="8069"/>
                  </a:cubicBezTo>
                  <a:cubicBezTo>
                    <a:pt x="2154" y="8744"/>
                    <a:pt x="3343" y="9162"/>
                    <a:pt x="4790" y="9290"/>
                  </a:cubicBezTo>
                  <a:cubicBezTo>
                    <a:pt x="4951" y="9322"/>
                    <a:pt x="5111" y="9322"/>
                    <a:pt x="5240" y="9322"/>
                  </a:cubicBezTo>
                  <a:cubicBezTo>
                    <a:pt x="6622" y="9322"/>
                    <a:pt x="7747" y="8744"/>
                    <a:pt x="8519" y="7972"/>
                  </a:cubicBezTo>
                  <a:cubicBezTo>
                    <a:pt x="8904" y="7586"/>
                    <a:pt x="9226" y="7169"/>
                    <a:pt x="9451" y="6751"/>
                  </a:cubicBezTo>
                  <a:cubicBezTo>
                    <a:pt x="9644" y="6333"/>
                    <a:pt x="9772" y="5947"/>
                    <a:pt x="9772" y="5561"/>
                  </a:cubicBezTo>
                  <a:cubicBezTo>
                    <a:pt x="9772" y="4211"/>
                    <a:pt x="9644" y="2701"/>
                    <a:pt x="8969" y="515"/>
                  </a:cubicBezTo>
                  <a:cubicBezTo>
                    <a:pt x="8936" y="418"/>
                    <a:pt x="8840" y="354"/>
                    <a:pt x="8744" y="322"/>
                  </a:cubicBezTo>
                  <a:cubicBezTo>
                    <a:pt x="8744" y="322"/>
                    <a:pt x="6686" y="0"/>
                    <a:pt x="5015"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48" name="Google Shape;1848;p33"/>
            <p:cNvSpPr/>
            <p:nvPr/>
          </p:nvSpPr>
          <p:spPr>
            <a:xfrm>
              <a:off x="2243750" y="2333400"/>
              <a:ext cx="502275" cy="521250"/>
            </a:xfrm>
            <a:custGeom>
              <a:avLst/>
              <a:gdLst/>
              <a:ahLst/>
              <a:cxnLst/>
              <a:rect l="l" t="t" r="r" b="b"/>
              <a:pathLst>
                <a:path w="20091" h="20850" extrusionOk="0">
                  <a:moveTo>
                    <a:pt x="13011" y="0"/>
                  </a:moveTo>
                  <a:cubicBezTo>
                    <a:pt x="11342" y="0"/>
                    <a:pt x="9372" y="221"/>
                    <a:pt x="6847" y="1147"/>
                  </a:cubicBezTo>
                  <a:cubicBezTo>
                    <a:pt x="2025" y="2883"/>
                    <a:pt x="0" y="8508"/>
                    <a:pt x="289" y="11433"/>
                  </a:cubicBezTo>
                  <a:cubicBezTo>
                    <a:pt x="547" y="14390"/>
                    <a:pt x="4950" y="20434"/>
                    <a:pt x="7233" y="20819"/>
                  </a:cubicBezTo>
                  <a:cubicBezTo>
                    <a:pt x="7345" y="20840"/>
                    <a:pt x="7453" y="20850"/>
                    <a:pt x="7555" y="20850"/>
                  </a:cubicBezTo>
                  <a:cubicBezTo>
                    <a:pt x="9515" y="20850"/>
                    <a:pt x="9515" y="17219"/>
                    <a:pt x="9515" y="17219"/>
                  </a:cubicBezTo>
                  <a:lnTo>
                    <a:pt x="11797" y="15869"/>
                  </a:lnTo>
                  <a:cubicBezTo>
                    <a:pt x="11797" y="15869"/>
                    <a:pt x="16876" y="10372"/>
                    <a:pt x="18483" y="7029"/>
                  </a:cubicBezTo>
                  <a:cubicBezTo>
                    <a:pt x="20090" y="3686"/>
                    <a:pt x="19576" y="183"/>
                    <a:pt x="17004" y="183"/>
                  </a:cubicBezTo>
                  <a:cubicBezTo>
                    <a:pt x="15795" y="183"/>
                    <a:pt x="14528" y="0"/>
                    <a:pt x="13011"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49" name="Google Shape;1849;p33"/>
            <p:cNvSpPr/>
            <p:nvPr/>
          </p:nvSpPr>
          <p:spPr>
            <a:xfrm>
              <a:off x="2242925" y="2326700"/>
              <a:ext cx="492650" cy="534425"/>
            </a:xfrm>
            <a:custGeom>
              <a:avLst/>
              <a:gdLst/>
              <a:ahLst/>
              <a:cxnLst/>
              <a:rect l="l" t="t" r="r" b="b"/>
              <a:pathLst>
                <a:path w="19706" h="21377" extrusionOk="0">
                  <a:moveTo>
                    <a:pt x="13019" y="547"/>
                  </a:moveTo>
                  <a:cubicBezTo>
                    <a:pt x="14530" y="547"/>
                    <a:pt x="15816" y="740"/>
                    <a:pt x="17037" y="740"/>
                  </a:cubicBezTo>
                  <a:cubicBezTo>
                    <a:pt x="17777" y="740"/>
                    <a:pt x="18259" y="1029"/>
                    <a:pt x="18613" y="1511"/>
                  </a:cubicBezTo>
                  <a:cubicBezTo>
                    <a:pt x="18966" y="2026"/>
                    <a:pt x="19159" y="2765"/>
                    <a:pt x="19159" y="3633"/>
                  </a:cubicBezTo>
                  <a:cubicBezTo>
                    <a:pt x="19159" y="4694"/>
                    <a:pt x="18870" y="5947"/>
                    <a:pt x="18291" y="7169"/>
                  </a:cubicBezTo>
                  <a:cubicBezTo>
                    <a:pt x="17488" y="8808"/>
                    <a:pt x="15848" y="11026"/>
                    <a:pt x="14370" y="12794"/>
                  </a:cubicBezTo>
                  <a:cubicBezTo>
                    <a:pt x="13630" y="13694"/>
                    <a:pt x="12955" y="14466"/>
                    <a:pt x="12441" y="15044"/>
                  </a:cubicBezTo>
                  <a:cubicBezTo>
                    <a:pt x="12184" y="15333"/>
                    <a:pt x="11991" y="15558"/>
                    <a:pt x="11862" y="15719"/>
                  </a:cubicBezTo>
                  <a:cubicBezTo>
                    <a:pt x="11702" y="15880"/>
                    <a:pt x="11637" y="15944"/>
                    <a:pt x="11637" y="15944"/>
                  </a:cubicBezTo>
                  <a:lnTo>
                    <a:pt x="11640" y="15947"/>
                  </a:lnTo>
                  <a:lnTo>
                    <a:pt x="11640" y="15947"/>
                  </a:lnTo>
                  <a:lnTo>
                    <a:pt x="9419" y="17230"/>
                  </a:lnTo>
                  <a:cubicBezTo>
                    <a:pt x="9323" y="17294"/>
                    <a:pt x="9291" y="17391"/>
                    <a:pt x="9291" y="17487"/>
                  </a:cubicBezTo>
                  <a:cubicBezTo>
                    <a:pt x="9291" y="17487"/>
                    <a:pt x="9291" y="17519"/>
                    <a:pt x="9291" y="17616"/>
                  </a:cubicBezTo>
                  <a:cubicBezTo>
                    <a:pt x="9259" y="17937"/>
                    <a:pt x="9194" y="18805"/>
                    <a:pt x="8937" y="19544"/>
                  </a:cubicBezTo>
                  <a:cubicBezTo>
                    <a:pt x="8809" y="19930"/>
                    <a:pt x="8648" y="20252"/>
                    <a:pt x="8423" y="20477"/>
                  </a:cubicBezTo>
                  <a:cubicBezTo>
                    <a:pt x="8198" y="20702"/>
                    <a:pt x="7941" y="20830"/>
                    <a:pt x="7587" y="20862"/>
                  </a:cubicBezTo>
                  <a:cubicBezTo>
                    <a:pt x="7491" y="20862"/>
                    <a:pt x="7426" y="20830"/>
                    <a:pt x="7330" y="20830"/>
                  </a:cubicBezTo>
                  <a:cubicBezTo>
                    <a:pt x="6848" y="20734"/>
                    <a:pt x="6173" y="20316"/>
                    <a:pt x="5433" y="19673"/>
                  </a:cubicBezTo>
                  <a:cubicBezTo>
                    <a:pt x="4373" y="18677"/>
                    <a:pt x="3183" y="17230"/>
                    <a:pt x="2251" y="15719"/>
                  </a:cubicBezTo>
                  <a:cubicBezTo>
                    <a:pt x="1319" y="14241"/>
                    <a:pt x="676" y="12698"/>
                    <a:pt x="580" y="11701"/>
                  </a:cubicBezTo>
                  <a:cubicBezTo>
                    <a:pt x="547" y="11508"/>
                    <a:pt x="547" y="11348"/>
                    <a:pt x="547" y="11155"/>
                  </a:cubicBezTo>
                  <a:cubicBezTo>
                    <a:pt x="547" y="9708"/>
                    <a:pt x="1062" y="7715"/>
                    <a:pt x="2090" y="5883"/>
                  </a:cubicBezTo>
                  <a:cubicBezTo>
                    <a:pt x="3151" y="4083"/>
                    <a:pt x="4758" y="2444"/>
                    <a:pt x="6976" y="1640"/>
                  </a:cubicBezTo>
                  <a:cubicBezTo>
                    <a:pt x="9451" y="772"/>
                    <a:pt x="11380" y="547"/>
                    <a:pt x="13019" y="547"/>
                  </a:cubicBezTo>
                  <a:close/>
                  <a:moveTo>
                    <a:pt x="13019" y="1"/>
                  </a:moveTo>
                  <a:cubicBezTo>
                    <a:pt x="11316" y="1"/>
                    <a:pt x="9323" y="226"/>
                    <a:pt x="6783" y="1158"/>
                  </a:cubicBezTo>
                  <a:cubicBezTo>
                    <a:pt x="4437" y="1994"/>
                    <a:pt x="2733" y="3729"/>
                    <a:pt x="1640" y="5626"/>
                  </a:cubicBezTo>
                  <a:cubicBezTo>
                    <a:pt x="547" y="7522"/>
                    <a:pt x="33" y="9580"/>
                    <a:pt x="1" y="11155"/>
                  </a:cubicBezTo>
                  <a:cubicBezTo>
                    <a:pt x="1" y="11380"/>
                    <a:pt x="33" y="11540"/>
                    <a:pt x="33" y="11733"/>
                  </a:cubicBezTo>
                  <a:cubicBezTo>
                    <a:pt x="130" y="12537"/>
                    <a:pt x="451" y="13469"/>
                    <a:pt x="933" y="14498"/>
                  </a:cubicBezTo>
                  <a:cubicBezTo>
                    <a:pt x="1705" y="15976"/>
                    <a:pt x="2798" y="17616"/>
                    <a:pt x="3923" y="18902"/>
                  </a:cubicBezTo>
                  <a:cubicBezTo>
                    <a:pt x="4501" y="19544"/>
                    <a:pt x="5080" y="20123"/>
                    <a:pt x="5658" y="20541"/>
                  </a:cubicBezTo>
                  <a:cubicBezTo>
                    <a:pt x="6205" y="20959"/>
                    <a:pt x="6719" y="21248"/>
                    <a:pt x="7233" y="21345"/>
                  </a:cubicBezTo>
                  <a:cubicBezTo>
                    <a:pt x="7362" y="21377"/>
                    <a:pt x="7458" y="21377"/>
                    <a:pt x="7587" y="21377"/>
                  </a:cubicBezTo>
                  <a:cubicBezTo>
                    <a:pt x="8166" y="21377"/>
                    <a:pt x="8616" y="21087"/>
                    <a:pt x="8937" y="20702"/>
                  </a:cubicBezTo>
                  <a:cubicBezTo>
                    <a:pt x="9387" y="20123"/>
                    <a:pt x="9612" y="19319"/>
                    <a:pt x="9709" y="18677"/>
                  </a:cubicBezTo>
                  <a:cubicBezTo>
                    <a:pt x="9774" y="18221"/>
                    <a:pt x="9795" y="17839"/>
                    <a:pt x="9802" y="17638"/>
                  </a:cubicBezTo>
                  <a:lnTo>
                    <a:pt x="9802" y="17638"/>
                  </a:lnTo>
                  <a:lnTo>
                    <a:pt x="11959" y="16362"/>
                  </a:lnTo>
                  <a:lnTo>
                    <a:pt x="12023" y="16330"/>
                  </a:lnTo>
                  <a:cubicBezTo>
                    <a:pt x="12023" y="16298"/>
                    <a:pt x="13309" y="14948"/>
                    <a:pt x="14787" y="13148"/>
                  </a:cubicBezTo>
                  <a:cubicBezTo>
                    <a:pt x="16266" y="11348"/>
                    <a:pt x="17938" y="9130"/>
                    <a:pt x="18773" y="7394"/>
                  </a:cubicBezTo>
                  <a:cubicBezTo>
                    <a:pt x="19384" y="6108"/>
                    <a:pt x="19705" y="4790"/>
                    <a:pt x="19705" y="3633"/>
                  </a:cubicBezTo>
                  <a:cubicBezTo>
                    <a:pt x="19705" y="2669"/>
                    <a:pt x="19480" y="1833"/>
                    <a:pt x="19063" y="1190"/>
                  </a:cubicBezTo>
                  <a:cubicBezTo>
                    <a:pt x="18613" y="579"/>
                    <a:pt x="17905" y="193"/>
                    <a:pt x="17037" y="193"/>
                  </a:cubicBezTo>
                  <a:cubicBezTo>
                    <a:pt x="15848" y="193"/>
                    <a:pt x="14562" y="1"/>
                    <a:pt x="13019"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50" name="Google Shape;1850;p33"/>
            <p:cNvSpPr/>
            <p:nvPr/>
          </p:nvSpPr>
          <p:spPr>
            <a:xfrm>
              <a:off x="2451875" y="2703050"/>
              <a:ext cx="116550" cy="119500"/>
            </a:xfrm>
            <a:custGeom>
              <a:avLst/>
              <a:gdLst/>
              <a:ahLst/>
              <a:cxnLst/>
              <a:rect l="l" t="t" r="r" b="b"/>
              <a:pathLst>
                <a:path w="4662" h="4780" extrusionOk="0">
                  <a:moveTo>
                    <a:pt x="2012" y="0"/>
                  </a:moveTo>
                  <a:cubicBezTo>
                    <a:pt x="1830" y="0"/>
                    <a:pt x="1641" y="46"/>
                    <a:pt x="1447" y="151"/>
                  </a:cubicBezTo>
                  <a:cubicBezTo>
                    <a:pt x="1" y="955"/>
                    <a:pt x="1318" y="3880"/>
                    <a:pt x="2251" y="4555"/>
                  </a:cubicBezTo>
                  <a:cubicBezTo>
                    <a:pt x="2483" y="4718"/>
                    <a:pt x="2744" y="4779"/>
                    <a:pt x="3006" y="4779"/>
                  </a:cubicBezTo>
                  <a:cubicBezTo>
                    <a:pt x="3829" y="4779"/>
                    <a:pt x="4661" y="4169"/>
                    <a:pt x="4661" y="4169"/>
                  </a:cubicBezTo>
                  <a:lnTo>
                    <a:pt x="4147" y="2015"/>
                  </a:lnTo>
                  <a:cubicBezTo>
                    <a:pt x="4147" y="2015"/>
                    <a:pt x="3224" y="0"/>
                    <a:pt x="2012"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51" name="Google Shape;1851;p33"/>
            <p:cNvSpPr/>
            <p:nvPr/>
          </p:nvSpPr>
          <p:spPr>
            <a:xfrm>
              <a:off x="2465525" y="2696375"/>
              <a:ext cx="110925" cy="132600"/>
            </a:xfrm>
            <a:custGeom>
              <a:avLst/>
              <a:gdLst/>
              <a:ahLst/>
              <a:cxnLst/>
              <a:rect l="l" t="t" r="r" b="b"/>
              <a:pathLst>
                <a:path w="4437" h="5304" extrusionOk="0">
                  <a:moveTo>
                    <a:pt x="1480" y="0"/>
                  </a:moveTo>
                  <a:cubicBezTo>
                    <a:pt x="1255" y="0"/>
                    <a:pt x="997" y="32"/>
                    <a:pt x="772" y="161"/>
                  </a:cubicBezTo>
                  <a:cubicBezTo>
                    <a:pt x="515" y="321"/>
                    <a:pt x="290" y="546"/>
                    <a:pt x="162" y="836"/>
                  </a:cubicBezTo>
                  <a:cubicBezTo>
                    <a:pt x="33" y="1093"/>
                    <a:pt x="1" y="1382"/>
                    <a:pt x="1" y="1704"/>
                  </a:cubicBezTo>
                  <a:cubicBezTo>
                    <a:pt x="1" y="2347"/>
                    <a:pt x="194" y="3054"/>
                    <a:pt x="515" y="3632"/>
                  </a:cubicBezTo>
                  <a:cubicBezTo>
                    <a:pt x="805" y="4243"/>
                    <a:pt x="1190" y="4757"/>
                    <a:pt x="1576" y="5047"/>
                  </a:cubicBezTo>
                  <a:cubicBezTo>
                    <a:pt x="1833" y="5240"/>
                    <a:pt x="2155" y="5304"/>
                    <a:pt x="2444" y="5304"/>
                  </a:cubicBezTo>
                  <a:cubicBezTo>
                    <a:pt x="2926" y="5304"/>
                    <a:pt x="3376" y="5143"/>
                    <a:pt x="3730" y="4982"/>
                  </a:cubicBezTo>
                  <a:cubicBezTo>
                    <a:pt x="4051" y="4822"/>
                    <a:pt x="4276" y="4661"/>
                    <a:pt x="4276" y="4629"/>
                  </a:cubicBezTo>
                  <a:cubicBezTo>
                    <a:pt x="4405" y="4565"/>
                    <a:pt x="4437" y="4404"/>
                    <a:pt x="4340" y="4275"/>
                  </a:cubicBezTo>
                  <a:cubicBezTo>
                    <a:pt x="4282" y="4197"/>
                    <a:pt x="4200" y="4155"/>
                    <a:pt x="4116" y="4155"/>
                  </a:cubicBezTo>
                  <a:cubicBezTo>
                    <a:pt x="4061" y="4155"/>
                    <a:pt x="4005" y="4173"/>
                    <a:pt x="3955" y="4211"/>
                  </a:cubicBezTo>
                  <a:cubicBezTo>
                    <a:pt x="3923" y="4243"/>
                    <a:pt x="3698" y="4404"/>
                    <a:pt x="3408" y="4532"/>
                  </a:cubicBezTo>
                  <a:cubicBezTo>
                    <a:pt x="3119" y="4661"/>
                    <a:pt x="2765" y="4790"/>
                    <a:pt x="2444" y="4790"/>
                  </a:cubicBezTo>
                  <a:cubicBezTo>
                    <a:pt x="2219" y="4790"/>
                    <a:pt x="2058" y="4725"/>
                    <a:pt x="1865" y="4597"/>
                  </a:cubicBezTo>
                  <a:cubicBezTo>
                    <a:pt x="1608" y="4436"/>
                    <a:pt x="1255" y="3954"/>
                    <a:pt x="997" y="3407"/>
                  </a:cubicBezTo>
                  <a:cubicBezTo>
                    <a:pt x="708" y="2861"/>
                    <a:pt x="515" y="2218"/>
                    <a:pt x="515" y="1704"/>
                  </a:cubicBezTo>
                  <a:cubicBezTo>
                    <a:pt x="515" y="1447"/>
                    <a:pt x="580" y="1222"/>
                    <a:pt x="644" y="1061"/>
                  </a:cubicBezTo>
                  <a:cubicBezTo>
                    <a:pt x="740" y="868"/>
                    <a:pt x="869" y="739"/>
                    <a:pt x="1030" y="643"/>
                  </a:cubicBezTo>
                  <a:cubicBezTo>
                    <a:pt x="1190" y="546"/>
                    <a:pt x="1351" y="514"/>
                    <a:pt x="1480" y="514"/>
                  </a:cubicBezTo>
                  <a:cubicBezTo>
                    <a:pt x="1705" y="514"/>
                    <a:pt x="1930" y="611"/>
                    <a:pt x="2155" y="804"/>
                  </a:cubicBezTo>
                  <a:cubicBezTo>
                    <a:pt x="2476" y="1029"/>
                    <a:pt x="2798" y="1447"/>
                    <a:pt x="3023" y="1800"/>
                  </a:cubicBezTo>
                  <a:cubicBezTo>
                    <a:pt x="3119" y="1961"/>
                    <a:pt x="3215" y="2122"/>
                    <a:pt x="3248" y="2218"/>
                  </a:cubicBezTo>
                  <a:cubicBezTo>
                    <a:pt x="3280" y="2282"/>
                    <a:pt x="3312" y="2314"/>
                    <a:pt x="3312" y="2347"/>
                  </a:cubicBezTo>
                  <a:lnTo>
                    <a:pt x="3344" y="2379"/>
                  </a:lnTo>
                  <a:cubicBezTo>
                    <a:pt x="3392" y="2498"/>
                    <a:pt x="3492" y="2564"/>
                    <a:pt x="3594" y="2564"/>
                  </a:cubicBezTo>
                  <a:cubicBezTo>
                    <a:pt x="3629" y="2564"/>
                    <a:pt x="3664" y="2556"/>
                    <a:pt x="3698" y="2539"/>
                  </a:cubicBezTo>
                  <a:cubicBezTo>
                    <a:pt x="3826" y="2475"/>
                    <a:pt x="3890" y="2314"/>
                    <a:pt x="3826" y="2186"/>
                  </a:cubicBezTo>
                  <a:cubicBezTo>
                    <a:pt x="3826" y="2154"/>
                    <a:pt x="3601" y="1639"/>
                    <a:pt x="3215" y="1125"/>
                  </a:cubicBezTo>
                  <a:cubicBezTo>
                    <a:pt x="2990" y="836"/>
                    <a:pt x="2765" y="579"/>
                    <a:pt x="2476" y="354"/>
                  </a:cubicBezTo>
                  <a:cubicBezTo>
                    <a:pt x="2187" y="161"/>
                    <a:pt x="1865" y="0"/>
                    <a:pt x="1480"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52" name="Google Shape;1852;p33"/>
            <p:cNvSpPr/>
            <p:nvPr/>
          </p:nvSpPr>
          <p:spPr>
            <a:xfrm>
              <a:off x="2691350" y="2592500"/>
              <a:ext cx="45825" cy="63900"/>
            </a:xfrm>
            <a:custGeom>
              <a:avLst/>
              <a:gdLst/>
              <a:ahLst/>
              <a:cxnLst/>
              <a:rect l="l" t="t" r="r" b="b"/>
              <a:pathLst>
                <a:path w="1833" h="2556" extrusionOk="0">
                  <a:moveTo>
                    <a:pt x="1530" y="0"/>
                  </a:moveTo>
                  <a:cubicBezTo>
                    <a:pt x="1406" y="0"/>
                    <a:pt x="1308" y="67"/>
                    <a:pt x="1254" y="201"/>
                  </a:cubicBezTo>
                  <a:lnTo>
                    <a:pt x="1254" y="266"/>
                  </a:lnTo>
                  <a:cubicBezTo>
                    <a:pt x="1190" y="426"/>
                    <a:pt x="1061" y="844"/>
                    <a:pt x="836" y="1230"/>
                  </a:cubicBezTo>
                  <a:cubicBezTo>
                    <a:pt x="740" y="1423"/>
                    <a:pt x="643" y="1616"/>
                    <a:pt x="515" y="1776"/>
                  </a:cubicBezTo>
                  <a:cubicBezTo>
                    <a:pt x="418" y="1905"/>
                    <a:pt x="290" y="2001"/>
                    <a:pt x="226" y="2033"/>
                  </a:cubicBezTo>
                  <a:cubicBezTo>
                    <a:pt x="65" y="2098"/>
                    <a:pt x="1" y="2259"/>
                    <a:pt x="65" y="2387"/>
                  </a:cubicBezTo>
                  <a:cubicBezTo>
                    <a:pt x="118" y="2494"/>
                    <a:pt x="238" y="2556"/>
                    <a:pt x="350" y="2556"/>
                  </a:cubicBezTo>
                  <a:cubicBezTo>
                    <a:pt x="373" y="2556"/>
                    <a:pt x="396" y="2553"/>
                    <a:pt x="418" y="2548"/>
                  </a:cubicBezTo>
                  <a:cubicBezTo>
                    <a:pt x="676" y="2419"/>
                    <a:pt x="836" y="2226"/>
                    <a:pt x="997" y="2001"/>
                  </a:cubicBezTo>
                  <a:cubicBezTo>
                    <a:pt x="1479" y="1358"/>
                    <a:pt x="1768" y="362"/>
                    <a:pt x="1768" y="362"/>
                  </a:cubicBezTo>
                  <a:cubicBezTo>
                    <a:pt x="1833" y="201"/>
                    <a:pt x="1736" y="73"/>
                    <a:pt x="1608" y="8"/>
                  </a:cubicBezTo>
                  <a:cubicBezTo>
                    <a:pt x="1581" y="3"/>
                    <a:pt x="1555" y="0"/>
                    <a:pt x="1530"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53" name="Google Shape;1853;p33"/>
            <p:cNvSpPr/>
            <p:nvPr/>
          </p:nvSpPr>
          <p:spPr>
            <a:xfrm>
              <a:off x="2938050" y="3199600"/>
              <a:ext cx="86025" cy="149600"/>
            </a:xfrm>
            <a:custGeom>
              <a:avLst/>
              <a:gdLst/>
              <a:ahLst/>
              <a:cxnLst/>
              <a:rect l="l" t="t" r="r" b="b"/>
              <a:pathLst>
                <a:path w="3441" h="5984" extrusionOk="0">
                  <a:moveTo>
                    <a:pt x="1221" y="1"/>
                  </a:moveTo>
                  <a:cubicBezTo>
                    <a:pt x="1011" y="1"/>
                    <a:pt x="823" y="104"/>
                    <a:pt x="772" y="444"/>
                  </a:cubicBezTo>
                  <a:cubicBezTo>
                    <a:pt x="675" y="1125"/>
                    <a:pt x="1223" y="1844"/>
                    <a:pt x="1495" y="2153"/>
                  </a:cubicBezTo>
                  <a:lnTo>
                    <a:pt x="1495" y="2153"/>
                  </a:lnTo>
                  <a:cubicBezTo>
                    <a:pt x="1252" y="1902"/>
                    <a:pt x="765" y="1437"/>
                    <a:pt x="489" y="1437"/>
                  </a:cubicBezTo>
                  <a:cubicBezTo>
                    <a:pt x="380" y="1437"/>
                    <a:pt x="305" y="1510"/>
                    <a:pt x="290" y="1697"/>
                  </a:cubicBezTo>
                  <a:cubicBezTo>
                    <a:pt x="226" y="2501"/>
                    <a:pt x="1029" y="3401"/>
                    <a:pt x="1029" y="3401"/>
                  </a:cubicBezTo>
                  <a:cubicBezTo>
                    <a:pt x="1029" y="3401"/>
                    <a:pt x="529" y="3166"/>
                    <a:pt x="226" y="3166"/>
                  </a:cubicBezTo>
                  <a:cubicBezTo>
                    <a:pt x="95" y="3166"/>
                    <a:pt x="1" y="3210"/>
                    <a:pt x="1" y="3337"/>
                  </a:cubicBezTo>
                  <a:cubicBezTo>
                    <a:pt x="1" y="3722"/>
                    <a:pt x="1447" y="5169"/>
                    <a:pt x="1512" y="5844"/>
                  </a:cubicBezTo>
                  <a:cubicBezTo>
                    <a:pt x="1520" y="5940"/>
                    <a:pt x="1552" y="5984"/>
                    <a:pt x="1601" y="5984"/>
                  </a:cubicBezTo>
                  <a:cubicBezTo>
                    <a:pt x="1914" y="5984"/>
                    <a:pt x="2929" y="4207"/>
                    <a:pt x="3151" y="2790"/>
                  </a:cubicBezTo>
                  <a:cubicBezTo>
                    <a:pt x="3440" y="1119"/>
                    <a:pt x="1930" y="251"/>
                    <a:pt x="1930" y="251"/>
                  </a:cubicBezTo>
                  <a:cubicBezTo>
                    <a:pt x="1930" y="251"/>
                    <a:pt x="1548" y="1"/>
                    <a:pt x="1221"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54" name="Google Shape;1854;p33"/>
            <p:cNvSpPr/>
            <p:nvPr/>
          </p:nvSpPr>
          <p:spPr>
            <a:xfrm>
              <a:off x="2931625" y="3193000"/>
              <a:ext cx="93250" cy="163150"/>
            </a:xfrm>
            <a:custGeom>
              <a:avLst/>
              <a:gdLst/>
              <a:ahLst/>
              <a:cxnLst/>
              <a:rect l="l" t="t" r="r" b="b"/>
              <a:pathLst>
                <a:path w="3730" h="6526" extrusionOk="0">
                  <a:moveTo>
                    <a:pt x="1479" y="515"/>
                  </a:moveTo>
                  <a:cubicBezTo>
                    <a:pt x="1576" y="515"/>
                    <a:pt x="1736" y="579"/>
                    <a:pt x="1833" y="611"/>
                  </a:cubicBezTo>
                  <a:cubicBezTo>
                    <a:pt x="1897" y="643"/>
                    <a:pt x="1962" y="675"/>
                    <a:pt x="1994" y="708"/>
                  </a:cubicBezTo>
                  <a:lnTo>
                    <a:pt x="2026" y="740"/>
                  </a:lnTo>
                  <a:lnTo>
                    <a:pt x="2058" y="740"/>
                  </a:lnTo>
                  <a:cubicBezTo>
                    <a:pt x="2122" y="772"/>
                    <a:pt x="2412" y="965"/>
                    <a:pt x="2669" y="1286"/>
                  </a:cubicBezTo>
                  <a:cubicBezTo>
                    <a:pt x="2926" y="1640"/>
                    <a:pt x="3183" y="2058"/>
                    <a:pt x="3183" y="2636"/>
                  </a:cubicBezTo>
                  <a:cubicBezTo>
                    <a:pt x="3183" y="2765"/>
                    <a:pt x="3183" y="2861"/>
                    <a:pt x="3151" y="2990"/>
                  </a:cubicBezTo>
                  <a:cubicBezTo>
                    <a:pt x="3054" y="3665"/>
                    <a:pt x="2733" y="4468"/>
                    <a:pt x="2412" y="5047"/>
                  </a:cubicBezTo>
                  <a:cubicBezTo>
                    <a:pt x="2283" y="5368"/>
                    <a:pt x="2122" y="5626"/>
                    <a:pt x="1994" y="5786"/>
                  </a:cubicBezTo>
                  <a:cubicBezTo>
                    <a:pt x="1987" y="5796"/>
                    <a:pt x="1981" y="5805"/>
                    <a:pt x="1975" y="5814"/>
                  </a:cubicBezTo>
                  <a:lnTo>
                    <a:pt x="1975" y="5814"/>
                  </a:lnTo>
                  <a:cubicBezTo>
                    <a:pt x="1923" y="5658"/>
                    <a:pt x="1836" y="5507"/>
                    <a:pt x="1736" y="5368"/>
                  </a:cubicBezTo>
                  <a:cubicBezTo>
                    <a:pt x="1511" y="4983"/>
                    <a:pt x="1190" y="4565"/>
                    <a:pt x="933" y="4243"/>
                  </a:cubicBezTo>
                  <a:cubicBezTo>
                    <a:pt x="804" y="4051"/>
                    <a:pt x="708" y="3890"/>
                    <a:pt x="644" y="3761"/>
                  </a:cubicBezTo>
                  <a:cubicBezTo>
                    <a:pt x="615" y="3747"/>
                    <a:pt x="599" y="3726"/>
                    <a:pt x="588" y="3705"/>
                  </a:cubicBezTo>
                  <a:lnTo>
                    <a:pt x="588" y="3705"/>
                  </a:lnTo>
                  <a:cubicBezTo>
                    <a:pt x="686" y="3718"/>
                    <a:pt x="810" y="3748"/>
                    <a:pt x="901" y="3793"/>
                  </a:cubicBezTo>
                  <a:cubicBezTo>
                    <a:pt x="997" y="3826"/>
                    <a:pt x="1061" y="3858"/>
                    <a:pt x="1094" y="3858"/>
                  </a:cubicBezTo>
                  <a:lnTo>
                    <a:pt x="1158" y="3890"/>
                  </a:lnTo>
                  <a:lnTo>
                    <a:pt x="1190" y="3890"/>
                  </a:lnTo>
                  <a:cubicBezTo>
                    <a:pt x="1224" y="3913"/>
                    <a:pt x="1266" y="3923"/>
                    <a:pt x="1310" y="3923"/>
                  </a:cubicBezTo>
                  <a:cubicBezTo>
                    <a:pt x="1388" y="3923"/>
                    <a:pt x="1470" y="3888"/>
                    <a:pt x="1511" y="3826"/>
                  </a:cubicBezTo>
                  <a:cubicBezTo>
                    <a:pt x="1576" y="3697"/>
                    <a:pt x="1576" y="3568"/>
                    <a:pt x="1479" y="3472"/>
                  </a:cubicBezTo>
                  <a:cubicBezTo>
                    <a:pt x="1447" y="3440"/>
                    <a:pt x="1286" y="3215"/>
                    <a:pt x="1126" y="2958"/>
                  </a:cubicBezTo>
                  <a:cubicBezTo>
                    <a:pt x="933" y="2668"/>
                    <a:pt x="804" y="2347"/>
                    <a:pt x="804" y="2058"/>
                  </a:cubicBezTo>
                  <a:lnTo>
                    <a:pt x="804" y="1971"/>
                  </a:lnTo>
                  <a:lnTo>
                    <a:pt x="804" y="1971"/>
                  </a:lnTo>
                  <a:cubicBezTo>
                    <a:pt x="849" y="1991"/>
                    <a:pt x="923" y="2040"/>
                    <a:pt x="997" y="2090"/>
                  </a:cubicBezTo>
                  <a:cubicBezTo>
                    <a:pt x="1158" y="2218"/>
                    <a:pt x="1351" y="2379"/>
                    <a:pt x="1479" y="2508"/>
                  </a:cubicBezTo>
                  <a:cubicBezTo>
                    <a:pt x="1515" y="2543"/>
                    <a:pt x="1550" y="2578"/>
                    <a:pt x="1580" y="2608"/>
                  </a:cubicBezTo>
                  <a:lnTo>
                    <a:pt x="1580" y="2608"/>
                  </a:lnTo>
                  <a:cubicBezTo>
                    <a:pt x="1672" y="2709"/>
                    <a:pt x="1736" y="2765"/>
                    <a:pt x="1736" y="2765"/>
                  </a:cubicBezTo>
                  <a:cubicBezTo>
                    <a:pt x="1785" y="2813"/>
                    <a:pt x="1849" y="2837"/>
                    <a:pt x="1913" y="2837"/>
                  </a:cubicBezTo>
                  <a:cubicBezTo>
                    <a:pt x="1978" y="2837"/>
                    <a:pt x="2042" y="2813"/>
                    <a:pt x="2090" y="2765"/>
                  </a:cubicBezTo>
                  <a:cubicBezTo>
                    <a:pt x="2187" y="2636"/>
                    <a:pt x="2219" y="2475"/>
                    <a:pt x="2122" y="2379"/>
                  </a:cubicBezTo>
                  <a:cubicBezTo>
                    <a:pt x="2122" y="2379"/>
                    <a:pt x="2111" y="2368"/>
                    <a:pt x="2090" y="2347"/>
                  </a:cubicBezTo>
                  <a:lnTo>
                    <a:pt x="2090" y="2347"/>
                  </a:lnTo>
                  <a:lnTo>
                    <a:pt x="2090" y="2347"/>
                  </a:lnTo>
                  <a:cubicBezTo>
                    <a:pt x="2087" y="2344"/>
                    <a:pt x="2083" y="2340"/>
                    <a:pt x="2078" y="2335"/>
                  </a:cubicBezTo>
                  <a:lnTo>
                    <a:pt x="2078" y="2335"/>
                  </a:lnTo>
                  <a:cubicBezTo>
                    <a:pt x="2049" y="2307"/>
                    <a:pt x="2007" y="2266"/>
                    <a:pt x="1957" y="2219"/>
                  </a:cubicBezTo>
                  <a:lnTo>
                    <a:pt x="1957" y="2219"/>
                  </a:lnTo>
                  <a:cubicBezTo>
                    <a:pt x="1868" y="2128"/>
                    <a:pt x="1749" y="1996"/>
                    <a:pt x="1640" y="1833"/>
                  </a:cubicBezTo>
                  <a:cubicBezTo>
                    <a:pt x="1447" y="1543"/>
                    <a:pt x="1286" y="1190"/>
                    <a:pt x="1286" y="868"/>
                  </a:cubicBezTo>
                  <a:lnTo>
                    <a:pt x="1286" y="772"/>
                  </a:lnTo>
                  <a:lnTo>
                    <a:pt x="1286" y="740"/>
                  </a:lnTo>
                  <a:cubicBezTo>
                    <a:pt x="1319" y="611"/>
                    <a:pt x="1351" y="579"/>
                    <a:pt x="1351" y="547"/>
                  </a:cubicBezTo>
                  <a:cubicBezTo>
                    <a:pt x="1383" y="547"/>
                    <a:pt x="1415" y="515"/>
                    <a:pt x="1479" y="515"/>
                  </a:cubicBezTo>
                  <a:close/>
                  <a:moveTo>
                    <a:pt x="2026" y="6076"/>
                  </a:moveTo>
                  <a:lnTo>
                    <a:pt x="2025" y="6076"/>
                  </a:lnTo>
                  <a:lnTo>
                    <a:pt x="2025" y="6076"/>
                  </a:lnTo>
                  <a:cubicBezTo>
                    <a:pt x="2025" y="6076"/>
                    <a:pt x="2025" y="6076"/>
                    <a:pt x="2025" y="6076"/>
                  </a:cubicBezTo>
                  <a:lnTo>
                    <a:pt x="2025" y="6076"/>
                  </a:lnTo>
                  <a:lnTo>
                    <a:pt x="2026" y="6076"/>
                  </a:lnTo>
                  <a:close/>
                  <a:moveTo>
                    <a:pt x="1479" y="0"/>
                  </a:moveTo>
                  <a:cubicBezTo>
                    <a:pt x="1319" y="0"/>
                    <a:pt x="1158" y="32"/>
                    <a:pt x="1029" y="161"/>
                  </a:cubicBezTo>
                  <a:cubicBezTo>
                    <a:pt x="869" y="290"/>
                    <a:pt x="804" y="450"/>
                    <a:pt x="772" y="675"/>
                  </a:cubicBezTo>
                  <a:cubicBezTo>
                    <a:pt x="740" y="740"/>
                    <a:pt x="740" y="804"/>
                    <a:pt x="740" y="868"/>
                  </a:cubicBezTo>
                  <a:cubicBezTo>
                    <a:pt x="740" y="1060"/>
                    <a:pt x="776" y="1246"/>
                    <a:pt x="834" y="1422"/>
                  </a:cubicBezTo>
                  <a:lnTo>
                    <a:pt x="834" y="1422"/>
                  </a:lnTo>
                  <a:cubicBezTo>
                    <a:pt x="803" y="1417"/>
                    <a:pt x="772" y="1415"/>
                    <a:pt x="740" y="1415"/>
                  </a:cubicBezTo>
                  <a:cubicBezTo>
                    <a:pt x="644" y="1415"/>
                    <a:pt x="483" y="1479"/>
                    <a:pt x="419" y="1575"/>
                  </a:cubicBezTo>
                  <a:cubicBezTo>
                    <a:pt x="322" y="1672"/>
                    <a:pt x="290" y="1800"/>
                    <a:pt x="290" y="1929"/>
                  </a:cubicBezTo>
                  <a:lnTo>
                    <a:pt x="258" y="2058"/>
                  </a:lnTo>
                  <a:cubicBezTo>
                    <a:pt x="258" y="2481"/>
                    <a:pt x="431" y="2854"/>
                    <a:pt x="604" y="3156"/>
                  </a:cubicBezTo>
                  <a:lnTo>
                    <a:pt x="604" y="3156"/>
                  </a:lnTo>
                  <a:cubicBezTo>
                    <a:pt x="564" y="3153"/>
                    <a:pt x="523" y="3150"/>
                    <a:pt x="483" y="3150"/>
                  </a:cubicBezTo>
                  <a:cubicBezTo>
                    <a:pt x="386" y="3150"/>
                    <a:pt x="290" y="3150"/>
                    <a:pt x="194" y="3247"/>
                  </a:cubicBezTo>
                  <a:cubicBezTo>
                    <a:pt x="65" y="3311"/>
                    <a:pt x="1" y="3472"/>
                    <a:pt x="1" y="3601"/>
                  </a:cubicBezTo>
                  <a:cubicBezTo>
                    <a:pt x="1" y="3729"/>
                    <a:pt x="33" y="3793"/>
                    <a:pt x="97" y="3890"/>
                  </a:cubicBezTo>
                  <a:cubicBezTo>
                    <a:pt x="258" y="4243"/>
                    <a:pt x="611" y="4661"/>
                    <a:pt x="933" y="5111"/>
                  </a:cubicBezTo>
                  <a:cubicBezTo>
                    <a:pt x="1061" y="5304"/>
                    <a:pt x="1222" y="5529"/>
                    <a:pt x="1319" y="5722"/>
                  </a:cubicBezTo>
                  <a:cubicBezTo>
                    <a:pt x="1447" y="5915"/>
                    <a:pt x="1511" y="6076"/>
                    <a:pt x="1511" y="6140"/>
                  </a:cubicBezTo>
                  <a:cubicBezTo>
                    <a:pt x="1511" y="6204"/>
                    <a:pt x="1544" y="6301"/>
                    <a:pt x="1576" y="6365"/>
                  </a:cubicBezTo>
                  <a:cubicBezTo>
                    <a:pt x="1640" y="6461"/>
                    <a:pt x="1769" y="6526"/>
                    <a:pt x="1865" y="6526"/>
                  </a:cubicBezTo>
                  <a:cubicBezTo>
                    <a:pt x="2026" y="6494"/>
                    <a:pt x="2090" y="6429"/>
                    <a:pt x="2187" y="6365"/>
                  </a:cubicBezTo>
                  <a:cubicBezTo>
                    <a:pt x="2315" y="6236"/>
                    <a:pt x="2444" y="6076"/>
                    <a:pt x="2604" y="5851"/>
                  </a:cubicBezTo>
                  <a:cubicBezTo>
                    <a:pt x="3022" y="5176"/>
                    <a:pt x="3504" y="4083"/>
                    <a:pt x="3665" y="3086"/>
                  </a:cubicBezTo>
                  <a:cubicBezTo>
                    <a:pt x="3697" y="2925"/>
                    <a:pt x="3729" y="2797"/>
                    <a:pt x="3729" y="2636"/>
                  </a:cubicBezTo>
                  <a:cubicBezTo>
                    <a:pt x="3729" y="1865"/>
                    <a:pt x="3376" y="1254"/>
                    <a:pt x="3022" y="868"/>
                  </a:cubicBezTo>
                  <a:cubicBezTo>
                    <a:pt x="2713" y="531"/>
                    <a:pt x="2429" y="341"/>
                    <a:pt x="2341" y="299"/>
                  </a:cubicBezTo>
                  <a:lnTo>
                    <a:pt x="2341" y="299"/>
                  </a:lnTo>
                  <a:lnTo>
                    <a:pt x="2347" y="290"/>
                  </a:lnTo>
                  <a:cubicBezTo>
                    <a:pt x="2315" y="290"/>
                    <a:pt x="2219" y="225"/>
                    <a:pt x="2058" y="129"/>
                  </a:cubicBezTo>
                  <a:cubicBezTo>
                    <a:pt x="1929" y="65"/>
                    <a:pt x="1704" y="0"/>
                    <a:pt x="1479"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55" name="Google Shape;1855;p33"/>
            <p:cNvSpPr/>
            <p:nvPr/>
          </p:nvSpPr>
          <p:spPr>
            <a:xfrm>
              <a:off x="2937250" y="3178425"/>
              <a:ext cx="143875" cy="321575"/>
            </a:xfrm>
            <a:custGeom>
              <a:avLst/>
              <a:gdLst/>
              <a:ahLst/>
              <a:cxnLst/>
              <a:rect l="l" t="t" r="r" b="b"/>
              <a:pathLst>
                <a:path w="5755" h="12863" extrusionOk="0">
                  <a:moveTo>
                    <a:pt x="2279" y="0"/>
                  </a:moveTo>
                  <a:cubicBezTo>
                    <a:pt x="2105" y="0"/>
                    <a:pt x="1925" y="42"/>
                    <a:pt x="1737" y="133"/>
                  </a:cubicBezTo>
                  <a:cubicBezTo>
                    <a:pt x="676" y="680"/>
                    <a:pt x="2926" y="2544"/>
                    <a:pt x="2412" y="3637"/>
                  </a:cubicBezTo>
                  <a:cubicBezTo>
                    <a:pt x="1865" y="4698"/>
                    <a:pt x="676" y="6562"/>
                    <a:pt x="676" y="7655"/>
                  </a:cubicBezTo>
                  <a:cubicBezTo>
                    <a:pt x="676" y="8716"/>
                    <a:pt x="1" y="11255"/>
                    <a:pt x="1" y="11255"/>
                  </a:cubicBezTo>
                  <a:lnTo>
                    <a:pt x="676" y="12863"/>
                  </a:lnTo>
                  <a:cubicBezTo>
                    <a:pt x="676" y="12863"/>
                    <a:pt x="1190" y="12605"/>
                    <a:pt x="1994" y="11802"/>
                  </a:cubicBezTo>
                  <a:cubicBezTo>
                    <a:pt x="2797" y="10998"/>
                    <a:pt x="4147" y="9134"/>
                    <a:pt x="4951" y="7366"/>
                  </a:cubicBezTo>
                  <a:cubicBezTo>
                    <a:pt x="5755" y="5630"/>
                    <a:pt x="5497" y="3091"/>
                    <a:pt x="4533" y="1901"/>
                  </a:cubicBezTo>
                  <a:cubicBezTo>
                    <a:pt x="3766" y="896"/>
                    <a:pt x="3086" y="0"/>
                    <a:pt x="2279"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56" name="Google Shape;1856;p33"/>
            <p:cNvSpPr/>
            <p:nvPr/>
          </p:nvSpPr>
          <p:spPr>
            <a:xfrm>
              <a:off x="2930025" y="3172100"/>
              <a:ext cx="149500" cy="334925"/>
            </a:xfrm>
            <a:custGeom>
              <a:avLst/>
              <a:gdLst/>
              <a:ahLst/>
              <a:cxnLst/>
              <a:rect l="l" t="t" r="r" b="b"/>
              <a:pathLst>
                <a:path w="5980" h="13397" extrusionOk="0">
                  <a:moveTo>
                    <a:pt x="2572" y="515"/>
                  </a:moveTo>
                  <a:cubicBezTo>
                    <a:pt x="2893" y="515"/>
                    <a:pt x="3183" y="708"/>
                    <a:pt x="3536" y="1029"/>
                  </a:cubicBezTo>
                  <a:cubicBezTo>
                    <a:pt x="3890" y="1351"/>
                    <a:pt x="4243" y="1801"/>
                    <a:pt x="4629" y="2315"/>
                  </a:cubicBezTo>
                  <a:cubicBezTo>
                    <a:pt x="5111" y="2958"/>
                    <a:pt x="5433" y="4083"/>
                    <a:pt x="5433" y="5240"/>
                  </a:cubicBezTo>
                  <a:cubicBezTo>
                    <a:pt x="5433" y="6044"/>
                    <a:pt x="5304" y="6847"/>
                    <a:pt x="4983" y="7522"/>
                  </a:cubicBezTo>
                  <a:cubicBezTo>
                    <a:pt x="4211" y="9226"/>
                    <a:pt x="2861" y="11090"/>
                    <a:pt x="2090" y="11862"/>
                  </a:cubicBezTo>
                  <a:cubicBezTo>
                    <a:pt x="1704" y="12248"/>
                    <a:pt x="1383" y="12505"/>
                    <a:pt x="1158" y="12666"/>
                  </a:cubicBezTo>
                  <a:cubicBezTo>
                    <a:pt x="1129" y="12695"/>
                    <a:pt x="1099" y="12718"/>
                    <a:pt x="1071" y="12737"/>
                  </a:cubicBezTo>
                  <a:lnTo>
                    <a:pt x="1071" y="12737"/>
                  </a:lnTo>
                  <a:lnTo>
                    <a:pt x="560" y="11520"/>
                  </a:lnTo>
                  <a:lnTo>
                    <a:pt x="560" y="11520"/>
                  </a:lnTo>
                  <a:cubicBezTo>
                    <a:pt x="601" y="11351"/>
                    <a:pt x="735" y="10799"/>
                    <a:pt x="868" y="10158"/>
                  </a:cubicBezTo>
                  <a:cubicBezTo>
                    <a:pt x="1061" y="9387"/>
                    <a:pt x="1222" y="8487"/>
                    <a:pt x="1222" y="7908"/>
                  </a:cubicBezTo>
                  <a:cubicBezTo>
                    <a:pt x="1222" y="7458"/>
                    <a:pt x="1479" y="6719"/>
                    <a:pt x="1865" y="6012"/>
                  </a:cubicBezTo>
                  <a:cubicBezTo>
                    <a:pt x="2218" y="5272"/>
                    <a:pt x="2668" y="4565"/>
                    <a:pt x="2926" y="3986"/>
                  </a:cubicBezTo>
                  <a:cubicBezTo>
                    <a:pt x="3022" y="3826"/>
                    <a:pt x="3054" y="3665"/>
                    <a:pt x="3054" y="3504"/>
                  </a:cubicBezTo>
                  <a:cubicBezTo>
                    <a:pt x="3022" y="2958"/>
                    <a:pt x="2733" y="2476"/>
                    <a:pt x="2476" y="1994"/>
                  </a:cubicBezTo>
                  <a:cubicBezTo>
                    <a:pt x="2347" y="1736"/>
                    <a:pt x="2218" y="1511"/>
                    <a:pt x="2122" y="1319"/>
                  </a:cubicBezTo>
                  <a:cubicBezTo>
                    <a:pt x="2058" y="1126"/>
                    <a:pt x="1993" y="965"/>
                    <a:pt x="1993" y="836"/>
                  </a:cubicBezTo>
                  <a:cubicBezTo>
                    <a:pt x="1993" y="804"/>
                    <a:pt x="1993" y="772"/>
                    <a:pt x="2026" y="740"/>
                  </a:cubicBezTo>
                  <a:cubicBezTo>
                    <a:pt x="2026" y="708"/>
                    <a:pt x="2058" y="676"/>
                    <a:pt x="2154" y="643"/>
                  </a:cubicBezTo>
                  <a:cubicBezTo>
                    <a:pt x="2315" y="547"/>
                    <a:pt x="2443" y="515"/>
                    <a:pt x="2572" y="515"/>
                  </a:cubicBezTo>
                  <a:close/>
                  <a:moveTo>
                    <a:pt x="2572" y="1"/>
                  </a:moveTo>
                  <a:cubicBezTo>
                    <a:pt x="2347" y="1"/>
                    <a:pt x="2122" y="33"/>
                    <a:pt x="1897" y="161"/>
                  </a:cubicBezTo>
                  <a:cubicBezTo>
                    <a:pt x="1768" y="226"/>
                    <a:pt x="1640" y="322"/>
                    <a:pt x="1575" y="451"/>
                  </a:cubicBezTo>
                  <a:cubicBezTo>
                    <a:pt x="1479" y="579"/>
                    <a:pt x="1447" y="708"/>
                    <a:pt x="1447" y="836"/>
                  </a:cubicBezTo>
                  <a:cubicBezTo>
                    <a:pt x="1447" y="1093"/>
                    <a:pt x="1543" y="1319"/>
                    <a:pt x="1640" y="1544"/>
                  </a:cubicBezTo>
                  <a:cubicBezTo>
                    <a:pt x="1800" y="1897"/>
                    <a:pt x="2026" y="2251"/>
                    <a:pt x="2218" y="2604"/>
                  </a:cubicBezTo>
                  <a:cubicBezTo>
                    <a:pt x="2379" y="2926"/>
                    <a:pt x="2508" y="3279"/>
                    <a:pt x="2508" y="3504"/>
                  </a:cubicBezTo>
                  <a:cubicBezTo>
                    <a:pt x="2508" y="3601"/>
                    <a:pt x="2476" y="3697"/>
                    <a:pt x="2443" y="3761"/>
                  </a:cubicBezTo>
                  <a:cubicBezTo>
                    <a:pt x="2186" y="4276"/>
                    <a:pt x="1768" y="5015"/>
                    <a:pt x="1383" y="5754"/>
                  </a:cubicBezTo>
                  <a:cubicBezTo>
                    <a:pt x="997" y="6526"/>
                    <a:pt x="675" y="7265"/>
                    <a:pt x="675" y="7908"/>
                  </a:cubicBezTo>
                  <a:cubicBezTo>
                    <a:pt x="675" y="8390"/>
                    <a:pt x="515" y="9290"/>
                    <a:pt x="354" y="10062"/>
                  </a:cubicBezTo>
                  <a:cubicBezTo>
                    <a:pt x="258" y="10448"/>
                    <a:pt x="193" y="10769"/>
                    <a:pt x="129" y="11026"/>
                  </a:cubicBezTo>
                  <a:cubicBezTo>
                    <a:pt x="65" y="11283"/>
                    <a:pt x="33" y="11444"/>
                    <a:pt x="33" y="11444"/>
                  </a:cubicBezTo>
                  <a:cubicBezTo>
                    <a:pt x="0" y="11508"/>
                    <a:pt x="0" y="11573"/>
                    <a:pt x="33" y="11605"/>
                  </a:cubicBezTo>
                  <a:lnTo>
                    <a:pt x="708" y="13212"/>
                  </a:lnTo>
                  <a:cubicBezTo>
                    <a:pt x="740" y="13308"/>
                    <a:pt x="772" y="13341"/>
                    <a:pt x="868" y="13373"/>
                  </a:cubicBezTo>
                  <a:cubicBezTo>
                    <a:pt x="900" y="13389"/>
                    <a:pt x="933" y="13397"/>
                    <a:pt x="965" y="13397"/>
                  </a:cubicBezTo>
                  <a:cubicBezTo>
                    <a:pt x="997" y="13397"/>
                    <a:pt x="1029" y="13389"/>
                    <a:pt x="1061" y="13373"/>
                  </a:cubicBezTo>
                  <a:cubicBezTo>
                    <a:pt x="1093" y="13341"/>
                    <a:pt x="1640" y="13051"/>
                    <a:pt x="2476" y="12248"/>
                  </a:cubicBezTo>
                  <a:cubicBezTo>
                    <a:pt x="3311" y="11412"/>
                    <a:pt x="4661" y="9515"/>
                    <a:pt x="5465" y="7747"/>
                  </a:cubicBezTo>
                  <a:cubicBezTo>
                    <a:pt x="5819" y="6976"/>
                    <a:pt x="5979" y="6108"/>
                    <a:pt x="5979" y="5240"/>
                  </a:cubicBezTo>
                  <a:cubicBezTo>
                    <a:pt x="5979" y="3986"/>
                    <a:pt x="5658" y="2765"/>
                    <a:pt x="5047" y="1961"/>
                  </a:cubicBezTo>
                  <a:cubicBezTo>
                    <a:pt x="4661" y="1479"/>
                    <a:pt x="4308" y="997"/>
                    <a:pt x="3922" y="643"/>
                  </a:cubicBezTo>
                  <a:cubicBezTo>
                    <a:pt x="3504" y="258"/>
                    <a:pt x="3086" y="1"/>
                    <a:pt x="2572"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57" name="Google Shape;1857;p33"/>
            <p:cNvSpPr/>
            <p:nvPr/>
          </p:nvSpPr>
          <p:spPr>
            <a:xfrm>
              <a:off x="2962175" y="3205825"/>
              <a:ext cx="55475" cy="189700"/>
            </a:xfrm>
            <a:custGeom>
              <a:avLst/>
              <a:gdLst/>
              <a:ahLst/>
              <a:cxnLst/>
              <a:rect l="l" t="t" r="r" b="b"/>
              <a:pathLst>
                <a:path w="2219" h="7588" extrusionOk="0">
                  <a:moveTo>
                    <a:pt x="1022" y="0"/>
                  </a:moveTo>
                  <a:cubicBezTo>
                    <a:pt x="986" y="0"/>
                    <a:pt x="965" y="2"/>
                    <a:pt x="965" y="2"/>
                  </a:cubicBezTo>
                  <a:cubicBezTo>
                    <a:pt x="965" y="2"/>
                    <a:pt x="0" y="2509"/>
                    <a:pt x="0" y="4213"/>
                  </a:cubicBezTo>
                  <a:lnTo>
                    <a:pt x="0" y="7588"/>
                  </a:lnTo>
                  <a:lnTo>
                    <a:pt x="2218" y="4502"/>
                  </a:lnTo>
                  <a:cubicBezTo>
                    <a:pt x="2218" y="4502"/>
                    <a:pt x="1800" y="2509"/>
                    <a:pt x="1993" y="1191"/>
                  </a:cubicBezTo>
                  <a:cubicBezTo>
                    <a:pt x="2189" y="73"/>
                    <a:pt x="1266" y="0"/>
                    <a:pt x="1022"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58" name="Google Shape;1858;p33"/>
            <p:cNvSpPr/>
            <p:nvPr/>
          </p:nvSpPr>
          <p:spPr>
            <a:xfrm>
              <a:off x="2955750" y="3198625"/>
              <a:ext cx="69125" cy="203325"/>
            </a:xfrm>
            <a:custGeom>
              <a:avLst/>
              <a:gdLst/>
              <a:ahLst/>
              <a:cxnLst/>
              <a:rect l="l" t="t" r="r" b="b"/>
              <a:pathLst>
                <a:path w="2765" h="8133" extrusionOk="0">
                  <a:moveTo>
                    <a:pt x="1286" y="0"/>
                  </a:moveTo>
                  <a:lnTo>
                    <a:pt x="1189" y="32"/>
                  </a:lnTo>
                  <a:cubicBezTo>
                    <a:pt x="1093" y="32"/>
                    <a:pt x="997" y="97"/>
                    <a:pt x="964" y="193"/>
                  </a:cubicBezTo>
                  <a:cubicBezTo>
                    <a:pt x="964" y="193"/>
                    <a:pt x="739" y="836"/>
                    <a:pt x="482" y="1672"/>
                  </a:cubicBezTo>
                  <a:cubicBezTo>
                    <a:pt x="257" y="2540"/>
                    <a:pt x="0" y="3601"/>
                    <a:pt x="0" y="4501"/>
                  </a:cubicBezTo>
                  <a:cubicBezTo>
                    <a:pt x="0" y="6172"/>
                    <a:pt x="0" y="7876"/>
                    <a:pt x="0" y="7876"/>
                  </a:cubicBezTo>
                  <a:cubicBezTo>
                    <a:pt x="0" y="8036"/>
                    <a:pt x="129" y="8133"/>
                    <a:pt x="257" y="8133"/>
                  </a:cubicBezTo>
                  <a:cubicBezTo>
                    <a:pt x="418" y="8133"/>
                    <a:pt x="546" y="8036"/>
                    <a:pt x="546" y="7876"/>
                  </a:cubicBezTo>
                  <a:lnTo>
                    <a:pt x="546" y="4501"/>
                  </a:lnTo>
                  <a:cubicBezTo>
                    <a:pt x="546" y="3697"/>
                    <a:pt x="771" y="2636"/>
                    <a:pt x="997" y="1833"/>
                  </a:cubicBezTo>
                  <a:cubicBezTo>
                    <a:pt x="1125" y="1415"/>
                    <a:pt x="1222" y="1061"/>
                    <a:pt x="1318" y="804"/>
                  </a:cubicBezTo>
                  <a:cubicBezTo>
                    <a:pt x="1362" y="716"/>
                    <a:pt x="1391" y="628"/>
                    <a:pt x="1415" y="561"/>
                  </a:cubicBezTo>
                  <a:lnTo>
                    <a:pt x="1415" y="561"/>
                  </a:lnTo>
                  <a:cubicBezTo>
                    <a:pt x="1511" y="576"/>
                    <a:pt x="1636" y="603"/>
                    <a:pt x="1736" y="643"/>
                  </a:cubicBezTo>
                  <a:cubicBezTo>
                    <a:pt x="1800" y="708"/>
                    <a:pt x="1864" y="772"/>
                    <a:pt x="1929" y="836"/>
                  </a:cubicBezTo>
                  <a:cubicBezTo>
                    <a:pt x="1961" y="933"/>
                    <a:pt x="2025" y="1029"/>
                    <a:pt x="2025" y="1222"/>
                  </a:cubicBezTo>
                  <a:cubicBezTo>
                    <a:pt x="2025" y="1286"/>
                    <a:pt x="2025" y="1383"/>
                    <a:pt x="1993" y="1447"/>
                  </a:cubicBezTo>
                  <a:cubicBezTo>
                    <a:pt x="1961" y="1736"/>
                    <a:pt x="1929" y="2025"/>
                    <a:pt x="1929" y="2347"/>
                  </a:cubicBezTo>
                  <a:cubicBezTo>
                    <a:pt x="1929" y="3536"/>
                    <a:pt x="2186" y="4822"/>
                    <a:pt x="2186" y="4854"/>
                  </a:cubicBezTo>
                  <a:cubicBezTo>
                    <a:pt x="2214" y="4966"/>
                    <a:pt x="2339" y="5053"/>
                    <a:pt x="2455" y="5053"/>
                  </a:cubicBezTo>
                  <a:cubicBezTo>
                    <a:pt x="2473" y="5053"/>
                    <a:pt x="2490" y="5051"/>
                    <a:pt x="2507" y="5047"/>
                  </a:cubicBezTo>
                  <a:cubicBezTo>
                    <a:pt x="2668" y="5015"/>
                    <a:pt x="2764" y="4886"/>
                    <a:pt x="2732" y="4726"/>
                  </a:cubicBezTo>
                  <a:cubicBezTo>
                    <a:pt x="2732" y="4726"/>
                    <a:pt x="2700" y="4661"/>
                    <a:pt x="2700" y="4533"/>
                  </a:cubicBezTo>
                  <a:cubicBezTo>
                    <a:pt x="2604" y="4115"/>
                    <a:pt x="2475" y="3183"/>
                    <a:pt x="2475" y="2347"/>
                  </a:cubicBezTo>
                  <a:cubicBezTo>
                    <a:pt x="2475" y="2058"/>
                    <a:pt x="2475" y="1768"/>
                    <a:pt x="2539" y="1543"/>
                  </a:cubicBezTo>
                  <a:cubicBezTo>
                    <a:pt x="2539" y="1415"/>
                    <a:pt x="2539" y="1318"/>
                    <a:pt x="2539" y="1222"/>
                  </a:cubicBezTo>
                  <a:cubicBezTo>
                    <a:pt x="2539" y="965"/>
                    <a:pt x="2475" y="740"/>
                    <a:pt x="2379" y="579"/>
                  </a:cubicBezTo>
                  <a:cubicBezTo>
                    <a:pt x="2218" y="290"/>
                    <a:pt x="1993" y="161"/>
                    <a:pt x="1768" y="97"/>
                  </a:cubicBezTo>
                  <a:cubicBezTo>
                    <a:pt x="1543" y="32"/>
                    <a:pt x="1382" y="0"/>
                    <a:pt x="1286"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59" name="Google Shape;1859;p33"/>
            <p:cNvSpPr/>
            <p:nvPr/>
          </p:nvSpPr>
          <p:spPr>
            <a:xfrm>
              <a:off x="2173825" y="3252475"/>
              <a:ext cx="853450" cy="753000"/>
            </a:xfrm>
            <a:custGeom>
              <a:avLst/>
              <a:gdLst/>
              <a:ahLst/>
              <a:cxnLst/>
              <a:rect l="l" t="t" r="r" b="b"/>
              <a:pathLst>
                <a:path w="34138" h="30120" extrusionOk="0">
                  <a:moveTo>
                    <a:pt x="7104" y="0"/>
                  </a:moveTo>
                  <a:lnTo>
                    <a:pt x="1865" y="3761"/>
                  </a:lnTo>
                  <a:cubicBezTo>
                    <a:pt x="1865" y="3761"/>
                    <a:pt x="1" y="6429"/>
                    <a:pt x="933" y="9386"/>
                  </a:cubicBezTo>
                  <a:cubicBezTo>
                    <a:pt x="1865" y="12311"/>
                    <a:pt x="15269" y="30119"/>
                    <a:pt x="17134" y="30119"/>
                  </a:cubicBezTo>
                  <a:cubicBezTo>
                    <a:pt x="18998" y="30119"/>
                    <a:pt x="32531" y="12601"/>
                    <a:pt x="33334" y="11508"/>
                  </a:cubicBezTo>
                  <a:cubicBezTo>
                    <a:pt x="34138" y="10447"/>
                    <a:pt x="30666" y="7779"/>
                    <a:pt x="30666" y="7779"/>
                  </a:cubicBezTo>
                  <a:lnTo>
                    <a:pt x="17134" y="20090"/>
                  </a:lnTo>
                  <a:cubicBezTo>
                    <a:pt x="17134" y="20090"/>
                    <a:pt x="13533" y="5625"/>
                    <a:pt x="12055" y="2957"/>
                  </a:cubicBezTo>
                  <a:cubicBezTo>
                    <a:pt x="10576" y="257"/>
                    <a:pt x="7104" y="0"/>
                    <a:pt x="7104"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60" name="Google Shape;1860;p33"/>
            <p:cNvSpPr/>
            <p:nvPr/>
          </p:nvSpPr>
          <p:spPr>
            <a:xfrm>
              <a:off x="2183475" y="3245900"/>
              <a:ext cx="833350" cy="766800"/>
            </a:xfrm>
            <a:custGeom>
              <a:avLst/>
              <a:gdLst/>
              <a:ahLst/>
              <a:cxnLst/>
              <a:rect l="l" t="t" r="r" b="b"/>
              <a:pathLst>
                <a:path w="33334" h="30672" extrusionOk="0">
                  <a:moveTo>
                    <a:pt x="6678" y="1"/>
                  </a:moveTo>
                  <a:cubicBezTo>
                    <a:pt x="6564" y="1"/>
                    <a:pt x="6458" y="116"/>
                    <a:pt x="6429" y="231"/>
                  </a:cubicBezTo>
                  <a:cubicBezTo>
                    <a:pt x="6429" y="392"/>
                    <a:pt x="6526" y="520"/>
                    <a:pt x="6686" y="520"/>
                  </a:cubicBezTo>
                  <a:lnTo>
                    <a:pt x="6718" y="520"/>
                  </a:lnTo>
                  <a:cubicBezTo>
                    <a:pt x="6879" y="552"/>
                    <a:pt x="7747" y="649"/>
                    <a:pt x="8711" y="1067"/>
                  </a:cubicBezTo>
                  <a:cubicBezTo>
                    <a:pt x="9708" y="1452"/>
                    <a:pt x="10769" y="2160"/>
                    <a:pt x="11412" y="3349"/>
                  </a:cubicBezTo>
                  <a:cubicBezTo>
                    <a:pt x="11765" y="3960"/>
                    <a:pt x="12279" y="5374"/>
                    <a:pt x="12826" y="7110"/>
                  </a:cubicBezTo>
                  <a:cubicBezTo>
                    <a:pt x="13629" y="9681"/>
                    <a:pt x="14562" y="13024"/>
                    <a:pt x="15269" y="15692"/>
                  </a:cubicBezTo>
                  <a:cubicBezTo>
                    <a:pt x="15622" y="17042"/>
                    <a:pt x="15944" y="18232"/>
                    <a:pt x="16137" y="19068"/>
                  </a:cubicBezTo>
                  <a:cubicBezTo>
                    <a:pt x="16362" y="19903"/>
                    <a:pt x="16490" y="20418"/>
                    <a:pt x="16490" y="20418"/>
                  </a:cubicBezTo>
                  <a:cubicBezTo>
                    <a:pt x="16522" y="20514"/>
                    <a:pt x="16587" y="20578"/>
                    <a:pt x="16683" y="20610"/>
                  </a:cubicBezTo>
                  <a:cubicBezTo>
                    <a:pt x="16700" y="20619"/>
                    <a:pt x="16720" y="20623"/>
                    <a:pt x="16741" y="20623"/>
                  </a:cubicBezTo>
                  <a:cubicBezTo>
                    <a:pt x="16799" y="20623"/>
                    <a:pt x="16870" y="20593"/>
                    <a:pt x="16940" y="20546"/>
                  </a:cubicBezTo>
                  <a:lnTo>
                    <a:pt x="30283" y="8379"/>
                  </a:lnTo>
                  <a:lnTo>
                    <a:pt x="30283" y="8379"/>
                  </a:lnTo>
                  <a:cubicBezTo>
                    <a:pt x="30597" y="8607"/>
                    <a:pt x="31190" y="9147"/>
                    <a:pt x="31727" y="9714"/>
                  </a:cubicBezTo>
                  <a:cubicBezTo>
                    <a:pt x="32048" y="10003"/>
                    <a:pt x="32305" y="10324"/>
                    <a:pt x="32498" y="10646"/>
                  </a:cubicBezTo>
                  <a:cubicBezTo>
                    <a:pt x="32691" y="10935"/>
                    <a:pt x="32820" y="11224"/>
                    <a:pt x="32820" y="11385"/>
                  </a:cubicBezTo>
                  <a:cubicBezTo>
                    <a:pt x="32820" y="11481"/>
                    <a:pt x="32788" y="11546"/>
                    <a:pt x="32755" y="11610"/>
                  </a:cubicBezTo>
                  <a:cubicBezTo>
                    <a:pt x="32338" y="12156"/>
                    <a:pt x="28769" y="16817"/>
                    <a:pt x="25041" y="21318"/>
                  </a:cubicBezTo>
                  <a:cubicBezTo>
                    <a:pt x="23176" y="23568"/>
                    <a:pt x="21312" y="25786"/>
                    <a:pt x="19769" y="27457"/>
                  </a:cubicBezTo>
                  <a:cubicBezTo>
                    <a:pt x="18998" y="28293"/>
                    <a:pt x="18323" y="28968"/>
                    <a:pt x="17776" y="29450"/>
                  </a:cubicBezTo>
                  <a:cubicBezTo>
                    <a:pt x="17519" y="29675"/>
                    <a:pt x="17262" y="29868"/>
                    <a:pt x="17101" y="29965"/>
                  </a:cubicBezTo>
                  <a:cubicBezTo>
                    <a:pt x="16908" y="30093"/>
                    <a:pt x="16780" y="30125"/>
                    <a:pt x="16748" y="30125"/>
                  </a:cubicBezTo>
                  <a:cubicBezTo>
                    <a:pt x="16748" y="30125"/>
                    <a:pt x="16587" y="30093"/>
                    <a:pt x="16426" y="29965"/>
                  </a:cubicBezTo>
                  <a:cubicBezTo>
                    <a:pt x="16072" y="29740"/>
                    <a:pt x="15558" y="29290"/>
                    <a:pt x="14947" y="28679"/>
                  </a:cubicBezTo>
                  <a:cubicBezTo>
                    <a:pt x="12826" y="26493"/>
                    <a:pt x="9451" y="22282"/>
                    <a:pt x="6558" y="18360"/>
                  </a:cubicBezTo>
                  <a:cubicBezTo>
                    <a:pt x="5079" y="16367"/>
                    <a:pt x="3729" y="14471"/>
                    <a:pt x="2700" y="12896"/>
                  </a:cubicBezTo>
                  <a:cubicBezTo>
                    <a:pt x="2186" y="12124"/>
                    <a:pt x="1768" y="11417"/>
                    <a:pt x="1447" y="10839"/>
                  </a:cubicBezTo>
                  <a:cubicBezTo>
                    <a:pt x="1093" y="10260"/>
                    <a:pt x="868" y="9810"/>
                    <a:pt x="804" y="9553"/>
                  </a:cubicBezTo>
                  <a:cubicBezTo>
                    <a:pt x="611" y="9006"/>
                    <a:pt x="547" y="8428"/>
                    <a:pt x="547" y="7913"/>
                  </a:cubicBezTo>
                  <a:cubicBezTo>
                    <a:pt x="547" y="6885"/>
                    <a:pt x="836" y="5920"/>
                    <a:pt x="1125" y="5245"/>
                  </a:cubicBezTo>
                  <a:cubicBezTo>
                    <a:pt x="1286" y="4892"/>
                    <a:pt x="1415" y="4635"/>
                    <a:pt x="1511" y="4442"/>
                  </a:cubicBezTo>
                  <a:cubicBezTo>
                    <a:pt x="1575" y="4345"/>
                    <a:pt x="1607" y="4281"/>
                    <a:pt x="1640" y="4217"/>
                  </a:cubicBezTo>
                  <a:lnTo>
                    <a:pt x="1704" y="4185"/>
                  </a:lnTo>
                  <a:lnTo>
                    <a:pt x="1704" y="4153"/>
                  </a:lnTo>
                  <a:cubicBezTo>
                    <a:pt x="1800" y="4056"/>
                    <a:pt x="1768" y="3863"/>
                    <a:pt x="1640" y="3799"/>
                  </a:cubicBezTo>
                  <a:cubicBezTo>
                    <a:pt x="1589" y="3761"/>
                    <a:pt x="1533" y="3743"/>
                    <a:pt x="1478" y="3743"/>
                  </a:cubicBezTo>
                  <a:cubicBezTo>
                    <a:pt x="1394" y="3743"/>
                    <a:pt x="1312" y="3785"/>
                    <a:pt x="1254" y="3863"/>
                  </a:cubicBezTo>
                  <a:cubicBezTo>
                    <a:pt x="1254" y="3863"/>
                    <a:pt x="0" y="5631"/>
                    <a:pt x="0" y="7913"/>
                  </a:cubicBezTo>
                  <a:cubicBezTo>
                    <a:pt x="0" y="8492"/>
                    <a:pt x="97" y="9103"/>
                    <a:pt x="290" y="9714"/>
                  </a:cubicBezTo>
                  <a:cubicBezTo>
                    <a:pt x="418" y="10131"/>
                    <a:pt x="740" y="10742"/>
                    <a:pt x="1190" y="11514"/>
                  </a:cubicBezTo>
                  <a:cubicBezTo>
                    <a:pt x="2829" y="14214"/>
                    <a:pt x="6236" y="18971"/>
                    <a:pt x="9483" y="23053"/>
                  </a:cubicBezTo>
                  <a:cubicBezTo>
                    <a:pt x="11090" y="25111"/>
                    <a:pt x="12665" y="26975"/>
                    <a:pt x="13919" y="28357"/>
                  </a:cubicBezTo>
                  <a:cubicBezTo>
                    <a:pt x="14562" y="29032"/>
                    <a:pt x="15108" y="29611"/>
                    <a:pt x="15590" y="29997"/>
                  </a:cubicBezTo>
                  <a:cubicBezTo>
                    <a:pt x="15815" y="30190"/>
                    <a:pt x="16008" y="30350"/>
                    <a:pt x="16201" y="30479"/>
                  </a:cubicBezTo>
                  <a:cubicBezTo>
                    <a:pt x="16394" y="30575"/>
                    <a:pt x="16555" y="30672"/>
                    <a:pt x="16748" y="30672"/>
                  </a:cubicBezTo>
                  <a:cubicBezTo>
                    <a:pt x="16973" y="30640"/>
                    <a:pt x="17165" y="30575"/>
                    <a:pt x="17390" y="30415"/>
                  </a:cubicBezTo>
                  <a:cubicBezTo>
                    <a:pt x="17776" y="30157"/>
                    <a:pt x="18323" y="29707"/>
                    <a:pt x="18933" y="29097"/>
                  </a:cubicBezTo>
                  <a:cubicBezTo>
                    <a:pt x="21119" y="26943"/>
                    <a:pt x="24494" y="22861"/>
                    <a:pt x="27419" y="19228"/>
                  </a:cubicBezTo>
                  <a:cubicBezTo>
                    <a:pt x="30377" y="15596"/>
                    <a:pt x="32820" y="12382"/>
                    <a:pt x="33173" y="11931"/>
                  </a:cubicBezTo>
                  <a:cubicBezTo>
                    <a:pt x="33302" y="11771"/>
                    <a:pt x="33334" y="11578"/>
                    <a:pt x="33334" y="11385"/>
                  </a:cubicBezTo>
                  <a:cubicBezTo>
                    <a:pt x="33334" y="10999"/>
                    <a:pt x="33141" y="10614"/>
                    <a:pt x="32852" y="10196"/>
                  </a:cubicBezTo>
                  <a:cubicBezTo>
                    <a:pt x="32016" y="9038"/>
                    <a:pt x="30441" y="7817"/>
                    <a:pt x="30441" y="7817"/>
                  </a:cubicBezTo>
                  <a:cubicBezTo>
                    <a:pt x="30397" y="7773"/>
                    <a:pt x="30341" y="7756"/>
                    <a:pt x="30283" y="7756"/>
                  </a:cubicBezTo>
                  <a:cubicBezTo>
                    <a:pt x="30213" y="7756"/>
                    <a:pt x="30140" y="7782"/>
                    <a:pt x="30087" y="7817"/>
                  </a:cubicBezTo>
                  <a:lnTo>
                    <a:pt x="16895" y="19850"/>
                  </a:lnTo>
                  <a:lnTo>
                    <a:pt x="16895" y="19850"/>
                  </a:lnTo>
                  <a:cubicBezTo>
                    <a:pt x="16623" y="18769"/>
                    <a:pt x="15878" y="15837"/>
                    <a:pt x="15012" y="12703"/>
                  </a:cubicBezTo>
                  <a:cubicBezTo>
                    <a:pt x="14465" y="10742"/>
                    <a:pt x="13887" y="8685"/>
                    <a:pt x="13340" y="6917"/>
                  </a:cubicBezTo>
                  <a:cubicBezTo>
                    <a:pt x="12794" y="5181"/>
                    <a:pt x="12279" y="3799"/>
                    <a:pt x="11894" y="3060"/>
                  </a:cubicBezTo>
                  <a:cubicBezTo>
                    <a:pt x="11122" y="1645"/>
                    <a:pt x="9804" y="906"/>
                    <a:pt x="8711" y="488"/>
                  </a:cubicBezTo>
                  <a:cubicBezTo>
                    <a:pt x="7618" y="70"/>
                    <a:pt x="6751" y="6"/>
                    <a:pt x="6718" y="6"/>
                  </a:cubicBezTo>
                  <a:cubicBezTo>
                    <a:pt x="6705" y="2"/>
                    <a:pt x="6691" y="1"/>
                    <a:pt x="6678"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61" name="Google Shape;1861;p33"/>
            <p:cNvSpPr/>
            <p:nvPr/>
          </p:nvSpPr>
          <p:spPr>
            <a:xfrm>
              <a:off x="3821225" y="1865575"/>
              <a:ext cx="186475" cy="152025"/>
            </a:xfrm>
            <a:custGeom>
              <a:avLst/>
              <a:gdLst/>
              <a:ahLst/>
              <a:cxnLst/>
              <a:rect l="l" t="t" r="r" b="b"/>
              <a:pathLst>
                <a:path w="7459" h="6081" extrusionOk="0">
                  <a:moveTo>
                    <a:pt x="5146" y="1"/>
                  </a:moveTo>
                  <a:cubicBezTo>
                    <a:pt x="4953" y="1"/>
                    <a:pt x="4749" y="20"/>
                    <a:pt x="4533" y="59"/>
                  </a:cubicBezTo>
                  <a:cubicBezTo>
                    <a:pt x="2604" y="445"/>
                    <a:pt x="740" y="2470"/>
                    <a:pt x="740" y="2470"/>
                  </a:cubicBezTo>
                  <a:cubicBezTo>
                    <a:pt x="740" y="2470"/>
                    <a:pt x="1" y="3113"/>
                    <a:pt x="483" y="4334"/>
                  </a:cubicBezTo>
                  <a:cubicBezTo>
                    <a:pt x="933" y="5523"/>
                    <a:pt x="2604" y="6006"/>
                    <a:pt x="3633" y="6070"/>
                  </a:cubicBezTo>
                  <a:cubicBezTo>
                    <a:pt x="3703" y="6077"/>
                    <a:pt x="3777" y="6080"/>
                    <a:pt x="3855" y="6080"/>
                  </a:cubicBezTo>
                  <a:cubicBezTo>
                    <a:pt x="4873" y="6080"/>
                    <a:pt x="6436" y="5456"/>
                    <a:pt x="6944" y="3306"/>
                  </a:cubicBezTo>
                  <a:cubicBezTo>
                    <a:pt x="7459" y="1246"/>
                    <a:pt x="6701" y="1"/>
                    <a:pt x="5146"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62" name="Google Shape;1862;p33"/>
            <p:cNvSpPr/>
            <p:nvPr/>
          </p:nvSpPr>
          <p:spPr>
            <a:xfrm>
              <a:off x="3822025" y="1859000"/>
              <a:ext cx="183250" cy="165575"/>
            </a:xfrm>
            <a:custGeom>
              <a:avLst/>
              <a:gdLst/>
              <a:ahLst/>
              <a:cxnLst/>
              <a:rect l="l" t="t" r="r" b="b"/>
              <a:pathLst>
                <a:path w="7330" h="6623" extrusionOk="0">
                  <a:moveTo>
                    <a:pt x="5144" y="547"/>
                  </a:moveTo>
                  <a:cubicBezTo>
                    <a:pt x="5690" y="547"/>
                    <a:pt x="6076" y="708"/>
                    <a:pt x="6365" y="997"/>
                  </a:cubicBezTo>
                  <a:cubicBezTo>
                    <a:pt x="6622" y="1318"/>
                    <a:pt x="6815" y="1768"/>
                    <a:pt x="6815" y="2411"/>
                  </a:cubicBezTo>
                  <a:cubicBezTo>
                    <a:pt x="6815" y="2733"/>
                    <a:pt x="6751" y="3086"/>
                    <a:pt x="6655" y="3504"/>
                  </a:cubicBezTo>
                  <a:cubicBezTo>
                    <a:pt x="6397" y="4533"/>
                    <a:pt x="5915" y="5176"/>
                    <a:pt x="5401" y="5561"/>
                  </a:cubicBezTo>
                  <a:cubicBezTo>
                    <a:pt x="4854" y="5947"/>
                    <a:pt x="4276" y="6076"/>
                    <a:pt x="3794" y="6076"/>
                  </a:cubicBezTo>
                  <a:lnTo>
                    <a:pt x="3601" y="6076"/>
                  </a:lnTo>
                  <a:cubicBezTo>
                    <a:pt x="3119" y="6044"/>
                    <a:pt x="2476" y="5915"/>
                    <a:pt x="1929" y="5658"/>
                  </a:cubicBezTo>
                  <a:cubicBezTo>
                    <a:pt x="1351" y="5369"/>
                    <a:pt x="869" y="5015"/>
                    <a:pt x="676" y="4501"/>
                  </a:cubicBezTo>
                  <a:cubicBezTo>
                    <a:pt x="579" y="4244"/>
                    <a:pt x="547" y="4019"/>
                    <a:pt x="547" y="3826"/>
                  </a:cubicBezTo>
                  <a:cubicBezTo>
                    <a:pt x="547" y="3536"/>
                    <a:pt x="644" y="3311"/>
                    <a:pt x="740" y="3151"/>
                  </a:cubicBezTo>
                  <a:cubicBezTo>
                    <a:pt x="772" y="3086"/>
                    <a:pt x="804" y="3022"/>
                    <a:pt x="836" y="2990"/>
                  </a:cubicBezTo>
                  <a:lnTo>
                    <a:pt x="869" y="2958"/>
                  </a:lnTo>
                  <a:lnTo>
                    <a:pt x="901" y="2926"/>
                  </a:lnTo>
                  <a:lnTo>
                    <a:pt x="933" y="2893"/>
                  </a:lnTo>
                  <a:cubicBezTo>
                    <a:pt x="1029" y="2797"/>
                    <a:pt x="1511" y="2283"/>
                    <a:pt x="2186" y="1768"/>
                  </a:cubicBezTo>
                  <a:cubicBezTo>
                    <a:pt x="2862" y="1254"/>
                    <a:pt x="3729" y="740"/>
                    <a:pt x="4565" y="579"/>
                  </a:cubicBezTo>
                  <a:cubicBezTo>
                    <a:pt x="4758" y="547"/>
                    <a:pt x="4951" y="547"/>
                    <a:pt x="5144" y="547"/>
                  </a:cubicBezTo>
                  <a:close/>
                  <a:moveTo>
                    <a:pt x="5144" y="0"/>
                  </a:moveTo>
                  <a:cubicBezTo>
                    <a:pt x="4919" y="0"/>
                    <a:pt x="4694" y="33"/>
                    <a:pt x="4469" y="65"/>
                  </a:cubicBezTo>
                  <a:cubicBezTo>
                    <a:pt x="3408" y="258"/>
                    <a:pt x="2444" y="901"/>
                    <a:pt x="1704" y="1447"/>
                  </a:cubicBezTo>
                  <a:cubicBezTo>
                    <a:pt x="1073" y="1963"/>
                    <a:pt x="621" y="2429"/>
                    <a:pt x="531" y="2545"/>
                  </a:cubicBezTo>
                  <a:lnTo>
                    <a:pt x="531" y="2545"/>
                  </a:lnTo>
                  <a:cubicBezTo>
                    <a:pt x="484" y="2572"/>
                    <a:pt x="371" y="2696"/>
                    <a:pt x="258" y="2893"/>
                  </a:cubicBezTo>
                  <a:cubicBezTo>
                    <a:pt x="129" y="3086"/>
                    <a:pt x="1" y="3408"/>
                    <a:pt x="1" y="3826"/>
                  </a:cubicBezTo>
                  <a:cubicBezTo>
                    <a:pt x="1" y="4083"/>
                    <a:pt x="65" y="4372"/>
                    <a:pt x="194" y="4694"/>
                  </a:cubicBezTo>
                  <a:cubicBezTo>
                    <a:pt x="451" y="5369"/>
                    <a:pt x="1061" y="5819"/>
                    <a:pt x="1704" y="6140"/>
                  </a:cubicBezTo>
                  <a:cubicBezTo>
                    <a:pt x="2315" y="6429"/>
                    <a:pt x="3022" y="6558"/>
                    <a:pt x="3569" y="6622"/>
                  </a:cubicBezTo>
                  <a:lnTo>
                    <a:pt x="3794" y="6622"/>
                  </a:lnTo>
                  <a:cubicBezTo>
                    <a:pt x="4372" y="6622"/>
                    <a:pt x="5079" y="6462"/>
                    <a:pt x="5722" y="5979"/>
                  </a:cubicBezTo>
                  <a:cubicBezTo>
                    <a:pt x="6365" y="5529"/>
                    <a:pt x="6912" y="4758"/>
                    <a:pt x="7169" y="3633"/>
                  </a:cubicBezTo>
                  <a:cubicBezTo>
                    <a:pt x="7297" y="3183"/>
                    <a:pt x="7330" y="2765"/>
                    <a:pt x="7330" y="2411"/>
                  </a:cubicBezTo>
                  <a:cubicBezTo>
                    <a:pt x="7330" y="1672"/>
                    <a:pt x="7137" y="1061"/>
                    <a:pt x="6751" y="643"/>
                  </a:cubicBezTo>
                  <a:cubicBezTo>
                    <a:pt x="6365" y="225"/>
                    <a:pt x="5787" y="0"/>
                    <a:pt x="5144"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63" name="Google Shape;1863;p33"/>
            <p:cNvSpPr/>
            <p:nvPr/>
          </p:nvSpPr>
          <p:spPr>
            <a:xfrm>
              <a:off x="3668550" y="1913650"/>
              <a:ext cx="247525" cy="173600"/>
            </a:xfrm>
            <a:custGeom>
              <a:avLst/>
              <a:gdLst/>
              <a:ahLst/>
              <a:cxnLst/>
              <a:rect l="l" t="t" r="r" b="b"/>
              <a:pathLst>
                <a:path w="9901" h="6944" extrusionOk="0">
                  <a:moveTo>
                    <a:pt x="7972" y="0"/>
                  </a:moveTo>
                  <a:cubicBezTo>
                    <a:pt x="7972" y="0"/>
                    <a:pt x="3986" y="547"/>
                    <a:pt x="3054" y="1190"/>
                  </a:cubicBezTo>
                  <a:cubicBezTo>
                    <a:pt x="2122" y="1833"/>
                    <a:pt x="0" y="5465"/>
                    <a:pt x="0" y="5915"/>
                  </a:cubicBezTo>
                  <a:cubicBezTo>
                    <a:pt x="0" y="6397"/>
                    <a:pt x="1286" y="6847"/>
                    <a:pt x="1961" y="6847"/>
                  </a:cubicBezTo>
                  <a:cubicBezTo>
                    <a:pt x="2604" y="6847"/>
                    <a:pt x="4275" y="4629"/>
                    <a:pt x="4275" y="4629"/>
                  </a:cubicBezTo>
                  <a:lnTo>
                    <a:pt x="4275" y="4629"/>
                  </a:lnTo>
                  <a:lnTo>
                    <a:pt x="3440" y="6943"/>
                  </a:lnTo>
                  <a:cubicBezTo>
                    <a:pt x="3440" y="6943"/>
                    <a:pt x="4275" y="6847"/>
                    <a:pt x="4340" y="6461"/>
                  </a:cubicBezTo>
                  <a:cubicBezTo>
                    <a:pt x="4436" y="6108"/>
                    <a:pt x="5754" y="3600"/>
                    <a:pt x="5754" y="3600"/>
                  </a:cubicBezTo>
                  <a:cubicBezTo>
                    <a:pt x="5754" y="3600"/>
                    <a:pt x="5806" y="3603"/>
                    <a:pt x="5896" y="3603"/>
                  </a:cubicBezTo>
                  <a:cubicBezTo>
                    <a:pt x="6422" y="3603"/>
                    <a:pt x="8259" y="3532"/>
                    <a:pt x="8808" y="2572"/>
                  </a:cubicBezTo>
                  <a:cubicBezTo>
                    <a:pt x="9451" y="1479"/>
                    <a:pt x="9901" y="740"/>
                    <a:pt x="7972"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64" name="Google Shape;1864;p33"/>
            <p:cNvSpPr/>
            <p:nvPr/>
          </p:nvSpPr>
          <p:spPr>
            <a:xfrm>
              <a:off x="3662100" y="1907225"/>
              <a:ext cx="247550" cy="186675"/>
            </a:xfrm>
            <a:custGeom>
              <a:avLst/>
              <a:gdLst/>
              <a:ahLst/>
              <a:cxnLst/>
              <a:rect l="l" t="t" r="r" b="b"/>
              <a:pathLst>
                <a:path w="9902" h="7467" extrusionOk="0">
                  <a:moveTo>
                    <a:pt x="8178" y="532"/>
                  </a:moveTo>
                  <a:lnTo>
                    <a:pt x="8178" y="532"/>
                  </a:lnTo>
                  <a:cubicBezTo>
                    <a:pt x="8635" y="717"/>
                    <a:pt x="8943" y="874"/>
                    <a:pt x="9130" y="1061"/>
                  </a:cubicBezTo>
                  <a:cubicBezTo>
                    <a:pt x="9291" y="1222"/>
                    <a:pt x="9355" y="1350"/>
                    <a:pt x="9355" y="1511"/>
                  </a:cubicBezTo>
                  <a:cubicBezTo>
                    <a:pt x="9355" y="1768"/>
                    <a:pt x="9130" y="2186"/>
                    <a:pt x="8841" y="2700"/>
                  </a:cubicBezTo>
                  <a:cubicBezTo>
                    <a:pt x="8616" y="3086"/>
                    <a:pt x="8101" y="3311"/>
                    <a:pt x="7523" y="3440"/>
                  </a:cubicBezTo>
                  <a:cubicBezTo>
                    <a:pt x="6944" y="3568"/>
                    <a:pt x="6366" y="3600"/>
                    <a:pt x="6141" y="3600"/>
                  </a:cubicBezTo>
                  <a:lnTo>
                    <a:pt x="6012" y="3600"/>
                  </a:lnTo>
                  <a:cubicBezTo>
                    <a:pt x="5916" y="3600"/>
                    <a:pt x="5819" y="3632"/>
                    <a:pt x="5755" y="3729"/>
                  </a:cubicBezTo>
                  <a:cubicBezTo>
                    <a:pt x="5755" y="3729"/>
                    <a:pt x="5433" y="4372"/>
                    <a:pt x="5112" y="5047"/>
                  </a:cubicBezTo>
                  <a:cubicBezTo>
                    <a:pt x="4919" y="5368"/>
                    <a:pt x="4758" y="5722"/>
                    <a:pt x="4630" y="6011"/>
                  </a:cubicBezTo>
                  <a:cubicBezTo>
                    <a:pt x="4565" y="6172"/>
                    <a:pt x="4501" y="6300"/>
                    <a:pt x="4437" y="6397"/>
                  </a:cubicBezTo>
                  <a:cubicBezTo>
                    <a:pt x="4405" y="6525"/>
                    <a:pt x="4373" y="6590"/>
                    <a:pt x="4340" y="6654"/>
                  </a:cubicBezTo>
                  <a:lnTo>
                    <a:pt x="4340" y="6686"/>
                  </a:lnTo>
                  <a:cubicBezTo>
                    <a:pt x="4317" y="6732"/>
                    <a:pt x="4211" y="6779"/>
                    <a:pt x="4093" y="6825"/>
                  </a:cubicBezTo>
                  <a:lnTo>
                    <a:pt x="4093" y="6825"/>
                  </a:lnTo>
                  <a:lnTo>
                    <a:pt x="4758" y="4983"/>
                  </a:lnTo>
                  <a:cubicBezTo>
                    <a:pt x="4823" y="4854"/>
                    <a:pt x="4758" y="4725"/>
                    <a:pt x="4662" y="4661"/>
                  </a:cubicBezTo>
                  <a:cubicBezTo>
                    <a:pt x="4616" y="4638"/>
                    <a:pt x="4567" y="4628"/>
                    <a:pt x="4519" y="4628"/>
                  </a:cubicBezTo>
                  <a:cubicBezTo>
                    <a:pt x="4432" y="4628"/>
                    <a:pt x="4350" y="4663"/>
                    <a:pt x="4308" y="4725"/>
                  </a:cubicBezTo>
                  <a:cubicBezTo>
                    <a:pt x="4308" y="4725"/>
                    <a:pt x="4276" y="4758"/>
                    <a:pt x="4244" y="4822"/>
                  </a:cubicBezTo>
                  <a:cubicBezTo>
                    <a:pt x="4083" y="5015"/>
                    <a:pt x="3665" y="5561"/>
                    <a:pt x="3215" y="6011"/>
                  </a:cubicBezTo>
                  <a:cubicBezTo>
                    <a:pt x="2990" y="6236"/>
                    <a:pt x="2765" y="6461"/>
                    <a:pt x="2572" y="6622"/>
                  </a:cubicBezTo>
                  <a:cubicBezTo>
                    <a:pt x="2476" y="6686"/>
                    <a:pt x="2412" y="6750"/>
                    <a:pt x="2315" y="6783"/>
                  </a:cubicBezTo>
                  <a:cubicBezTo>
                    <a:pt x="2251" y="6815"/>
                    <a:pt x="2219" y="6847"/>
                    <a:pt x="2219" y="6847"/>
                  </a:cubicBezTo>
                  <a:cubicBezTo>
                    <a:pt x="1930" y="6847"/>
                    <a:pt x="1480" y="6718"/>
                    <a:pt x="1094" y="6558"/>
                  </a:cubicBezTo>
                  <a:cubicBezTo>
                    <a:pt x="901" y="6493"/>
                    <a:pt x="740" y="6397"/>
                    <a:pt x="644" y="6300"/>
                  </a:cubicBezTo>
                  <a:cubicBezTo>
                    <a:pt x="580" y="6268"/>
                    <a:pt x="547" y="6236"/>
                    <a:pt x="547" y="6204"/>
                  </a:cubicBezTo>
                  <a:lnTo>
                    <a:pt x="515" y="6172"/>
                  </a:lnTo>
                  <a:cubicBezTo>
                    <a:pt x="547" y="6140"/>
                    <a:pt x="580" y="6011"/>
                    <a:pt x="644" y="5883"/>
                  </a:cubicBezTo>
                  <a:cubicBezTo>
                    <a:pt x="869" y="5368"/>
                    <a:pt x="1415" y="4436"/>
                    <a:pt x="1962" y="3568"/>
                  </a:cubicBezTo>
                  <a:cubicBezTo>
                    <a:pt x="2251" y="3118"/>
                    <a:pt x="2540" y="2700"/>
                    <a:pt x="2798" y="2379"/>
                  </a:cubicBezTo>
                  <a:cubicBezTo>
                    <a:pt x="3055" y="2025"/>
                    <a:pt x="3312" y="1768"/>
                    <a:pt x="3473" y="1672"/>
                  </a:cubicBezTo>
                  <a:cubicBezTo>
                    <a:pt x="3633" y="1543"/>
                    <a:pt x="4051" y="1382"/>
                    <a:pt x="4533" y="1254"/>
                  </a:cubicBezTo>
                  <a:cubicBezTo>
                    <a:pt x="5273" y="1029"/>
                    <a:pt x="6205" y="868"/>
                    <a:pt x="6976" y="739"/>
                  </a:cubicBezTo>
                  <a:cubicBezTo>
                    <a:pt x="7330" y="675"/>
                    <a:pt x="7651" y="611"/>
                    <a:pt x="7876" y="579"/>
                  </a:cubicBezTo>
                  <a:cubicBezTo>
                    <a:pt x="8013" y="562"/>
                    <a:pt x="8114" y="545"/>
                    <a:pt x="8178" y="532"/>
                  </a:cubicBezTo>
                  <a:close/>
                  <a:moveTo>
                    <a:pt x="8198" y="0"/>
                  </a:moveTo>
                  <a:cubicBezTo>
                    <a:pt x="8198" y="0"/>
                    <a:pt x="7169" y="129"/>
                    <a:pt x="6076" y="354"/>
                  </a:cubicBezTo>
                  <a:cubicBezTo>
                    <a:pt x="5498" y="450"/>
                    <a:pt x="4919" y="579"/>
                    <a:pt x="4405" y="739"/>
                  </a:cubicBezTo>
                  <a:cubicBezTo>
                    <a:pt x="3890" y="900"/>
                    <a:pt x="3440" y="1029"/>
                    <a:pt x="3151" y="1222"/>
                  </a:cubicBezTo>
                  <a:cubicBezTo>
                    <a:pt x="2894" y="1447"/>
                    <a:pt x="2572" y="1800"/>
                    <a:pt x="2219" y="2250"/>
                  </a:cubicBezTo>
                  <a:cubicBezTo>
                    <a:pt x="1737" y="2925"/>
                    <a:pt x="1190" y="3761"/>
                    <a:pt x="740" y="4533"/>
                  </a:cubicBezTo>
                  <a:cubicBezTo>
                    <a:pt x="547" y="4886"/>
                    <a:pt x="355" y="5240"/>
                    <a:pt x="226" y="5497"/>
                  </a:cubicBezTo>
                  <a:cubicBezTo>
                    <a:pt x="162" y="5658"/>
                    <a:pt x="97" y="5786"/>
                    <a:pt x="65" y="5883"/>
                  </a:cubicBezTo>
                  <a:cubicBezTo>
                    <a:pt x="33" y="5979"/>
                    <a:pt x="1" y="6075"/>
                    <a:pt x="1" y="6172"/>
                  </a:cubicBezTo>
                  <a:cubicBezTo>
                    <a:pt x="1" y="6300"/>
                    <a:pt x="33" y="6397"/>
                    <a:pt x="97" y="6493"/>
                  </a:cubicBezTo>
                  <a:cubicBezTo>
                    <a:pt x="194" y="6654"/>
                    <a:pt x="322" y="6750"/>
                    <a:pt x="483" y="6879"/>
                  </a:cubicBezTo>
                  <a:cubicBezTo>
                    <a:pt x="740" y="7008"/>
                    <a:pt x="1062" y="7136"/>
                    <a:pt x="1351" y="7233"/>
                  </a:cubicBezTo>
                  <a:cubicBezTo>
                    <a:pt x="1640" y="7329"/>
                    <a:pt x="1962" y="7361"/>
                    <a:pt x="2219" y="7361"/>
                  </a:cubicBezTo>
                  <a:cubicBezTo>
                    <a:pt x="2347" y="7361"/>
                    <a:pt x="2476" y="7329"/>
                    <a:pt x="2637" y="7233"/>
                  </a:cubicBezTo>
                  <a:cubicBezTo>
                    <a:pt x="2862" y="7104"/>
                    <a:pt x="3087" y="6911"/>
                    <a:pt x="3312" y="6686"/>
                  </a:cubicBezTo>
                  <a:cubicBezTo>
                    <a:pt x="3462" y="6542"/>
                    <a:pt x="3613" y="6385"/>
                    <a:pt x="3757" y="6228"/>
                  </a:cubicBezTo>
                  <a:lnTo>
                    <a:pt x="3757" y="6228"/>
                  </a:lnTo>
                  <a:lnTo>
                    <a:pt x="3440" y="7104"/>
                  </a:lnTo>
                  <a:cubicBezTo>
                    <a:pt x="3408" y="7200"/>
                    <a:pt x="3408" y="7297"/>
                    <a:pt x="3473" y="7361"/>
                  </a:cubicBezTo>
                  <a:cubicBezTo>
                    <a:pt x="3525" y="7414"/>
                    <a:pt x="3599" y="7466"/>
                    <a:pt x="3677" y="7466"/>
                  </a:cubicBezTo>
                  <a:cubicBezTo>
                    <a:pt x="3694" y="7466"/>
                    <a:pt x="3712" y="7464"/>
                    <a:pt x="3730" y="7458"/>
                  </a:cubicBezTo>
                  <a:cubicBezTo>
                    <a:pt x="3730" y="7458"/>
                    <a:pt x="3955" y="7426"/>
                    <a:pt x="4180" y="7361"/>
                  </a:cubicBezTo>
                  <a:cubicBezTo>
                    <a:pt x="4308" y="7329"/>
                    <a:pt x="4437" y="7265"/>
                    <a:pt x="4565" y="7200"/>
                  </a:cubicBezTo>
                  <a:cubicBezTo>
                    <a:pt x="4694" y="7104"/>
                    <a:pt x="4823" y="6975"/>
                    <a:pt x="4887" y="6815"/>
                  </a:cubicBezTo>
                  <a:cubicBezTo>
                    <a:pt x="4887" y="6783"/>
                    <a:pt x="4887" y="6718"/>
                    <a:pt x="4951" y="6622"/>
                  </a:cubicBezTo>
                  <a:cubicBezTo>
                    <a:pt x="5080" y="6268"/>
                    <a:pt x="5433" y="5593"/>
                    <a:pt x="5690" y="5047"/>
                  </a:cubicBezTo>
                  <a:cubicBezTo>
                    <a:pt x="5879" y="4671"/>
                    <a:pt x="6053" y="4335"/>
                    <a:pt x="6152" y="4147"/>
                  </a:cubicBezTo>
                  <a:lnTo>
                    <a:pt x="6152" y="4147"/>
                  </a:lnTo>
                  <a:cubicBezTo>
                    <a:pt x="6416" y="4146"/>
                    <a:pt x="7018" y="4113"/>
                    <a:pt x="7651" y="3986"/>
                  </a:cubicBezTo>
                  <a:cubicBezTo>
                    <a:pt x="8262" y="3825"/>
                    <a:pt x="8937" y="3568"/>
                    <a:pt x="9291" y="2990"/>
                  </a:cubicBezTo>
                  <a:cubicBezTo>
                    <a:pt x="9580" y="2475"/>
                    <a:pt x="9869" y="2025"/>
                    <a:pt x="9869" y="1511"/>
                  </a:cubicBezTo>
                  <a:cubicBezTo>
                    <a:pt x="9901" y="1189"/>
                    <a:pt x="9741" y="900"/>
                    <a:pt x="9484" y="675"/>
                  </a:cubicBezTo>
                  <a:cubicBezTo>
                    <a:pt x="9226" y="418"/>
                    <a:pt x="8873" y="193"/>
                    <a:pt x="8326"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65" name="Google Shape;1865;p33"/>
            <p:cNvSpPr/>
            <p:nvPr/>
          </p:nvSpPr>
          <p:spPr>
            <a:xfrm>
              <a:off x="4006850" y="1760950"/>
              <a:ext cx="176825" cy="613200"/>
            </a:xfrm>
            <a:custGeom>
              <a:avLst/>
              <a:gdLst/>
              <a:ahLst/>
              <a:cxnLst/>
              <a:rect l="l" t="t" r="r" b="b"/>
              <a:pathLst>
                <a:path w="7073" h="24528" extrusionOk="0">
                  <a:moveTo>
                    <a:pt x="2412" y="1"/>
                  </a:moveTo>
                  <a:cubicBezTo>
                    <a:pt x="2412" y="1"/>
                    <a:pt x="1319" y="3730"/>
                    <a:pt x="1319" y="6076"/>
                  </a:cubicBezTo>
                  <a:cubicBezTo>
                    <a:pt x="1319" y="8391"/>
                    <a:pt x="2926" y="15880"/>
                    <a:pt x="2926" y="15880"/>
                  </a:cubicBezTo>
                  <a:cubicBezTo>
                    <a:pt x="2926" y="15880"/>
                    <a:pt x="2637" y="17905"/>
                    <a:pt x="1319" y="19320"/>
                  </a:cubicBezTo>
                  <a:cubicBezTo>
                    <a:pt x="1" y="20766"/>
                    <a:pt x="387" y="22663"/>
                    <a:pt x="997" y="23273"/>
                  </a:cubicBezTo>
                  <a:cubicBezTo>
                    <a:pt x="1470" y="23746"/>
                    <a:pt x="2310" y="24528"/>
                    <a:pt x="2858" y="24528"/>
                  </a:cubicBezTo>
                  <a:cubicBezTo>
                    <a:pt x="3018" y="24528"/>
                    <a:pt x="3153" y="24462"/>
                    <a:pt x="3247" y="24302"/>
                  </a:cubicBezTo>
                  <a:cubicBezTo>
                    <a:pt x="3633" y="23595"/>
                    <a:pt x="3344" y="22277"/>
                    <a:pt x="3730" y="21763"/>
                  </a:cubicBezTo>
                  <a:cubicBezTo>
                    <a:pt x="4148" y="21248"/>
                    <a:pt x="5658" y="20445"/>
                    <a:pt x="5883" y="18934"/>
                  </a:cubicBezTo>
                  <a:cubicBezTo>
                    <a:pt x="6076" y="17423"/>
                    <a:pt x="5755" y="12762"/>
                    <a:pt x="5755" y="10223"/>
                  </a:cubicBezTo>
                  <a:cubicBezTo>
                    <a:pt x="5755" y="7683"/>
                    <a:pt x="7073" y="3922"/>
                    <a:pt x="5658" y="1319"/>
                  </a:cubicBezTo>
                  <a:lnTo>
                    <a:pt x="2412" y="1"/>
                  </a:ln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66" name="Google Shape;1866;p33"/>
            <p:cNvSpPr/>
            <p:nvPr/>
          </p:nvSpPr>
          <p:spPr>
            <a:xfrm>
              <a:off x="4010875" y="1754025"/>
              <a:ext cx="160750" cy="626550"/>
            </a:xfrm>
            <a:custGeom>
              <a:avLst/>
              <a:gdLst/>
              <a:ahLst/>
              <a:cxnLst/>
              <a:rect l="l" t="t" r="r" b="b"/>
              <a:pathLst>
                <a:path w="6430" h="25062" extrusionOk="0">
                  <a:moveTo>
                    <a:pt x="2246" y="0"/>
                  </a:moveTo>
                  <a:cubicBezTo>
                    <a:pt x="2133" y="0"/>
                    <a:pt x="2044" y="81"/>
                    <a:pt x="1994" y="181"/>
                  </a:cubicBezTo>
                  <a:cubicBezTo>
                    <a:pt x="1994" y="181"/>
                    <a:pt x="1736" y="1146"/>
                    <a:pt x="1447" y="2367"/>
                  </a:cubicBezTo>
                  <a:cubicBezTo>
                    <a:pt x="1158" y="3621"/>
                    <a:pt x="869" y="5132"/>
                    <a:pt x="869" y="6353"/>
                  </a:cubicBezTo>
                  <a:cubicBezTo>
                    <a:pt x="901" y="7542"/>
                    <a:pt x="1286" y="10018"/>
                    <a:pt x="1704" y="12171"/>
                  </a:cubicBezTo>
                  <a:cubicBezTo>
                    <a:pt x="2062" y="14200"/>
                    <a:pt x="2448" y="15951"/>
                    <a:pt x="2502" y="16193"/>
                  </a:cubicBezTo>
                  <a:lnTo>
                    <a:pt x="2502" y="16193"/>
                  </a:lnTo>
                  <a:cubicBezTo>
                    <a:pt x="2442" y="16514"/>
                    <a:pt x="2070" y="18239"/>
                    <a:pt x="965" y="19436"/>
                  </a:cubicBezTo>
                  <a:cubicBezTo>
                    <a:pt x="258" y="20175"/>
                    <a:pt x="1" y="21043"/>
                    <a:pt x="1" y="21847"/>
                  </a:cubicBezTo>
                  <a:cubicBezTo>
                    <a:pt x="1" y="22650"/>
                    <a:pt x="258" y="23358"/>
                    <a:pt x="643" y="23743"/>
                  </a:cubicBezTo>
                  <a:cubicBezTo>
                    <a:pt x="901" y="24000"/>
                    <a:pt x="1222" y="24322"/>
                    <a:pt x="1576" y="24579"/>
                  </a:cubicBezTo>
                  <a:cubicBezTo>
                    <a:pt x="1769" y="24708"/>
                    <a:pt x="1929" y="24836"/>
                    <a:pt x="2122" y="24901"/>
                  </a:cubicBezTo>
                  <a:cubicBezTo>
                    <a:pt x="2315" y="24997"/>
                    <a:pt x="2476" y="25061"/>
                    <a:pt x="2701" y="25061"/>
                  </a:cubicBezTo>
                  <a:cubicBezTo>
                    <a:pt x="2797" y="25061"/>
                    <a:pt x="2926" y="25061"/>
                    <a:pt x="3054" y="24997"/>
                  </a:cubicBezTo>
                  <a:cubicBezTo>
                    <a:pt x="3151" y="24933"/>
                    <a:pt x="3247" y="24836"/>
                    <a:pt x="3311" y="24708"/>
                  </a:cubicBezTo>
                  <a:cubicBezTo>
                    <a:pt x="3569" y="24258"/>
                    <a:pt x="3569" y="23743"/>
                    <a:pt x="3601" y="23261"/>
                  </a:cubicBezTo>
                  <a:cubicBezTo>
                    <a:pt x="3601" y="23004"/>
                    <a:pt x="3633" y="22779"/>
                    <a:pt x="3665" y="22586"/>
                  </a:cubicBezTo>
                  <a:cubicBezTo>
                    <a:pt x="3697" y="22425"/>
                    <a:pt x="3729" y="22265"/>
                    <a:pt x="3794" y="22200"/>
                  </a:cubicBezTo>
                  <a:cubicBezTo>
                    <a:pt x="3858" y="22104"/>
                    <a:pt x="4019" y="21975"/>
                    <a:pt x="4244" y="21815"/>
                  </a:cubicBezTo>
                  <a:cubicBezTo>
                    <a:pt x="4533" y="21557"/>
                    <a:pt x="4919" y="21236"/>
                    <a:pt x="5272" y="20818"/>
                  </a:cubicBezTo>
                  <a:cubicBezTo>
                    <a:pt x="5594" y="20400"/>
                    <a:pt x="5883" y="19886"/>
                    <a:pt x="5979" y="19243"/>
                  </a:cubicBezTo>
                  <a:cubicBezTo>
                    <a:pt x="6044" y="18825"/>
                    <a:pt x="6044" y="18247"/>
                    <a:pt x="6044" y="17572"/>
                  </a:cubicBezTo>
                  <a:cubicBezTo>
                    <a:pt x="6044" y="15482"/>
                    <a:pt x="5883" y="12396"/>
                    <a:pt x="5883" y="10500"/>
                  </a:cubicBezTo>
                  <a:cubicBezTo>
                    <a:pt x="5883" y="8893"/>
                    <a:pt x="6429" y="6739"/>
                    <a:pt x="6429" y="4649"/>
                  </a:cubicBezTo>
                  <a:cubicBezTo>
                    <a:pt x="6429" y="3524"/>
                    <a:pt x="6269" y="2432"/>
                    <a:pt x="5754" y="1467"/>
                  </a:cubicBezTo>
                  <a:cubicBezTo>
                    <a:pt x="5684" y="1373"/>
                    <a:pt x="5579" y="1313"/>
                    <a:pt x="5477" y="1313"/>
                  </a:cubicBezTo>
                  <a:cubicBezTo>
                    <a:pt x="5440" y="1313"/>
                    <a:pt x="5403" y="1321"/>
                    <a:pt x="5369" y="1339"/>
                  </a:cubicBezTo>
                  <a:cubicBezTo>
                    <a:pt x="5240" y="1403"/>
                    <a:pt x="5208" y="1564"/>
                    <a:pt x="5272" y="1724"/>
                  </a:cubicBezTo>
                  <a:cubicBezTo>
                    <a:pt x="5722" y="2560"/>
                    <a:pt x="5883" y="3589"/>
                    <a:pt x="5883" y="4649"/>
                  </a:cubicBezTo>
                  <a:cubicBezTo>
                    <a:pt x="5883" y="6642"/>
                    <a:pt x="5337" y="8796"/>
                    <a:pt x="5337" y="10500"/>
                  </a:cubicBezTo>
                  <a:cubicBezTo>
                    <a:pt x="5337" y="12396"/>
                    <a:pt x="5497" y="15514"/>
                    <a:pt x="5497" y="17572"/>
                  </a:cubicBezTo>
                  <a:cubicBezTo>
                    <a:pt x="5497" y="18247"/>
                    <a:pt x="5497" y="18825"/>
                    <a:pt x="5433" y="19179"/>
                  </a:cubicBezTo>
                  <a:cubicBezTo>
                    <a:pt x="5369" y="19854"/>
                    <a:pt x="4983" y="20368"/>
                    <a:pt x="4533" y="20818"/>
                  </a:cubicBezTo>
                  <a:cubicBezTo>
                    <a:pt x="4308" y="21043"/>
                    <a:pt x="4083" y="21236"/>
                    <a:pt x="3890" y="21397"/>
                  </a:cubicBezTo>
                  <a:cubicBezTo>
                    <a:pt x="3665" y="21557"/>
                    <a:pt x="3504" y="21718"/>
                    <a:pt x="3376" y="21879"/>
                  </a:cubicBezTo>
                  <a:cubicBezTo>
                    <a:pt x="3215" y="22072"/>
                    <a:pt x="3151" y="22265"/>
                    <a:pt x="3119" y="22522"/>
                  </a:cubicBezTo>
                  <a:cubicBezTo>
                    <a:pt x="3054" y="22843"/>
                    <a:pt x="3054" y="23229"/>
                    <a:pt x="3054" y="23583"/>
                  </a:cubicBezTo>
                  <a:cubicBezTo>
                    <a:pt x="3022" y="23936"/>
                    <a:pt x="2958" y="24258"/>
                    <a:pt x="2829" y="24450"/>
                  </a:cubicBezTo>
                  <a:lnTo>
                    <a:pt x="2765" y="24515"/>
                  </a:lnTo>
                  <a:lnTo>
                    <a:pt x="2701" y="24547"/>
                  </a:lnTo>
                  <a:cubicBezTo>
                    <a:pt x="2604" y="24547"/>
                    <a:pt x="2508" y="24515"/>
                    <a:pt x="2347" y="24450"/>
                  </a:cubicBezTo>
                  <a:cubicBezTo>
                    <a:pt x="1929" y="24225"/>
                    <a:pt x="1383" y="23711"/>
                    <a:pt x="1029" y="23358"/>
                  </a:cubicBezTo>
                  <a:cubicBezTo>
                    <a:pt x="804" y="23133"/>
                    <a:pt x="547" y="22522"/>
                    <a:pt x="547" y="21847"/>
                  </a:cubicBezTo>
                  <a:cubicBezTo>
                    <a:pt x="547" y="21172"/>
                    <a:pt x="772" y="20432"/>
                    <a:pt x="1351" y="19790"/>
                  </a:cubicBezTo>
                  <a:cubicBezTo>
                    <a:pt x="2733" y="18279"/>
                    <a:pt x="3022" y="16222"/>
                    <a:pt x="3022" y="16222"/>
                  </a:cubicBezTo>
                  <a:lnTo>
                    <a:pt x="3022" y="16125"/>
                  </a:lnTo>
                  <a:cubicBezTo>
                    <a:pt x="3022" y="16125"/>
                    <a:pt x="2926" y="15643"/>
                    <a:pt x="2765" y="14904"/>
                  </a:cubicBezTo>
                  <a:cubicBezTo>
                    <a:pt x="2540" y="13811"/>
                    <a:pt x="2219" y="12075"/>
                    <a:pt x="1929" y="10435"/>
                  </a:cubicBezTo>
                  <a:cubicBezTo>
                    <a:pt x="1640" y="8764"/>
                    <a:pt x="1415" y="7189"/>
                    <a:pt x="1415" y="6353"/>
                  </a:cubicBezTo>
                  <a:cubicBezTo>
                    <a:pt x="1415" y="5228"/>
                    <a:pt x="1704" y="3717"/>
                    <a:pt x="1961" y="2496"/>
                  </a:cubicBezTo>
                  <a:cubicBezTo>
                    <a:pt x="2122" y="1885"/>
                    <a:pt x="2251" y="1339"/>
                    <a:pt x="2347" y="953"/>
                  </a:cubicBezTo>
                  <a:cubicBezTo>
                    <a:pt x="2444" y="567"/>
                    <a:pt x="2508" y="342"/>
                    <a:pt x="2508" y="342"/>
                  </a:cubicBezTo>
                  <a:cubicBezTo>
                    <a:pt x="2572" y="214"/>
                    <a:pt x="2476" y="53"/>
                    <a:pt x="2347" y="21"/>
                  </a:cubicBezTo>
                  <a:cubicBezTo>
                    <a:pt x="2312" y="7"/>
                    <a:pt x="2278" y="0"/>
                    <a:pt x="2246"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67" name="Google Shape;1867;p33"/>
            <p:cNvSpPr/>
            <p:nvPr/>
          </p:nvSpPr>
          <p:spPr>
            <a:xfrm>
              <a:off x="4006850" y="2125825"/>
              <a:ext cx="149500" cy="248325"/>
            </a:xfrm>
            <a:custGeom>
              <a:avLst/>
              <a:gdLst/>
              <a:ahLst/>
              <a:cxnLst/>
              <a:rect l="l" t="t" r="r" b="b"/>
              <a:pathLst>
                <a:path w="5980" h="9933" extrusionOk="0">
                  <a:moveTo>
                    <a:pt x="4967" y="1"/>
                  </a:moveTo>
                  <a:cubicBezTo>
                    <a:pt x="3893" y="1"/>
                    <a:pt x="3245" y="446"/>
                    <a:pt x="2862" y="932"/>
                  </a:cubicBezTo>
                  <a:cubicBezTo>
                    <a:pt x="2894" y="1157"/>
                    <a:pt x="2926" y="1285"/>
                    <a:pt x="2926" y="1285"/>
                  </a:cubicBezTo>
                  <a:cubicBezTo>
                    <a:pt x="2926" y="1285"/>
                    <a:pt x="2637" y="3310"/>
                    <a:pt x="1319" y="4725"/>
                  </a:cubicBezTo>
                  <a:cubicBezTo>
                    <a:pt x="1" y="6171"/>
                    <a:pt x="387" y="8068"/>
                    <a:pt x="997" y="8678"/>
                  </a:cubicBezTo>
                  <a:cubicBezTo>
                    <a:pt x="1470" y="9151"/>
                    <a:pt x="2310" y="9933"/>
                    <a:pt x="2858" y="9933"/>
                  </a:cubicBezTo>
                  <a:cubicBezTo>
                    <a:pt x="3018" y="9933"/>
                    <a:pt x="3153" y="9867"/>
                    <a:pt x="3247" y="9707"/>
                  </a:cubicBezTo>
                  <a:cubicBezTo>
                    <a:pt x="3633" y="9000"/>
                    <a:pt x="3344" y="7682"/>
                    <a:pt x="3730" y="7168"/>
                  </a:cubicBezTo>
                  <a:cubicBezTo>
                    <a:pt x="4148" y="6653"/>
                    <a:pt x="5658" y="5850"/>
                    <a:pt x="5883" y="4339"/>
                  </a:cubicBezTo>
                  <a:cubicBezTo>
                    <a:pt x="5980" y="3535"/>
                    <a:pt x="5948" y="1864"/>
                    <a:pt x="5883" y="96"/>
                  </a:cubicBezTo>
                  <a:cubicBezTo>
                    <a:pt x="5548" y="30"/>
                    <a:pt x="5244" y="1"/>
                    <a:pt x="4967"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68" name="Google Shape;1868;p33"/>
            <p:cNvSpPr/>
            <p:nvPr/>
          </p:nvSpPr>
          <p:spPr>
            <a:xfrm>
              <a:off x="4010875" y="2119375"/>
              <a:ext cx="151100" cy="261200"/>
            </a:xfrm>
            <a:custGeom>
              <a:avLst/>
              <a:gdLst/>
              <a:ahLst/>
              <a:cxnLst/>
              <a:rect l="l" t="t" r="r" b="b"/>
              <a:pathLst>
                <a:path w="6044" h="10448" extrusionOk="0">
                  <a:moveTo>
                    <a:pt x="4822" y="515"/>
                  </a:moveTo>
                  <a:cubicBezTo>
                    <a:pt x="5020" y="515"/>
                    <a:pt x="5237" y="534"/>
                    <a:pt x="5472" y="572"/>
                  </a:cubicBezTo>
                  <a:lnTo>
                    <a:pt x="5472" y="572"/>
                  </a:lnTo>
                  <a:cubicBezTo>
                    <a:pt x="5497" y="1426"/>
                    <a:pt x="5497" y="2246"/>
                    <a:pt x="5497" y="2958"/>
                  </a:cubicBezTo>
                  <a:cubicBezTo>
                    <a:pt x="5497" y="3633"/>
                    <a:pt x="5497" y="4211"/>
                    <a:pt x="5433" y="4565"/>
                  </a:cubicBezTo>
                  <a:cubicBezTo>
                    <a:pt x="5369" y="5240"/>
                    <a:pt x="4983" y="5754"/>
                    <a:pt x="4533" y="6204"/>
                  </a:cubicBezTo>
                  <a:cubicBezTo>
                    <a:pt x="4308" y="6429"/>
                    <a:pt x="4083" y="6622"/>
                    <a:pt x="3890" y="6783"/>
                  </a:cubicBezTo>
                  <a:cubicBezTo>
                    <a:pt x="3665" y="6943"/>
                    <a:pt x="3504" y="7104"/>
                    <a:pt x="3376" y="7265"/>
                  </a:cubicBezTo>
                  <a:cubicBezTo>
                    <a:pt x="3215" y="7458"/>
                    <a:pt x="3151" y="7651"/>
                    <a:pt x="3119" y="7908"/>
                  </a:cubicBezTo>
                  <a:cubicBezTo>
                    <a:pt x="3054" y="8229"/>
                    <a:pt x="3054" y="8615"/>
                    <a:pt x="3054" y="8969"/>
                  </a:cubicBezTo>
                  <a:cubicBezTo>
                    <a:pt x="3022" y="9322"/>
                    <a:pt x="2958" y="9644"/>
                    <a:pt x="2829" y="9836"/>
                  </a:cubicBezTo>
                  <a:lnTo>
                    <a:pt x="2765" y="9901"/>
                  </a:lnTo>
                  <a:lnTo>
                    <a:pt x="2701" y="9933"/>
                  </a:lnTo>
                  <a:cubicBezTo>
                    <a:pt x="2604" y="9933"/>
                    <a:pt x="2508" y="9901"/>
                    <a:pt x="2347" y="9836"/>
                  </a:cubicBezTo>
                  <a:cubicBezTo>
                    <a:pt x="1929" y="9611"/>
                    <a:pt x="1383" y="9097"/>
                    <a:pt x="1029" y="8744"/>
                  </a:cubicBezTo>
                  <a:cubicBezTo>
                    <a:pt x="804" y="8519"/>
                    <a:pt x="547" y="7908"/>
                    <a:pt x="547" y="7233"/>
                  </a:cubicBezTo>
                  <a:cubicBezTo>
                    <a:pt x="547" y="6558"/>
                    <a:pt x="772" y="5818"/>
                    <a:pt x="1351" y="5176"/>
                  </a:cubicBezTo>
                  <a:cubicBezTo>
                    <a:pt x="2733" y="3665"/>
                    <a:pt x="3022" y="1608"/>
                    <a:pt x="3022" y="1608"/>
                  </a:cubicBezTo>
                  <a:lnTo>
                    <a:pt x="3022" y="1511"/>
                  </a:lnTo>
                  <a:cubicBezTo>
                    <a:pt x="3022" y="1511"/>
                    <a:pt x="3002" y="1410"/>
                    <a:pt x="2978" y="1256"/>
                  </a:cubicBezTo>
                  <a:lnTo>
                    <a:pt x="2978" y="1256"/>
                  </a:lnTo>
                  <a:cubicBezTo>
                    <a:pt x="3333" y="876"/>
                    <a:pt x="3872" y="544"/>
                    <a:pt x="4822" y="515"/>
                  </a:cubicBezTo>
                  <a:close/>
                  <a:moveTo>
                    <a:pt x="4822" y="0"/>
                  </a:moveTo>
                  <a:cubicBezTo>
                    <a:pt x="3665" y="0"/>
                    <a:pt x="2894" y="482"/>
                    <a:pt x="2476" y="1029"/>
                  </a:cubicBezTo>
                  <a:cubicBezTo>
                    <a:pt x="2444" y="1093"/>
                    <a:pt x="2411" y="1157"/>
                    <a:pt x="2444" y="1254"/>
                  </a:cubicBezTo>
                  <a:cubicBezTo>
                    <a:pt x="2467" y="1418"/>
                    <a:pt x="2490" y="1531"/>
                    <a:pt x="2501" y="1580"/>
                  </a:cubicBezTo>
                  <a:lnTo>
                    <a:pt x="2501" y="1580"/>
                  </a:lnTo>
                  <a:cubicBezTo>
                    <a:pt x="2442" y="1902"/>
                    <a:pt x="2069" y="3626"/>
                    <a:pt x="965" y="4822"/>
                  </a:cubicBezTo>
                  <a:cubicBezTo>
                    <a:pt x="258" y="5561"/>
                    <a:pt x="1" y="6429"/>
                    <a:pt x="1" y="7233"/>
                  </a:cubicBezTo>
                  <a:cubicBezTo>
                    <a:pt x="1" y="8036"/>
                    <a:pt x="258" y="8744"/>
                    <a:pt x="643" y="9129"/>
                  </a:cubicBezTo>
                  <a:cubicBezTo>
                    <a:pt x="901" y="9386"/>
                    <a:pt x="1222" y="9708"/>
                    <a:pt x="1576" y="9965"/>
                  </a:cubicBezTo>
                  <a:cubicBezTo>
                    <a:pt x="1769" y="10094"/>
                    <a:pt x="1929" y="10222"/>
                    <a:pt x="2122" y="10287"/>
                  </a:cubicBezTo>
                  <a:cubicBezTo>
                    <a:pt x="2315" y="10383"/>
                    <a:pt x="2476" y="10447"/>
                    <a:pt x="2701" y="10447"/>
                  </a:cubicBezTo>
                  <a:cubicBezTo>
                    <a:pt x="2797" y="10447"/>
                    <a:pt x="2926" y="10447"/>
                    <a:pt x="3054" y="10383"/>
                  </a:cubicBezTo>
                  <a:cubicBezTo>
                    <a:pt x="3151" y="10319"/>
                    <a:pt x="3247" y="10222"/>
                    <a:pt x="3311" y="10094"/>
                  </a:cubicBezTo>
                  <a:cubicBezTo>
                    <a:pt x="3569" y="9644"/>
                    <a:pt x="3569" y="9129"/>
                    <a:pt x="3601" y="8647"/>
                  </a:cubicBezTo>
                  <a:cubicBezTo>
                    <a:pt x="3601" y="8390"/>
                    <a:pt x="3633" y="8165"/>
                    <a:pt x="3665" y="7972"/>
                  </a:cubicBezTo>
                  <a:cubicBezTo>
                    <a:pt x="3697" y="7811"/>
                    <a:pt x="3729" y="7651"/>
                    <a:pt x="3794" y="7586"/>
                  </a:cubicBezTo>
                  <a:cubicBezTo>
                    <a:pt x="3858" y="7490"/>
                    <a:pt x="4019" y="7361"/>
                    <a:pt x="4244" y="7201"/>
                  </a:cubicBezTo>
                  <a:cubicBezTo>
                    <a:pt x="4533" y="6943"/>
                    <a:pt x="4919" y="6622"/>
                    <a:pt x="5272" y="6204"/>
                  </a:cubicBezTo>
                  <a:cubicBezTo>
                    <a:pt x="5594" y="5786"/>
                    <a:pt x="5883" y="5272"/>
                    <a:pt x="5979" y="4629"/>
                  </a:cubicBezTo>
                  <a:cubicBezTo>
                    <a:pt x="6044" y="4211"/>
                    <a:pt x="6044" y="3633"/>
                    <a:pt x="6044" y="2958"/>
                  </a:cubicBezTo>
                  <a:cubicBezTo>
                    <a:pt x="6044" y="2186"/>
                    <a:pt x="6012" y="1286"/>
                    <a:pt x="5979" y="354"/>
                  </a:cubicBezTo>
                  <a:cubicBezTo>
                    <a:pt x="5979" y="225"/>
                    <a:pt x="5915" y="129"/>
                    <a:pt x="5787" y="97"/>
                  </a:cubicBezTo>
                  <a:cubicBezTo>
                    <a:pt x="5433" y="32"/>
                    <a:pt x="5112" y="0"/>
                    <a:pt x="4822"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69" name="Google Shape;1869;p33"/>
            <p:cNvSpPr/>
            <p:nvPr/>
          </p:nvSpPr>
          <p:spPr>
            <a:xfrm>
              <a:off x="3981150" y="2125000"/>
              <a:ext cx="481375" cy="450850"/>
            </a:xfrm>
            <a:custGeom>
              <a:avLst/>
              <a:gdLst/>
              <a:ahLst/>
              <a:cxnLst/>
              <a:rect l="l" t="t" r="r" b="b"/>
              <a:pathLst>
                <a:path w="19255" h="18034" extrusionOk="0">
                  <a:moveTo>
                    <a:pt x="9740" y="0"/>
                  </a:moveTo>
                  <a:lnTo>
                    <a:pt x="0" y="11058"/>
                  </a:lnTo>
                  <a:lnTo>
                    <a:pt x="9836" y="18033"/>
                  </a:lnTo>
                  <a:lnTo>
                    <a:pt x="19255" y="6076"/>
                  </a:lnTo>
                  <a:lnTo>
                    <a:pt x="9740" y="0"/>
                  </a:ln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70" name="Google Shape;1870;p33"/>
            <p:cNvSpPr/>
            <p:nvPr/>
          </p:nvSpPr>
          <p:spPr>
            <a:xfrm>
              <a:off x="3974725" y="2118525"/>
              <a:ext cx="495050" cy="464350"/>
            </a:xfrm>
            <a:custGeom>
              <a:avLst/>
              <a:gdLst/>
              <a:ahLst/>
              <a:cxnLst/>
              <a:rect l="l" t="t" r="r" b="b"/>
              <a:pathLst>
                <a:path w="19802" h="18574" extrusionOk="0">
                  <a:moveTo>
                    <a:pt x="10044" y="617"/>
                  </a:moveTo>
                  <a:lnTo>
                    <a:pt x="19126" y="6431"/>
                  </a:lnTo>
                  <a:lnTo>
                    <a:pt x="10029" y="17939"/>
                  </a:lnTo>
                  <a:lnTo>
                    <a:pt x="675" y="11253"/>
                  </a:lnTo>
                  <a:lnTo>
                    <a:pt x="10044" y="617"/>
                  </a:lnTo>
                  <a:close/>
                  <a:moveTo>
                    <a:pt x="10006" y="1"/>
                  </a:moveTo>
                  <a:cubicBezTo>
                    <a:pt x="9927" y="1"/>
                    <a:pt x="9846" y="36"/>
                    <a:pt x="9804" y="99"/>
                  </a:cubicBezTo>
                  <a:lnTo>
                    <a:pt x="64" y="11124"/>
                  </a:lnTo>
                  <a:cubicBezTo>
                    <a:pt x="32" y="11188"/>
                    <a:pt x="0" y="11253"/>
                    <a:pt x="0" y="11349"/>
                  </a:cubicBezTo>
                  <a:cubicBezTo>
                    <a:pt x="0" y="11413"/>
                    <a:pt x="64" y="11478"/>
                    <a:pt x="129" y="11542"/>
                  </a:cubicBezTo>
                  <a:lnTo>
                    <a:pt x="9933" y="18517"/>
                  </a:lnTo>
                  <a:cubicBezTo>
                    <a:pt x="9983" y="18555"/>
                    <a:pt x="10039" y="18573"/>
                    <a:pt x="10094" y="18573"/>
                  </a:cubicBezTo>
                  <a:cubicBezTo>
                    <a:pt x="10178" y="18573"/>
                    <a:pt x="10260" y="18531"/>
                    <a:pt x="10318" y="18453"/>
                  </a:cubicBezTo>
                  <a:lnTo>
                    <a:pt x="19737" y="6527"/>
                  </a:lnTo>
                  <a:cubicBezTo>
                    <a:pt x="19769" y="6463"/>
                    <a:pt x="19801" y="6367"/>
                    <a:pt x="19769" y="6302"/>
                  </a:cubicBezTo>
                  <a:cubicBezTo>
                    <a:pt x="19769" y="6238"/>
                    <a:pt x="19705" y="6174"/>
                    <a:pt x="19672" y="6110"/>
                  </a:cubicBezTo>
                  <a:lnTo>
                    <a:pt x="10126" y="34"/>
                  </a:lnTo>
                  <a:cubicBezTo>
                    <a:pt x="10091" y="12"/>
                    <a:pt x="10049" y="1"/>
                    <a:pt x="10006"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71" name="Google Shape;1871;p33"/>
            <p:cNvSpPr/>
            <p:nvPr/>
          </p:nvSpPr>
          <p:spPr>
            <a:xfrm>
              <a:off x="4117750" y="2193300"/>
              <a:ext cx="56275" cy="160075"/>
            </a:xfrm>
            <a:custGeom>
              <a:avLst/>
              <a:gdLst/>
              <a:ahLst/>
              <a:cxnLst/>
              <a:rect l="l" t="t" r="r" b="b"/>
              <a:pathLst>
                <a:path w="2251" h="6403" extrusionOk="0">
                  <a:moveTo>
                    <a:pt x="1447" y="1"/>
                  </a:moveTo>
                  <a:lnTo>
                    <a:pt x="1" y="1833"/>
                  </a:lnTo>
                  <a:cubicBezTo>
                    <a:pt x="1" y="1833"/>
                    <a:pt x="129" y="5272"/>
                    <a:pt x="129" y="5787"/>
                  </a:cubicBezTo>
                  <a:cubicBezTo>
                    <a:pt x="129" y="6079"/>
                    <a:pt x="483" y="6403"/>
                    <a:pt x="806" y="6403"/>
                  </a:cubicBezTo>
                  <a:cubicBezTo>
                    <a:pt x="1050" y="6403"/>
                    <a:pt x="1277" y="6217"/>
                    <a:pt x="1319" y="5690"/>
                  </a:cubicBezTo>
                  <a:cubicBezTo>
                    <a:pt x="1447" y="4469"/>
                    <a:pt x="1447" y="3954"/>
                    <a:pt x="1544" y="3665"/>
                  </a:cubicBezTo>
                  <a:cubicBezTo>
                    <a:pt x="1640" y="3344"/>
                    <a:pt x="2251" y="1447"/>
                    <a:pt x="1447"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72" name="Google Shape;1872;p33"/>
            <p:cNvSpPr/>
            <p:nvPr/>
          </p:nvSpPr>
          <p:spPr>
            <a:xfrm>
              <a:off x="4111325" y="2186875"/>
              <a:ext cx="59500" cy="172800"/>
            </a:xfrm>
            <a:custGeom>
              <a:avLst/>
              <a:gdLst/>
              <a:ahLst/>
              <a:cxnLst/>
              <a:rect l="l" t="t" r="r" b="b"/>
              <a:pathLst>
                <a:path w="2380" h="6912" extrusionOk="0">
                  <a:moveTo>
                    <a:pt x="1686" y="0"/>
                  </a:moveTo>
                  <a:cubicBezTo>
                    <a:pt x="1636" y="0"/>
                    <a:pt x="1586" y="11"/>
                    <a:pt x="1544" y="33"/>
                  </a:cubicBezTo>
                  <a:cubicBezTo>
                    <a:pt x="1415" y="97"/>
                    <a:pt x="1383" y="290"/>
                    <a:pt x="1447" y="418"/>
                  </a:cubicBezTo>
                  <a:cubicBezTo>
                    <a:pt x="1736" y="900"/>
                    <a:pt x="1833" y="1479"/>
                    <a:pt x="1833" y="2026"/>
                  </a:cubicBezTo>
                  <a:cubicBezTo>
                    <a:pt x="1833" y="2893"/>
                    <a:pt x="1608" y="3665"/>
                    <a:pt x="1544" y="3826"/>
                  </a:cubicBezTo>
                  <a:cubicBezTo>
                    <a:pt x="1415" y="4211"/>
                    <a:pt x="1415" y="4694"/>
                    <a:pt x="1319" y="5915"/>
                  </a:cubicBezTo>
                  <a:cubicBezTo>
                    <a:pt x="1319" y="6140"/>
                    <a:pt x="1254" y="6269"/>
                    <a:pt x="1190" y="6333"/>
                  </a:cubicBezTo>
                  <a:cubicBezTo>
                    <a:pt x="1158" y="6365"/>
                    <a:pt x="1126" y="6397"/>
                    <a:pt x="1061" y="6397"/>
                  </a:cubicBezTo>
                  <a:cubicBezTo>
                    <a:pt x="997" y="6397"/>
                    <a:pt x="869" y="6333"/>
                    <a:pt x="772" y="6269"/>
                  </a:cubicBezTo>
                  <a:cubicBezTo>
                    <a:pt x="676" y="6172"/>
                    <a:pt x="644" y="6076"/>
                    <a:pt x="644" y="6044"/>
                  </a:cubicBezTo>
                  <a:cubicBezTo>
                    <a:pt x="644" y="5529"/>
                    <a:pt x="547" y="2090"/>
                    <a:pt x="547" y="2090"/>
                  </a:cubicBezTo>
                  <a:cubicBezTo>
                    <a:pt x="547" y="1929"/>
                    <a:pt x="419" y="1833"/>
                    <a:pt x="258" y="1833"/>
                  </a:cubicBezTo>
                  <a:cubicBezTo>
                    <a:pt x="129" y="1833"/>
                    <a:pt x="1" y="1961"/>
                    <a:pt x="1" y="2090"/>
                  </a:cubicBezTo>
                  <a:cubicBezTo>
                    <a:pt x="1" y="2090"/>
                    <a:pt x="33" y="2958"/>
                    <a:pt x="65" y="3890"/>
                  </a:cubicBezTo>
                  <a:cubicBezTo>
                    <a:pt x="97" y="4822"/>
                    <a:pt x="97" y="5786"/>
                    <a:pt x="97" y="6044"/>
                  </a:cubicBezTo>
                  <a:cubicBezTo>
                    <a:pt x="97" y="6301"/>
                    <a:pt x="258" y="6494"/>
                    <a:pt x="419" y="6654"/>
                  </a:cubicBezTo>
                  <a:cubicBezTo>
                    <a:pt x="579" y="6815"/>
                    <a:pt x="804" y="6911"/>
                    <a:pt x="1061" y="6911"/>
                  </a:cubicBezTo>
                  <a:cubicBezTo>
                    <a:pt x="1254" y="6911"/>
                    <a:pt x="1479" y="6847"/>
                    <a:pt x="1608" y="6654"/>
                  </a:cubicBezTo>
                  <a:cubicBezTo>
                    <a:pt x="1769" y="6494"/>
                    <a:pt x="1833" y="6269"/>
                    <a:pt x="1865" y="5979"/>
                  </a:cubicBezTo>
                  <a:cubicBezTo>
                    <a:pt x="1961" y="4758"/>
                    <a:pt x="1961" y="4211"/>
                    <a:pt x="2058" y="4018"/>
                  </a:cubicBezTo>
                  <a:cubicBezTo>
                    <a:pt x="2122" y="3793"/>
                    <a:pt x="2379" y="2990"/>
                    <a:pt x="2379" y="2026"/>
                  </a:cubicBezTo>
                  <a:cubicBezTo>
                    <a:pt x="2379" y="1415"/>
                    <a:pt x="2283" y="740"/>
                    <a:pt x="1929" y="129"/>
                  </a:cubicBezTo>
                  <a:cubicBezTo>
                    <a:pt x="1886" y="43"/>
                    <a:pt x="1786" y="0"/>
                    <a:pt x="1686"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73" name="Google Shape;1873;p33"/>
            <p:cNvSpPr/>
            <p:nvPr/>
          </p:nvSpPr>
          <p:spPr>
            <a:xfrm>
              <a:off x="4286825" y="1530325"/>
              <a:ext cx="624125" cy="906500"/>
            </a:xfrm>
            <a:custGeom>
              <a:avLst/>
              <a:gdLst/>
              <a:ahLst/>
              <a:cxnLst/>
              <a:rect l="l" t="t" r="r" b="b"/>
              <a:pathLst>
                <a:path w="24965" h="36260" extrusionOk="0">
                  <a:moveTo>
                    <a:pt x="23839" y="0"/>
                  </a:moveTo>
                  <a:lnTo>
                    <a:pt x="20593" y="1511"/>
                  </a:lnTo>
                  <a:cubicBezTo>
                    <a:pt x="20593" y="1511"/>
                    <a:pt x="17860" y="4565"/>
                    <a:pt x="16542" y="7394"/>
                  </a:cubicBezTo>
                  <a:cubicBezTo>
                    <a:pt x="15225" y="10222"/>
                    <a:pt x="14228" y="17519"/>
                    <a:pt x="14228" y="17519"/>
                  </a:cubicBezTo>
                  <a:cubicBezTo>
                    <a:pt x="14228" y="17519"/>
                    <a:pt x="8956" y="26134"/>
                    <a:pt x="8249" y="26841"/>
                  </a:cubicBezTo>
                  <a:cubicBezTo>
                    <a:pt x="7542" y="27548"/>
                    <a:pt x="7928" y="27452"/>
                    <a:pt x="6224" y="28255"/>
                  </a:cubicBezTo>
                  <a:cubicBezTo>
                    <a:pt x="4488" y="29059"/>
                    <a:pt x="2270" y="29477"/>
                    <a:pt x="1949" y="29991"/>
                  </a:cubicBezTo>
                  <a:cubicBezTo>
                    <a:pt x="1660" y="30473"/>
                    <a:pt x="535" y="32916"/>
                    <a:pt x="245" y="33206"/>
                  </a:cubicBezTo>
                  <a:cubicBezTo>
                    <a:pt x="1" y="33450"/>
                    <a:pt x="369" y="33861"/>
                    <a:pt x="730" y="33861"/>
                  </a:cubicBezTo>
                  <a:cubicBezTo>
                    <a:pt x="843" y="33861"/>
                    <a:pt x="956" y="33820"/>
                    <a:pt x="1049" y="33720"/>
                  </a:cubicBezTo>
                  <a:cubicBezTo>
                    <a:pt x="1467" y="33334"/>
                    <a:pt x="2881" y="31695"/>
                    <a:pt x="2881" y="31695"/>
                  </a:cubicBezTo>
                  <a:lnTo>
                    <a:pt x="2881" y="31695"/>
                  </a:lnTo>
                  <a:lnTo>
                    <a:pt x="1145" y="35745"/>
                  </a:lnTo>
                  <a:cubicBezTo>
                    <a:pt x="1145" y="35745"/>
                    <a:pt x="1145" y="36259"/>
                    <a:pt x="1756" y="36259"/>
                  </a:cubicBezTo>
                  <a:cubicBezTo>
                    <a:pt x="2367" y="36259"/>
                    <a:pt x="3878" y="35552"/>
                    <a:pt x="3878" y="35552"/>
                  </a:cubicBezTo>
                  <a:cubicBezTo>
                    <a:pt x="3878" y="35552"/>
                    <a:pt x="5613" y="35134"/>
                    <a:pt x="6224" y="34331"/>
                  </a:cubicBezTo>
                  <a:cubicBezTo>
                    <a:pt x="6835" y="33527"/>
                    <a:pt x="9053" y="29155"/>
                    <a:pt x="9053" y="29155"/>
                  </a:cubicBezTo>
                  <a:cubicBezTo>
                    <a:pt x="9053" y="29155"/>
                    <a:pt x="14935" y="25427"/>
                    <a:pt x="17057" y="22887"/>
                  </a:cubicBezTo>
                  <a:cubicBezTo>
                    <a:pt x="19178" y="20348"/>
                    <a:pt x="20593" y="17230"/>
                    <a:pt x="20914" y="16201"/>
                  </a:cubicBezTo>
                  <a:cubicBezTo>
                    <a:pt x="21203" y="15205"/>
                    <a:pt x="24964" y="3954"/>
                    <a:pt x="24868" y="2122"/>
                  </a:cubicBezTo>
                  <a:cubicBezTo>
                    <a:pt x="24771" y="290"/>
                    <a:pt x="23839" y="0"/>
                    <a:pt x="23839"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74" name="Google Shape;1874;p33"/>
            <p:cNvSpPr/>
            <p:nvPr/>
          </p:nvSpPr>
          <p:spPr>
            <a:xfrm>
              <a:off x="4284100" y="1523375"/>
              <a:ext cx="630875" cy="919875"/>
            </a:xfrm>
            <a:custGeom>
              <a:avLst/>
              <a:gdLst/>
              <a:ahLst/>
              <a:cxnLst/>
              <a:rect l="l" t="t" r="r" b="b"/>
              <a:pathLst>
                <a:path w="25235" h="36795" extrusionOk="0">
                  <a:moveTo>
                    <a:pt x="23944" y="1"/>
                  </a:moveTo>
                  <a:cubicBezTo>
                    <a:pt x="23831" y="1"/>
                    <a:pt x="23741" y="82"/>
                    <a:pt x="23691" y="182"/>
                  </a:cubicBezTo>
                  <a:cubicBezTo>
                    <a:pt x="23661" y="334"/>
                    <a:pt x="23716" y="457"/>
                    <a:pt x="23858" y="524"/>
                  </a:cubicBezTo>
                  <a:lnTo>
                    <a:pt x="23858" y="524"/>
                  </a:lnTo>
                  <a:lnTo>
                    <a:pt x="23852" y="536"/>
                  </a:lnTo>
                  <a:cubicBezTo>
                    <a:pt x="23884" y="536"/>
                    <a:pt x="24045" y="600"/>
                    <a:pt x="24238" y="857"/>
                  </a:cubicBezTo>
                  <a:cubicBezTo>
                    <a:pt x="24430" y="1146"/>
                    <a:pt x="24655" y="1596"/>
                    <a:pt x="24688" y="2400"/>
                  </a:cubicBezTo>
                  <a:lnTo>
                    <a:pt x="24688" y="2464"/>
                  </a:lnTo>
                  <a:cubicBezTo>
                    <a:pt x="24688" y="2689"/>
                    <a:pt x="24655" y="3075"/>
                    <a:pt x="24559" y="3557"/>
                  </a:cubicBezTo>
                  <a:cubicBezTo>
                    <a:pt x="24205" y="5293"/>
                    <a:pt x="23305" y="8282"/>
                    <a:pt x="22502" y="10950"/>
                  </a:cubicBezTo>
                  <a:cubicBezTo>
                    <a:pt x="21666" y="13618"/>
                    <a:pt x="20895" y="15965"/>
                    <a:pt x="20766" y="16415"/>
                  </a:cubicBezTo>
                  <a:cubicBezTo>
                    <a:pt x="20605" y="16865"/>
                    <a:pt x="20187" y="17926"/>
                    <a:pt x="19544" y="19115"/>
                  </a:cubicBezTo>
                  <a:cubicBezTo>
                    <a:pt x="18902" y="20337"/>
                    <a:pt x="18002" y="21751"/>
                    <a:pt x="16973" y="23005"/>
                  </a:cubicBezTo>
                  <a:cubicBezTo>
                    <a:pt x="15944" y="24226"/>
                    <a:pt x="13951" y="25801"/>
                    <a:pt x="12216" y="27023"/>
                  </a:cubicBezTo>
                  <a:cubicBezTo>
                    <a:pt x="11348" y="27665"/>
                    <a:pt x="10544" y="28212"/>
                    <a:pt x="9965" y="28598"/>
                  </a:cubicBezTo>
                  <a:cubicBezTo>
                    <a:pt x="9676" y="28791"/>
                    <a:pt x="9451" y="28951"/>
                    <a:pt x="9258" y="29048"/>
                  </a:cubicBezTo>
                  <a:cubicBezTo>
                    <a:pt x="9098" y="29176"/>
                    <a:pt x="9033" y="29208"/>
                    <a:pt x="9033" y="29208"/>
                  </a:cubicBezTo>
                  <a:lnTo>
                    <a:pt x="8937" y="29337"/>
                  </a:lnTo>
                  <a:cubicBezTo>
                    <a:pt x="8937" y="29337"/>
                    <a:pt x="8776" y="29594"/>
                    <a:pt x="8583" y="30012"/>
                  </a:cubicBezTo>
                  <a:cubicBezTo>
                    <a:pt x="8230" y="30655"/>
                    <a:pt x="7747" y="31619"/>
                    <a:pt x="7265" y="32487"/>
                  </a:cubicBezTo>
                  <a:cubicBezTo>
                    <a:pt x="7008" y="32937"/>
                    <a:pt x="6783" y="33355"/>
                    <a:pt x="6590" y="33709"/>
                  </a:cubicBezTo>
                  <a:cubicBezTo>
                    <a:pt x="6397" y="34030"/>
                    <a:pt x="6205" y="34319"/>
                    <a:pt x="6108" y="34448"/>
                  </a:cubicBezTo>
                  <a:cubicBezTo>
                    <a:pt x="5883" y="34769"/>
                    <a:pt x="5337" y="35091"/>
                    <a:pt x="4822" y="35284"/>
                  </a:cubicBezTo>
                  <a:cubicBezTo>
                    <a:pt x="4597" y="35380"/>
                    <a:pt x="4372" y="35444"/>
                    <a:pt x="4212" y="35509"/>
                  </a:cubicBezTo>
                  <a:cubicBezTo>
                    <a:pt x="4115" y="35509"/>
                    <a:pt x="4051" y="35541"/>
                    <a:pt x="4019" y="35541"/>
                  </a:cubicBezTo>
                  <a:lnTo>
                    <a:pt x="3922" y="35573"/>
                  </a:lnTo>
                  <a:lnTo>
                    <a:pt x="3890" y="35573"/>
                  </a:lnTo>
                  <a:cubicBezTo>
                    <a:pt x="3890" y="35573"/>
                    <a:pt x="3794" y="35637"/>
                    <a:pt x="3633" y="35702"/>
                  </a:cubicBezTo>
                  <a:cubicBezTo>
                    <a:pt x="3408" y="35798"/>
                    <a:pt x="3054" y="35927"/>
                    <a:pt x="2733" y="36055"/>
                  </a:cubicBezTo>
                  <a:cubicBezTo>
                    <a:pt x="2379" y="36184"/>
                    <a:pt x="2026" y="36280"/>
                    <a:pt x="1865" y="36280"/>
                  </a:cubicBezTo>
                  <a:cubicBezTo>
                    <a:pt x="1769" y="36280"/>
                    <a:pt x="1704" y="36248"/>
                    <a:pt x="1640" y="36216"/>
                  </a:cubicBezTo>
                  <a:cubicBezTo>
                    <a:pt x="1576" y="36184"/>
                    <a:pt x="1576" y="36152"/>
                    <a:pt x="1544" y="36087"/>
                  </a:cubicBezTo>
                  <a:lnTo>
                    <a:pt x="1544" y="36055"/>
                  </a:lnTo>
                  <a:lnTo>
                    <a:pt x="1544" y="36044"/>
                  </a:lnTo>
                  <a:lnTo>
                    <a:pt x="3247" y="32069"/>
                  </a:lnTo>
                  <a:cubicBezTo>
                    <a:pt x="3279" y="31973"/>
                    <a:pt x="3247" y="31812"/>
                    <a:pt x="3119" y="31748"/>
                  </a:cubicBezTo>
                  <a:cubicBezTo>
                    <a:pt x="3085" y="31725"/>
                    <a:pt x="3042" y="31714"/>
                    <a:pt x="2999" y="31714"/>
                  </a:cubicBezTo>
                  <a:cubicBezTo>
                    <a:pt x="2920" y="31714"/>
                    <a:pt x="2839" y="31750"/>
                    <a:pt x="2797" y="31812"/>
                  </a:cubicBezTo>
                  <a:cubicBezTo>
                    <a:pt x="2797" y="31812"/>
                    <a:pt x="2776" y="31836"/>
                    <a:pt x="2737" y="31878"/>
                  </a:cubicBezTo>
                  <a:lnTo>
                    <a:pt x="2737" y="31878"/>
                  </a:lnTo>
                  <a:lnTo>
                    <a:pt x="2733" y="31876"/>
                  </a:lnTo>
                  <a:lnTo>
                    <a:pt x="2729" y="31887"/>
                  </a:lnTo>
                  <a:lnTo>
                    <a:pt x="2729" y="31887"/>
                  </a:lnTo>
                  <a:cubicBezTo>
                    <a:pt x="2606" y="32020"/>
                    <a:pt x="2333" y="32317"/>
                    <a:pt x="2026" y="32648"/>
                  </a:cubicBezTo>
                  <a:cubicBezTo>
                    <a:pt x="1608" y="33130"/>
                    <a:pt x="1158" y="33612"/>
                    <a:pt x="965" y="33805"/>
                  </a:cubicBezTo>
                  <a:cubicBezTo>
                    <a:pt x="933" y="33869"/>
                    <a:pt x="901" y="33869"/>
                    <a:pt x="836" y="33869"/>
                  </a:cubicBezTo>
                  <a:cubicBezTo>
                    <a:pt x="772" y="33869"/>
                    <a:pt x="676" y="33837"/>
                    <a:pt x="611" y="33773"/>
                  </a:cubicBezTo>
                  <a:lnTo>
                    <a:pt x="547" y="33709"/>
                  </a:lnTo>
                  <a:lnTo>
                    <a:pt x="547" y="33676"/>
                  </a:lnTo>
                  <a:cubicBezTo>
                    <a:pt x="611" y="33612"/>
                    <a:pt x="676" y="33548"/>
                    <a:pt x="740" y="33419"/>
                  </a:cubicBezTo>
                  <a:cubicBezTo>
                    <a:pt x="965" y="33066"/>
                    <a:pt x="1286" y="32423"/>
                    <a:pt x="1576" y="31812"/>
                  </a:cubicBezTo>
                  <a:cubicBezTo>
                    <a:pt x="1897" y="31201"/>
                    <a:pt x="2187" y="30591"/>
                    <a:pt x="2315" y="30398"/>
                  </a:cubicBezTo>
                  <a:cubicBezTo>
                    <a:pt x="2315" y="30398"/>
                    <a:pt x="2347" y="30333"/>
                    <a:pt x="2412" y="30301"/>
                  </a:cubicBezTo>
                  <a:cubicBezTo>
                    <a:pt x="2540" y="30205"/>
                    <a:pt x="2765" y="30108"/>
                    <a:pt x="3054" y="30012"/>
                  </a:cubicBezTo>
                  <a:cubicBezTo>
                    <a:pt x="3922" y="29691"/>
                    <a:pt x="5272" y="29337"/>
                    <a:pt x="6430" y="28791"/>
                  </a:cubicBezTo>
                  <a:cubicBezTo>
                    <a:pt x="7297" y="28373"/>
                    <a:pt x="7651" y="28180"/>
                    <a:pt x="7876" y="27987"/>
                  </a:cubicBezTo>
                  <a:cubicBezTo>
                    <a:pt x="8005" y="27890"/>
                    <a:pt x="8101" y="27794"/>
                    <a:pt x="8198" y="27698"/>
                  </a:cubicBezTo>
                  <a:cubicBezTo>
                    <a:pt x="8262" y="27601"/>
                    <a:pt x="8358" y="27473"/>
                    <a:pt x="8551" y="27312"/>
                  </a:cubicBezTo>
                  <a:cubicBezTo>
                    <a:pt x="8648" y="27183"/>
                    <a:pt x="8808" y="26990"/>
                    <a:pt x="9033" y="26669"/>
                  </a:cubicBezTo>
                  <a:cubicBezTo>
                    <a:pt x="10544" y="24515"/>
                    <a:pt x="14562" y="17926"/>
                    <a:pt x="14562" y="17926"/>
                  </a:cubicBezTo>
                  <a:lnTo>
                    <a:pt x="14594" y="17829"/>
                  </a:lnTo>
                  <a:cubicBezTo>
                    <a:pt x="14594" y="17829"/>
                    <a:pt x="14659" y="17379"/>
                    <a:pt x="14787" y="16640"/>
                  </a:cubicBezTo>
                  <a:cubicBezTo>
                    <a:pt x="14948" y="15579"/>
                    <a:pt x="15237" y="13875"/>
                    <a:pt x="15591" y="12172"/>
                  </a:cubicBezTo>
                  <a:cubicBezTo>
                    <a:pt x="15976" y="10500"/>
                    <a:pt x="16426" y="8797"/>
                    <a:pt x="16909" y="7768"/>
                  </a:cubicBezTo>
                  <a:cubicBezTo>
                    <a:pt x="17552" y="6386"/>
                    <a:pt x="18548" y="4939"/>
                    <a:pt x="19384" y="3814"/>
                  </a:cubicBezTo>
                  <a:cubicBezTo>
                    <a:pt x="19802" y="3268"/>
                    <a:pt x="20187" y="2818"/>
                    <a:pt x="20477" y="2496"/>
                  </a:cubicBezTo>
                  <a:cubicBezTo>
                    <a:pt x="20605" y="2336"/>
                    <a:pt x="20702" y="2207"/>
                    <a:pt x="20798" y="2111"/>
                  </a:cubicBezTo>
                  <a:cubicBezTo>
                    <a:pt x="20862" y="2014"/>
                    <a:pt x="20895" y="1982"/>
                    <a:pt x="20895" y="1982"/>
                  </a:cubicBezTo>
                  <a:cubicBezTo>
                    <a:pt x="21023" y="1853"/>
                    <a:pt x="20991" y="1693"/>
                    <a:pt x="20895" y="1596"/>
                  </a:cubicBezTo>
                  <a:cubicBezTo>
                    <a:pt x="20835" y="1552"/>
                    <a:pt x="20768" y="1528"/>
                    <a:pt x="20704" y="1528"/>
                  </a:cubicBezTo>
                  <a:cubicBezTo>
                    <a:pt x="20631" y="1528"/>
                    <a:pt x="20560" y="1560"/>
                    <a:pt x="20509" y="1628"/>
                  </a:cubicBezTo>
                  <a:cubicBezTo>
                    <a:pt x="20509" y="1628"/>
                    <a:pt x="17777" y="4650"/>
                    <a:pt x="16426" y="7543"/>
                  </a:cubicBezTo>
                  <a:cubicBezTo>
                    <a:pt x="15751" y="9022"/>
                    <a:pt x="15173" y="11561"/>
                    <a:pt x="14723" y="13747"/>
                  </a:cubicBezTo>
                  <a:cubicBezTo>
                    <a:pt x="14349" y="15701"/>
                    <a:pt x="14130" y="17372"/>
                    <a:pt x="14088" y="17705"/>
                  </a:cubicBezTo>
                  <a:lnTo>
                    <a:pt x="14088" y="17705"/>
                  </a:lnTo>
                  <a:cubicBezTo>
                    <a:pt x="14000" y="17835"/>
                    <a:pt x="13684" y="18312"/>
                    <a:pt x="13276" y="19019"/>
                  </a:cubicBezTo>
                  <a:cubicBezTo>
                    <a:pt x="12505" y="20240"/>
                    <a:pt x="11348" y="22104"/>
                    <a:pt x="10319" y="23712"/>
                  </a:cubicBezTo>
                  <a:cubicBezTo>
                    <a:pt x="9805" y="24515"/>
                    <a:pt x="9323" y="25255"/>
                    <a:pt x="8937" y="25833"/>
                  </a:cubicBezTo>
                  <a:cubicBezTo>
                    <a:pt x="8744" y="26123"/>
                    <a:pt x="8583" y="26380"/>
                    <a:pt x="8455" y="26573"/>
                  </a:cubicBezTo>
                  <a:cubicBezTo>
                    <a:pt x="8326" y="26765"/>
                    <a:pt x="8198" y="26894"/>
                    <a:pt x="8165" y="26926"/>
                  </a:cubicBezTo>
                  <a:cubicBezTo>
                    <a:pt x="7972" y="27119"/>
                    <a:pt x="7876" y="27248"/>
                    <a:pt x="7780" y="27344"/>
                  </a:cubicBezTo>
                  <a:cubicBezTo>
                    <a:pt x="7651" y="27505"/>
                    <a:pt x="7587" y="27569"/>
                    <a:pt x="7394" y="27698"/>
                  </a:cubicBezTo>
                  <a:cubicBezTo>
                    <a:pt x="7201" y="27826"/>
                    <a:pt x="6847" y="27987"/>
                    <a:pt x="6205" y="28276"/>
                  </a:cubicBezTo>
                  <a:cubicBezTo>
                    <a:pt x="5369" y="28694"/>
                    <a:pt x="4404" y="28983"/>
                    <a:pt x="3601" y="29241"/>
                  </a:cubicBezTo>
                  <a:cubicBezTo>
                    <a:pt x="3183" y="29401"/>
                    <a:pt x="2797" y="29498"/>
                    <a:pt x="2508" y="29626"/>
                  </a:cubicBezTo>
                  <a:cubicBezTo>
                    <a:pt x="2379" y="29691"/>
                    <a:pt x="2251" y="29787"/>
                    <a:pt x="2122" y="29851"/>
                  </a:cubicBezTo>
                  <a:cubicBezTo>
                    <a:pt x="2026" y="29916"/>
                    <a:pt x="1929" y="30012"/>
                    <a:pt x="1833" y="30108"/>
                  </a:cubicBezTo>
                  <a:cubicBezTo>
                    <a:pt x="1769" y="30269"/>
                    <a:pt x="1640" y="30494"/>
                    <a:pt x="1479" y="30816"/>
                  </a:cubicBezTo>
                  <a:cubicBezTo>
                    <a:pt x="1254" y="31266"/>
                    <a:pt x="965" y="31844"/>
                    <a:pt x="708" y="32359"/>
                  </a:cubicBezTo>
                  <a:cubicBezTo>
                    <a:pt x="579" y="32584"/>
                    <a:pt x="451" y="32809"/>
                    <a:pt x="354" y="33001"/>
                  </a:cubicBezTo>
                  <a:cubicBezTo>
                    <a:pt x="322" y="33098"/>
                    <a:pt x="258" y="33162"/>
                    <a:pt x="226" y="33226"/>
                  </a:cubicBezTo>
                  <a:cubicBezTo>
                    <a:pt x="194" y="33259"/>
                    <a:pt x="161" y="33291"/>
                    <a:pt x="161" y="33323"/>
                  </a:cubicBezTo>
                  <a:cubicBezTo>
                    <a:pt x="65" y="33387"/>
                    <a:pt x="1" y="33548"/>
                    <a:pt x="1" y="33676"/>
                  </a:cubicBezTo>
                  <a:cubicBezTo>
                    <a:pt x="1" y="33902"/>
                    <a:pt x="129" y="34062"/>
                    <a:pt x="290" y="34191"/>
                  </a:cubicBezTo>
                  <a:cubicBezTo>
                    <a:pt x="419" y="34319"/>
                    <a:pt x="611" y="34416"/>
                    <a:pt x="836" y="34416"/>
                  </a:cubicBezTo>
                  <a:cubicBezTo>
                    <a:pt x="1029" y="34416"/>
                    <a:pt x="1190" y="34352"/>
                    <a:pt x="1351" y="34191"/>
                  </a:cubicBezTo>
                  <a:cubicBezTo>
                    <a:pt x="1518" y="34024"/>
                    <a:pt x="1808" y="33716"/>
                    <a:pt x="2104" y="33371"/>
                  </a:cubicBezTo>
                  <a:lnTo>
                    <a:pt x="2104" y="33371"/>
                  </a:lnTo>
                  <a:lnTo>
                    <a:pt x="1029" y="35927"/>
                  </a:lnTo>
                  <a:lnTo>
                    <a:pt x="997" y="36023"/>
                  </a:lnTo>
                  <a:cubicBezTo>
                    <a:pt x="997" y="36055"/>
                    <a:pt x="997" y="36216"/>
                    <a:pt x="1094" y="36409"/>
                  </a:cubicBezTo>
                  <a:cubicBezTo>
                    <a:pt x="1158" y="36505"/>
                    <a:pt x="1254" y="36634"/>
                    <a:pt x="1383" y="36698"/>
                  </a:cubicBezTo>
                  <a:cubicBezTo>
                    <a:pt x="1511" y="36762"/>
                    <a:pt x="1672" y="36795"/>
                    <a:pt x="1865" y="36795"/>
                  </a:cubicBezTo>
                  <a:cubicBezTo>
                    <a:pt x="2058" y="36795"/>
                    <a:pt x="2283" y="36762"/>
                    <a:pt x="2540" y="36698"/>
                  </a:cubicBezTo>
                  <a:cubicBezTo>
                    <a:pt x="3157" y="36502"/>
                    <a:pt x="3895" y="36184"/>
                    <a:pt x="4075" y="36084"/>
                  </a:cubicBezTo>
                  <a:lnTo>
                    <a:pt x="4075" y="36084"/>
                  </a:lnTo>
                  <a:cubicBezTo>
                    <a:pt x="4175" y="36065"/>
                    <a:pt x="4560" y="35967"/>
                    <a:pt x="5047" y="35766"/>
                  </a:cubicBezTo>
                  <a:cubicBezTo>
                    <a:pt x="5562" y="35573"/>
                    <a:pt x="6172" y="35252"/>
                    <a:pt x="6526" y="34769"/>
                  </a:cubicBezTo>
                  <a:cubicBezTo>
                    <a:pt x="6719" y="34544"/>
                    <a:pt x="6976" y="34127"/>
                    <a:pt x="7265" y="33580"/>
                  </a:cubicBezTo>
                  <a:cubicBezTo>
                    <a:pt x="8039" y="32176"/>
                    <a:pt x="9119" y="30082"/>
                    <a:pt x="9345" y="29644"/>
                  </a:cubicBezTo>
                  <a:lnTo>
                    <a:pt x="9345" y="29644"/>
                  </a:lnTo>
                  <a:cubicBezTo>
                    <a:pt x="9532" y="29523"/>
                    <a:pt x="10896" y="28636"/>
                    <a:pt x="12537" y="27473"/>
                  </a:cubicBezTo>
                  <a:cubicBezTo>
                    <a:pt x="14273" y="26219"/>
                    <a:pt x="16266" y="24644"/>
                    <a:pt x="17359" y="23326"/>
                  </a:cubicBezTo>
                  <a:cubicBezTo>
                    <a:pt x="18452" y="22040"/>
                    <a:pt x="19352" y="20626"/>
                    <a:pt x="19994" y="19372"/>
                  </a:cubicBezTo>
                  <a:cubicBezTo>
                    <a:pt x="20670" y="18151"/>
                    <a:pt x="21120" y="17090"/>
                    <a:pt x="21280" y="16543"/>
                  </a:cubicBezTo>
                  <a:cubicBezTo>
                    <a:pt x="21409" y="16061"/>
                    <a:pt x="22405" y="13072"/>
                    <a:pt x="23370" y="9954"/>
                  </a:cubicBezTo>
                  <a:cubicBezTo>
                    <a:pt x="23820" y="8379"/>
                    <a:pt x="24302" y="6804"/>
                    <a:pt x="24655" y="5454"/>
                  </a:cubicBezTo>
                  <a:cubicBezTo>
                    <a:pt x="24816" y="4779"/>
                    <a:pt x="24977" y="4168"/>
                    <a:pt x="25073" y="3686"/>
                  </a:cubicBezTo>
                  <a:cubicBezTo>
                    <a:pt x="25170" y="3171"/>
                    <a:pt x="25234" y="2786"/>
                    <a:pt x="25234" y="2464"/>
                  </a:cubicBezTo>
                  <a:lnTo>
                    <a:pt x="25234" y="2400"/>
                  </a:lnTo>
                  <a:cubicBezTo>
                    <a:pt x="25170" y="1436"/>
                    <a:pt x="24913" y="825"/>
                    <a:pt x="24623" y="471"/>
                  </a:cubicBezTo>
                  <a:cubicBezTo>
                    <a:pt x="24366" y="150"/>
                    <a:pt x="24077" y="21"/>
                    <a:pt x="24045" y="21"/>
                  </a:cubicBezTo>
                  <a:cubicBezTo>
                    <a:pt x="24009" y="7"/>
                    <a:pt x="23976" y="1"/>
                    <a:pt x="23944"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75" name="Google Shape;1875;p33"/>
            <p:cNvSpPr/>
            <p:nvPr/>
          </p:nvSpPr>
          <p:spPr>
            <a:xfrm>
              <a:off x="4286825" y="2209375"/>
              <a:ext cx="250450" cy="227450"/>
            </a:xfrm>
            <a:custGeom>
              <a:avLst/>
              <a:gdLst/>
              <a:ahLst/>
              <a:cxnLst/>
              <a:rect l="l" t="t" r="r" b="b"/>
              <a:pathLst>
                <a:path w="10018" h="9098" extrusionOk="0">
                  <a:moveTo>
                    <a:pt x="7928" y="0"/>
                  </a:moveTo>
                  <a:cubicBezTo>
                    <a:pt x="7606" y="386"/>
                    <a:pt x="7606" y="450"/>
                    <a:pt x="6224" y="1093"/>
                  </a:cubicBezTo>
                  <a:cubicBezTo>
                    <a:pt x="4488" y="1897"/>
                    <a:pt x="2270" y="2315"/>
                    <a:pt x="1949" y="2829"/>
                  </a:cubicBezTo>
                  <a:cubicBezTo>
                    <a:pt x="1660" y="3311"/>
                    <a:pt x="535" y="5754"/>
                    <a:pt x="245" y="6044"/>
                  </a:cubicBezTo>
                  <a:cubicBezTo>
                    <a:pt x="1" y="6288"/>
                    <a:pt x="369" y="6699"/>
                    <a:pt x="730" y="6699"/>
                  </a:cubicBezTo>
                  <a:cubicBezTo>
                    <a:pt x="843" y="6699"/>
                    <a:pt x="956" y="6658"/>
                    <a:pt x="1049" y="6558"/>
                  </a:cubicBezTo>
                  <a:cubicBezTo>
                    <a:pt x="1467" y="6172"/>
                    <a:pt x="2881" y="4533"/>
                    <a:pt x="2881" y="4533"/>
                  </a:cubicBezTo>
                  <a:lnTo>
                    <a:pt x="2881" y="4533"/>
                  </a:lnTo>
                  <a:lnTo>
                    <a:pt x="1145" y="8583"/>
                  </a:lnTo>
                  <a:cubicBezTo>
                    <a:pt x="1145" y="8583"/>
                    <a:pt x="1145" y="9097"/>
                    <a:pt x="1756" y="9097"/>
                  </a:cubicBezTo>
                  <a:cubicBezTo>
                    <a:pt x="2367" y="9097"/>
                    <a:pt x="3878" y="8390"/>
                    <a:pt x="3878" y="8390"/>
                  </a:cubicBezTo>
                  <a:cubicBezTo>
                    <a:pt x="3878" y="8390"/>
                    <a:pt x="5613" y="7972"/>
                    <a:pt x="6224" y="7169"/>
                  </a:cubicBezTo>
                  <a:cubicBezTo>
                    <a:pt x="6835" y="6365"/>
                    <a:pt x="9053" y="1993"/>
                    <a:pt x="9053" y="1993"/>
                  </a:cubicBezTo>
                  <a:cubicBezTo>
                    <a:pt x="9053" y="1993"/>
                    <a:pt x="9439" y="1768"/>
                    <a:pt x="10017" y="1383"/>
                  </a:cubicBezTo>
                  <a:cubicBezTo>
                    <a:pt x="9406" y="611"/>
                    <a:pt x="8603" y="193"/>
                    <a:pt x="7928"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76" name="Google Shape;1876;p33"/>
            <p:cNvSpPr/>
            <p:nvPr/>
          </p:nvSpPr>
          <p:spPr>
            <a:xfrm>
              <a:off x="4284100" y="2202625"/>
              <a:ext cx="259600" cy="240625"/>
            </a:xfrm>
            <a:custGeom>
              <a:avLst/>
              <a:gdLst/>
              <a:ahLst/>
              <a:cxnLst/>
              <a:rect l="l" t="t" r="r" b="b"/>
              <a:pathLst>
                <a:path w="10384" h="9625" extrusionOk="0">
                  <a:moveTo>
                    <a:pt x="8130" y="581"/>
                  </a:moveTo>
                  <a:cubicBezTo>
                    <a:pt x="8643" y="763"/>
                    <a:pt x="9240" y="1079"/>
                    <a:pt x="9717" y="1596"/>
                  </a:cubicBezTo>
                  <a:lnTo>
                    <a:pt x="9717" y="1596"/>
                  </a:lnTo>
                  <a:cubicBezTo>
                    <a:pt x="9544" y="1713"/>
                    <a:pt x="9402" y="1811"/>
                    <a:pt x="9290" y="1878"/>
                  </a:cubicBezTo>
                  <a:cubicBezTo>
                    <a:pt x="9098" y="2006"/>
                    <a:pt x="9033" y="2038"/>
                    <a:pt x="9033" y="2038"/>
                  </a:cubicBezTo>
                  <a:lnTo>
                    <a:pt x="8937" y="2167"/>
                  </a:lnTo>
                  <a:cubicBezTo>
                    <a:pt x="8937" y="2167"/>
                    <a:pt x="8776" y="2424"/>
                    <a:pt x="8583" y="2842"/>
                  </a:cubicBezTo>
                  <a:cubicBezTo>
                    <a:pt x="8230" y="3485"/>
                    <a:pt x="7747" y="4449"/>
                    <a:pt x="7265" y="5317"/>
                  </a:cubicBezTo>
                  <a:cubicBezTo>
                    <a:pt x="7008" y="5767"/>
                    <a:pt x="6783" y="6185"/>
                    <a:pt x="6590" y="6539"/>
                  </a:cubicBezTo>
                  <a:cubicBezTo>
                    <a:pt x="6397" y="6860"/>
                    <a:pt x="6205" y="7149"/>
                    <a:pt x="6108" y="7278"/>
                  </a:cubicBezTo>
                  <a:cubicBezTo>
                    <a:pt x="5883" y="7599"/>
                    <a:pt x="5337" y="7921"/>
                    <a:pt x="4822" y="8114"/>
                  </a:cubicBezTo>
                  <a:cubicBezTo>
                    <a:pt x="4597" y="8210"/>
                    <a:pt x="4372" y="8274"/>
                    <a:pt x="4212" y="8339"/>
                  </a:cubicBezTo>
                  <a:cubicBezTo>
                    <a:pt x="4115" y="8339"/>
                    <a:pt x="4051" y="8371"/>
                    <a:pt x="4019" y="8371"/>
                  </a:cubicBezTo>
                  <a:lnTo>
                    <a:pt x="3922" y="8403"/>
                  </a:lnTo>
                  <a:lnTo>
                    <a:pt x="3890" y="8403"/>
                  </a:lnTo>
                  <a:cubicBezTo>
                    <a:pt x="3890" y="8403"/>
                    <a:pt x="3794" y="8467"/>
                    <a:pt x="3633" y="8532"/>
                  </a:cubicBezTo>
                  <a:cubicBezTo>
                    <a:pt x="3408" y="8628"/>
                    <a:pt x="3054" y="8757"/>
                    <a:pt x="2733" y="8885"/>
                  </a:cubicBezTo>
                  <a:cubicBezTo>
                    <a:pt x="2379" y="9014"/>
                    <a:pt x="2026" y="9110"/>
                    <a:pt x="1865" y="9110"/>
                  </a:cubicBezTo>
                  <a:cubicBezTo>
                    <a:pt x="1769" y="9110"/>
                    <a:pt x="1704" y="9078"/>
                    <a:pt x="1640" y="9046"/>
                  </a:cubicBezTo>
                  <a:cubicBezTo>
                    <a:pt x="1576" y="9014"/>
                    <a:pt x="1576" y="8982"/>
                    <a:pt x="1544" y="8917"/>
                  </a:cubicBezTo>
                  <a:lnTo>
                    <a:pt x="1544" y="8885"/>
                  </a:lnTo>
                  <a:lnTo>
                    <a:pt x="1544" y="8874"/>
                  </a:lnTo>
                  <a:lnTo>
                    <a:pt x="3247" y="4899"/>
                  </a:lnTo>
                  <a:cubicBezTo>
                    <a:pt x="3279" y="4803"/>
                    <a:pt x="3247" y="4642"/>
                    <a:pt x="3119" y="4578"/>
                  </a:cubicBezTo>
                  <a:cubicBezTo>
                    <a:pt x="3085" y="4555"/>
                    <a:pt x="3042" y="4544"/>
                    <a:pt x="2999" y="4544"/>
                  </a:cubicBezTo>
                  <a:cubicBezTo>
                    <a:pt x="2920" y="4544"/>
                    <a:pt x="2839" y="4580"/>
                    <a:pt x="2797" y="4642"/>
                  </a:cubicBezTo>
                  <a:cubicBezTo>
                    <a:pt x="2797" y="4642"/>
                    <a:pt x="2776" y="4666"/>
                    <a:pt x="2737" y="4708"/>
                  </a:cubicBezTo>
                  <a:lnTo>
                    <a:pt x="2737" y="4708"/>
                  </a:lnTo>
                  <a:lnTo>
                    <a:pt x="2733" y="4706"/>
                  </a:lnTo>
                  <a:lnTo>
                    <a:pt x="2729" y="4717"/>
                  </a:lnTo>
                  <a:lnTo>
                    <a:pt x="2729" y="4717"/>
                  </a:lnTo>
                  <a:cubicBezTo>
                    <a:pt x="2606" y="4850"/>
                    <a:pt x="2333" y="5147"/>
                    <a:pt x="2026" y="5478"/>
                  </a:cubicBezTo>
                  <a:cubicBezTo>
                    <a:pt x="1608" y="5960"/>
                    <a:pt x="1158" y="6442"/>
                    <a:pt x="965" y="6635"/>
                  </a:cubicBezTo>
                  <a:cubicBezTo>
                    <a:pt x="933" y="6699"/>
                    <a:pt x="901" y="6699"/>
                    <a:pt x="836" y="6699"/>
                  </a:cubicBezTo>
                  <a:cubicBezTo>
                    <a:pt x="772" y="6699"/>
                    <a:pt x="676" y="6667"/>
                    <a:pt x="611" y="6603"/>
                  </a:cubicBezTo>
                  <a:lnTo>
                    <a:pt x="547" y="6539"/>
                  </a:lnTo>
                  <a:lnTo>
                    <a:pt x="547" y="6506"/>
                  </a:lnTo>
                  <a:cubicBezTo>
                    <a:pt x="611" y="6442"/>
                    <a:pt x="676" y="6378"/>
                    <a:pt x="740" y="6249"/>
                  </a:cubicBezTo>
                  <a:cubicBezTo>
                    <a:pt x="965" y="5896"/>
                    <a:pt x="1286" y="5253"/>
                    <a:pt x="1576" y="4642"/>
                  </a:cubicBezTo>
                  <a:cubicBezTo>
                    <a:pt x="1897" y="4031"/>
                    <a:pt x="2187" y="3421"/>
                    <a:pt x="2315" y="3228"/>
                  </a:cubicBezTo>
                  <a:cubicBezTo>
                    <a:pt x="2315" y="3228"/>
                    <a:pt x="2347" y="3163"/>
                    <a:pt x="2412" y="3131"/>
                  </a:cubicBezTo>
                  <a:cubicBezTo>
                    <a:pt x="2540" y="3035"/>
                    <a:pt x="2765" y="2938"/>
                    <a:pt x="3054" y="2842"/>
                  </a:cubicBezTo>
                  <a:cubicBezTo>
                    <a:pt x="3922" y="2521"/>
                    <a:pt x="5272" y="2167"/>
                    <a:pt x="6430" y="1621"/>
                  </a:cubicBezTo>
                  <a:cubicBezTo>
                    <a:pt x="7137" y="1267"/>
                    <a:pt x="7490" y="1106"/>
                    <a:pt x="7747" y="945"/>
                  </a:cubicBezTo>
                  <a:cubicBezTo>
                    <a:pt x="7876" y="849"/>
                    <a:pt x="7940" y="785"/>
                    <a:pt x="8037" y="688"/>
                  </a:cubicBezTo>
                  <a:cubicBezTo>
                    <a:pt x="8067" y="658"/>
                    <a:pt x="8097" y="621"/>
                    <a:pt x="8130" y="581"/>
                  </a:cubicBezTo>
                  <a:close/>
                  <a:moveTo>
                    <a:pt x="8051" y="1"/>
                  </a:moveTo>
                  <a:cubicBezTo>
                    <a:pt x="7972" y="1"/>
                    <a:pt x="7891" y="31"/>
                    <a:pt x="7844" y="78"/>
                  </a:cubicBezTo>
                  <a:cubicBezTo>
                    <a:pt x="7780" y="206"/>
                    <a:pt x="7715" y="270"/>
                    <a:pt x="7651" y="335"/>
                  </a:cubicBezTo>
                  <a:cubicBezTo>
                    <a:pt x="7555" y="399"/>
                    <a:pt x="7490" y="463"/>
                    <a:pt x="7265" y="592"/>
                  </a:cubicBezTo>
                  <a:cubicBezTo>
                    <a:pt x="7072" y="720"/>
                    <a:pt x="6751" y="881"/>
                    <a:pt x="6205" y="1106"/>
                  </a:cubicBezTo>
                  <a:cubicBezTo>
                    <a:pt x="5369" y="1524"/>
                    <a:pt x="4404" y="1813"/>
                    <a:pt x="3601" y="2071"/>
                  </a:cubicBezTo>
                  <a:cubicBezTo>
                    <a:pt x="3183" y="2231"/>
                    <a:pt x="2797" y="2328"/>
                    <a:pt x="2508" y="2456"/>
                  </a:cubicBezTo>
                  <a:cubicBezTo>
                    <a:pt x="2379" y="2521"/>
                    <a:pt x="2251" y="2617"/>
                    <a:pt x="2122" y="2681"/>
                  </a:cubicBezTo>
                  <a:cubicBezTo>
                    <a:pt x="2026" y="2746"/>
                    <a:pt x="1929" y="2842"/>
                    <a:pt x="1833" y="2938"/>
                  </a:cubicBezTo>
                  <a:cubicBezTo>
                    <a:pt x="1769" y="3099"/>
                    <a:pt x="1640" y="3324"/>
                    <a:pt x="1479" y="3646"/>
                  </a:cubicBezTo>
                  <a:cubicBezTo>
                    <a:pt x="1254" y="4096"/>
                    <a:pt x="965" y="4674"/>
                    <a:pt x="708" y="5189"/>
                  </a:cubicBezTo>
                  <a:cubicBezTo>
                    <a:pt x="579" y="5414"/>
                    <a:pt x="451" y="5639"/>
                    <a:pt x="354" y="5831"/>
                  </a:cubicBezTo>
                  <a:cubicBezTo>
                    <a:pt x="322" y="5928"/>
                    <a:pt x="258" y="5992"/>
                    <a:pt x="226" y="6056"/>
                  </a:cubicBezTo>
                  <a:cubicBezTo>
                    <a:pt x="194" y="6089"/>
                    <a:pt x="161" y="6121"/>
                    <a:pt x="161" y="6153"/>
                  </a:cubicBezTo>
                  <a:cubicBezTo>
                    <a:pt x="65" y="6217"/>
                    <a:pt x="1" y="6378"/>
                    <a:pt x="1" y="6506"/>
                  </a:cubicBezTo>
                  <a:cubicBezTo>
                    <a:pt x="1" y="6732"/>
                    <a:pt x="129" y="6892"/>
                    <a:pt x="290" y="7021"/>
                  </a:cubicBezTo>
                  <a:cubicBezTo>
                    <a:pt x="419" y="7149"/>
                    <a:pt x="611" y="7246"/>
                    <a:pt x="836" y="7246"/>
                  </a:cubicBezTo>
                  <a:cubicBezTo>
                    <a:pt x="1029" y="7246"/>
                    <a:pt x="1190" y="7182"/>
                    <a:pt x="1351" y="7021"/>
                  </a:cubicBezTo>
                  <a:cubicBezTo>
                    <a:pt x="1518" y="6854"/>
                    <a:pt x="1808" y="6546"/>
                    <a:pt x="2104" y="6201"/>
                  </a:cubicBezTo>
                  <a:lnTo>
                    <a:pt x="2104" y="6201"/>
                  </a:lnTo>
                  <a:lnTo>
                    <a:pt x="1029" y="8757"/>
                  </a:lnTo>
                  <a:lnTo>
                    <a:pt x="997" y="8853"/>
                  </a:lnTo>
                  <a:cubicBezTo>
                    <a:pt x="997" y="8885"/>
                    <a:pt x="997" y="9046"/>
                    <a:pt x="1126" y="9239"/>
                  </a:cubicBezTo>
                  <a:cubicBezTo>
                    <a:pt x="1158" y="9335"/>
                    <a:pt x="1254" y="9464"/>
                    <a:pt x="1383" y="9528"/>
                  </a:cubicBezTo>
                  <a:cubicBezTo>
                    <a:pt x="1511" y="9592"/>
                    <a:pt x="1672" y="9625"/>
                    <a:pt x="1865" y="9625"/>
                  </a:cubicBezTo>
                  <a:cubicBezTo>
                    <a:pt x="2058" y="9625"/>
                    <a:pt x="2283" y="9592"/>
                    <a:pt x="2540" y="9528"/>
                  </a:cubicBezTo>
                  <a:cubicBezTo>
                    <a:pt x="3157" y="9332"/>
                    <a:pt x="3895" y="9014"/>
                    <a:pt x="4075" y="8914"/>
                  </a:cubicBezTo>
                  <a:lnTo>
                    <a:pt x="4075" y="8914"/>
                  </a:lnTo>
                  <a:cubicBezTo>
                    <a:pt x="4175" y="8895"/>
                    <a:pt x="4560" y="8797"/>
                    <a:pt x="5047" y="8596"/>
                  </a:cubicBezTo>
                  <a:cubicBezTo>
                    <a:pt x="5562" y="8403"/>
                    <a:pt x="6172" y="8082"/>
                    <a:pt x="6526" y="7599"/>
                  </a:cubicBezTo>
                  <a:cubicBezTo>
                    <a:pt x="6719" y="7374"/>
                    <a:pt x="6976" y="6957"/>
                    <a:pt x="7265" y="6410"/>
                  </a:cubicBezTo>
                  <a:cubicBezTo>
                    <a:pt x="8039" y="5006"/>
                    <a:pt x="9119" y="2913"/>
                    <a:pt x="9344" y="2474"/>
                  </a:cubicBezTo>
                  <a:lnTo>
                    <a:pt x="9344" y="2474"/>
                  </a:lnTo>
                  <a:cubicBezTo>
                    <a:pt x="9430" y="2420"/>
                    <a:pt x="9760" y="2207"/>
                    <a:pt x="10255" y="1878"/>
                  </a:cubicBezTo>
                  <a:cubicBezTo>
                    <a:pt x="10319" y="1846"/>
                    <a:pt x="10383" y="1781"/>
                    <a:pt x="10383" y="1685"/>
                  </a:cubicBezTo>
                  <a:cubicBezTo>
                    <a:pt x="10383" y="1621"/>
                    <a:pt x="10383" y="1556"/>
                    <a:pt x="10319" y="1492"/>
                  </a:cubicBezTo>
                  <a:cubicBezTo>
                    <a:pt x="9708" y="656"/>
                    <a:pt x="8808" y="238"/>
                    <a:pt x="8133" y="13"/>
                  </a:cubicBezTo>
                  <a:cubicBezTo>
                    <a:pt x="8107" y="5"/>
                    <a:pt x="8079" y="1"/>
                    <a:pt x="8051"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77" name="Google Shape;1877;p33"/>
            <p:cNvSpPr/>
            <p:nvPr/>
          </p:nvSpPr>
          <p:spPr>
            <a:xfrm>
              <a:off x="4783150" y="2218225"/>
              <a:ext cx="904075" cy="420950"/>
            </a:xfrm>
            <a:custGeom>
              <a:avLst/>
              <a:gdLst/>
              <a:ahLst/>
              <a:cxnLst/>
              <a:rect l="l" t="t" r="r" b="b"/>
              <a:pathLst>
                <a:path w="36163" h="16838" extrusionOk="0">
                  <a:moveTo>
                    <a:pt x="34427" y="0"/>
                  </a:moveTo>
                  <a:lnTo>
                    <a:pt x="28287" y="2829"/>
                  </a:lnTo>
                  <a:cubicBezTo>
                    <a:pt x="28287" y="2829"/>
                    <a:pt x="26037" y="7072"/>
                    <a:pt x="25619" y="8711"/>
                  </a:cubicBezTo>
                  <a:cubicBezTo>
                    <a:pt x="25202" y="10383"/>
                    <a:pt x="24559" y="12183"/>
                    <a:pt x="24559" y="12183"/>
                  </a:cubicBezTo>
                  <a:cubicBezTo>
                    <a:pt x="24559" y="12183"/>
                    <a:pt x="20412" y="11540"/>
                    <a:pt x="16844" y="11122"/>
                  </a:cubicBezTo>
                  <a:cubicBezTo>
                    <a:pt x="13276" y="10704"/>
                    <a:pt x="8229" y="9804"/>
                    <a:pt x="6976" y="9547"/>
                  </a:cubicBezTo>
                  <a:cubicBezTo>
                    <a:pt x="5999" y="9347"/>
                    <a:pt x="4379" y="8912"/>
                    <a:pt x="3468" y="8912"/>
                  </a:cubicBezTo>
                  <a:cubicBezTo>
                    <a:pt x="3209" y="8912"/>
                    <a:pt x="3007" y="8947"/>
                    <a:pt x="2893" y="9033"/>
                  </a:cubicBezTo>
                  <a:cubicBezTo>
                    <a:pt x="2411" y="9451"/>
                    <a:pt x="2733" y="9386"/>
                    <a:pt x="3311" y="9611"/>
                  </a:cubicBezTo>
                  <a:cubicBezTo>
                    <a:pt x="3568" y="9726"/>
                    <a:pt x="3895" y="9757"/>
                    <a:pt x="4179" y="9757"/>
                  </a:cubicBezTo>
                  <a:cubicBezTo>
                    <a:pt x="4534" y="9757"/>
                    <a:pt x="4822" y="9708"/>
                    <a:pt x="4822" y="9708"/>
                  </a:cubicBezTo>
                  <a:lnTo>
                    <a:pt x="4822" y="9708"/>
                  </a:lnTo>
                  <a:cubicBezTo>
                    <a:pt x="4822" y="9708"/>
                    <a:pt x="3986" y="9965"/>
                    <a:pt x="3086" y="10286"/>
                  </a:cubicBezTo>
                  <a:cubicBezTo>
                    <a:pt x="2154" y="10608"/>
                    <a:pt x="515" y="11186"/>
                    <a:pt x="258" y="11540"/>
                  </a:cubicBezTo>
                  <a:cubicBezTo>
                    <a:pt x="0" y="11861"/>
                    <a:pt x="579" y="13019"/>
                    <a:pt x="1511" y="13019"/>
                  </a:cubicBezTo>
                  <a:cubicBezTo>
                    <a:pt x="2111" y="13019"/>
                    <a:pt x="2611" y="12990"/>
                    <a:pt x="3021" y="12990"/>
                  </a:cubicBezTo>
                  <a:cubicBezTo>
                    <a:pt x="3226" y="12990"/>
                    <a:pt x="3408" y="12997"/>
                    <a:pt x="3568" y="13019"/>
                  </a:cubicBezTo>
                  <a:cubicBezTo>
                    <a:pt x="4083" y="13115"/>
                    <a:pt x="4308" y="13597"/>
                    <a:pt x="5979" y="13597"/>
                  </a:cubicBezTo>
                  <a:cubicBezTo>
                    <a:pt x="7619" y="13597"/>
                    <a:pt x="9965" y="12279"/>
                    <a:pt x="9965" y="12279"/>
                  </a:cubicBezTo>
                  <a:cubicBezTo>
                    <a:pt x="9965" y="12279"/>
                    <a:pt x="17744" y="15847"/>
                    <a:pt x="22148" y="16587"/>
                  </a:cubicBezTo>
                  <a:cubicBezTo>
                    <a:pt x="23180" y="16760"/>
                    <a:pt x="24005" y="16838"/>
                    <a:pt x="24688" y="16838"/>
                  </a:cubicBezTo>
                  <a:cubicBezTo>
                    <a:pt x="26918" y="16838"/>
                    <a:pt x="27624" y="16006"/>
                    <a:pt x="29027" y="14947"/>
                  </a:cubicBezTo>
                  <a:cubicBezTo>
                    <a:pt x="30859" y="13533"/>
                    <a:pt x="36163" y="4822"/>
                    <a:pt x="35745" y="3086"/>
                  </a:cubicBezTo>
                  <a:cubicBezTo>
                    <a:pt x="35327" y="1350"/>
                    <a:pt x="34427" y="0"/>
                    <a:pt x="34427"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78" name="Google Shape;1878;p33"/>
            <p:cNvSpPr/>
            <p:nvPr/>
          </p:nvSpPr>
          <p:spPr>
            <a:xfrm>
              <a:off x="4781550" y="2211775"/>
              <a:ext cx="902475" cy="433975"/>
            </a:xfrm>
            <a:custGeom>
              <a:avLst/>
              <a:gdLst/>
              <a:ahLst/>
              <a:cxnLst/>
              <a:rect l="l" t="t" r="r" b="b"/>
              <a:pathLst>
                <a:path w="36099" h="17359" extrusionOk="0">
                  <a:moveTo>
                    <a:pt x="34465" y="1"/>
                  </a:moveTo>
                  <a:cubicBezTo>
                    <a:pt x="34420" y="1"/>
                    <a:pt x="34373" y="12"/>
                    <a:pt x="34330" y="33"/>
                  </a:cubicBezTo>
                  <a:cubicBezTo>
                    <a:pt x="34202" y="129"/>
                    <a:pt x="34170" y="290"/>
                    <a:pt x="34266" y="419"/>
                  </a:cubicBezTo>
                  <a:lnTo>
                    <a:pt x="34298" y="483"/>
                  </a:lnTo>
                  <a:cubicBezTo>
                    <a:pt x="34459" y="740"/>
                    <a:pt x="35198" y="1930"/>
                    <a:pt x="35552" y="3408"/>
                  </a:cubicBezTo>
                  <a:cubicBezTo>
                    <a:pt x="35552" y="3440"/>
                    <a:pt x="35552" y="3505"/>
                    <a:pt x="35552" y="3569"/>
                  </a:cubicBezTo>
                  <a:cubicBezTo>
                    <a:pt x="35552" y="3794"/>
                    <a:pt x="35487" y="4115"/>
                    <a:pt x="35359" y="4533"/>
                  </a:cubicBezTo>
                  <a:cubicBezTo>
                    <a:pt x="34877" y="6012"/>
                    <a:pt x="33623" y="8358"/>
                    <a:pt x="32337" y="10448"/>
                  </a:cubicBezTo>
                  <a:cubicBezTo>
                    <a:pt x="31662" y="11509"/>
                    <a:pt x="30987" y="12505"/>
                    <a:pt x="30409" y="13309"/>
                  </a:cubicBezTo>
                  <a:cubicBezTo>
                    <a:pt x="29798" y="14112"/>
                    <a:pt x="29251" y="14723"/>
                    <a:pt x="28930" y="14980"/>
                  </a:cubicBezTo>
                  <a:cubicBezTo>
                    <a:pt x="28223" y="15527"/>
                    <a:pt x="27709" y="16009"/>
                    <a:pt x="27098" y="16330"/>
                  </a:cubicBezTo>
                  <a:cubicBezTo>
                    <a:pt x="26519" y="16652"/>
                    <a:pt x="25844" y="16845"/>
                    <a:pt x="24751" y="16845"/>
                  </a:cubicBezTo>
                  <a:cubicBezTo>
                    <a:pt x="24076" y="16845"/>
                    <a:pt x="23273" y="16748"/>
                    <a:pt x="22244" y="16587"/>
                  </a:cubicBezTo>
                  <a:cubicBezTo>
                    <a:pt x="20090" y="16234"/>
                    <a:pt x="17037" y="15141"/>
                    <a:pt x="14561" y="14177"/>
                  </a:cubicBezTo>
                  <a:cubicBezTo>
                    <a:pt x="13308" y="13662"/>
                    <a:pt x="12215" y="13212"/>
                    <a:pt x="11411" y="12859"/>
                  </a:cubicBezTo>
                  <a:cubicBezTo>
                    <a:pt x="11026" y="12698"/>
                    <a:pt x="10704" y="12537"/>
                    <a:pt x="10479" y="12441"/>
                  </a:cubicBezTo>
                  <a:cubicBezTo>
                    <a:pt x="10254" y="12344"/>
                    <a:pt x="10126" y="12280"/>
                    <a:pt x="10126" y="12280"/>
                  </a:cubicBezTo>
                  <a:cubicBezTo>
                    <a:pt x="10099" y="12267"/>
                    <a:pt x="10067" y="12259"/>
                    <a:pt x="10034" y="12259"/>
                  </a:cubicBezTo>
                  <a:cubicBezTo>
                    <a:pt x="9987" y="12259"/>
                    <a:pt x="9938" y="12275"/>
                    <a:pt x="9901" y="12312"/>
                  </a:cubicBezTo>
                  <a:cubicBezTo>
                    <a:pt x="9901" y="12312"/>
                    <a:pt x="9868" y="12312"/>
                    <a:pt x="9804" y="12344"/>
                  </a:cubicBezTo>
                  <a:cubicBezTo>
                    <a:pt x="9547" y="12473"/>
                    <a:pt x="8968" y="12794"/>
                    <a:pt x="8261" y="13084"/>
                  </a:cubicBezTo>
                  <a:cubicBezTo>
                    <a:pt x="7522" y="13341"/>
                    <a:pt x="6718" y="13598"/>
                    <a:pt x="6043" y="13598"/>
                  </a:cubicBezTo>
                  <a:cubicBezTo>
                    <a:pt x="5240" y="13598"/>
                    <a:pt x="4790" y="13469"/>
                    <a:pt x="4500" y="13341"/>
                  </a:cubicBezTo>
                  <a:cubicBezTo>
                    <a:pt x="4340" y="13309"/>
                    <a:pt x="4243" y="13244"/>
                    <a:pt x="4115" y="13180"/>
                  </a:cubicBezTo>
                  <a:cubicBezTo>
                    <a:pt x="3986" y="13116"/>
                    <a:pt x="3857" y="13052"/>
                    <a:pt x="3665" y="13019"/>
                  </a:cubicBezTo>
                  <a:cubicBezTo>
                    <a:pt x="3504" y="12987"/>
                    <a:pt x="3279" y="12987"/>
                    <a:pt x="3086" y="12987"/>
                  </a:cubicBezTo>
                  <a:cubicBezTo>
                    <a:pt x="2668" y="12987"/>
                    <a:pt x="2154" y="13019"/>
                    <a:pt x="1575" y="13019"/>
                  </a:cubicBezTo>
                  <a:cubicBezTo>
                    <a:pt x="1286" y="13019"/>
                    <a:pt x="1029" y="12859"/>
                    <a:pt x="836" y="12634"/>
                  </a:cubicBezTo>
                  <a:cubicBezTo>
                    <a:pt x="643" y="12409"/>
                    <a:pt x="514" y="12119"/>
                    <a:pt x="514" y="11991"/>
                  </a:cubicBezTo>
                  <a:lnTo>
                    <a:pt x="547" y="11959"/>
                  </a:lnTo>
                  <a:cubicBezTo>
                    <a:pt x="547" y="11959"/>
                    <a:pt x="579" y="11927"/>
                    <a:pt x="611" y="11862"/>
                  </a:cubicBezTo>
                  <a:cubicBezTo>
                    <a:pt x="836" y="11734"/>
                    <a:pt x="1286" y="11541"/>
                    <a:pt x="1800" y="11348"/>
                  </a:cubicBezTo>
                  <a:cubicBezTo>
                    <a:pt x="2282" y="11123"/>
                    <a:pt x="2829" y="10930"/>
                    <a:pt x="3215" y="10801"/>
                  </a:cubicBezTo>
                  <a:cubicBezTo>
                    <a:pt x="3697" y="10641"/>
                    <a:pt x="4115" y="10480"/>
                    <a:pt x="4436" y="10384"/>
                  </a:cubicBezTo>
                  <a:cubicBezTo>
                    <a:pt x="4757" y="10287"/>
                    <a:pt x="4950" y="10223"/>
                    <a:pt x="4950" y="10223"/>
                  </a:cubicBezTo>
                  <a:cubicBezTo>
                    <a:pt x="5079" y="10191"/>
                    <a:pt x="5175" y="10030"/>
                    <a:pt x="5143" y="9901"/>
                  </a:cubicBezTo>
                  <a:cubicBezTo>
                    <a:pt x="5115" y="9790"/>
                    <a:pt x="5015" y="9702"/>
                    <a:pt x="4883" y="9702"/>
                  </a:cubicBezTo>
                  <a:cubicBezTo>
                    <a:pt x="4863" y="9702"/>
                    <a:pt x="4843" y="9704"/>
                    <a:pt x="4822" y="9709"/>
                  </a:cubicBezTo>
                  <a:lnTo>
                    <a:pt x="4790" y="9709"/>
                  </a:lnTo>
                  <a:cubicBezTo>
                    <a:pt x="4790" y="9709"/>
                    <a:pt x="4786" y="9710"/>
                    <a:pt x="4780" y="9712"/>
                  </a:cubicBezTo>
                  <a:lnTo>
                    <a:pt x="4780" y="9712"/>
                  </a:lnTo>
                  <a:cubicBezTo>
                    <a:pt x="4678" y="9741"/>
                    <a:pt x="4460" y="9741"/>
                    <a:pt x="4211" y="9741"/>
                  </a:cubicBezTo>
                  <a:cubicBezTo>
                    <a:pt x="3954" y="9741"/>
                    <a:pt x="3697" y="9709"/>
                    <a:pt x="3504" y="9644"/>
                  </a:cubicBezTo>
                  <a:cubicBezTo>
                    <a:pt x="3369" y="9587"/>
                    <a:pt x="3258" y="9541"/>
                    <a:pt x="3163" y="9506"/>
                  </a:cubicBezTo>
                  <a:lnTo>
                    <a:pt x="3163" y="9506"/>
                  </a:lnTo>
                  <a:cubicBezTo>
                    <a:pt x="3179" y="9494"/>
                    <a:pt x="3215" y="9473"/>
                    <a:pt x="3279" y="9451"/>
                  </a:cubicBezTo>
                  <a:lnTo>
                    <a:pt x="3568" y="9451"/>
                  </a:lnTo>
                  <a:cubicBezTo>
                    <a:pt x="3986" y="9451"/>
                    <a:pt x="4597" y="9548"/>
                    <a:pt x="5240" y="9676"/>
                  </a:cubicBezTo>
                  <a:cubicBezTo>
                    <a:pt x="5850" y="9805"/>
                    <a:pt x="6493" y="9966"/>
                    <a:pt x="6975" y="10062"/>
                  </a:cubicBezTo>
                  <a:cubicBezTo>
                    <a:pt x="8229" y="10319"/>
                    <a:pt x="13276" y="11219"/>
                    <a:pt x="16876" y="11637"/>
                  </a:cubicBezTo>
                  <a:cubicBezTo>
                    <a:pt x="18644" y="11862"/>
                    <a:pt x="20572" y="12119"/>
                    <a:pt x="22051" y="12344"/>
                  </a:cubicBezTo>
                  <a:cubicBezTo>
                    <a:pt x="22790" y="12441"/>
                    <a:pt x="23433" y="12537"/>
                    <a:pt x="23851" y="12602"/>
                  </a:cubicBezTo>
                  <a:cubicBezTo>
                    <a:pt x="24301" y="12666"/>
                    <a:pt x="24558" y="12730"/>
                    <a:pt x="24558" y="12730"/>
                  </a:cubicBezTo>
                  <a:cubicBezTo>
                    <a:pt x="24687" y="12730"/>
                    <a:pt x="24816" y="12666"/>
                    <a:pt x="24848" y="12537"/>
                  </a:cubicBezTo>
                  <a:cubicBezTo>
                    <a:pt x="24848" y="12537"/>
                    <a:pt x="25523" y="10705"/>
                    <a:pt x="25941" y="9034"/>
                  </a:cubicBezTo>
                  <a:cubicBezTo>
                    <a:pt x="26133" y="8262"/>
                    <a:pt x="26808" y="6783"/>
                    <a:pt x="27419" y="5530"/>
                  </a:cubicBezTo>
                  <a:cubicBezTo>
                    <a:pt x="27709" y="4887"/>
                    <a:pt x="27998" y="4308"/>
                    <a:pt x="28223" y="3890"/>
                  </a:cubicBezTo>
                  <a:cubicBezTo>
                    <a:pt x="28448" y="3473"/>
                    <a:pt x="28576" y="3215"/>
                    <a:pt x="28576" y="3215"/>
                  </a:cubicBezTo>
                  <a:cubicBezTo>
                    <a:pt x="28641" y="3087"/>
                    <a:pt x="28609" y="2926"/>
                    <a:pt x="28480" y="2862"/>
                  </a:cubicBezTo>
                  <a:cubicBezTo>
                    <a:pt x="28437" y="2830"/>
                    <a:pt x="28387" y="2815"/>
                    <a:pt x="28337" y="2815"/>
                  </a:cubicBezTo>
                  <a:cubicBezTo>
                    <a:pt x="28237" y="2815"/>
                    <a:pt x="28137" y="2872"/>
                    <a:pt x="28094" y="2958"/>
                  </a:cubicBezTo>
                  <a:cubicBezTo>
                    <a:pt x="28094" y="2958"/>
                    <a:pt x="27548" y="4019"/>
                    <a:pt x="26937" y="5305"/>
                  </a:cubicBezTo>
                  <a:cubicBezTo>
                    <a:pt x="26326" y="6558"/>
                    <a:pt x="25651" y="8037"/>
                    <a:pt x="25426" y="8905"/>
                  </a:cubicBezTo>
                  <a:cubicBezTo>
                    <a:pt x="25233" y="9741"/>
                    <a:pt x="24944" y="10609"/>
                    <a:pt x="24751" y="11251"/>
                  </a:cubicBezTo>
                  <a:cubicBezTo>
                    <a:pt x="24623" y="11573"/>
                    <a:pt x="24526" y="11862"/>
                    <a:pt x="24462" y="12055"/>
                  </a:cubicBezTo>
                  <a:cubicBezTo>
                    <a:pt x="24451" y="12089"/>
                    <a:pt x="24441" y="12120"/>
                    <a:pt x="24431" y="12149"/>
                  </a:cubicBezTo>
                  <a:lnTo>
                    <a:pt x="24431" y="12149"/>
                  </a:lnTo>
                  <a:cubicBezTo>
                    <a:pt x="23524" y="12011"/>
                    <a:pt x="20017" y="11483"/>
                    <a:pt x="16940" y="11123"/>
                  </a:cubicBezTo>
                  <a:cubicBezTo>
                    <a:pt x="13372" y="10705"/>
                    <a:pt x="8325" y="9773"/>
                    <a:pt x="7072" y="9548"/>
                  </a:cubicBezTo>
                  <a:cubicBezTo>
                    <a:pt x="6622" y="9451"/>
                    <a:pt x="5979" y="9291"/>
                    <a:pt x="5336" y="9162"/>
                  </a:cubicBezTo>
                  <a:cubicBezTo>
                    <a:pt x="4693" y="9034"/>
                    <a:pt x="4050" y="8905"/>
                    <a:pt x="3568" y="8905"/>
                  </a:cubicBezTo>
                  <a:cubicBezTo>
                    <a:pt x="3407" y="8905"/>
                    <a:pt x="3279" y="8905"/>
                    <a:pt x="3150" y="8937"/>
                  </a:cubicBezTo>
                  <a:cubicBezTo>
                    <a:pt x="3022" y="8969"/>
                    <a:pt x="2893" y="9001"/>
                    <a:pt x="2797" y="9098"/>
                  </a:cubicBezTo>
                  <a:cubicBezTo>
                    <a:pt x="2700" y="9162"/>
                    <a:pt x="2636" y="9226"/>
                    <a:pt x="2572" y="9291"/>
                  </a:cubicBezTo>
                  <a:cubicBezTo>
                    <a:pt x="2539" y="9355"/>
                    <a:pt x="2475" y="9451"/>
                    <a:pt x="2475" y="9580"/>
                  </a:cubicBezTo>
                  <a:cubicBezTo>
                    <a:pt x="2475" y="9644"/>
                    <a:pt x="2475" y="9741"/>
                    <a:pt x="2539" y="9773"/>
                  </a:cubicBezTo>
                  <a:cubicBezTo>
                    <a:pt x="2604" y="9869"/>
                    <a:pt x="2668" y="9901"/>
                    <a:pt x="2700" y="9934"/>
                  </a:cubicBezTo>
                  <a:cubicBezTo>
                    <a:pt x="2797" y="9966"/>
                    <a:pt x="2861" y="9998"/>
                    <a:pt x="2957" y="10030"/>
                  </a:cubicBezTo>
                  <a:cubicBezTo>
                    <a:pt x="3054" y="10062"/>
                    <a:pt x="3182" y="10094"/>
                    <a:pt x="3279" y="10126"/>
                  </a:cubicBezTo>
                  <a:cubicBezTo>
                    <a:pt x="3317" y="10142"/>
                    <a:pt x="3355" y="10155"/>
                    <a:pt x="3393" y="10168"/>
                  </a:cubicBezTo>
                  <a:lnTo>
                    <a:pt x="3393" y="10168"/>
                  </a:lnTo>
                  <a:cubicBezTo>
                    <a:pt x="3282" y="10206"/>
                    <a:pt x="3168" y="10246"/>
                    <a:pt x="3054" y="10287"/>
                  </a:cubicBezTo>
                  <a:cubicBezTo>
                    <a:pt x="2604" y="10448"/>
                    <a:pt x="1961" y="10705"/>
                    <a:pt x="1382" y="10930"/>
                  </a:cubicBezTo>
                  <a:cubicBezTo>
                    <a:pt x="1093" y="11026"/>
                    <a:pt x="836" y="11155"/>
                    <a:pt x="611" y="11251"/>
                  </a:cubicBezTo>
                  <a:cubicBezTo>
                    <a:pt x="514" y="11316"/>
                    <a:pt x="418" y="11380"/>
                    <a:pt x="322" y="11444"/>
                  </a:cubicBezTo>
                  <a:cubicBezTo>
                    <a:pt x="225" y="11509"/>
                    <a:pt x="161" y="11541"/>
                    <a:pt x="96" y="11637"/>
                  </a:cubicBezTo>
                  <a:cubicBezTo>
                    <a:pt x="32" y="11734"/>
                    <a:pt x="0" y="11894"/>
                    <a:pt x="0" y="11991"/>
                  </a:cubicBezTo>
                  <a:cubicBezTo>
                    <a:pt x="0" y="12344"/>
                    <a:pt x="161" y="12666"/>
                    <a:pt x="418" y="12987"/>
                  </a:cubicBezTo>
                  <a:cubicBezTo>
                    <a:pt x="675" y="13309"/>
                    <a:pt x="1093" y="13566"/>
                    <a:pt x="1575" y="13566"/>
                  </a:cubicBezTo>
                  <a:cubicBezTo>
                    <a:pt x="2186" y="13566"/>
                    <a:pt x="2668" y="13502"/>
                    <a:pt x="3086" y="13502"/>
                  </a:cubicBezTo>
                  <a:cubicBezTo>
                    <a:pt x="3279" y="13502"/>
                    <a:pt x="3440" y="13534"/>
                    <a:pt x="3600" y="13534"/>
                  </a:cubicBezTo>
                  <a:cubicBezTo>
                    <a:pt x="3665" y="13566"/>
                    <a:pt x="3761" y="13598"/>
                    <a:pt x="3857" y="13662"/>
                  </a:cubicBezTo>
                  <a:cubicBezTo>
                    <a:pt x="4050" y="13727"/>
                    <a:pt x="4275" y="13855"/>
                    <a:pt x="4597" y="13952"/>
                  </a:cubicBezTo>
                  <a:cubicBezTo>
                    <a:pt x="4950" y="14048"/>
                    <a:pt x="5400" y="14144"/>
                    <a:pt x="6043" y="14144"/>
                  </a:cubicBezTo>
                  <a:cubicBezTo>
                    <a:pt x="6943" y="14144"/>
                    <a:pt x="7940" y="13791"/>
                    <a:pt x="8743" y="13437"/>
                  </a:cubicBezTo>
                  <a:cubicBezTo>
                    <a:pt x="9312" y="13210"/>
                    <a:pt x="9784" y="12966"/>
                    <a:pt x="10012" y="12843"/>
                  </a:cubicBezTo>
                  <a:lnTo>
                    <a:pt x="10012" y="12843"/>
                  </a:lnTo>
                  <a:cubicBezTo>
                    <a:pt x="10459" y="13040"/>
                    <a:pt x="12212" y="13802"/>
                    <a:pt x="14369" y="14659"/>
                  </a:cubicBezTo>
                  <a:cubicBezTo>
                    <a:pt x="16876" y="15655"/>
                    <a:pt x="19930" y="16716"/>
                    <a:pt x="22148" y="17102"/>
                  </a:cubicBezTo>
                  <a:cubicBezTo>
                    <a:pt x="23208" y="17295"/>
                    <a:pt x="24044" y="17359"/>
                    <a:pt x="24751" y="17359"/>
                  </a:cubicBezTo>
                  <a:cubicBezTo>
                    <a:pt x="25908" y="17359"/>
                    <a:pt x="26680" y="17166"/>
                    <a:pt x="27355" y="16780"/>
                  </a:cubicBezTo>
                  <a:cubicBezTo>
                    <a:pt x="28030" y="16427"/>
                    <a:pt x="28576" y="15945"/>
                    <a:pt x="29251" y="15398"/>
                  </a:cubicBezTo>
                  <a:cubicBezTo>
                    <a:pt x="29734" y="15012"/>
                    <a:pt x="30377" y="14241"/>
                    <a:pt x="31084" y="13277"/>
                  </a:cubicBezTo>
                  <a:cubicBezTo>
                    <a:pt x="32177" y="11766"/>
                    <a:pt x="33430" y="9773"/>
                    <a:pt x="34395" y="7941"/>
                  </a:cubicBezTo>
                  <a:cubicBezTo>
                    <a:pt x="34877" y="7041"/>
                    <a:pt x="35295" y="6173"/>
                    <a:pt x="35616" y="5401"/>
                  </a:cubicBezTo>
                  <a:cubicBezTo>
                    <a:pt x="35905" y="4662"/>
                    <a:pt x="36098" y="4051"/>
                    <a:pt x="36098" y="3569"/>
                  </a:cubicBezTo>
                  <a:cubicBezTo>
                    <a:pt x="36098" y="3473"/>
                    <a:pt x="36098" y="3376"/>
                    <a:pt x="36066" y="3280"/>
                  </a:cubicBezTo>
                  <a:cubicBezTo>
                    <a:pt x="35648" y="1480"/>
                    <a:pt x="34716" y="129"/>
                    <a:pt x="34684" y="129"/>
                  </a:cubicBezTo>
                  <a:cubicBezTo>
                    <a:pt x="34641" y="44"/>
                    <a:pt x="34555" y="1"/>
                    <a:pt x="34465"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79" name="Google Shape;1879;p33"/>
            <p:cNvSpPr/>
            <p:nvPr/>
          </p:nvSpPr>
          <p:spPr>
            <a:xfrm>
              <a:off x="4783150" y="2441025"/>
              <a:ext cx="293350" cy="117150"/>
            </a:xfrm>
            <a:custGeom>
              <a:avLst/>
              <a:gdLst/>
              <a:ahLst/>
              <a:cxnLst/>
              <a:rect l="l" t="t" r="r" b="b"/>
              <a:pathLst>
                <a:path w="11734" h="4686" extrusionOk="0">
                  <a:moveTo>
                    <a:pt x="3468" y="0"/>
                  </a:moveTo>
                  <a:cubicBezTo>
                    <a:pt x="3209" y="0"/>
                    <a:pt x="3007" y="35"/>
                    <a:pt x="2893" y="121"/>
                  </a:cubicBezTo>
                  <a:cubicBezTo>
                    <a:pt x="2411" y="539"/>
                    <a:pt x="2733" y="474"/>
                    <a:pt x="3311" y="699"/>
                  </a:cubicBezTo>
                  <a:cubicBezTo>
                    <a:pt x="3568" y="814"/>
                    <a:pt x="3895" y="845"/>
                    <a:pt x="4179" y="845"/>
                  </a:cubicBezTo>
                  <a:cubicBezTo>
                    <a:pt x="4534" y="845"/>
                    <a:pt x="4822" y="796"/>
                    <a:pt x="4822" y="796"/>
                  </a:cubicBezTo>
                  <a:lnTo>
                    <a:pt x="4822" y="796"/>
                  </a:lnTo>
                  <a:cubicBezTo>
                    <a:pt x="4822" y="796"/>
                    <a:pt x="3986" y="1053"/>
                    <a:pt x="3086" y="1374"/>
                  </a:cubicBezTo>
                  <a:cubicBezTo>
                    <a:pt x="2154" y="1696"/>
                    <a:pt x="515" y="2274"/>
                    <a:pt x="258" y="2628"/>
                  </a:cubicBezTo>
                  <a:cubicBezTo>
                    <a:pt x="0" y="2949"/>
                    <a:pt x="579" y="4107"/>
                    <a:pt x="1511" y="4107"/>
                  </a:cubicBezTo>
                  <a:cubicBezTo>
                    <a:pt x="2111" y="4107"/>
                    <a:pt x="2611" y="4078"/>
                    <a:pt x="3021" y="4078"/>
                  </a:cubicBezTo>
                  <a:cubicBezTo>
                    <a:pt x="3226" y="4078"/>
                    <a:pt x="3408" y="4085"/>
                    <a:pt x="3568" y="4107"/>
                  </a:cubicBezTo>
                  <a:cubicBezTo>
                    <a:pt x="4083" y="4203"/>
                    <a:pt x="4308" y="4685"/>
                    <a:pt x="5979" y="4685"/>
                  </a:cubicBezTo>
                  <a:cubicBezTo>
                    <a:pt x="7619" y="4685"/>
                    <a:pt x="9965" y="3367"/>
                    <a:pt x="9965" y="3367"/>
                  </a:cubicBezTo>
                  <a:cubicBezTo>
                    <a:pt x="9965" y="3367"/>
                    <a:pt x="10576" y="3657"/>
                    <a:pt x="11540" y="4074"/>
                  </a:cubicBezTo>
                  <a:lnTo>
                    <a:pt x="11733" y="1471"/>
                  </a:lnTo>
                  <a:cubicBezTo>
                    <a:pt x="9579" y="1117"/>
                    <a:pt x="7683" y="764"/>
                    <a:pt x="6976" y="635"/>
                  </a:cubicBezTo>
                  <a:cubicBezTo>
                    <a:pt x="5999" y="435"/>
                    <a:pt x="4379" y="0"/>
                    <a:pt x="3468"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80" name="Google Shape;1880;p33"/>
            <p:cNvSpPr/>
            <p:nvPr/>
          </p:nvSpPr>
          <p:spPr>
            <a:xfrm>
              <a:off x="4781550" y="2434375"/>
              <a:ext cx="302175" cy="131025"/>
            </a:xfrm>
            <a:custGeom>
              <a:avLst/>
              <a:gdLst/>
              <a:ahLst/>
              <a:cxnLst/>
              <a:rect l="l" t="t" r="r" b="b"/>
              <a:pathLst>
                <a:path w="12087" h="5241" extrusionOk="0">
                  <a:moveTo>
                    <a:pt x="3568" y="547"/>
                  </a:moveTo>
                  <a:cubicBezTo>
                    <a:pt x="3986" y="547"/>
                    <a:pt x="4597" y="644"/>
                    <a:pt x="5240" y="772"/>
                  </a:cubicBezTo>
                  <a:cubicBezTo>
                    <a:pt x="5850" y="901"/>
                    <a:pt x="6493" y="1062"/>
                    <a:pt x="6975" y="1158"/>
                  </a:cubicBezTo>
                  <a:cubicBezTo>
                    <a:pt x="7656" y="1282"/>
                    <a:pt x="9439" y="1614"/>
                    <a:pt x="11521" y="1954"/>
                  </a:cubicBezTo>
                  <a:lnTo>
                    <a:pt x="11521" y="1954"/>
                  </a:lnTo>
                  <a:lnTo>
                    <a:pt x="11374" y="3947"/>
                  </a:lnTo>
                  <a:lnTo>
                    <a:pt x="11374" y="3947"/>
                  </a:lnTo>
                  <a:cubicBezTo>
                    <a:pt x="11041" y="3803"/>
                    <a:pt x="10764" y="3667"/>
                    <a:pt x="10543" y="3569"/>
                  </a:cubicBezTo>
                  <a:cubicBezTo>
                    <a:pt x="10286" y="3473"/>
                    <a:pt x="10126" y="3376"/>
                    <a:pt x="10126" y="3376"/>
                  </a:cubicBezTo>
                  <a:cubicBezTo>
                    <a:pt x="10099" y="3363"/>
                    <a:pt x="10067" y="3355"/>
                    <a:pt x="10034" y="3355"/>
                  </a:cubicBezTo>
                  <a:cubicBezTo>
                    <a:pt x="9987" y="3355"/>
                    <a:pt x="9938" y="3371"/>
                    <a:pt x="9901" y="3408"/>
                  </a:cubicBezTo>
                  <a:cubicBezTo>
                    <a:pt x="9901" y="3408"/>
                    <a:pt x="9868" y="3408"/>
                    <a:pt x="9804" y="3440"/>
                  </a:cubicBezTo>
                  <a:cubicBezTo>
                    <a:pt x="9547" y="3569"/>
                    <a:pt x="8968" y="3890"/>
                    <a:pt x="8261" y="4180"/>
                  </a:cubicBezTo>
                  <a:cubicBezTo>
                    <a:pt x="7522" y="4437"/>
                    <a:pt x="6718" y="4694"/>
                    <a:pt x="6043" y="4694"/>
                  </a:cubicBezTo>
                  <a:cubicBezTo>
                    <a:pt x="5240" y="4694"/>
                    <a:pt x="4790" y="4565"/>
                    <a:pt x="4500" y="4437"/>
                  </a:cubicBezTo>
                  <a:cubicBezTo>
                    <a:pt x="4340" y="4405"/>
                    <a:pt x="4243" y="4340"/>
                    <a:pt x="4115" y="4276"/>
                  </a:cubicBezTo>
                  <a:cubicBezTo>
                    <a:pt x="3986" y="4212"/>
                    <a:pt x="3857" y="4148"/>
                    <a:pt x="3665" y="4115"/>
                  </a:cubicBezTo>
                  <a:cubicBezTo>
                    <a:pt x="3504" y="4083"/>
                    <a:pt x="3279" y="4083"/>
                    <a:pt x="3086" y="4083"/>
                  </a:cubicBezTo>
                  <a:cubicBezTo>
                    <a:pt x="2668" y="4083"/>
                    <a:pt x="2154" y="4115"/>
                    <a:pt x="1575" y="4115"/>
                  </a:cubicBezTo>
                  <a:cubicBezTo>
                    <a:pt x="1286" y="4115"/>
                    <a:pt x="1029" y="3955"/>
                    <a:pt x="836" y="3730"/>
                  </a:cubicBezTo>
                  <a:cubicBezTo>
                    <a:pt x="643" y="3505"/>
                    <a:pt x="514" y="3215"/>
                    <a:pt x="514" y="3087"/>
                  </a:cubicBezTo>
                  <a:lnTo>
                    <a:pt x="547" y="3055"/>
                  </a:lnTo>
                  <a:cubicBezTo>
                    <a:pt x="547" y="3055"/>
                    <a:pt x="579" y="3023"/>
                    <a:pt x="611" y="2958"/>
                  </a:cubicBezTo>
                  <a:cubicBezTo>
                    <a:pt x="836" y="2830"/>
                    <a:pt x="1286" y="2637"/>
                    <a:pt x="1800" y="2444"/>
                  </a:cubicBezTo>
                  <a:cubicBezTo>
                    <a:pt x="2282" y="2219"/>
                    <a:pt x="2829" y="2026"/>
                    <a:pt x="3215" y="1897"/>
                  </a:cubicBezTo>
                  <a:cubicBezTo>
                    <a:pt x="3697" y="1737"/>
                    <a:pt x="4115" y="1576"/>
                    <a:pt x="4436" y="1480"/>
                  </a:cubicBezTo>
                  <a:cubicBezTo>
                    <a:pt x="4757" y="1383"/>
                    <a:pt x="4950" y="1319"/>
                    <a:pt x="4950" y="1319"/>
                  </a:cubicBezTo>
                  <a:cubicBezTo>
                    <a:pt x="5079" y="1287"/>
                    <a:pt x="5175" y="1126"/>
                    <a:pt x="5143" y="997"/>
                  </a:cubicBezTo>
                  <a:cubicBezTo>
                    <a:pt x="5115" y="886"/>
                    <a:pt x="5015" y="798"/>
                    <a:pt x="4883" y="798"/>
                  </a:cubicBezTo>
                  <a:cubicBezTo>
                    <a:pt x="4863" y="798"/>
                    <a:pt x="4843" y="800"/>
                    <a:pt x="4822" y="805"/>
                  </a:cubicBezTo>
                  <a:lnTo>
                    <a:pt x="4790" y="805"/>
                  </a:lnTo>
                  <a:cubicBezTo>
                    <a:pt x="4790" y="805"/>
                    <a:pt x="4786" y="806"/>
                    <a:pt x="4780" y="808"/>
                  </a:cubicBezTo>
                  <a:lnTo>
                    <a:pt x="4780" y="808"/>
                  </a:lnTo>
                  <a:cubicBezTo>
                    <a:pt x="4678" y="837"/>
                    <a:pt x="4460" y="837"/>
                    <a:pt x="4211" y="837"/>
                  </a:cubicBezTo>
                  <a:cubicBezTo>
                    <a:pt x="3954" y="837"/>
                    <a:pt x="3697" y="805"/>
                    <a:pt x="3504" y="740"/>
                  </a:cubicBezTo>
                  <a:cubicBezTo>
                    <a:pt x="3369" y="683"/>
                    <a:pt x="3258" y="637"/>
                    <a:pt x="3163" y="602"/>
                  </a:cubicBezTo>
                  <a:lnTo>
                    <a:pt x="3163" y="602"/>
                  </a:lnTo>
                  <a:cubicBezTo>
                    <a:pt x="3179" y="590"/>
                    <a:pt x="3215" y="569"/>
                    <a:pt x="3279" y="547"/>
                  </a:cubicBezTo>
                  <a:close/>
                  <a:moveTo>
                    <a:pt x="3568" y="1"/>
                  </a:moveTo>
                  <a:cubicBezTo>
                    <a:pt x="3407" y="1"/>
                    <a:pt x="3279" y="1"/>
                    <a:pt x="3150" y="33"/>
                  </a:cubicBezTo>
                  <a:cubicBezTo>
                    <a:pt x="3022" y="65"/>
                    <a:pt x="2893" y="97"/>
                    <a:pt x="2797" y="194"/>
                  </a:cubicBezTo>
                  <a:cubicBezTo>
                    <a:pt x="2700" y="258"/>
                    <a:pt x="2636" y="322"/>
                    <a:pt x="2572" y="387"/>
                  </a:cubicBezTo>
                  <a:cubicBezTo>
                    <a:pt x="2539" y="451"/>
                    <a:pt x="2475" y="547"/>
                    <a:pt x="2475" y="676"/>
                  </a:cubicBezTo>
                  <a:cubicBezTo>
                    <a:pt x="2475" y="740"/>
                    <a:pt x="2475" y="837"/>
                    <a:pt x="2539" y="869"/>
                  </a:cubicBezTo>
                  <a:cubicBezTo>
                    <a:pt x="2604" y="965"/>
                    <a:pt x="2668" y="997"/>
                    <a:pt x="2700" y="1030"/>
                  </a:cubicBezTo>
                  <a:cubicBezTo>
                    <a:pt x="2797" y="1062"/>
                    <a:pt x="2861" y="1094"/>
                    <a:pt x="2957" y="1126"/>
                  </a:cubicBezTo>
                  <a:cubicBezTo>
                    <a:pt x="3054" y="1158"/>
                    <a:pt x="3182" y="1190"/>
                    <a:pt x="3279" y="1222"/>
                  </a:cubicBezTo>
                  <a:cubicBezTo>
                    <a:pt x="3317" y="1238"/>
                    <a:pt x="3355" y="1251"/>
                    <a:pt x="3393" y="1264"/>
                  </a:cubicBezTo>
                  <a:lnTo>
                    <a:pt x="3393" y="1264"/>
                  </a:lnTo>
                  <a:cubicBezTo>
                    <a:pt x="3282" y="1302"/>
                    <a:pt x="3168" y="1342"/>
                    <a:pt x="3054" y="1383"/>
                  </a:cubicBezTo>
                  <a:cubicBezTo>
                    <a:pt x="2604" y="1544"/>
                    <a:pt x="1961" y="1801"/>
                    <a:pt x="1382" y="2026"/>
                  </a:cubicBezTo>
                  <a:cubicBezTo>
                    <a:pt x="1093" y="2122"/>
                    <a:pt x="836" y="2251"/>
                    <a:pt x="611" y="2347"/>
                  </a:cubicBezTo>
                  <a:cubicBezTo>
                    <a:pt x="514" y="2412"/>
                    <a:pt x="418" y="2476"/>
                    <a:pt x="322" y="2540"/>
                  </a:cubicBezTo>
                  <a:cubicBezTo>
                    <a:pt x="225" y="2605"/>
                    <a:pt x="161" y="2637"/>
                    <a:pt x="96" y="2733"/>
                  </a:cubicBezTo>
                  <a:cubicBezTo>
                    <a:pt x="32" y="2830"/>
                    <a:pt x="0" y="2990"/>
                    <a:pt x="0" y="3087"/>
                  </a:cubicBezTo>
                  <a:cubicBezTo>
                    <a:pt x="0" y="3440"/>
                    <a:pt x="161" y="3762"/>
                    <a:pt x="418" y="4083"/>
                  </a:cubicBezTo>
                  <a:cubicBezTo>
                    <a:pt x="675" y="4405"/>
                    <a:pt x="1093" y="4662"/>
                    <a:pt x="1575" y="4662"/>
                  </a:cubicBezTo>
                  <a:cubicBezTo>
                    <a:pt x="2186" y="4662"/>
                    <a:pt x="2668" y="4598"/>
                    <a:pt x="3086" y="4598"/>
                  </a:cubicBezTo>
                  <a:cubicBezTo>
                    <a:pt x="3279" y="4598"/>
                    <a:pt x="3440" y="4630"/>
                    <a:pt x="3600" y="4630"/>
                  </a:cubicBezTo>
                  <a:cubicBezTo>
                    <a:pt x="3665" y="4662"/>
                    <a:pt x="3761" y="4694"/>
                    <a:pt x="3857" y="4758"/>
                  </a:cubicBezTo>
                  <a:cubicBezTo>
                    <a:pt x="4050" y="4823"/>
                    <a:pt x="4275" y="4951"/>
                    <a:pt x="4597" y="5048"/>
                  </a:cubicBezTo>
                  <a:cubicBezTo>
                    <a:pt x="4950" y="5144"/>
                    <a:pt x="5400" y="5240"/>
                    <a:pt x="6043" y="5240"/>
                  </a:cubicBezTo>
                  <a:cubicBezTo>
                    <a:pt x="6943" y="5240"/>
                    <a:pt x="7940" y="4887"/>
                    <a:pt x="8743" y="4533"/>
                  </a:cubicBezTo>
                  <a:cubicBezTo>
                    <a:pt x="9314" y="4305"/>
                    <a:pt x="9787" y="4061"/>
                    <a:pt x="10014" y="3938"/>
                  </a:cubicBezTo>
                  <a:lnTo>
                    <a:pt x="10014" y="3938"/>
                  </a:lnTo>
                  <a:cubicBezTo>
                    <a:pt x="10234" y="4031"/>
                    <a:pt x="10763" y="4253"/>
                    <a:pt x="11508" y="4565"/>
                  </a:cubicBezTo>
                  <a:cubicBezTo>
                    <a:pt x="11540" y="4582"/>
                    <a:pt x="11580" y="4590"/>
                    <a:pt x="11620" y="4590"/>
                  </a:cubicBezTo>
                  <a:cubicBezTo>
                    <a:pt x="11660" y="4590"/>
                    <a:pt x="11701" y="4582"/>
                    <a:pt x="11733" y="4565"/>
                  </a:cubicBezTo>
                  <a:cubicBezTo>
                    <a:pt x="11797" y="4501"/>
                    <a:pt x="11861" y="4437"/>
                    <a:pt x="11861" y="4340"/>
                  </a:cubicBezTo>
                  <a:lnTo>
                    <a:pt x="12086" y="1769"/>
                  </a:lnTo>
                  <a:cubicBezTo>
                    <a:pt x="12086" y="1608"/>
                    <a:pt x="11990" y="1512"/>
                    <a:pt x="11861" y="1480"/>
                  </a:cubicBezTo>
                  <a:cubicBezTo>
                    <a:pt x="9676" y="1126"/>
                    <a:pt x="7779" y="772"/>
                    <a:pt x="7104" y="644"/>
                  </a:cubicBezTo>
                  <a:cubicBezTo>
                    <a:pt x="6622" y="547"/>
                    <a:pt x="5979" y="387"/>
                    <a:pt x="5336" y="258"/>
                  </a:cubicBezTo>
                  <a:cubicBezTo>
                    <a:pt x="4693" y="130"/>
                    <a:pt x="4050" y="1"/>
                    <a:pt x="3568"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81" name="Google Shape;1881;p33"/>
            <p:cNvSpPr/>
            <p:nvPr/>
          </p:nvSpPr>
          <p:spPr>
            <a:xfrm>
              <a:off x="4674150" y="1969900"/>
              <a:ext cx="309925" cy="357350"/>
            </a:xfrm>
            <a:custGeom>
              <a:avLst/>
              <a:gdLst/>
              <a:ahLst/>
              <a:cxnLst/>
              <a:rect l="l" t="t" r="r" b="b"/>
              <a:pathLst>
                <a:path w="12397" h="14294" extrusionOk="0">
                  <a:moveTo>
                    <a:pt x="10757" y="0"/>
                  </a:moveTo>
                  <a:cubicBezTo>
                    <a:pt x="10757" y="0"/>
                    <a:pt x="6868" y="1897"/>
                    <a:pt x="5357" y="3215"/>
                  </a:cubicBezTo>
                  <a:cubicBezTo>
                    <a:pt x="3878" y="4565"/>
                    <a:pt x="149" y="12922"/>
                    <a:pt x="53" y="13501"/>
                  </a:cubicBezTo>
                  <a:cubicBezTo>
                    <a:pt x="1" y="13972"/>
                    <a:pt x="1904" y="14293"/>
                    <a:pt x="2790" y="14293"/>
                  </a:cubicBezTo>
                  <a:cubicBezTo>
                    <a:pt x="2993" y="14293"/>
                    <a:pt x="3143" y="14276"/>
                    <a:pt x="3203" y="14240"/>
                  </a:cubicBezTo>
                  <a:cubicBezTo>
                    <a:pt x="3525" y="14080"/>
                    <a:pt x="9439" y="7297"/>
                    <a:pt x="10918" y="6140"/>
                  </a:cubicBezTo>
                  <a:cubicBezTo>
                    <a:pt x="12396" y="4983"/>
                    <a:pt x="11754" y="3568"/>
                    <a:pt x="11754" y="3568"/>
                  </a:cubicBezTo>
                  <a:lnTo>
                    <a:pt x="10757"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82" name="Google Shape;1882;p33"/>
            <p:cNvSpPr/>
            <p:nvPr/>
          </p:nvSpPr>
          <p:spPr>
            <a:xfrm>
              <a:off x="4669025" y="1962850"/>
              <a:ext cx="309425" cy="371100"/>
            </a:xfrm>
            <a:custGeom>
              <a:avLst/>
              <a:gdLst/>
              <a:ahLst/>
              <a:cxnLst/>
              <a:rect l="l" t="t" r="r" b="b"/>
              <a:pathLst>
                <a:path w="12377" h="14844" extrusionOk="0">
                  <a:moveTo>
                    <a:pt x="10941" y="0"/>
                  </a:moveTo>
                  <a:cubicBezTo>
                    <a:pt x="10905" y="0"/>
                    <a:pt x="10868" y="8"/>
                    <a:pt x="10834" y="25"/>
                  </a:cubicBezTo>
                  <a:cubicBezTo>
                    <a:pt x="10834" y="25"/>
                    <a:pt x="9869" y="507"/>
                    <a:pt x="8680" y="1150"/>
                  </a:cubicBezTo>
                  <a:cubicBezTo>
                    <a:pt x="7523" y="1825"/>
                    <a:pt x="6173" y="2629"/>
                    <a:pt x="5401" y="3304"/>
                  </a:cubicBezTo>
                  <a:cubicBezTo>
                    <a:pt x="5176" y="3497"/>
                    <a:pt x="4951" y="3786"/>
                    <a:pt x="4694" y="4172"/>
                  </a:cubicBezTo>
                  <a:cubicBezTo>
                    <a:pt x="3826" y="5426"/>
                    <a:pt x="2669" y="7676"/>
                    <a:pt x="1737" y="9669"/>
                  </a:cubicBezTo>
                  <a:cubicBezTo>
                    <a:pt x="1254" y="10697"/>
                    <a:pt x="837" y="11629"/>
                    <a:pt x="547" y="12337"/>
                  </a:cubicBezTo>
                  <a:cubicBezTo>
                    <a:pt x="387" y="12690"/>
                    <a:pt x="258" y="13012"/>
                    <a:pt x="162" y="13237"/>
                  </a:cubicBezTo>
                  <a:cubicBezTo>
                    <a:pt x="129" y="13365"/>
                    <a:pt x="65" y="13462"/>
                    <a:pt x="65" y="13558"/>
                  </a:cubicBezTo>
                  <a:cubicBezTo>
                    <a:pt x="33" y="13622"/>
                    <a:pt x="1" y="13687"/>
                    <a:pt x="1" y="13751"/>
                  </a:cubicBezTo>
                  <a:lnTo>
                    <a:pt x="1" y="13815"/>
                  </a:lnTo>
                  <a:cubicBezTo>
                    <a:pt x="1" y="13976"/>
                    <a:pt x="65" y="14105"/>
                    <a:pt x="162" y="14169"/>
                  </a:cubicBezTo>
                  <a:cubicBezTo>
                    <a:pt x="322" y="14330"/>
                    <a:pt x="515" y="14394"/>
                    <a:pt x="740" y="14490"/>
                  </a:cubicBezTo>
                  <a:cubicBezTo>
                    <a:pt x="1415" y="14715"/>
                    <a:pt x="2444" y="14844"/>
                    <a:pt x="3022" y="14844"/>
                  </a:cubicBezTo>
                  <a:lnTo>
                    <a:pt x="3312" y="14844"/>
                  </a:lnTo>
                  <a:cubicBezTo>
                    <a:pt x="3376" y="14812"/>
                    <a:pt x="3440" y="14812"/>
                    <a:pt x="3537" y="14780"/>
                  </a:cubicBezTo>
                  <a:cubicBezTo>
                    <a:pt x="3569" y="14747"/>
                    <a:pt x="3601" y="14715"/>
                    <a:pt x="3633" y="14715"/>
                  </a:cubicBezTo>
                  <a:cubicBezTo>
                    <a:pt x="3730" y="14619"/>
                    <a:pt x="3890" y="14458"/>
                    <a:pt x="4115" y="14233"/>
                  </a:cubicBezTo>
                  <a:cubicBezTo>
                    <a:pt x="4887" y="13430"/>
                    <a:pt x="6365" y="11758"/>
                    <a:pt x="7812" y="10183"/>
                  </a:cubicBezTo>
                  <a:cubicBezTo>
                    <a:pt x="8551" y="9379"/>
                    <a:pt x="9258" y="8608"/>
                    <a:pt x="9869" y="7965"/>
                  </a:cubicBezTo>
                  <a:cubicBezTo>
                    <a:pt x="10480" y="7354"/>
                    <a:pt x="10994" y="6840"/>
                    <a:pt x="11284" y="6615"/>
                  </a:cubicBezTo>
                  <a:cubicBezTo>
                    <a:pt x="12151" y="5972"/>
                    <a:pt x="12376" y="5168"/>
                    <a:pt x="12376" y="4590"/>
                  </a:cubicBezTo>
                  <a:cubicBezTo>
                    <a:pt x="12376" y="4108"/>
                    <a:pt x="12216" y="3754"/>
                    <a:pt x="12184" y="3722"/>
                  </a:cubicBezTo>
                  <a:cubicBezTo>
                    <a:pt x="12137" y="3628"/>
                    <a:pt x="12038" y="3568"/>
                    <a:pt x="11938" y="3568"/>
                  </a:cubicBezTo>
                  <a:cubicBezTo>
                    <a:pt x="11901" y="3568"/>
                    <a:pt x="11864" y="3576"/>
                    <a:pt x="11830" y="3593"/>
                  </a:cubicBezTo>
                  <a:cubicBezTo>
                    <a:pt x="11701" y="3658"/>
                    <a:pt x="11637" y="3818"/>
                    <a:pt x="11701" y="3947"/>
                  </a:cubicBezTo>
                  <a:cubicBezTo>
                    <a:pt x="11701" y="3979"/>
                    <a:pt x="11830" y="4236"/>
                    <a:pt x="11830" y="4590"/>
                  </a:cubicBezTo>
                  <a:cubicBezTo>
                    <a:pt x="11830" y="5040"/>
                    <a:pt x="11669" y="5618"/>
                    <a:pt x="10962" y="6197"/>
                  </a:cubicBezTo>
                  <a:cubicBezTo>
                    <a:pt x="10544" y="6518"/>
                    <a:pt x="9901" y="7161"/>
                    <a:pt x="9130" y="7965"/>
                  </a:cubicBezTo>
                  <a:cubicBezTo>
                    <a:pt x="7973" y="9186"/>
                    <a:pt x="6558" y="10729"/>
                    <a:pt x="5401" y="12015"/>
                  </a:cubicBezTo>
                  <a:cubicBezTo>
                    <a:pt x="4823" y="12658"/>
                    <a:pt x="4308" y="13237"/>
                    <a:pt x="3922" y="13655"/>
                  </a:cubicBezTo>
                  <a:cubicBezTo>
                    <a:pt x="3730" y="13847"/>
                    <a:pt x="3569" y="14008"/>
                    <a:pt x="3440" y="14137"/>
                  </a:cubicBezTo>
                  <a:cubicBezTo>
                    <a:pt x="3408" y="14201"/>
                    <a:pt x="3344" y="14233"/>
                    <a:pt x="3312" y="14265"/>
                  </a:cubicBezTo>
                  <a:lnTo>
                    <a:pt x="3280" y="14297"/>
                  </a:lnTo>
                  <a:lnTo>
                    <a:pt x="3022" y="14297"/>
                  </a:lnTo>
                  <a:cubicBezTo>
                    <a:pt x="2637" y="14297"/>
                    <a:pt x="1930" y="14233"/>
                    <a:pt x="1383" y="14105"/>
                  </a:cubicBezTo>
                  <a:cubicBezTo>
                    <a:pt x="1094" y="14040"/>
                    <a:pt x="837" y="13976"/>
                    <a:pt x="676" y="13880"/>
                  </a:cubicBezTo>
                  <a:cubicBezTo>
                    <a:pt x="618" y="13850"/>
                    <a:pt x="560" y="13821"/>
                    <a:pt x="525" y="13792"/>
                  </a:cubicBezTo>
                  <a:lnTo>
                    <a:pt x="525" y="13792"/>
                  </a:lnTo>
                  <a:cubicBezTo>
                    <a:pt x="560" y="13707"/>
                    <a:pt x="624" y="13498"/>
                    <a:pt x="740" y="13237"/>
                  </a:cubicBezTo>
                  <a:cubicBezTo>
                    <a:pt x="1158" y="12176"/>
                    <a:pt x="2090" y="10086"/>
                    <a:pt x="3119" y="8094"/>
                  </a:cubicBezTo>
                  <a:cubicBezTo>
                    <a:pt x="3601" y="7097"/>
                    <a:pt x="4115" y="6133"/>
                    <a:pt x="4565" y="5329"/>
                  </a:cubicBezTo>
                  <a:cubicBezTo>
                    <a:pt x="5048" y="4558"/>
                    <a:pt x="5465" y="3947"/>
                    <a:pt x="5755" y="3722"/>
                  </a:cubicBezTo>
                  <a:cubicBezTo>
                    <a:pt x="6462" y="3079"/>
                    <a:pt x="7812" y="2275"/>
                    <a:pt x="8937" y="1632"/>
                  </a:cubicBezTo>
                  <a:cubicBezTo>
                    <a:pt x="9516" y="1311"/>
                    <a:pt x="10062" y="1022"/>
                    <a:pt x="10448" y="829"/>
                  </a:cubicBezTo>
                  <a:cubicBezTo>
                    <a:pt x="10834" y="636"/>
                    <a:pt x="11059" y="507"/>
                    <a:pt x="11059" y="507"/>
                  </a:cubicBezTo>
                  <a:cubicBezTo>
                    <a:pt x="11219" y="443"/>
                    <a:pt x="11251" y="282"/>
                    <a:pt x="11187" y="154"/>
                  </a:cubicBezTo>
                  <a:cubicBezTo>
                    <a:pt x="11140" y="60"/>
                    <a:pt x="11041" y="0"/>
                    <a:pt x="10941"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83" name="Google Shape;1883;p33"/>
            <p:cNvSpPr/>
            <p:nvPr/>
          </p:nvSpPr>
          <p:spPr>
            <a:xfrm>
              <a:off x="4536450" y="2239600"/>
              <a:ext cx="249125" cy="205200"/>
            </a:xfrm>
            <a:custGeom>
              <a:avLst/>
              <a:gdLst/>
              <a:ahLst/>
              <a:cxnLst/>
              <a:rect l="l" t="t" r="r" b="b"/>
              <a:pathLst>
                <a:path w="9965" h="8208" extrusionOk="0">
                  <a:moveTo>
                    <a:pt x="8969" y="1"/>
                  </a:moveTo>
                  <a:cubicBezTo>
                    <a:pt x="8187" y="1"/>
                    <a:pt x="6975" y="977"/>
                    <a:pt x="6975" y="977"/>
                  </a:cubicBezTo>
                  <a:cubicBezTo>
                    <a:pt x="6975" y="977"/>
                    <a:pt x="4307" y="1556"/>
                    <a:pt x="3311" y="1974"/>
                  </a:cubicBezTo>
                  <a:cubicBezTo>
                    <a:pt x="2347" y="2392"/>
                    <a:pt x="0" y="5381"/>
                    <a:pt x="579" y="5542"/>
                  </a:cubicBezTo>
                  <a:cubicBezTo>
                    <a:pt x="602" y="5548"/>
                    <a:pt x="627" y="5551"/>
                    <a:pt x="654" y="5551"/>
                  </a:cubicBezTo>
                  <a:cubicBezTo>
                    <a:pt x="1283" y="5551"/>
                    <a:pt x="2732" y="3807"/>
                    <a:pt x="2732" y="3806"/>
                  </a:cubicBezTo>
                  <a:lnTo>
                    <a:pt x="2732" y="3806"/>
                  </a:lnTo>
                  <a:cubicBezTo>
                    <a:pt x="2732" y="3807"/>
                    <a:pt x="1511" y="5606"/>
                    <a:pt x="1350" y="6281"/>
                  </a:cubicBezTo>
                  <a:cubicBezTo>
                    <a:pt x="1172" y="6903"/>
                    <a:pt x="1022" y="8207"/>
                    <a:pt x="1527" y="8207"/>
                  </a:cubicBezTo>
                  <a:cubicBezTo>
                    <a:pt x="1571" y="8207"/>
                    <a:pt x="1618" y="8198"/>
                    <a:pt x="1672" y="8178"/>
                  </a:cubicBezTo>
                  <a:cubicBezTo>
                    <a:pt x="2347" y="7953"/>
                    <a:pt x="3664" y="6120"/>
                    <a:pt x="3664" y="6120"/>
                  </a:cubicBezTo>
                  <a:cubicBezTo>
                    <a:pt x="3664" y="6120"/>
                    <a:pt x="5304" y="5124"/>
                    <a:pt x="6654" y="5124"/>
                  </a:cubicBezTo>
                  <a:cubicBezTo>
                    <a:pt x="7972" y="5124"/>
                    <a:pt x="8872" y="2649"/>
                    <a:pt x="8872" y="2649"/>
                  </a:cubicBezTo>
                  <a:cubicBezTo>
                    <a:pt x="8872" y="2649"/>
                    <a:pt x="9965" y="1556"/>
                    <a:pt x="9547" y="399"/>
                  </a:cubicBezTo>
                  <a:cubicBezTo>
                    <a:pt x="9442" y="109"/>
                    <a:pt x="9229" y="1"/>
                    <a:pt x="8969"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84" name="Google Shape;1884;p33"/>
            <p:cNvSpPr/>
            <p:nvPr/>
          </p:nvSpPr>
          <p:spPr>
            <a:xfrm>
              <a:off x="4542075" y="2232675"/>
              <a:ext cx="241900" cy="219425"/>
            </a:xfrm>
            <a:custGeom>
              <a:avLst/>
              <a:gdLst/>
              <a:ahLst/>
              <a:cxnLst/>
              <a:rect l="l" t="t" r="r" b="b"/>
              <a:pathLst>
                <a:path w="9676" h="8777" extrusionOk="0">
                  <a:moveTo>
                    <a:pt x="8743" y="547"/>
                  </a:moveTo>
                  <a:cubicBezTo>
                    <a:pt x="8840" y="547"/>
                    <a:pt x="8904" y="579"/>
                    <a:pt x="8936" y="579"/>
                  </a:cubicBezTo>
                  <a:cubicBezTo>
                    <a:pt x="9000" y="611"/>
                    <a:pt x="9033" y="676"/>
                    <a:pt x="9065" y="772"/>
                  </a:cubicBezTo>
                  <a:cubicBezTo>
                    <a:pt x="9129" y="933"/>
                    <a:pt x="9129" y="1061"/>
                    <a:pt x="9129" y="1222"/>
                  </a:cubicBezTo>
                  <a:cubicBezTo>
                    <a:pt x="9161" y="1608"/>
                    <a:pt x="8968" y="1994"/>
                    <a:pt x="8808" y="2283"/>
                  </a:cubicBezTo>
                  <a:cubicBezTo>
                    <a:pt x="8711" y="2411"/>
                    <a:pt x="8647" y="2540"/>
                    <a:pt x="8583" y="2604"/>
                  </a:cubicBezTo>
                  <a:lnTo>
                    <a:pt x="8486" y="2701"/>
                  </a:lnTo>
                  <a:lnTo>
                    <a:pt x="8486" y="2733"/>
                  </a:lnTo>
                  <a:lnTo>
                    <a:pt x="8454" y="2733"/>
                  </a:lnTo>
                  <a:lnTo>
                    <a:pt x="8390" y="2829"/>
                  </a:lnTo>
                  <a:lnTo>
                    <a:pt x="8390" y="2862"/>
                  </a:lnTo>
                  <a:cubicBezTo>
                    <a:pt x="8358" y="2958"/>
                    <a:pt x="8100" y="3569"/>
                    <a:pt x="7747" y="4115"/>
                  </a:cubicBezTo>
                  <a:cubicBezTo>
                    <a:pt x="7554" y="4404"/>
                    <a:pt x="7329" y="4662"/>
                    <a:pt x="7104" y="4854"/>
                  </a:cubicBezTo>
                  <a:cubicBezTo>
                    <a:pt x="6879" y="5047"/>
                    <a:pt x="6654" y="5144"/>
                    <a:pt x="6429" y="5144"/>
                  </a:cubicBezTo>
                  <a:cubicBezTo>
                    <a:pt x="5690" y="5144"/>
                    <a:pt x="4918" y="5401"/>
                    <a:pt x="4307" y="5658"/>
                  </a:cubicBezTo>
                  <a:cubicBezTo>
                    <a:pt x="3729" y="5915"/>
                    <a:pt x="3311" y="6172"/>
                    <a:pt x="3311" y="6172"/>
                  </a:cubicBezTo>
                  <a:lnTo>
                    <a:pt x="3214" y="6237"/>
                  </a:lnTo>
                  <a:cubicBezTo>
                    <a:pt x="3214" y="6237"/>
                    <a:pt x="3150" y="6333"/>
                    <a:pt x="2989" y="6526"/>
                  </a:cubicBezTo>
                  <a:cubicBezTo>
                    <a:pt x="2797" y="6783"/>
                    <a:pt x="2475" y="7169"/>
                    <a:pt x="2154" y="7522"/>
                  </a:cubicBezTo>
                  <a:cubicBezTo>
                    <a:pt x="1993" y="7683"/>
                    <a:pt x="1832" y="7844"/>
                    <a:pt x="1704" y="7972"/>
                  </a:cubicBezTo>
                  <a:cubicBezTo>
                    <a:pt x="1543" y="8101"/>
                    <a:pt x="1414" y="8198"/>
                    <a:pt x="1350" y="8230"/>
                  </a:cubicBezTo>
                  <a:lnTo>
                    <a:pt x="1318" y="8230"/>
                  </a:lnTo>
                  <a:lnTo>
                    <a:pt x="1286" y="8198"/>
                  </a:lnTo>
                  <a:cubicBezTo>
                    <a:pt x="1254" y="8133"/>
                    <a:pt x="1222" y="7940"/>
                    <a:pt x="1222" y="7715"/>
                  </a:cubicBezTo>
                  <a:cubicBezTo>
                    <a:pt x="1222" y="7362"/>
                    <a:pt x="1286" y="6912"/>
                    <a:pt x="1382" y="6622"/>
                  </a:cubicBezTo>
                  <a:cubicBezTo>
                    <a:pt x="1414" y="6494"/>
                    <a:pt x="1511" y="6269"/>
                    <a:pt x="1639" y="6012"/>
                  </a:cubicBezTo>
                  <a:cubicBezTo>
                    <a:pt x="1832" y="5626"/>
                    <a:pt x="2122" y="5176"/>
                    <a:pt x="2347" y="4822"/>
                  </a:cubicBezTo>
                  <a:cubicBezTo>
                    <a:pt x="2443" y="4662"/>
                    <a:pt x="2572" y="4501"/>
                    <a:pt x="2636" y="4404"/>
                  </a:cubicBezTo>
                  <a:cubicBezTo>
                    <a:pt x="2659" y="4359"/>
                    <a:pt x="2677" y="4321"/>
                    <a:pt x="2692" y="4292"/>
                  </a:cubicBezTo>
                  <a:lnTo>
                    <a:pt x="2692" y="4292"/>
                  </a:lnTo>
                  <a:cubicBezTo>
                    <a:pt x="2718" y="4261"/>
                    <a:pt x="2732" y="4244"/>
                    <a:pt x="2732" y="4244"/>
                  </a:cubicBezTo>
                  <a:lnTo>
                    <a:pt x="2720" y="4235"/>
                  </a:lnTo>
                  <a:lnTo>
                    <a:pt x="2720" y="4235"/>
                  </a:lnTo>
                  <a:cubicBezTo>
                    <a:pt x="2728" y="4219"/>
                    <a:pt x="2732" y="4212"/>
                    <a:pt x="2732" y="4212"/>
                  </a:cubicBezTo>
                  <a:cubicBezTo>
                    <a:pt x="2829" y="4115"/>
                    <a:pt x="2797" y="3954"/>
                    <a:pt x="2668" y="3858"/>
                  </a:cubicBezTo>
                  <a:cubicBezTo>
                    <a:pt x="2628" y="3818"/>
                    <a:pt x="2576" y="3800"/>
                    <a:pt x="2522" y="3800"/>
                  </a:cubicBezTo>
                  <a:cubicBezTo>
                    <a:pt x="2448" y="3800"/>
                    <a:pt x="2370" y="3834"/>
                    <a:pt x="2314" y="3890"/>
                  </a:cubicBezTo>
                  <a:lnTo>
                    <a:pt x="2250" y="3987"/>
                  </a:lnTo>
                  <a:cubicBezTo>
                    <a:pt x="2122" y="4147"/>
                    <a:pt x="1768" y="4565"/>
                    <a:pt x="1350" y="4919"/>
                  </a:cubicBezTo>
                  <a:cubicBezTo>
                    <a:pt x="1157" y="5112"/>
                    <a:pt x="964" y="5272"/>
                    <a:pt x="804" y="5401"/>
                  </a:cubicBezTo>
                  <a:cubicBezTo>
                    <a:pt x="725" y="5448"/>
                    <a:pt x="646" y="5488"/>
                    <a:pt x="582" y="5516"/>
                  </a:cubicBezTo>
                  <a:lnTo>
                    <a:pt x="582" y="5516"/>
                  </a:lnTo>
                  <a:cubicBezTo>
                    <a:pt x="590" y="5499"/>
                    <a:pt x="599" y="5482"/>
                    <a:pt x="611" y="5465"/>
                  </a:cubicBezTo>
                  <a:cubicBezTo>
                    <a:pt x="772" y="5079"/>
                    <a:pt x="1254" y="4372"/>
                    <a:pt x="1800" y="3762"/>
                  </a:cubicBezTo>
                  <a:cubicBezTo>
                    <a:pt x="2057" y="3472"/>
                    <a:pt x="2314" y="3183"/>
                    <a:pt x="2572" y="2958"/>
                  </a:cubicBezTo>
                  <a:cubicBezTo>
                    <a:pt x="2829" y="2733"/>
                    <a:pt x="3054" y="2540"/>
                    <a:pt x="3214" y="2508"/>
                  </a:cubicBezTo>
                  <a:cubicBezTo>
                    <a:pt x="3664" y="2315"/>
                    <a:pt x="4597" y="2058"/>
                    <a:pt x="5368" y="1865"/>
                  </a:cubicBezTo>
                  <a:cubicBezTo>
                    <a:pt x="5754" y="1769"/>
                    <a:pt x="6107" y="1672"/>
                    <a:pt x="6365" y="1608"/>
                  </a:cubicBezTo>
                  <a:cubicBezTo>
                    <a:pt x="6654" y="1544"/>
                    <a:pt x="6815" y="1511"/>
                    <a:pt x="6815" y="1511"/>
                  </a:cubicBezTo>
                  <a:lnTo>
                    <a:pt x="6911" y="1479"/>
                  </a:lnTo>
                  <a:lnTo>
                    <a:pt x="6975" y="1415"/>
                  </a:lnTo>
                  <a:cubicBezTo>
                    <a:pt x="7072" y="1351"/>
                    <a:pt x="7393" y="1094"/>
                    <a:pt x="7747" y="901"/>
                  </a:cubicBezTo>
                  <a:cubicBezTo>
                    <a:pt x="8100" y="708"/>
                    <a:pt x="8486" y="547"/>
                    <a:pt x="8743" y="547"/>
                  </a:cubicBezTo>
                  <a:close/>
                  <a:moveTo>
                    <a:pt x="8743" y="1"/>
                  </a:moveTo>
                  <a:cubicBezTo>
                    <a:pt x="8486" y="1"/>
                    <a:pt x="8229" y="97"/>
                    <a:pt x="8004" y="194"/>
                  </a:cubicBezTo>
                  <a:cubicBezTo>
                    <a:pt x="7389" y="434"/>
                    <a:pt x="6818" y="853"/>
                    <a:pt x="6644" y="1005"/>
                  </a:cubicBezTo>
                  <a:lnTo>
                    <a:pt x="6644" y="1005"/>
                  </a:lnTo>
                  <a:cubicBezTo>
                    <a:pt x="6485" y="1037"/>
                    <a:pt x="5897" y="1159"/>
                    <a:pt x="5240" y="1351"/>
                  </a:cubicBezTo>
                  <a:cubicBezTo>
                    <a:pt x="4436" y="1544"/>
                    <a:pt x="3536" y="1769"/>
                    <a:pt x="2989" y="1994"/>
                  </a:cubicBezTo>
                  <a:cubicBezTo>
                    <a:pt x="2732" y="2122"/>
                    <a:pt x="2411" y="2347"/>
                    <a:pt x="2089" y="2669"/>
                  </a:cubicBezTo>
                  <a:cubicBezTo>
                    <a:pt x="1639" y="3119"/>
                    <a:pt x="1125" y="3697"/>
                    <a:pt x="707" y="4244"/>
                  </a:cubicBezTo>
                  <a:cubicBezTo>
                    <a:pt x="514" y="4533"/>
                    <a:pt x="354" y="4790"/>
                    <a:pt x="225" y="5015"/>
                  </a:cubicBezTo>
                  <a:cubicBezTo>
                    <a:pt x="161" y="5144"/>
                    <a:pt x="96" y="5240"/>
                    <a:pt x="64" y="5369"/>
                  </a:cubicBezTo>
                  <a:cubicBezTo>
                    <a:pt x="32" y="5465"/>
                    <a:pt x="0" y="5562"/>
                    <a:pt x="0" y="5658"/>
                  </a:cubicBezTo>
                  <a:cubicBezTo>
                    <a:pt x="0" y="5755"/>
                    <a:pt x="32" y="5819"/>
                    <a:pt x="64" y="5915"/>
                  </a:cubicBezTo>
                  <a:cubicBezTo>
                    <a:pt x="129" y="5980"/>
                    <a:pt x="193" y="6044"/>
                    <a:pt x="289" y="6076"/>
                  </a:cubicBezTo>
                  <a:cubicBezTo>
                    <a:pt x="354" y="6076"/>
                    <a:pt x="386" y="6108"/>
                    <a:pt x="450" y="6108"/>
                  </a:cubicBezTo>
                  <a:cubicBezTo>
                    <a:pt x="579" y="6108"/>
                    <a:pt x="707" y="6044"/>
                    <a:pt x="836" y="5980"/>
                  </a:cubicBezTo>
                  <a:cubicBezTo>
                    <a:pt x="933" y="5935"/>
                    <a:pt x="1033" y="5877"/>
                    <a:pt x="1132" y="5811"/>
                  </a:cubicBezTo>
                  <a:lnTo>
                    <a:pt x="1132" y="5811"/>
                  </a:lnTo>
                  <a:cubicBezTo>
                    <a:pt x="1012" y="6077"/>
                    <a:pt x="896" y="6314"/>
                    <a:pt x="836" y="6494"/>
                  </a:cubicBezTo>
                  <a:cubicBezTo>
                    <a:pt x="772" y="6815"/>
                    <a:pt x="707" y="7297"/>
                    <a:pt x="707" y="7715"/>
                  </a:cubicBezTo>
                  <a:cubicBezTo>
                    <a:pt x="707" y="7940"/>
                    <a:pt x="707" y="8165"/>
                    <a:pt x="772" y="8358"/>
                  </a:cubicBezTo>
                  <a:cubicBezTo>
                    <a:pt x="836" y="8455"/>
                    <a:pt x="868" y="8551"/>
                    <a:pt x="964" y="8648"/>
                  </a:cubicBezTo>
                  <a:cubicBezTo>
                    <a:pt x="1061" y="8712"/>
                    <a:pt x="1189" y="8776"/>
                    <a:pt x="1318" y="8776"/>
                  </a:cubicBezTo>
                  <a:cubicBezTo>
                    <a:pt x="1382" y="8776"/>
                    <a:pt x="1447" y="8744"/>
                    <a:pt x="1543" y="8712"/>
                  </a:cubicBezTo>
                  <a:cubicBezTo>
                    <a:pt x="1768" y="8615"/>
                    <a:pt x="1993" y="8455"/>
                    <a:pt x="2218" y="8230"/>
                  </a:cubicBezTo>
                  <a:cubicBezTo>
                    <a:pt x="2822" y="7654"/>
                    <a:pt x="3478" y="6770"/>
                    <a:pt x="3632" y="6591"/>
                  </a:cubicBezTo>
                  <a:lnTo>
                    <a:pt x="3632" y="6591"/>
                  </a:lnTo>
                  <a:lnTo>
                    <a:pt x="3632" y="6590"/>
                  </a:lnTo>
                  <a:cubicBezTo>
                    <a:pt x="3793" y="6494"/>
                    <a:pt x="4243" y="6269"/>
                    <a:pt x="4757" y="6044"/>
                  </a:cubicBezTo>
                  <a:cubicBezTo>
                    <a:pt x="5272" y="5851"/>
                    <a:pt x="5882" y="5658"/>
                    <a:pt x="6429" y="5658"/>
                  </a:cubicBezTo>
                  <a:cubicBezTo>
                    <a:pt x="6847" y="5658"/>
                    <a:pt x="7200" y="5465"/>
                    <a:pt x="7490" y="5208"/>
                  </a:cubicBezTo>
                  <a:cubicBezTo>
                    <a:pt x="7940" y="4822"/>
                    <a:pt x="8293" y="4276"/>
                    <a:pt x="8518" y="3826"/>
                  </a:cubicBezTo>
                  <a:cubicBezTo>
                    <a:pt x="8718" y="3476"/>
                    <a:pt x="8840" y="3185"/>
                    <a:pt x="8885" y="3057"/>
                  </a:cubicBezTo>
                  <a:lnTo>
                    <a:pt x="8885" y="3057"/>
                  </a:lnTo>
                  <a:cubicBezTo>
                    <a:pt x="8960" y="2972"/>
                    <a:pt x="9117" y="2806"/>
                    <a:pt x="9258" y="2572"/>
                  </a:cubicBezTo>
                  <a:cubicBezTo>
                    <a:pt x="9450" y="2219"/>
                    <a:pt x="9675" y="1769"/>
                    <a:pt x="9675" y="1222"/>
                  </a:cubicBezTo>
                  <a:cubicBezTo>
                    <a:pt x="9675" y="1029"/>
                    <a:pt x="9643" y="804"/>
                    <a:pt x="9579" y="579"/>
                  </a:cubicBezTo>
                  <a:cubicBezTo>
                    <a:pt x="9515" y="386"/>
                    <a:pt x="9386" y="226"/>
                    <a:pt x="9225" y="129"/>
                  </a:cubicBezTo>
                  <a:cubicBezTo>
                    <a:pt x="9065" y="33"/>
                    <a:pt x="8904" y="1"/>
                    <a:pt x="874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85" name="Google Shape;1885;p33"/>
            <p:cNvSpPr/>
            <p:nvPr/>
          </p:nvSpPr>
          <p:spPr>
            <a:xfrm>
              <a:off x="4681900" y="2220000"/>
              <a:ext cx="85200" cy="103700"/>
            </a:xfrm>
            <a:custGeom>
              <a:avLst/>
              <a:gdLst/>
              <a:ahLst/>
              <a:cxnLst/>
              <a:rect l="l" t="t" r="r" b="b"/>
              <a:pathLst>
                <a:path w="3408" h="4148" extrusionOk="0">
                  <a:moveTo>
                    <a:pt x="1137" y="1"/>
                  </a:moveTo>
                  <a:cubicBezTo>
                    <a:pt x="788" y="1"/>
                    <a:pt x="579" y="592"/>
                    <a:pt x="579" y="1183"/>
                  </a:cubicBezTo>
                  <a:cubicBezTo>
                    <a:pt x="579" y="2018"/>
                    <a:pt x="1415" y="2276"/>
                    <a:pt x="1415" y="2276"/>
                  </a:cubicBezTo>
                  <a:cubicBezTo>
                    <a:pt x="1415" y="2276"/>
                    <a:pt x="0" y="3594"/>
                    <a:pt x="836" y="4011"/>
                  </a:cubicBezTo>
                  <a:cubicBezTo>
                    <a:pt x="1026" y="4110"/>
                    <a:pt x="1218" y="4148"/>
                    <a:pt x="1400" y="4148"/>
                  </a:cubicBezTo>
                  <a:cubicBezTo>
                    <a:pt x="1988" y="4148"/>
                    <a:pt x="2475" y="3754"/>
                    <a:pt x="2475" y="3754"/>
                  </a:cubicBezTo>
                  <a:lnTo>
                    <a:pt x="3407" y="1086"/>
                  </a:lnTo>
                  <a:lnTo>
                    <a:pt x="3407" y="1086"/>
                  </a:lnTo>
                  <a:cubicBezTo>
                    <a:pt x="3407" y="1086"/>
                    <a:pt x="3369" y="1090"/>
                    <a:pt x="3302" y="1090"/>
                  </a:cubicBezTo>
                  <a:cubicBezTo>
                    <a:pt x="3012" y="1090"/>
                    <a:pt x="2188" y="1026"/>
                    <a:pt x="1640" y="347"/>
                  </a:cubicBezTo>
                  <a:cubicBezTo>
                    <a:pt x="1451" y="102"/>
                    <a:pt x="1282" y="1"/>
                    <a:pt x="1137"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86" name="Google Shape;1886;p33"/>
            <p:cNvSpPr/>
            <p:nvPr/>
          </p:nvSpPr>
          <p:spPr>
            <a:xfrm>
              <a:off x="4689125" y="2213400"/>
              <a:ext cx="84400" cy="116550"/>
            </a:xfrm>
            <a:custGeom>
              <a:avLst/>
              <a:gdLst/>
              <a:ahLst/>
              <a:cxnLst/>
              <a:rect l="l" t="t" r="r" b="b"/>
              <a:pathLst>
                <a:path w="3376" h="4662" extrusionOk="0">
                  <a:moveTo>
                    <a:pt x="836" y="0"/>
                  </a:moveTo>
                  <a:cubicBezTo>
                    <a:pt x="675" y="0"/>
                    <a:pt x="547" y="64"/>
                    <a:pt x="418" y="193"/>
                  </a:cubicBezTo>
                  <a:cubicBezTo>
                    <a:pt x="258" y="322"/>
                    <a:pt x="193" y="514"/>
                    <a:pt x="129" y="740"/>
                  </a:cubicBezTo>
                  <a:cubicBezTo>
                    <a:pt x="65" y="965"/>
                    <a:pt x="33" y="1190"/>
                    <a:pt x="33" y="1447"/>
                  </a:cubicBezTo>
                  <a:cubicBezTo>
                    <a:pt x="0" y="1961"/>
                    <a:pt x="290" y="2315"/>
                    <a:pt x="547" y="2507"/>
                  </a:cubicBezTo>
                  <a:cubicBezTo>
                    <a:pt x="589" y="2543"/>
                    <a:pt x="632" y="2575"/>
                    <a:pt x="674" y="2602"/>
                  </a:cubicBezTo>
                  <a:lnTo>
                    <a:pt x="674" y="2602"/>
                  </a:lnTo>
                  <a:cubicBezTo>
                    <a:pt x="614" y="2669"/>
                    <a:pt x="548" y="2745"/>
                    <a:pt x="483" y="2829"/>
                  </a:cubicBezTo>
                  <a:cubicBezTo>
                    <a:pt x="386" y="2957"/>
                    <a:pt x="258" y="3118"/>
                    <a:pt x="161" y="3311"/>
                  </a:cubicBezTo>
                  <a:cubicBezTo>
                    <a:pt x="65" y="3472"/>
                    <a:pt x="0" y="3665"/>
                    <a:pt x="0" y="3858"/>
                  </a:cubicBezTo>
                  <a:cubicBezTo>
                    <a:pt x="0" y="3986"/>
                    <a:pt x="33" y="4115"/>
                    <a:pt x="97" y="4243"/>
                  </a:cubicBezTo>
                  <a:cubicBezTo>
                    <a:pt x="161" y="4340"/>
                    <a:pt x="290" y="4436"/>
                    <a:pt x="418" y="4500"/>
                  </a:cubicBezTo>
                  <a:cubicBezTo>
                    <a:pt x="643" y="4629"/>
                    <a:pt x="901" y="4661"/>
                    <a:pt x="1126" y="4661"/>
                  </a:cubicBezTo>
                  <a:cubicBezTo>
                    <a:pt x="1833" y="4661"/>
                    <a:pt x="2347" y="4243"/>
                    <a:pt x="2347" y="4211"/>
                  </a:cubicBezTo>
                  <a:cubicBezTo>
                    <a:pt x="2476" y="4147"/>
                    <a:pt x="2508" y="3954"/>
                    <a:pt x="2411" y="3858"/>
                  </a:cubicBezTo>
                  <a:cubicBezTo>
                    <a:pt x="2355" y="3782"/>
                    <a:pt x="2276" y="3751"/>
                    <a:pt x="2195" y="3751"/>
                  </a:cubicBezTo>
                  <a:cubicBezTo>
                    <a:pt x="2138" y="3751"/>
                    <a:pt x="2079" y="3767"/>
                    <a:pt x="2026" y="3793"/>
                  </a:cubicBezTo>
                  <a:cubicBezTo>
                    <a:pt x="1993" y="3825"/>
                    <a:pt x="1576" y="4147"/>
                    <a:pt x="1126" y="4147"/>
                  </a:cubicBezTo>
                  <a:cubicBezTo>
                    <a:pt x="965" y="4147"/>
                    <a:pt x="804" y="4115"/>
                    <a:pt x="643" y="4018"/>
                  </a:cubicBezTo>
                  <a:cubicBezTo>
                    <a:pt x="579" y="3986"/>
                    <a:pt x="579" y="3954"/>
                    <a:pt x="547" y="3954"/>
                  </a:cubicBezTo>
                  <a:lnTo>
                    <a:pt x="547" y="3858"/>
                  </a:lnTo>
                  <a:cubicBezTo>
                    <a:pt x="547" y="3793"/>
                    <a:pt x="579" y="3665"/>
                    <a:pt x="643" y="3536"/>
                  </a:cubicBezTo>
                  <a:cubicBezTo>
                    <a:pt x="740" y="3343"/>
                    <a:pt x="901" y="3150"/>
                    <a:pt x="1061" y="2990"/>
                  </a:cubicBezTo>
                  <a:cubicBezTo>
                    <a:pt x="1126" y="2893"/>
                    <a:pt x="1190" y="2829"/>
                    <a:pt x="1222" y="2797"/>
                  </a:cubicBezTo>
                  <a:lnTo>
                    <a:pt x="1286" y="2732"/>
                  </a:lnTo>
                  <a:cubicBezTo>
                    <a:pt x="1383" y="2668"/>
                    <a:pt x="1383" y="2572"/>
                    <a:pt x="1383" y="2475"/>
                  </a:cubicBezTo>
                  <a:cubicBezTo>
                    <a:pt x="1351" y="2379"/>
                    <a:pt x="1286" y="2282"/>
                    <a:pt x="1190" y="2282"/>
                  </a:cubicBezTo>
                  <a:cubicBezTo>
                    <a:pt x="1190" y="2282"/>
                    <a:pt x="997" y="2218"/>
                    <a:pt x="868" y="2090"/>
                  </a:cubicBezTo>
                  <a:cubicBezTo>
                    <a:pt x="708" y="1929"/>
                    <a:pt x="547" y="1768"/>
                    <a:pt x="547" y="1447"/>
                  </a:cubicBezTo>
                  <a:cubicBezTo>
                    <a:pt x="547" y="1190"/>
                    <a:pt x="611" y="932"/>
                    <a:pt x="675" y="740"/>
                  </a:cubicBezTo>
                  <a:cubicBezTo>
                    <a:pt x="708" y="675"/>
                    <a:pt x="772" y="611"/>
                    <a:pt x="804" y="579"/>
                  </a:cubicBezTo>
                  <a:lnTo>
                    <a:pt x="836" y="547"/>
                  </a:lnTo>
                  <a:cubicBezTo>
                    <a:pt x="868" y="547"/>
                    <a:pt x="901" y="547"/>
                    <a:pt x="933" y="579"/>
                  </a:cubicBezTo>
                  <a:cubicBezTo>
                    <a:pt x="997" y="611"/>
                    <a:pt x="1061" y="675"/>
                    <a:pt x="1158" y="772"/>
                  </a:cubicBezTo>
                  <a:cubicBezTo>
                    <a:pt x="1479" y="1190"/>
                    <a:pt x="1865" y="1382"/>
                    <a:pt x="2218" y="1511"/>
                  </a:cubicBezTo>
                  <a:cubicBezTo>
                    <a:pt x="2572" y="1607"/>
                    <a:pt x="2861" y="1640"/>
                    <a:pt x="3022" y="1640"/>
                  </a:cubicBezTo>
                  <a:lnTo>
                    <a:pt x="3118" y="1640"/>
                  </a:lnTo>
                  <a:cubicBezTo>
                    <a:pt x="3279" y="1607"/>
                    <a:pt x="3376" y="1479"/>
                    <a:pt x="3376" y="1350"/>
                  </a:cubicBezTo>
                  <a:cubicBezTo>
                    <a:pt x="3376" y="1190"/>
                    <a:pt x="3247" y="1093"/>
                    <a:pt x="3086" y="1093"/>
                  </a:cubicBezTo>
                  <a:lnTo>
                    <a:pt x="3022" y="1093"/>
                  </a:lnTo>
                  <a:cubicBezTo>
                    <a:pt x="2893" y="1093"/>
                    <a:pt x="2668" y="1093"/>
                    <a:pt x="2379" y="997"/>
                  </a:cubicBezTo>
                  <a:cubicBezTo>
                    <a:pt x="2122" y="900"/>
                    <a:pt x="1801" y="740"/>
                    <a:pt x="1576" y="450"/>
                  </a:cubicBezTo>
                  <a:cubicBezTo>
                    <a:pt x="1447" y="322"/>
                    <a:pt x="1351" y="193"/>
                    <a:pt x="1222" y="129"/>
                  </a:cubicBezTo>
                  <a:cubicBezTo>
                    <a:pt x="1126" y="64"/>
                    <a:pt x="997" y="0"/>
                    <a:pt x="836"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87" name="Google Shape;1887;p33"/>
            <p:cNvSpPr/>
            <p:nvPr/>
          </p:nvSpPr>
          <p:spPr>
            <a:xfrm>
              <a:off x="5131100" y="2759925"/>
              <a:ext cx="513550" cy="155050"/>
            </a:xfrm>
            <a:custGeom>
              <a:avLst/>
              <a:gdLst/>
              <a:ahLst/>
              <a:cxnLst/>
              <a:rect l="l" t="t" r="r" b="b"/>
              <a:pathLst>
                <a:path w="20542" h="6202" extrusionOk="0">
                  <a:moveTo>
                    <a:pt x="8655" y="1"/>
                  </a:moveTo>
                  <a:cubicBezTo>
                    <a:pt x="6886" y="1"/>
                    <a:pt x="2639" y="1734"/>
                    <a:pt x="1351" y="2183"/>
                  </a:cubicBezTo>
                  <a:cubicBezTo>
                    <a:pt x="1" y="2665"/>
                    <a:pt x="1351" y="3051"/>
                    <a:pt x="2830" y="3340"/>
                  </a:cubicBezTo>
                  <a:cubicBezTo>
                    <a:pt x="3125" y="3398"/>
                    <a:pt x="3479" y="3421"/>
                    <a:pt x="3855" y="3421"/>
                  </a:cubicBezTo>
                  <a:cubicBezTo>
                    <a:pt x="5361" y="3421"/>
                    <a:pt x="7233" y="3051"/>
                    <a:pt x="7233" y="3051"/>
                  </a:cubicBezTo>
                  <a:lnTo>
                    <a:pt x="7233" y="3051"/>
                  </a:lnTo>
                  <a:cubicBezTo>
                    <a:pt x="7233" y="3051"/>
                    <a:pt x="4019" y="4433"/>
                    <a:pt x="4790" y="4626"/>
                  </a:cubicBezTo>
                  <a:cubicBezTo>
                    <a:pt x="4941" y="4664"/>
                    <a:pt x="5122" y="4680"/>
                    <a:pt x="5327" y="4680"/>
                  </a:cubicBezTo>
                  <a:cubicBezTo>
                    <a:pt x="6170" y="4680"/>
                    <a:pt x="7407" y="4415"/>
                    <a:pt x="8519" y="4337"/>
                  </a:cubicBezTo>
                  <a:cubicBezTo>
                    <a:pt x="9869" y="4241"/>
                    <a:pt x="11251" y="2955"/>
                    <a:pt x="11251" y="2955"/>
                  </a:cubicBezTo>
                  <a:cubicBezTo>
                    <a:pt x="11251" y="2955"/>
                    <a:pt x="17809" y="6201"/>
                    <a:pt x="18580" y="6201"/>
                  </a:cubicBezTo>
                  <a:cubicBezTo>
                    <a:pt x="19352" y="6201"/>
                    <a:pt x="20541" y="3855"/>
                    <a:pt x="18870" y="2858"/>
                  </a:cubicBezTo>
                  <a:cubicBezTo>
                    <a:pt x="17198" y="1894"/>
                    <a:pt x="14562" y="1090"/>
                    <a:pt x="14562" y="1090"/>
                  </a:cubicBezTo>
                  <a:cubicBezTo>
                    <a:pt x="14562" y="1090"/>
                    <a:pt x="10448" y="319"/>
                    <a:pt x="9001" y="30"/>
                  </a:cubicBezTo>
                  <a:cubicBezTo>
                    <a:pt x="8901" y="10"/>
                    <a:pt x="8784" y="1"/>
                    <a:pt x="8655"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88" name="Google Shape;1888;p33"/>
            <p:cNvSpPr/>
            <p:nvPr/>
          </p:nvSpPr>
          <p:spPr>
            <a:xfrm>
              <a:off x="5143975" y="2753425"/>
              <a:ext cx="487000" cy="167975"/>
            </a:xfrm>
            <a:custGeom>
              <a:avLst/>
              <a:gdLst/>
              <a:ahLst/>
              <a:cxnLst/>
              <a:rect l="l" t="t" r="r" b="b"/>
              <a:pathLst>
                <a:path w="19480" h="6719" extrusionOk="0">
                  <a:moveTo>
                    <a:pt x="8133" y="515"/>
                  </a:moveTo>
                  <a:cubicBezTo>
                    <a:pt x="8261" y="515"/>
                    <a:pt x="8358" y="547"/>
                    <a:pt x="8422" y="547"/>
                  </a:cubicBezTo>
                  <a:cubicBezTo>
                    <a:pt x="9901" y="836"/>
                    <a:pt x="14015" y="1640"/>
                    <a:pt x="14015" y="1640"/>
                  </a:cubicBezTo>
                  <a:lnTo>
                    <a:pt x="14017" y="1621"/>
                  </a:lnTo>
                  <a:lnTo>
                    <a:pt x="14017" y="1621"/>
                  </a:lnTo>
                  <a:cubicBezTo>
                    <a:pt x="14077" y="1645"/>
                    <a:pt x="14213" y="1698"/>
                    <a:pt x="14401" y="1768"/>
                  </a:cubicBezTo>
                  <a:cubicBezTo>
                    <a:pt x="15237" y="2025"/>
                    <a:pt x="17005" y="2636"/>
                    <a:pt x="18226" y="3343"/>
                  </a:cubicBezTo>
                  <a:cubicBezTo>
                    <a:pt x="18772" y="3665"/>
                    <a:pt x="18933" y="4115"/>
                    <a:pt x="18933" y="4597"/>
                  </a:cubicBezTo>
                  <a:cubicBezTo>
                    <a:pt x="18933" y="4983"/>
                    <a:pt x="18805" y="5433"/>
                    <a:pt x="18580" y="5722"/>
                  </a:cubicBezTo>
                  <a:cubicBezTo>
                    <a:pt x="18483" y="5883"/>
                    <a:pt x="18387" y="6011"/>
                    <a:pt x="18290" y="6076"/>
                  </a:cubicBezTo>
                  <a:cubicBezTo>
                    <a:pt x="18194" y="6172"/>
                    <a:pt x="18097" y="6172"/>
                    <a:pt x="18065" y="6172"/>
                  </a:cubicBezTo>
                  <a:cubicBezTo>
                    <a:pt x="18065" y="6172"/>
                    <a:pt x="18001" y="6172"/>
                    <a:pt x="17937" y="6140"/>
                  </a:cubicBezTo>
                  <a:cubicBezTo>
                    <a:pt x="17615" y="6076"/>
                    <a:pt x="17005" y="5818"/>
                    <a:pt x="16265" y="5529"/>
                  </a:cubicBezTo>
                  <a:cubicBezTo>
                    <a:pt x="15172" y="5047"/>
                    <a:pt x="13822" y="4404"/>
                    <a:pt x="12729" y="3890"/>
                  </a:cubicBezTo>
                  <a:cubicBezTo>
                    <a:pt x="12183" y="3633"/>
                    <a:pt x="11733" y="3408"/>
                    <a:pt x="11379" y="3247"/>
                  </a:cubicBezTo>
                  <a:cubicBezTo>
                    <a:pt x="11058" y="3086"/>
                    <a:pt x="10865" y="2990"/>
                    <a:pt x="10833" y="2990"/>
                  </a:cubicBezTo>
                  <a:cubicBezTo>
                    <a:pt x="10796" y="2965"/>
                    <a:pt x="10759" y="2955"/>
                    <a:pt x="10722" y="2955"/>
                  </a:cubicBezTo>
                  <a:cubicBezTo>
                    <a:pt x="10663" y="2955"/>
                    <a:pt x="10603" y="2982"/>
                    <a:pt x="10544" y="3022"/>
                  </a:cubicBezTo>
                  <a:cubicBezTo>
                    <a:pt x="10479" y="3086"/>
                    <a:pt x="10126" y="3408"/>
                    <a:pt x="9643" y="3697"/>
                  </a:cubicBezTo>
                  <a:cubicBezTo>
                    <a:pt x="9161" y="3986"/>
                    <a:pt x="8551" y="4276"/>
                    <a:pt x="7972" y="4308"/>
                  </a:cubicBezTo>
                  <a:cubicBezTo>
                    <a:pt x="6847" y="4404"/>
                    <a:pt x="5593" y="4661"/>
                    <a:pt x="4822" y="4661"/>
                  </a:cubicBezTo>
                  <a:cubicBezTo>
                    <a:pt x="4752" y="4661"/>
                    <a:pt x="4687" y="4661"/>
                    <a:pt x="4626" y="4660"/>
                  </a:cubicBezTo>
                  <a:lnTo>
                    <a:pt x="4626" y="4660"/>
                  </a:lnTo>
                  <a:cubicBezTo>
                    <a:pt x="4918" y="4465"/>
                    <a:pt x="5452" y="4187"/>
                    <a:pt x="5883" y="3986"/>
                  </a:cubicBezTo>
                  <a:cubicBezTo>
                    <a:pt x="6140" y="3858"/>
                    <a:pt x="6365" y="3761"/>
                    <a:pt x="6558" y="3697"/>
                  </a:cubicBezTo>
                  <a:cubicBezTo>
                    <a:pt x="6718" y="3600"/>
                    <a:pt x="6815" y="3568"/>
                    <a:pt x="6815" y="3568"/>
                  </a:cubicBezTo>
                  <a:cubicBezTo>
                    <a:pt x="6943" y="3504"/>
                    <a:pt x="7008" y="3375"/>
                    <a:pt x="6976" y="3247"/>
                  </a:cubicBezTo>
                  <a:cubicBezTo>
                    <a:pt x="6948" y="3135"/>
                    <a:pt x="6847" y="3048"/>
                    <a:pt x="6716" y="3048"/>
                  </a:cubicBezTo>
                  <a:cubicBezTo>
                    <a:pt x="6696" y="3048"/>
                    <a:pt x="6675" y="3050"/>
                    <a:pt x="6654" y="3054"/>
                  </a:cubicBezTo>
                  <a:cubicBezTo>
                    <a:pt x="6654" y="3054"/>
                    <a:pt x="6558" y="3086"/>
                    <a:pt x="6365" y="3118"/>
                  </a:cubicBezTo>
                  <a:cubicBezTo>
                    <a:pt x="5754" y="3215"/>
                    <a:pt x="4436" y="3440"/>
                    <a:pt x="3343" y="3440"/>
                  </a:cubicBezTo>
                  <a:cubicBezTo>
                    <a:pt x="2957" y="3440"/>
                    <a:pt x="2636" y="3408"/>
                    <a:pt x="2379" y="3343"/>
                  </a:cubicBezTo>
                  <a:cubicBezTo>
                    <a:pt x="1865" y="3247"/>
                    <a:pt x="1350" y="3118"/>
                    <a:pt x="997" y="3022"/>
                  </a:cubicBezTo>
                  <a:cubicBezTo>
                    <a:pt x="804" y="2958"/>
                    <a:pt x="676" y="2894"/>
                    <a:pt x="611" y="2829"/>
                  </a:cubicBezTo>
                  <a:lnTo>
                    <a:pt x="611" y="2829"/>
                  </a:lnTo>
                  <a:cubicBezTo>
                    <a:pt x="684" y="2795"/>
                    <a:pt x="791" y="2748"/>
                    <a:pt x="932" y="2700"/>
                  </a:cubicBezTo>
                  <a:cubicBezTo>
                    <a:pt x="1575" y="2443"/>
                    <a:pt x="2957" y="1929"/>
                    <a:pt x="4404" y="1415"/>
                  </a:cubicBezTo>
                  <a:cubicBezTo>
                    <a:pt x="5111" y="1190"/>
                    <a:pt x="5850" y="965"/>
                    <a:pt x="6493" y="804"/>
                  </a:cubicBezTo>
                  <a:cubicBezTo>
                    <a:pt x="7136" y="611"/>
                    <a:pt x="7715" y="515"/>
                    <a:pt x="8133" y="515"/>
                  </a:cubicBezTo>
                  <a:close/>
                  <a:moveTo>
                    <a:pt x="8133" y="0"/>
                  </a:moveTo>
                  <a:cubicBezTo>
                    <a:pt x="7651" y="0"/>
                    <a:pt x="7040" y="97"/>
                    <a:pt x="6365" y="257"/>
                  </a:cubicBezTo>
                  <a:cubicBezTo>
                    <a:pt x="4340" y="772"/>
                    <a:pt x="1704" y="1833"/>
                    <a:pt x="772" y="2186"/>
                  </a:cubicBezTo>
                  <a:cubicBezTo>
                    <a:pt x="547" y="2250"/>
                    <a:pt x="386" y="2347"/>
                    <a:pt x="257" y="2443"/>
                  </a:cubicBezTo>
                  <a:cubicBezTo>
                    <a:pt x="193" y="2475"/>
                    <a:pt x="129" y="2540"/>
                    <a:pt x="97" y="2604"/>
                  </a:cubicBezTo>
                  <a:cubicBezTo>
                    <a:pt x="32" y="2668"/>
                    <a:pt x="0" y="2733"/>
                    <a:pt x="0" y="2829"/>
                  </a:cubicBezTo>
                  <a:cubicBezTo>
                    <a:pt x="0" y="2958"/>
                    <a:pt x="64" y="3054"/>
                    <a:pt x="129" y="3118"/>
                  </a:cubicBezTo>
                  <a:cubicBezTo>
                    <a:pt x="225" y="3247"/>
                    <a:pt x="354" y="3311"/>
                    <a:pt x="482" y="3375"/>
                  </a:cubicBezTo>
                  <a:cubicBezTo>
                    <a:pt x="900" y="3568"/>
                    <a:pt x="1575" y="3729"/>
                    <a:pt x="2250" y="3890"/>
                  </a:cubicBezTo>
                  <a:cubicBezTo>
                    <a:pt x="2572" y="3954"/>
                    <a:pt x="2957" y="3954"/>
                    <a:pt x="3343" y="3954"/>
                  </a:cubicBezTo>
                  <a:cubicBezTo>
                    <a:pt x="3873" y="3954"/>
                    <a:pt x="4440" y="3909"/>
                    <a:pt x="4958" y="3849"/>
                  </a:cubicBezTo>
                  <a:lnTo>
                    <a:pt x="4958" y="3849"/>
                  </a:lnTo>
                  <a:cubicBezTo>
                    <a:pt x="4758" y="3961"/>
                    <a:pt x="4568" y="4077"/>
                    <a:pt x="4404" y="4179"/>
                  </a:cubicBezTo>
                  <a:cubicBezTo>
                    <a:pt x="4275" y="4243"/>
                    <a:pt x="4179" y="4340"/>
                    <a:pt x="4083" y="4404"/>
                  </a:cubicBezTo>
                  <a:cubicBezTo>
                    <a:pt x="4018" y="4468"/>
                    <a:pt x="3986" y="4501"/>
                    <a:pt x="3954" y="4565"/>
                  </a:cubicBezTo>
                  <a:cubicBezTo>
                    <a:pt x="3922" y="4597"/>
                    <a:pt x="3890" y="4693"/>
                    <a:pt x="3890" y="4790"/>
                  </a:cubicBezTo>
                  <a:cubicBezTo>
                    <a:pt x="3890" y="4886"/>
                    <a:pt x="3922" y="4983"/>
                    <a:pt x="4018" y="5047"/>
                  </a:cubicBezTo>
                  <a:cubicBezTo>
                    <a:pt x="4083" y="5111"/>
                    <a:pt x="4147" y="5111"/>
                    <a:pt x="4211" y="5143"/>
                  </a:cubicBezTo>
                  <a:cubicBezTo>
                    <a:pt x="4404" y="5176"/>
                    <a:pt x="4597" y="5208"/>
                    <a:pt x="4822" y="5208"/>
                  </a:cubicBezTo>
                  <a:cubicBezTo>
                    <a:pt x="5722" y="5208"/>
                    <a:pt x="6943" y="4918"/>
                    <a:pt x="8004" y="4854"/>
                  </a:cubicBezTo>
                  <a:cubicBezTo>
                    <a:pt x="8776" y="4790"/>
                    <a:pt x="9483" y="4436"/>
                    <a:pt x="10029" y="4083"/>
                  </a:cubicBezTo>
                  <a:cubicBezTo>
                    <a:pt x="10353" y="3880"/>
                    <a:pt x="10614" y="3677"/>
                    <a:pt x="10762" y="3547"/>
                  </a:cubicBezTo>
                  <a:lnTo>
                    <a:pt x="10762" y="3547"/>
                  </a:lnTo>
                  <a:cubicBezTo>
                    <a:pt x="11209" y="3765"/>
                    <a:pt x="12564" y="4422"/>
                    <a:pt x="13983" y="5079"/>
                  </a:cubicBezTo>
                  <a:cubicBezTo>
                    <a:pt x="14851" y="5497"/>
                    <a:pt x="15751" y="5883"/>
                    <a:pt x="16490" y="6204"/>
                  </a:cubicBezTo>
                  <a:cubicBezTo>
                    <a:pt x="16844" y="6333"/>
                    <a:pt x="17165" y="6461"/>
                    <a:pt x="17455" y="6558"/>
                  </a:cubicBezTo>
                  <a:cubicBezTo>
                    <a:pt x="17583" y="6622"/>
                    <a:pt x="17680" y="6654"/>
                    <a:pt x="17776" y="6686"/>
                  </a:cubicBezTo>
                  <a:cubicBezTo>
                    <a:pt x="17905" y="6686"/>
                    <a:pt x="17969" y="6718"/>
                    <a:pt x="18065" y="6718"/>
                  </a:cubicBezTo>
                  <a:cubicBezTo>
                    <a:pt x="18290" y="6718"/>
                    <a:pt x="18451" y="6622"/>
                    <a:pt x="18612" y="6493"/>
                  </a:cubicBezTo>
                  <a:cubicBezTo>
                    <a:pt x="18869" y="6301"/>
                    <a:pt x="19062" y="6043"/>
                    <a:pt x="19223" y="5690"/>
                  </a:cubicBezTo>
                  <a:cubicBezTo>
                    <a:pt x="19383" y="5368"/>
                    <a:pt x="19480" y="4983"/>
                    <a:pt x="19480" y="4597"/>
                  </a:cubicBezTo>
                  <a:cubicBezTo>
                    <a:pt x="19480" y="3954"/>
                    <a:pt x="19190" y="3311"/>
                    <a:pt x="18483" y="2893"/>
                  </a:cubicBezTo>
                  <a:cubicBezTo>
                    <a:pt x="16780" y="1897"/>
                    <a:pt x="14144" y="1125"/>
                    <a:pt x="14144" y="1093"/>
                  </a:cubicBezTo>
                  <a:lnTo>
                    <a:pt x="14112" y="1093"/>
                  </a:lnTo>
                  <a:cubicBezTo>
                    <a:pt x="14112" y="1093"/>
                    <a:pt x="13083" y="900"/>
                    <a:pt x="11861" y="675"/>
                  </a:cubicBezTo>
                  <a:cubicBezTo>
                    <a:pt x="10672" y="450"/>
                    <a:pt x="9258" y="161"/>
                    <a:pt x="8518" y="32"/>
                  </a:cubicBezTo>
                  <a:cubicBezTo>
                    <a:pt x="8422" y="0"/>
                    <a:pt x="8261" y="0"/>
                    <a:pt x="813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89" name="Google Shape;1889;p33"/>
            <p:cNvSpPr/>
            <p:nvPr/>
          </p:nvSpPr>
          <p:spPr>
            <a:xfrm>
              <a:off x="5279775" y="2826825"/>
              <a:ext cx="540850" cy="800375"/>
            </a:xfrm>
            <a:custGeom>
              <a:avLst/>
              <a:gdLst/>
              <a:ahLst/>
              <a:cxnLst/>
              <a:rect l="l" t="t" r="r" b="b"/>
              <a:pathLst>
                <a:path w="21634" h="32015" extrusionOk="0">
                  <a:moveTo>
                    <a:pt x="13743" y="0"/>
                  </a:moveTo>
                  <a:cubicBezTo>
                    <a:pt x="11830" y="0"/>
                    <a:pt x="10094" y="2047"/>
                    <a:pt x="10094" y="2047"/>
                  </a:cubicBezTo>
                  <a:cubicBezTo>
                    <a:pt x="10094" y="2047"/>
                    <a:pt x="6172" y="4875"/>
                    <a:pt x="3344" y="8893"/>
                  </a:cubicBezTo>
                  <a:cubicBezTo>
                    <a:pt x="515" y="12912"/>
                    <a:pt x="1" y="21012"/>
                    <a:pt x="611" y="23358"/>
                  </a:cubicBezTo>
                  <a:cubicBezTo>
                    <a:pt x="1190" y="25705"/>
                    <a:pt x="1576" y="28469"/>
                    <a:pt x="4404" y="30302"/>
                  </a:cubicBezTo>
                  <a:cubicBezTo>
                    <a:pt x="5959" y="31315"/>
                    <a:pt x="7276" y="32015"/>
                    <a:pt x="8938" y="32015"/>
                  </a:cubicBezTo>
                  <a:cubicBezTo>
                    <a:pt x="10336" y="32015"/>
                    <a:pt x="11977" y="31520"/>
                    <a:pt x="14208" y="30302"/>
                  </a:cubicBezTo>
                  <a:cubicBezTo>
                    <a:pt x="19094" y="27666"/>
                    <a:pt x="21634" y="18858"/>
                    <a:pt x="21152" y="12108"/>
                  </a:cubicBezTo>
                  <a:cubicBezTo>
                    <a:pt x="20669" y="5358"/>
                    <a:pt x="16555" y="664"/>
                    <a:pt x="14401" y="86"/>
                  </a:cubicBezTo>
                  <a:cubicBezTo>
                    <a:pt x="14181" y="27"/>
                    <a:pt x="13961" y="0"/>
                    <a:pt x="13743"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90" name="Google Shape;1890;p33"/>
            <p:cNvSpPr/>
            <p:nvPr/>
          </p:nvSpPr>
          <p:spPr>
            <a:xfrm>
              <a:off x="5283000" y="2820125"/>
              <a:ext cx="533625" cy="814075"/>
            </a:xfrm>
            <a:custGeom>
              <a:avLst/>
              <a:gdLst/>
              <a:ahLst/>
              <a:cxnLst/>
              <a:rect l="l" t="t" r="r" b="b"/>
              <a:pathLst>
                <a:path w="21345" h="32563" extrusionOk="0">
                  <a:moveTo>
                    <a:pt x="9810" y="2098"/>
                  </a:moveTo>
                  <a:cubicBezTo>
                    <a:pt x="9810" y="2098"/>
                    <a:pt x="9810" y="2098"/>
                    <a:pt x="9810" y="2098"/>
                  </a:cubicBezTo>
                  <a:lnTo>
                    <a:pt x="9810" y="2098"/>
                  </a:lnTo>
                  <a:lnTo>
                    <a:pt x="9810" y="2098"/>
                  </a:lnTo>
                  <a:close/>
                  <a:moveTo>
                    <a:pt x="13597" y="547"/>
                  </a:moveTo>
                  <a:cubicBezTo>
                    <a:pt x="13790" y="547"/>
                    <a:pt x="13983" y="547"/>
                    <a:pt x="14208" y="611"/>
                  </a:cubicBezTo>
                  <a:cubicBezTo>
                    <a:pt x="14658" y="740"/>
                    <a:pt x="15301" y="1125"/>
                    <a:pt x="15976" y="1736"/>
                  </a:cubicBezTo>
                  <a:cubicBezTo>
                    <a:pt x="18001" y="3568"/>
                    <a:pt x="20380" y="7426"/>
                    <a:pt x="20765" y="12408"/>
                  </a:cubicBezTo>
                  <a:cubicBezTo>
                    <a:pt x="20798" y="12955"/>
                    <a:pt x="20798" y="13501"/>
                    <a:pt x="20798" y="14080"/>
                  </a:cubicBezTo>
                  <a:cubicBezTo>
                    <a:pt x="20798" y="17262"/>
                    <a:pt x="20187" y="20766"/>
                    <a:pt x="18997" y="23755"/>
                  </a:cubicBezTo>
                  <a:cubicBezTo>
                    <a:pt x="17840" y="26712"/>
                    <a:pt x="16104" y="29187"/>
                    <a:pt x="13951" y="30345"/>
                  </a:cubicBezTo>
                  <a:cubicBezTo>
                    <a:pt x="11733" y="31534"/>
                    <a:pt x="10126" y="32016"/>
                    <a:pt x="8808" y="32016"/>
                  </a:cubicBezTo>
                  <a:cubicBezTo>
                    <a:pt x="7233" y="32016"/>
                    <a:pt x="5979" y="31373"/>
                    <a:pt x="4436" y="30377"/>
                  </a:cubicBezTo>
                  <a:cubicBezTo>
                    <a:pt x="3054" y="29477"/>
                    <a:pt x="2282" y="28352"/>
                    <a:pt x="1768" y="27195"/>
                  </a:cubicBezTo>
                  <a:cubicBezTo>
                    <a:pt x="1286" y="26005"/>
                    <a:pt x="1029" y="24752"/>
                    <a:pt x="739" y="23562"/>
                  </a:cubicBezTo>
                  <a:cubicBezTo>
                    <a:pt x="611" y="23048"/>
                    <a:pt x="514" y="22180"/>
                    <a:pt x="514" y="21087"/>
                  </a:cubicBezTo>
                  <a:cubicBezTo>
                    <a:pt x="514" y="19383"/>
                    <a:pt x="707" y="17198"/>
                    <a:pt x="1189" y="15044"/>
                  </a:cubicBezTo>
                  <a:cubicBezTo>
                    <a:pt x="1640" y="12890"/>
                    <a:pt x="2379" y="10801"/>
                    <a:pt x="3440" y="9322"/>
                  </a:cubicBezTo>
                  <a:cubicBezTo>
                    <a:pt x="4822" y="7329"/>
                    <a:pt x="6493" y="5626"/>
                    <a:pt x="7843" y="4436"/>
                  </a:cubicBezTo>
                  <a:cubicBezTo>
                    <a:pt x="8486" y="3825"/>
                    <a:pt x="9065" y="3343"/>
                    <a:pt x="9483" y="3022"/>
                  </a:cubicBezTo>
                  <a:cubicBezTo>
                    <a:pt x="9676" y="2861"/>
                    <a:pt x="9836" y="2733"/>
                    <a:pt x="9965" y="2668"/>
                  </a:cubicBezTo>
                  <a:cubicBezTo>
                    <a:pt x="10061" y="2572"/>
                    <a:pt x="10126" y="2540"/>
                    <a:pt x="10126" y="2540"/>
                  </a:cubicBezTo>
                  <a:lnTo>
                    <a:pt x="10158" y="2475"/>
                  </a:lnTo>
                  <a:lnTo>
                    <a:pt x="10190" y="2475"/>
                  </a:lnTo>
                  <a:cubicBezTo>
                    <a:pt x="10286" y="2379"/>
                    <a:pt x="10704" y="1865"/>
                    <a:pt x="11347" y="1415"/>
                  </a:cubicBezTo>
                  <a:cubicBezTo>
                    <a:pt x="11990" y="965"/>
                    <a:pt x="12794" y="547"/>
                    <a:pt x="13597" y="547"/>
                  </a:cubicBezTo>
                  <a:close/>
                  <a:moveTo>
                    <a:pt x="13597" y="0"/>
                  </a:moveTo>
                  <a:cubicBezTo>
                    <a:pt x="12536" y="0"/>
                    <a:pt x="11604" y="547"/>
                    <a:pt x="10897" y="1093"/>
                  </a:cubicBezTo>
                  <a:cubicBezTo>
                    <a:pt x="10337" y="1520"/>
                    <a:pt x="9932" y="1947"/>
                    <a:pt x="9810" y="2098"/>
                  </a:cubicBezTo>
                  <a:lnTo>
                    <a:pt x="9810" y="2098"/>
                  </a:lnTo>
                  <a:lnTo>
                    <a:pt x="9804" y="2090"/>
                  </a:lnTo>
                  <a:cubicBezTo>
                    <a:pt x="9804" y="2122"/>
                    <a:pt x="5850" y="4951"/>
                    <a:pt x="2990" y="9001"/>
                  </a:cubicBezTo>
                  <a:cubicBezTo>
                    <a:pt x="1897" y="10576"/>
                    <a:pt x="1125" y="12730"/>
                    <a:pt x="675" y="14915"/>
                  </a:cubicBezTo>
                  <a:cubicBezTo>
                    <a:pt x="193" y="17101"/>
                    <a:pt x="0" y="19351"/>
                    <a:pt x="0" y="21087"/>
                  </a:cubicBezTo>
                  <a:cubicBezTo>
                    <a:pt x="0" y="22212"/>
                    <a:pt x="64" y="23112"/>
                    <a:pt x="225" y="23691"/>
                  </a:cubicBezTo>
                  <a:cubicBezTo>
                    <a:pt x="514" y="24880"/>
                    <a:pt x="739" y="26166"/>
                    <a:pt x="1286" y="27387"/>
                  </a:cubicBezTo>
                  <a:cubicBezTo>
                    <a:pt x="1832" y="28641"/>
                    <a:pt x="2668" y="29863"/>
                    <a:pt x="4147" y="30795"/>
                  </a:cubicBezTo>
                  <a:cubicBezTo>
                    <a:pt x="5690" y="31823"/>
                    <a:pt x="7040" y="32563"/>
                    <a:pt x="8808" y="32563"/>
                  </a:cubicBezTo>
                  <a:cubicBezTo>
                    <a:pt x="10254" y="32563"/>
                    <a:pt x="11926" y="32048"/>
                    <a:pt x="14208" y="30827"/>
                  </a:cubicBezTo>
                  <a:cubicBezTo>
                    <a:pt x="16522" y="29573"/>
                    <a:pt x="18290" y="27002"/>
                    <a:pt x="19512" y="23948"/>
                  </a:cubicBezTo>
                  <a:cubicBezTo>
                    <a:pt x="20701" y="20894"/>
                    <a:pt x="21344" y="17326"/>
                    <a:pt x="21344" y="14080"/>
                  </a:cubicBezTo>
                  <a:cubicBezTo>
                    <a:pt x="21344" y="13501"/>
                    <a:pt x="21312" y="12922"/>
                    <a:pt x="21280" y="12376"/>
                  </a:cubicBezTo>
                  <a:cubicBezTo>
                    <a:pt x="21023" y="8936"/>
                    <a:pt x="19865" y="6043"/>
                    <a:pt x="18483" y="3922"/>
                  </a:cubicBezTo>
                  <a:cubicBezTo>
                    <a:pt x="17808" y="2861"/>
                    <a:pt x="17069" y="1993"/>
                    <a:pt x="16330" y="1350"/>
                  </a:cubicBezTo>
                  <a:cubicBezTo>
                    <a:pt x="15622" y="675"/>
                    <a:pt x="14947" y="257"/>
                    <a:pt x="14337" y="97"/>
                  </a:cubicBezTo>
                  <a:cubicBezTo>
                    <a:pt x="14079" y="32"/>
                    <a:pt x="13854" y="0"/>
                    <a:pt x="13597"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91" name="Google Shape;1891;p33"/>
            <p:cNvSpPr/>
            <p:nvPr/>
          </p:nvSpPr>
          <p:spPr>
            <a:xfrm>
              <a:off x="5438900" y="2899100"/>
              <a:ext cx="237875" cy="221725"/>
            </a:xfrm>
            <a:custGeom>
              <a:avLst/>
              <a:gdLst/>
              <a:ahLst/>
              <a:cxnLst/>
              <a:rect l="l" t="t" r="r" b="b"/>
              <a:pathLst>
                <a:path w="9515" h="8869" extrusionOk="0">
                  <a:moveTo>
                    <a:pt x="6904" y="0"/>
                  </a:moveTo>
                  <a:cubicBezTo>
                    <a:pt x="5656" y="0"/>
                    <a:pt x="4018" y="441"/>
                    <a:pt x="4018" y="441"/>
                  </a:cubicBezTo>
                  <a:cubicBezTo>
                    <a:pt x="4018" y="441"/>
                    <a:pt x="2250" y="634"/>
                    <a:pt x="1382" y="1792"/>
                  </a:cubicBezTo>
                  <a:cubicBezTo>
                    <a:pt x="514" y="2981"/>
                    <a:pt x="804" y="3367"/>
                    <a:pt x="1382" y="3656"/>
                  </a:cubicBezTo>
                  <a:cubicBezTo>
                    <a:pt x="1961" y="3945"/>
                    <a:pt x="2057" y="4717"/>
                    <a:pt x="2057" y="4717"/>
                  </a:cubicBezTo>
                  <a:cubicBezTo>
                    <a:pt x="2057" y="4717"/>
                    <a:pt x="0" y="8060"/>
                    <a:pt x="1093" y="8735"/>
                  </a:cubicBezTo>
                  <a:cubicBezTo>
                    <a:pt x="1231" y="8826"/>
                    <a:pt x="1431" y="8868"/>
                    <a:pt x="1678" y="8868"/>
                  </a:cubicBezTo>
                  <a:cubicBezTo>
                    <a:pt x="3336" y="8868"/>
                    <a:pt x="7110" y="6975"/>
                    <a:pt x="8229" y="5520"/>
                  </a:cubicBezTo>
                  <a:cubicBezTo>
                    <a:pt x="9515" y="3849"/>
                    <a:pt x="8904" y="1117"/>
                    <a:pt x="8133" y="313"/>
                  </a:cubicBezTo>
                  <a:cubicBezTo>
                    <a:pt x="7901" y="81"/>
                    <a:pt x="7438" y="0"/>
                    <a:pt x="6904"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92" name="Google Shape;1892;p33"/>
            <p:cNvSpPr/>
            <p:nvPr/>
          </p:nvSpPr>
          <p:spPr>
            <a:xfrm>
              <a:off x="5451750" y="2892450"/>
              <a:ext cx="217800" cy="234675"/>
            </a:xfrm>
            <a:custGeom>
              <a:avLst/>
              <a:gdLst/>
              <a:ahLst/>
              <a:cxnLst/>
              <a:rect l="l" t="t" r="r" b="b"/>
              <a:pathLst>
                <a:path w="8712" h="9387" extrusionOk="0">
                  <a:moveTo>
                    <a:pt x="6333" y="547"/>
                  </a:moveTo>
                  <a:cubicBezTo>
                    <a:pt x="6590" y="547"/>
                    <a:pt x="6847" y="547"/>
                    <a:pt x="7040" y="611"/>
                  </a:cubicBezTo>
                  <a:cubicBezTo>
                    <a:pt x="7233" y="643"/>
                    <a:pt x="7362" y="707"/>
                    <a:pt x="7426" y="772"/>
                  </a:cubicBezTo>
                  <a:cubicBezTo>
                    <a:pt x="7619" y="965"/>
                    <a:pt x="7812" y="1318"/>
                    <a:pt x="7940" y="1768"/>
                  </a:cubicBezTo>
                  <a:cubicBezTo>
                    <a:pt x="8101" y="2218"/>
                    <a:pt x="8197" y="2765"/>
                    <a:pt x="8197" y="3343"/>
                  </a:cubicBezTo>
                  <a:cubicBezTo>
                    <a:pt x="8197" y="4147"/>
                    <a:pt x="8004" y="4983"/>
                    <a:pt x="7490" y="5626"/>
                  </a:cubicBezTo>
                  <a:cubicBezTo>
                    <a:pt x="7008" y="6268"/>
                    <a:pt x="5786" y="7104"/>
                    <a:pt x="4501" y="7747"/>
                  </a:cubicBezTo>
                  <a:cubicBezTo>
                    <a:pt x="3890" y="8101"/>
                    <a:pt x="3215" y="8358"/>
                    <a:pt x="2636" y="8551"/>
                  </a:cubicBezTo>
                  <a:cubicBezTo>
                    <a:pt x="2026" y="8744"/>
                    <a:pt x="1511" y="8872"/>
                    <a:pt x="1158" y="8872"/>
                  </a:cubicBezTo>
                  <a:cubicBezTo>
                    <a:pt x="933" y="8872"/>
                    <a:pt x="772" y="8840"/>
                    <a:pt x="708" y="8776"/>
                  </a:cubicBezTo>
                  <a:cubicBezTo>
                    <a:pt x="643" y="8744"/>
                    <a:pt x="611" y="8679"/>
                    <a:pt x="579" y="8615"/>
                  </a:cubicBezTo>
                  <a:cubicBezTo>
                    <a:pt x="547" y="8551"/>
                    <a:pt x="515" y="8422"/>
                    <a:pt x="515" y="8294"/>
                  </a:cubicBezTo>
                  <a:cubicBezTo>
                    <a:pt x="515" y="7779"/>
                    <a:pt x="836" y="6976"/>
                    <a:pt x="1158" y="6301"/>
                  </a:cubicBezTo>
                  <a:cubicBezTo>
                    <a:pt x="1318" y="5979"/>
                    <a:pt x="1447" y="5690"/>
                    <a:pt x="1576" y="5465"/>
                  </a:cubicBezTo>
                  <a:cubicBezTo>
                    <a:pt x="1640" y="5368"/>
                    <a:pt x="1704" y="5272"/>
                    <a:pt x="1736" y="5240"/>
                  </a:cubicBezTo>
                  <a:cubicBezTo>
                    <a:pt x="1768" y="5176"/>
                    <a:pt x="1768" y="5143"/>
                    <a:pt x="1768" y="5143"/>
                  </a:cubicBezTo>
                  <a:cubicBezTo>
                    <a:pt x="1801" y="5079"/>
                    <a:pt x="1833" y="5015"/>
                    <a:pt x="1801" y="4951"/>
                  </a:cubicBezTo>
                  <a:cubicBezTo>
                    <a:pt x="1801" y="4951"/>
                    <a:pt x="1801" y="4726"/>
                    <a:pt x="1672" y="4468"/>
                  </a:cubicBezTo>
                  <a:cubicBezTo>
                    <a:pt x="1576" y="4211"/>
                    <a:pt x="1351" y="3858"/>
                    <a:pt x="997" y="3697"/>
                  </a:cubicBezTo>
                  <a:cubicBezTo>
                    <a:pt x="836" y="3600"/>
                    <a:pt x="740" y="3536"/>
                    <a:pt x="676" y="3472"/>
                  </a:cubicBezTo>
                  <a:cubicBezTo>
                    <a:pt x="611" y="3408"/>
                    <a:pt x="579" y="3343"/>
                    <a:pt x="579" y="3247"/>
                  </a:cubicBezTo>
                  <a:cubicBezTo>
                    <a:pt x="579" y="3054"/>
                    <a:pt x="708" y="2733"/>
                    <a:pt x="1093" y="2218"/>
                  </a:cubicBezTo>
                  <a:cubicBezTo>
                    <a:pt x="1479" y="1704"/>
                    <a:pt x="2090" y="1383"/>
                    <a:pt x="2604" y="1190"/>
                  </a:cubicBezTo>
                  <a:cubicBezTo>
                    <a:pt x="2861" y="1093"/>
                    <a:pt x="3086" y="1029"/>
                    <a:pt x="3279" y="997"/>
                  </a:cubicBezTo>
                  <a:cubicBezTo>
                    <a:pt x="3343" y="997"/>
                    <a:pt x="3408" y="965"/>
                    <a:pt x="3472" y="965"/>
                  </a:cubicBezTo>
                  <a:lnTo>
                    <a:pt x="3569" y="965"/>
                  </a:lnTo>
                  <a:cubicBezTo>
                    <a:pt x="3569" y="965"/>
                    <a:pt x="3665" y="932"/>
                    <a:pt x="3826" y="900"/>
                  </a:cubicBezTo>
                  <a:cubicBezTo>
                    <a:pt x="4340" y="772"/>
                    <a:pt x="5465" y="547"/>
                    <a:pt x="6333" y="547"/>
                  </a:cubicBezTo>
                  <a:close/>
                  <a:moveTo>
                    <a:pt x="6333" y="0"/>
                  </a:moveTo>
                  <a:cubicBezTo>
                    <a:pt x="5047" y="0"/>
                    <a:pt x="3440" y="418"/>
                    <a:pt x="3440" y="418"/>
                  </a:cubicBezTo>
                  <a:lnTo>
                    <a:pt x="3441" y="423"/>
                  </a:lnTo>
                  <a:lnTo>
                    <a:pt x="3441" y="423"/>
                  </a:lnTo>
                  <a:cubicBezTo>
                    <a:pt x="3326" y="440"/>
                    <a:pt x="2903" y="511"/>
                    <a:pt x="2411" y="675"/>
                  </a:cubicBezTo>
                  <a:cubicBezTo>
                    <a:pt x="1833" y="900"/>
                    <a:pt x="1126" y="1254"/>
                    <a:pt x="643" y="1897"/>
                  </a:cubicBezTo>
                  <a:cubicBezTo>
                    <a:pt x="225" y="2443"/>
                    <a:pt x="33" y="2861"/>
                    <a:pt x="33" y="3247"/>
                  </a:cubicBezTo>
                  <a:cubicBezTo>
                    <a:pt x="33" y="3472"/>
                    <a:pt x="129" y="3665"/>
                    <a:pt x="258" y="3825"/>
                  </a:cubicBezTo>
                  <a:cubicBezTo>
                    <a:pt x="386" y="3986"/>
                    <a:pt x="579" y="4083"/>
                    <a:pt x="740" y="4147"/>
                  </a:cubicBezTo>
                  <a:cubicBezTo>
                    <a:pt x="965" y="4276"/>
                    <a:pt x="1093" y="4468"/>
                    <a:pt x="1190" y="4661"/>
                  </a:cubicBezTo>
                  <a:cubicBezTo>
                    <a:pt x="1222" y="4758"/>
                    <a:pt x="1254" y="4854"/>
                    <a:pt x="1254" y="4918"/>
                  </a:cubicBezTo>
                  <a:lnTo>
                    <a:pt x="1264" y="4948"/>
                  </a:lnTo>
                  <a:lnTo>
                    <a:pt x="1264" y="4948"/>
                  </a:lnTo>
                  <a:cubicBezTo>
                    <a:pt x="1159" y="5133"/>
                    <a:pt x="917" y="5568"/>
                    <a:pt x="676" y="6076"/>
                  </a:cubicBezTo>
                  <a:cubicBezTo>
                    <a:pt x="322" y="6783"/>
                    <a:pt x="0" y="7586"/>
                    <a:pt x="0" y="8294"/>
                  </a:cubicBezTo>
                  <a:cubicBezTo>
                    <a:pt x="0" y="8486"/>
                    <a:pt x="0" y="8647"/>
                    <a:pt x="97" y="8808"/>
                  </a:cubicBezTo>
                  <a:cubicBezTo>
                    <a:pt x="161" y="8969"/>
                    <a:pt x="258" y="9129"/>
                    <a:pt x="418" y="9226"/>
                  </a:cubicBezTo>
                  <a:cubicBezTo>
                    <a:pt x="643" y="9354"/>
                    <a:pt x="868" y="9386"/>
                    <a:pt x="1158" y="9386"/>
                  </a:cubicBezTo>
                  <a:cubicBezTo>
                    <a:pt x="1608" y="9386"/>
                    <a:pt x="2186" y="9258"/>
                    <a:pt x="2797" y="9065"/>
                  </a:cubicBezTo>
                  <a:cubicBezTo>
                    <a:pt x="3729" y="8744"/>
                    <a:pt x="4790" y="8261"/>
                    <a:pt x="5722" y="7715"/>
                  </a:cubicBezTo>
                  <a:cubicBezTo>
                    <a:pt x="6654" y="7136"/>
                    <a:pt x="7458" y="6526"/>
                    <a:pt x="7940" y="5947"/>
                  </a:cubicBezTo>
                  <a:cubicBezTo>
                    <a:pt x="8519" y="5176"/>
                    <a:pt x="8712" y="4211"/>
                    <a:pt x="8712" y="3343"/>
                  </a:cubicBezTo>
                  <a:cubicBezTo>
                    <a:pt x="8712" y="2700"/>
                    <a:pt x="8615" y="2122"/>
                    <a:pt x="8454" y="1608"/>
                  </a:cubicBezTo>
                  <a:cubicBezTo>
                    <a:pt x="8294" y="1093"/>
                    <a:pt x="8069" y="675"/>
                    <a:pt x="7812" y="418"/>
                  </a:cubicBezTo>
                  <a:cubicBezTo>
                    <a:pt x="7619" y="225"/>
                    <a:pt x="7394" y="129"/>
                    <a:pt x="7169" y="97"/>
                  </a:cubicBezTo>
                  <a:cubicBezTo>
                    <a:pt x="6912" y="32"/>
                    <a:pt x="6622" y="0"/>
                    <a:pt x="633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93" name="Google Shape;1893;p33"/>
            <p:cNvSpPr/>
            <p:nvPr/>
          </p:nvSpPr>
          <p:spPr>
            <a:xfrm>
              <a:off x="5417200" y="2584950"/>
              <a:ext cx="305400" cy="460675"/>
            </a:xfrm>
            <a:custGeom>
              <a:avLst/>
              <a:gdLst/>
              <a:ahLst/>
              <a:cxnLst/>
              <a:rect l="l" t="t" r="r" b="b"/>
              <a:pathLst>
                <a:path w="12216" h="18427" extrusionOk="0">
                  <a:moveTo>
                    <a:pt x="5587" y="0"/>
                  </a:moveTo>
                  <a:cubicBezTo>
                    <a:pt x="4508" y="0"/>
                    <a:pt x="3729" y="278"/>
                    <a:pt x="3729" y="278"/>
                  </a:cubicBezTo>
                  <a:cubicBezTo>
                    <a:pt x="3729" y="278"/>
                    <a:pt x="2540" y="1628"/>
                    <a:pt x="1768" y="2046"/>
                  </a:cubicBezTo>
                  <a:cubicBezTo>
                    <a:pt x="965" y="2432"/>
                    <a:pt x="0" y="2818"/>
                    <a:pt x="772" y="3396"/>
                  </a:cubicBezTo>
                  <a:cubicBezTo>
                    <a:pt x="1575" y="4007"/>
                    <a:pt x="2058" y="4489"/>
                    <a:pt x="2058" y="4489"/>
                  </a:cubicBezTo>
                  <a:cubicBezTo>
                    <a:pt x="2058" y="4489"/>
                    <a:pt x="1061" y="7704"/>
                    <a:pt x="1479" y="9568"/>
                  </a:cubicBezTo>
                  <a:cubicBezTo>
                    <a:pt x="1733" y="10797"/>
                    <a:pt x="2588" y="11006"/>
                    <a:pt x="3141" y="11006"/>
                  </a:cubicBezTo>
                  <a:cubicBezTo>
                    <a:pt x="3427" y="11006"/>
                    <a:pt x="3633" y="10950"/>
                    <a:pt x="3633" y="10950"/>
                  </a:cubicBezTo>
                  <a:lnTo>
                    <a:pt x="3633" y="10950"/>
                  </a:lnTo>
                  <a:cubicBezTo>
                    <a:pt x="3633" y="10950"/>
                    <a:pt x="3311" y="15836"/>
                    <a:pt x="2925" y="17283"/>
                  </a:cubicBezTo>
                  <a:cubicBezTo>
                    <a:pt x="2715" y="18089"/>
                    <a:pt x="3174" y="18427"/>
                    <a:pt x="3869" y="18427"/>
                  </a:cubicBezTo>
                  <a:cubicBezTo>
                    <a:pt x="4448" y="18427"/>
                    <a:pt x="5193" y="18192"/>
                    <a:pt x="5851" y="17797"/>
                  </a:cubicBezTo>
                  <a:cubicBezTo>
                    <a:pt x="7329" y="16897"/>
                    <a:pt x="7522" y="13297"/>
                    <a:pt x="8101" y="10629"/>
                  </a:cubicBezTo>
                  <a:cubicBezTo>
                    <a:pt x="8711" y="7993"/>
                    <a:pt x="12215" y="4875"/>
                    <a:pt x="9772" y="1950"/>
                  </a:cubicBezTo>
                  <a:cubicBezTo>
                    <a:pt x="8465" y="368"/>
                    <a:pt x="6828" y="0"/>
                    <a:pt x="5587"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94" name="Google Shape;1894;p33"/>
            <p:cNvSpPr/>
            <p:nvPr/>
          </p:nvSpPr>
          <p:spPr>
            <a:xfrm>
              <a:off x="5422825" y="2578225"/>
              <a:ext cx="266825" cy="474175"/>
            </a:xfrm>
            <a:custGeom>
              <a:avLst/>
              <a:gdLst/>
              <a:ahLst/>
              <a:cxnLst/>
              <a:rect l="l" t="t" r="r" b="b"/>
              <a:pathLst>
                <a:path w="10673" h="18967" extrusionOk="0">
                  <a:moveTo>
                    <a:pt x="5336" y="547"/>
                  </a:moveTo>
                  <a:cubicBezTo>
                    <a:pt x="6558" y="547"/>
                    <a:pt x="8101" y="869"/>
                    <a:pt x="9354" y="2379"/>
                  </a:cubicBezTo>
                  <a:cubicBezTo>
                    <a:pt x="9933" y="3087"/>
                    <a:pt x="10126" y="3762"/>
                    <a:pt x="10126" y="4469"/>
                  </a:cubicBezTo>
                  <a:cubicBezTo>
                    <a:pt x="10158" y="5497"/>
                    <a:pt x="9644" y="6590"/>
                    <a:pt x="9065" y="7651"/>
                  </a:cubicBezTo>
                  <a:cubicBezTo>
                    <a:pt x="8519" y="8744"/>
                    <a:pt x="7876" y="9805"/>
                    <a:pt x="7618" y="10866"/>
                  </a:cubicBezTo>
                  <a:cubicBezTo>
                    <a:pt x="7329" y="12184"/>
                    <a:pt x="7136" y="13759"/>
                    <a:pt x="6847" y="15077"/>
                  </a:cubicBezTo>
                  <a:cubicBezTo>
                    <a:pt x="6686" y="15752"/>
                    <a:pt x="6493" y="16362"/>
                    <a:pt x="6301" y="16812"/>
                  </a:cubicBezTo>
                  <a:cubicBezTo>
                    <a:pt x="6076" y="17295"/>
                    <a:pt x="5786" y="17648"/>
                    <a:pt x="5497" y="17809"/>
                  </a:cubicBezTo>
                  <a:cubicBezTo>
                    <a:pt x="4854" y="18195"/>
                    <a:pt x="4147" y="18420"/>
                    <a:pt x="3633" y="18420"/>
                  </a:cubicBezTo>
                  <a:cubicBezTo>
                    <a:pt x="3375" y="18420"/>
                    <a:pt x="3183" y="18387"/>
                    <a:pt x="3086" y="18291"/>
                  </a:cubicBezTo>
                  <a:cubicBezTo>
                    <a:pt x="2990" y="18227"/>
                    <a:pt x="2925" y="18130"/>
                    <a:pt x="2925" y="17937"/>
                  </a:cubicBezTo>
                  <a:cubicBezTo>
                    <a:pt x="2925" y="17841"/>
                    <a:pt x="2925" y="17745"/>
                    <a:pt x="2958" y="17648"/>
                  </a:cubicBezTo>
                  <a:cubicBezTo>
                    <a:pt x="3054" y="17230"/>
                    <a:pt x="3150" y="16652"/>
                    <a:pt x="3247" y="15977"/>
                  </a:cubicBezTo>
                  <a:cubicBezTo>
                    <a:pt x="3504" y="13984"/>
                    <a:pt x="3665" y="11219"/>
                    <a:pt x="3665" y="11219"/>
                  </a:cubicBezTo>
                  <a:cubicBezTo>
                    <a:pt x="3665" y="11123"/>
                    <a:pt x="3633" y="11058"/>
                    <a:pt x="3568" y="10994"/>
                  </a:cubicBezTo>
                  <a:cubicBezTo>
                    <a:pt x="3531" y="10957"/>
                    <a:pt x="3482" y="10941"/>
                    <a:pt x="3429" y="10941"/>
                  </a:cubicBezTo>
                  <a:cubicBezTo>
                    <a:pt x="3391" y="10941"/>
                    <a:pt x="3351" y="10949"/>
                    <a:pt x="3311" y="10962"/>
                  </a:cubicBezTo>
                  <a:cubicBezTo>
                    <a:pt x="3279" y="10962"/>
                    <a:pt x="3118" y="10994"/>
                    <a:pt x="2893" y="10994"/>
                  </a:cubicBezTo>
                  <a:cubicBezTo>
                    <a:pt x="2636" y="10994"/>
                    <a:pt x="2347" y="10962"/>
                    <a:pt x="2090" y="10769"/>
                  </a:cubicBezTo>
                  <a:cubicBezTo>
                    <a:pt x="1865" y="10608"/>
                    <a:pt x="1607" y="10351"/>
                    <a:pt x="1511" y="9773"/>
                  </a:cubicBezTo>
                  <a:cubicBezTo>
                    <a:pt x="1447" y="9483"/>
                    <a:pt x="1415" y="9162"/>
                    <a:pt x="1415" y="8808"/>
                  </a:cubicBezTo>
                  <a:cubicBezTo>
                    <a:pt x="1415" y="7940"/>
                    <a:pt x="1575" y="6944"/>
                    <a:pt x="1736" y="6140"/>
                  </a:cubicBezTo>
                  <a:cubicBezTo>
                    <a:pt x="1833" y="5755"/>
                    <a:pt x="1929" y="5433"/>
                    <a:pt x="1993" y="5208"/>
                  </a:cubicBezTo>
                  <a:cubicBezTo>
                    <a:pt x="2025" y="5080"/>
                    <a:pt x="2025" y="4983"/>
                    <a:pt x="2058" y="4919"/>
                  </a:cubicBezTo>
                  <a:cubicBezTo>
                    <a:pt x="2058" y="4855"/>
                    <a:pt x="2090" y="4822"/>
                    <a:pt x="2090" y="4822"/>
                  </a:cubicBezTo>
                  <a:cubicBezTo>
                    <a:pt x="2122" y="4726"/>
                    <a:pt x="2090" y="4630"/>
                    <a:pt x="2025" y="4565"/>
                  </a:cubicBezTo>
                  <a:cubicBezTo>
                    <a:pt x="1993" y="4565"/>
                    <a:pt x="1511" y="4051"/>
                    <a:pt x="707" y="3472"/>
                  </a:cubicBezTo>
                  <a:cubicBezTo>
                    <a:pt x="643" y="3408"/>
                    <a:pt x="579" y="3344"/>
                    <a:pt x="547" y="3312"/>
                  </a:cubicBezTo>
                  <a:lnTo>
                    <a:pt x="547" y="3247"/>
                  </a:lnTo>
                  <a:cubicBezTo>
                    <a:pt x="547" y="3247"/>
                    <a:pt x="547" y="3215"/>
                    <a:pt x="579" y="3151"/>
                  </a:cubicBezTo>
                  <a:cubicBezTo>
                    <a:pt x="643" y="3087"/>
                    <a:pt x="804" y="2990"/>
                    <a:pt x="997" y="2862"/>
                  </a:cubicBezTo>
                  <a:cubicBezTo>
                    <a:pt x="1190" y="2765"/>
                    <a:pt x="1447" y="2669"/>
                    <a:pt x="1640" y="2540"/>
                  </a:cubicBezTo>
                  <a:cubicBezTo>
                    <a:pt x="2090" y="2315"/>
                    <a:pt x="2604" y="1865"/>
                    <a:pt x="2990" y="1479"/>
                  </a:cubicBezTo>
                  <a:cubicBezTo>
                    <a:pt x="3311" y="1158"/>
                    <a:pt x="3557" y="874"/>
                    <a:pt x="3653" y="761"/>
                  </a:cubicBezTo>
                  <a:lnTo>
                    <a:pt x="3653" y="761"/>
                  </a:lnTo>
                  <a:cubicBezTo>
                    <a:pt x="3878" y="709"/>
                    <a:pt x="4513" y="547"/>
                    <a:pt x="5336" y="547"/>
                  </a:cubicBezTo>
                  <a:close/>
                  <a:moveTo>
                    <a:pt x="5336" y="1"/>
                  </a:moveTo>
                  <a:cubicBezTo>
                    <a:pt x="4211" y="1"/>
                    <a:pt x="3408" y="290"/>
                    <a:pt x="3408" y="290"/>
                  </a:cubicBezTo>
                  <a:lnTo>
                    <a:pt x="3279" y="354"/>
                  </a:lnTo>
                  <a:cubicBezTo>
                    <a:pt x="3279" y="354"/>
                    <a:pt x="3215" y="451"/>
                    <a:pt x="3086" y="579"/>
                  </a:cubicBezTo>
                  <a:cubicBezTo>
                    <a:pt x="2925" y="772"/>
                    <a:pt x="2636" y="1094"/>
                    <a:pt x="2315" y="1383"/>
                  </a:cubicBezTo>
                  <a:cubicBezTo>
                    <a:pt x="1993" y="1672"/>
                    <a:pt x="1672" y="1929"/>
                    <a:pt x="1415" y="2058"/>
                  </a:cubicBezTo>
                  <a:cubicBezTo>
                    <a:pt x="1125" y="2219"/>
                    <a:pt x="804" y="2347"/>
                    <a:pt x="547" y="2508"/>
                  </a:cubicBezTo>
                  <a:cubicBezTo>
                    <a:pt x="418" y="2604"/>
                    <a:pt x="290" y="2701"/>
                    <a:pt x="193" y="2797"/>
                  </a:cubicBezTo>
                  <a:cubicBezTo>
                    <a:pt x="97" y="2926"/>
                    <a:pt x="0" y="3087"/>
                    <a:pt x="0" y="3247"/>
                  </a:cubicBezTo>
                  <a:cubicBezTo>
                    <a:pt x="0" y="3376"/>
                    <a:pt x="32" y="3505"/>
                    <a:pt x="97" y="3601"/>
                  </a:cubicBezTo>
                  <a:cubicBezTo>
                    <a:pt x="193" y="3697"/>
                    <a:pt x="290" y="3794"/>
                    <a:pt x="386" y="3890"/>
                  </a:cubicBezTo>
                  <a:cubicBezTo>
                    <a:pt x="772" y="4180"/>
                    <a:pt x="1093" y="4437"/>
                    <a:pt x="1318" y="4630"/>
                  </a:cubicBezTo>
                  <a:cubicBezTo>
                    <a:pt x="1403" y="4714"/>
                    <a:pt x="1487" y="4774"/>
                    <a:pt x="1529" y="4831"/>
                  </a:cubicBezTo>
                  <a:lnTo>
                    <a:pt x="1529" y="4831"/>
                  </a:lnTo>
                  <a:cubicBezTo>
                    <a:pt x="1371" y="5391"/>
                    <a:pt x="868" y="7237"/>
                    <a:pt x="868" y="8808"/>
                  </a:cubicBezTo>
                  <a:cubicBezTo>
                    <a:pt x="868" y="9194"/>
                    <a:pt x="900" y="9548"/>
                    <a:pt x="965" y="9901"/>
                  </a:cubicBezTo>
                  <a:cubicBezTo>
                    <a:pt x="1125" y="10544"/>
                    <a:pt x="1447" y="10994"/>
                    <a:pt x="1800" y="11219"/>
                  </a:cubicBezTo>
                  <a:cubicBezTo>
                    <a:pt x="2186" y="11476"/>
                    <a:pt x="2572" y="11541"/>
                    <a:pt x="2893" y="11541"/>
                  </a:cubicBezTo>
                  <a:cubicBezTo>
                    <a:pt x="2972" y="11541"/>
                    <a:pt x="3045" y="11537"/>
                    <a:pt x="3110" y="11531"/>
                  </a:cubicBezTo>
                  <a:lnTo>
                    <a:pt x="3110" y="11531"/>
                  </a:lnTo>
                  <a:cubicBezTo>
                    <a:pt x="3105" y="11657"/>
                    <a:pt x="3098" y="11813"/>
                    <a:pt x="3086" y="11991"/>
                  </a:cubicBezTo>
                  <a:cubicBezTo>
                    <a:pt x="3022" y="12698"/>
                    <a:pt x="2925" y="13823"/>
                    <a:pt x="2829" y="14884"/>
                  </a:cubicBezTo>
                  <a:cubicBezTo>
                    <a:pt x="2733" y="15944"/>
                    <a:pt x="2572" y="16973"/>
                    <a:pt x="2443" y="17487"/>
                  </a:cubicBezTo>
                  <a:cubicBezTo>
                    <a:pt x="2411" y="17648"/>
                    <a:pt x="2379" y="17809"/>
                    <a:pt x="2379" y="17937"/>
                  </a:cubicBezTo>
                  <a:cubicBezTo>
                    <a:pt x="2379" y="18259"/>
                    <a:pt x="2540" y="18548"/>
                    <a:pt x="2765" y="18741"/>
                  </a:cubicBezTo>
                  <a:cubicBezTo>
                    <a:pt x="3022" y="18902"/>
                    <a:pt x="3311" y="18966"/>
                    <a:pt x="3633" y="18966"/>
                  </a:cubicBezTo>
                  <a:cubicBezTo>
                    <a:pt x="4275" y="18966"/>
                    <a:pt x="5079" y="18709"/>
                    <a:pt x="5786" y="18291"/>
                  </a:cubicBezTo>
                  <a:cubicBezTo>
                    <a:pt x="6204" y="18034"/>
                    <a:pt x="6526" y="17584"/>
                    <a:pt x="6783" y="17037"/>
                  </a:cubicBezTo>
                  <a:cubicBezTo>
                    <a:pt x="7136" y="16266"/>
                    <a:pt x="7361" y="15237"/>
                    <a:pt x="7586" y="14144"/>
                  </a:cubicBezTo>
                  <a:cubicBezTo>
                    <a:pt x="7779" y="13084"/>
                    <a:pt x="7940" y="11959"/>
                    <a:pt x="8165" y="10962"/>
                  </a:cubicBezTo>
                  <a:cubicBezTo>
                    <a:pt x="8358" y="10062"/>
                    <a:pt x="8969" y="9001"/>
                    <a:pt x="9547" y="7908"/>
                  </a:cubicBezTo>
                  <a:cubicBezTo>
                    <a:pt x="10126" y="6815"/>
                    <a:pt x="10672" y="5658"/>
                    <a:pt x="10672" y="4469"/>
                  </a:cubicBezTo>
                  <a:cubicBezTo>
                    <a:pt x="10672" y="3633"/>
                    <a:pt x="10415" y="2830"/>
                    <a:pt x="9772" y="2026"/>
                  </a:cubicBezTo>
                  <a:cubicBezTo>
                    <a:pt x="8390" y="387"/>
                    <a:pt x="6654" y="1"/>
                    <a:pt x="5336"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95" name="Google Shape;1895;p33"/>
            <p:cNvSpPr/>
            <p:nvPr/>
          </p:nvSpPr>
          <p:spPr>
            <a:xfrm>
              <a:off x="5456575" y="2429500"/>
              <a:ext cx="532825" cy="629075"/>
            </a:xfrm>
            <a:custGeom>
              <a:avLst/>
              <a:gdLst/>
              <a:ahLst/>
              <a:cxnLst/>
              <a:rect l="l" t="t" r="r" b="b"/>
              <a:pathLst>
                <a:path w="21313" h="25163" extrusionOk="0">
                  <a:moveTo>
                    <a:pt x="0" y="22215"/>
                  </a:moveTo>
                  <a:cubicBezTo>
                    <a:pt x="1" y="22215"/>
                    <a:pt x="1" y="22215"/>
                    <a:pt x="1" y="22215"/>
                  </a:cubicBezTo>
                  <a:lnTo>
                    <a:pt x="1" y="22215"/>
                  </a:lnTo>
                  <a:cubicBezTo>
                    <a:pt x="1" y="22215"/>
                    <a:pt x="0" y="22215"/>
                    <a:pt x="0" y="22215"/>
                  </a:cubicBezTo>
                  <a:close/>
                  <a:moveTo>
                    <a:pt x="4328" y="0"/>
                  </a:moveTo>
                  <a:cubicBezTo>
                    <a:pt x="3989" y="0"/>
                    <a:pt x="3665" y="20"/>
                    <a:pt x="3376" y="67"/>
                  </a:cubicBezTo>
                  <a:cubicBezTo>
                    <a:pt x="1640" y="357"/>
                    <a:pt x="965" y="5403"/>
                    <a:pt x="2058" y="8264"/>
                  </a:cubicBezTo>
                  <a:cubicBezTo>
                    <a:pt x="2508" y="9454"/>
                    <a:pt x="3311" y="10193"/>
                    <a:pt x="4083" y="10643"/>
                  </a:cubicBezTo>
                  <a:cubicBezTo>
                    <a:pt x="3922" y="10482"/>
                    <a:pt x="2861" y="9486"/>
                    <a:pt x="3890" y="8714"/>
                  </a:cubicBezTo>
                  <a:cubicBezTo>
                    <a:pt x="4983" y="7879"/>
                    <a:pt x="5947" y="7750"/>
                    <a:pt x="5947" y="7750"/>
                  </a:cubicBezTo>
                  <a:lnTo>
                    <a:pt x="5947" y="7750"/>
                  </a:lnTo>
                  <a:cubicBezTo>
                    <a:pt x="5947" y="7750"/>
                    <a:pt x="5079" y="10546"/>
                    <a:pt x="5465" y="11029"/>
                  </a:cubicBezTo>
                  <a:cubicBezTo>
                    <a:pt x="6931" y="13005"/>
                    <a:pt x="371" y="22217"/>
                    <a:pt x="8" y="22217"/>
                  </a:cubicBezTo>
                  <a:cubicBezTo>
                    <a:pt x="6" y="22217"/>
                    <a:pt x="3" y="22216"/>
                    <a:pt x="1" y="22215"/>
                  </a:cubicBezTo>
                  <a:lnTo>
                    <a:pt x="1" y="22215"/>
                  </a:lnTo>
                  <a:cubicBezTo>
                    <a:pt x="49" y="22242"/>
                    <a:pt x="1960" y="23323"/>
                    <a:pt x="4404" y="24497"/>
                  </a:cubicBezTo>
                  <a:cubicBezTo>
                    <a:pt x="5359" y="24958"/>
                    <a:pt x="6344" y="25163"/>
                    <a:pt x="7330" y="25163"/>
                  </a:cubicBezTo>
                  <a:cubicBezTo>
                    <a:pt x="11919" y="25163"/>
                    <a:pt x="16527" y="20716"/>
                    <a:pt x="18194" y="16879"/>
                  </a:cubicBezTo>
                  <a:cubicBezTo>
                    <a:pt x="19769" y="13182"/>
                    <a:pt x="21312" y="6496"/>
                    <a:pt x="18098" y="3153"/>
                  </a:cubicBezTo>
                  <a:cubicBezTo>
                    <a:pt x="15773" y="787"/>
                    <a:pt x="12697" y="291"/>
                    <a:pt x="10574" y="291"/>
                  </a:cubicBezTo>
                  <a:cubicBezTo>
                    <a:pt x="9379" y="291"/>
                    <a:pt x="8486" y="448"/>
                    <a:pt x="8197" y="517"/>
                  </a:cubicBezTo>
                  <a:cubicBezTo>
                    <a:pt x="8197" y="517"/>
                    <a:pt x="6061" y="0"/>
                    <a:pt x="4328"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96" name="Google Shape;1896;p33"/>
            <p:cNvSpPr/>
            <p:nvPr/>
          </p:nvSpPr>
          <p:spPr>
            <a:xfrm>
              <a:off x="5449350" y="2423125"/>
              <a:ext cx="513525" cy="642125"/>
            </a:xfrm>
            <a:custGeom>
              <a:avLst/>
              <a:gdLst/>
              <a:ahLst/>
              <a:cxnLst/>
              <a:rect l="l" t="t" r="r" b="b"/>
              <a:pathLst>
                <a:path w="20541" h="25685" extrusionOk="0">
                  <a:moveTo>
                    <a:pt x="4629" y="547"/>
                  </a:moveTo>
                  <a:cubicBezTo>
                    <a:pt x="5465" y="547"/>
                    <a:pt x="6429" y="644"/>
                    <a:pt x="7168" y="772"/>
                  </a:cubicBezTo>
                  <a:cubicBezTo>
                    <a:pt x="7522" y="837"/>
                    <a:pt x="7843" y="901"/>
                    <a:pt x="8068" y="965"/>
                  </a:cubicBezTo>
                  <a:cubicBezTo>
                    <a:pt x="8293" y="997"/>
                    <a:pt x="8422" y="1030"/>
                    <a:pt x="8422" y="1030"/>
                  </a:cubicBezTo>
                  <a:lnTo>
                    <a:pt x="8550" y="1030"/>
                  </a:lnTo>
                  <a:cubicBezTo>
                    <a:pt x="8808" y="965"/>
                    <a:pt x="9708" y="805"/>
                    <a:pt x="10865" y="805"/>
                  </a:cubicBezTo>
                  <a:cubicBezTo>
                    <a:pt x="12954" y="805"/>
                    <a:pt x="15944" y="1319"/>
                    <a:pt x="18194" y="3601"/>
                  </a:cubicBezTo>
                  <a:cubicBezTo>
                    <a:pt x="19512" y="4951"/>
                    <a:pt x="19994" y="6944"/>
                    <a:pt x="19994" y="9066"/>
                  </a:cubicBezTo>
                  <a:cubicBezTo>
                    <a:pt x="19994" y="11894"/>
                    <a:pt x="19126" y="14948"/>
                    <a:pt x="18226" y="17005"/>
                  </a:cubicBezTo>
                  <a:cubicBezTo>
                    <a:pt x="17422" y="18902"/>
                    <a:pt x="15879" y="20927"/>
                    <a:pt x="13983" y="22502"/>
                  </a:cubicBezTo>
                  <a:cubicBezTo>
                    <a:pt x="12054" y="24077"/>
                    <a:pt x="9804" y="25138"/>
                    <a:pt x="7618" y="25138"/>
                  </a:cubicBezTo>
                  <a:cubicBezTo>
                    <a:pt x="6654" y="25138"/>
                    <a:pt x="5722" y="24945"/>
                    <a:pt x="4790" y="24495"/>
                  </a:cubicBezTo>
                  <a:cubicBezTo>
                    <a:pt x="3568" y="23916"/>
                    <a:pt x="2475" y="23338"/>
                    <a:pt x="1672" y="22920"/>
                  </a:cubicBezTo>
                  <a:cubicBezTo>
                    <a:pt x="1286" y="22727"/>
                    <a:pt x="964" y="22534"/>
                    <a:pt x="739" y="22438"/>
                  </a:cubicBezTo>
                  <a:cubicBezTo>
                    <a:pt x="736" y="22435"/>
                    <a:pt x="732" y="22433"/>
                    <a:pt x="728" y="22430"/>
                  </a:cubicBezTo>
                  <a:lnTo>
                    <a:pt x="728" y="22430"/>
                  </a:lnTo>
                  <a:cubicBezTo>
                    <a:pt x="811" y="22336"/>
                    <a:pt x="911" y="22219"/>
                    <a:pt x="1029" y="22084"/>
                  </a:cubicBezTo>
                  <a:cubicBezTo>
                    <a:pt x="1736" y="21184"/>
                    <a:pt x="3022" y="19320"/>
                    <a:pt x="4147" y="17391"/>
                  </a:cubicBezTo>
                  <a:cubicBezTo>
                    <a:pt x="4725" y="16395"/>
                    <a:pt x="5240" y="15430"/>
                    <a:pt x="5593" y="14498"/>
                  </a:cubicBezTo>
                  <a:cubicBezTo>
                    <a:pt x="5979" y="13598"/>
                    <a:pt x="6236" y="12762"/>
                    <a:pt x="6236" y="12087"/>
                  </a:cubicBezTo>
                  <a:cubicBezTo>
                    <a:pt x="6236" y="11734"/>
                    <a:pt x="6172" y="11380"/>
                    <a:pt x="5979" y="11123"/>
                  </a:cubicBezTo>
                  <a:lnTo>
                    <a:pt x="5947" y="11123"/>
                  </a:lnTo>
                  <a:cubicBezTo>
                    <a:pt x="5947" y="11123"/>
                    <a:pt x="5915" y="10994"/>
                    <a:pt x="5915" y="10834"/>
                  </a:cubicBezTo>
                  <a:cubicBezTo>
                    <a:pt x="5915" y="10416"/>
                    <a:pt x="6075" y="9709"/>
                    <a:pt x="6204" y="9130"/>
                  </a:cubicBezTo>
                  <a:cubicBezTo>
                    <a:pt x="6268" y="8841"/>
                    <a:pt x="6332" y="8583"/>
                    <a:pt x="6397" y="8391"/>
                  </a:cubicBezTo>
                  <a:cubicBezTo>
                    <a:pt x="6461" y="8198"/>
                    <a:pt x="6493" y="8069"/>
                    <a:pt x="6493" y="8069"/>
                  </a:cubicBezTo>
                  <a:cubicBezTo>
                    <a:pt x="6525" y="8005"/>
                    <a:pt x="6493" y="7908"/>
                    <a:pt x="6429" y="7812"/>
                  </a:cubicBezTo>
                  <a:cubicBezTo>
                    <a:pt x="6382" y="7765"/>
                    <a:pt x="6335" y="7735"/>
                    <a:pt x="6275" y="7735"/>
                  </a:cubicBezTo>
                  <a:cubicBezTo>
                    <a:pt x="6253" y="7735"/>
                    <a:pt x="6230" y="7739"/>
                    <a:pt x="6204" y="7748"/>
                  </a:cubicBezTo>
                  <a:cubicBezTo>
                    <a:pt x="6172" y="7748"/>
                    <a:pt x="5143" y="7876"/>
                    <a:pt x="3986" y="8776"/>
                  </a:cubicBezTo>
                  <a:lnTo>
                    <a:pt x="3986" y="8744"/>
                  </a:lnTo>
                  <a:cubicBezTo>
                    <a:pt x="3632" y="9034"/>
                    <a:pt x="3472" y="9419"/>
                    <a:pt x="3472" y="9741"/>
                  </a:cubicBezTo>
                  <a:cubicBezTo>
                    <a:pt x="3472" y="9777"/>
                    <a:pt x="3473" y="9813"/>
                    <a:pt x="3477" y="9849"/>
                  </a:cubicBezTo>
                  <a:lnTo>
                    <a:pt x="3477" y="9849"/>
                  </a:lnTo>
                  <a:cubicBezTo>
                    <a:pt x="3120" y="9475"/>
                    <a:pt x="2807" y="9010"/>
                    <a:pt x="2572" y="8423"/>
                  </a:cubicBezTo>
                  <a:cubicBezTo>
                    <a:pt x="2250" y="7523"/>
                    <a:pt x="2089" y="6366"/>
                    <a:pt x="2089" y="5240"/>
                  </a:cubicBezTo>
                  <a:cubicBezTo>
                    <a:pt x="2089" y="4083"/>
                    <a:pt x="2250" y="2926"/>
                    <a:pt x="2539" y="2058"/>
                  </a:cubicBezTo>
                  <a:cubicBezTo>
                    <a:pt x="2700" y="1640"/>
                    <a:pt x="2893" y="1255"/>
                    <a:pt x="3086" y="1030"/>
                  </a:cubicBezTo>
                  <a:cubicBezTo>
                    <a:pt x="3311" y="772"/>
                    <a:pt x="3504" y="644"/>
                    <a:pt x="3729" y="612"/>
                  </a:cubicBezTo>
                  <a:cubicBezTo>
                    <a:pt x="3986" y="547"/>
                    <a:pt x="4307" y="547"/>
                    <a:pt x="4629" y="547"/>
                  </a:cubicBezTo>
                  <a:close/>
                  <a:moveTo>
                    <a:pt x="4629" y="1"/>
                  </a:moveTo>
                  <a:cubicBezTo>
                    <a:pt x="4275" y="1"/>
                    <a:pt x="3954" y="1"/>
                    <a:pt x="3632" y="65"/>
                  </a:cubicBezTo>
                  <a:cubicBezTo>
                    <a:pt x="3247" y="129"/>
                    <a:pt x="2925" y="354"/>
                    <a:pt x="2668" y="676"/>
                  </a:cubicBezTo>
                  <a:cubicBezTo>
                    <a:pt x="2282" y="1158"/>
                    <a:pt x="2025" y="1833"/>
                    <a:pt x="1832" y="2637"/>
                  </a:cubicBezTo>
                  <a:cubicBezTo>
                    <a:pt x="1639" y="3408"/>
                    <a:pt x="1543" y="4340"/>
                    <a:pt x="1543" y="5240"/>
                  </a:cubicBezTo>
                  <a:cubicBezTo>
                    <a:pt x="1543" y="6430"/>
                    <a:pt x="1704" y="7619"/>
                    <a:pt x="2089" y="8616"/>
                  </a:cubicBezTo>
                  <a:cubicBezTo>
                    <a:pt x="2539" y="9869"/>
                    <a:pt x="3407" y="10641"/>
                    <a:pt x="4243" y="11123"/>
                  </a:cubicBezTo>
                  <a:cubicBezTo>
                    <a:pt x="4289" y="11146"/>
                    <a:pt x="4338" y="11156"/>
                    <a:pt x="4386" y="11156"/>
                  </a:cubicBezTo>
                  <a:cubicBezTo>
                    <a:pt x="4473" y="11156"/>
                    <a:pt x="4555" y="11121"/>
                    <a:pt x="4597" y="11059"/>
                  </a:cubicBezTo>
                  <a:cubicBezTo>
                    <a:pt x="4693" y="10930"/>
                    <a:pt x="4661" y="10769"/>
                    <a:pt x="4565" y="10705"/>
                  </a:cubicBezTo>
                  <a:cubicBezTo>
                    <a:pt x="4500" y="10641"/>
                    <a:pt x="4372" y="10512"/>
                    <a:pt x="4243" y="10319"/>
                  </a:cubicBezTo>
                  <a:cubicBezTo>
                    <a:pt x="4115" y="10159"/>
                    <a:pt x="3986" y="9934"/>
                    <a:pt x="3986" y="9741"/>
                  </a:cubicBezTo>
                  <a:cubicBezTo>
                    <a:pt x="4018" y="9580"/>
                    <a:pt x="4050" y="9387"/>
                    <a:pt x="4340" y="9194"/>
                  </a:cubicBezTo>
                  <a:cubicBezTo>
                    <a:pt x="4854" y="8776"/>
                    <a:pt x="5336" y="8551"/>
                    <a:pt x="5690" y="8423"/>
                  </a:cubicBezTo>
                  <a:cubicBezTo>
                    <a:pt x="5745" y="8404"/>
                    <a:pt x="5795" y="8389"/>
                    <a:pt x="5841" y="8375"/>
                  </a:cubicBezTo>
                  <a:lnTo>
                    <a:pt x="5841" y="8375"/>
                  </a:lnTo>
                  <a:cubicBezTo>
                    <a:pt x="5793" y="8551"/>
                    <a:pt x="5739" y="8767"/>
                    <a:pt x="5690" y="9001"/>
                  </a:cubicBezTo>
                  <a:cubicBezTo>
                    <a:pt x="5529" y="9612"/>
                    <a:pt x="5400" y="10319"/>
                    <a:pt x="5400" y="10834"/>
                  </a:cubicBezTo>
                  <a:cubicBezTo>
                    <a:pt x="5400" y="11059"/>
                    <a:pt x="5400" y="11251"/>
                    <a:pt x="5529" y="11444"/>
                  </a:cubicBezTo>
                  <a:cubicBezTo>
                    <a:pt x="5625" y="11573"/>
                    <a:pt x="5690" y="11798"/>
                    <a:pt x="5690" y="12087"/>
                  </a:cubicBezTo>
                  <a:cubicBezTo>
                    <a:pt x="5690" y="12730"/>
                    <a:pt x="5368" y="13727"/>
                    <a:pt x="4886" y="14820"/>
                  </a:cubicBezTo>
                  <a:cubicBezTo>
                    <a:pt x="4115" y="16491"/>
                    <a:pt x="2989" y="18355"/>
                    <a:pt x="1993" y="19802"/>
                  </a:cubicBezTo>
                  <a:cubicBezTo>
                    <a:pt x="1511" y="20541"/>
                    <a:pt x="1061" y="21152"/>
                    <a:pt x="707" y="21602"/>
                  </a:cubicBezTo>
                  <a:cubicBezTo>
                    <a:pt x="546" y="21827"/>
                    <a:pt x="386" y="21988"/>
                    <a:pt x="289" y="22116"/>
                  </a:cubicBezTo>
                  <a:cubicBezTo>
                    <a:pt x="257" y="22148"/>
                    <a:pt x="193" y="22213"/>
                    <a:pt x="193" y="22213"/>
                  </a:cubicBezTo>
                  <a:lnTo>
                    <a:pt x="182" y="22223"/>
                  </a:lnTo>
                  <a:lnTo>
                    <a:pt x="182" y="22223"/>
                  </a:lnTo>
                  <a:cubicBezTo>
                    <a:pt x="120" y="22247"/>
                    <a:pt x="67" y="22289"/>
                    <a:pt x="32" y="22341"/>
                  </a:cubicBezTo>
                  <a:cubicBezTo>
                    <a:pt x="0" y="22438"/>
                    <a:pt x="0" y="22566"/>
                    <a:pt x="96" y="22663"/>
                  </a:cubicBezTo>
                  <a:cubicBezTo>
                    <a:pt x="114" y="22697"/>
                    <a:pt x="140" y="22713"/>
                    <a:pt x="161" y="22721"/>
                  </a:cubicBezTo>
                  <a:lnTo>
                    <a:pt x="161" y="22721"/>
                  </a:lnTo>
                  <a:lnTo>
                    <a:pt x="161" y="22727"/>
                  </a:lnTo>
                  <a:lnTo>
                    <a:pt x="212" y="22727"/>
                  </a:lnTo>
                  <a:cubicBezTo>
                    <a:pt x="534" y="22919"/>
                    <a:pt x="2335" y="23921"/>
                    <a:pt x="4565" y="24977"/>
                  </a:cubicBezTo>
                  <a:cubicBezTo>
                    <a:pt x="5561" y="25459"/>
                    <a:pt x="6590" y="25684"/>
                    <a:pt x="7618" y="25684"/>
                  </a:cubicBezTo>
                  <a:cubicBezTo>
                    <a:pt x="9997" y="25684"/>
                    <a:pt x="12343" y="24527"/>
                    <a:pt x="14304" y="22920"/>
                  </a:cubicBezTo>
                  <a:cubicBezTo>
                    <a:pt x="16265" y="21281"/>
                    <a:pt x="17872" y="19191"/>
                    <a:pt x="18708" y="17230"/>
                  </a:cubicBezTo>
                  <a:cubicBezTo>
                    <a:pt x="19640" y="15077"/>
                    <a:pt x="20540" y="11991"/>
                    <a:pt x="20540" y="9066"/>
                  </a:cubicBezTo>
                  <a:cubicBezTo>
                    <a:pt x="20540" y="6848"/>
                    <a:pt x="20026" y="4726"/>
                    <a:pt x="18579" y="3247"/>
                  </a:cubicBezTo>
                  <a:cubicBezTo>
                    <a:pt x="16169" y="772"/>
                    <a:pt x="13019" y="290"/>
                    <a:pt x="10865" y="290"/>
                  </a:cubicBezTo>
                  <a:cubicBezTo>
                    <a:pt x="9723" y="290"/>
                    <a:pt x="8862" y="431"/>
                    <a:pt x="8492" y="501"/>
                  </a:cubicBezTo>
                  <a:lnTo>
                    <a:pt x="8492" y="501"/>
                  </a:lnTo>
                  <a:cubicBezTo>
                    <a:pt x="8139" y="420"/>
                    <a:pt x="6253" y="1"/>
                    <a:pt x="4629"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97" name="Google Shape;1897;p33"/>
            <p:cNvSpPr/>
            <p:nvPr/>
          </p:nvSpPr>
          <p:spPr>
            <a:xfrm>
              <a:off x="4468125" y="2857075"/>
              <a:ext cx="348000" cy="631675"/>
            </a:xfrm>
            <a:custGeom>
              <a:avLst/>
              <a:gdLst/>
              <a:ahLst/>
              <a:cxnLst/>
              <a:rect l="l" t="t" r="r" b="b"/>
              <a:pathLst>
                <a:path w="13920" h="25267" extrusionOk="0">
                  <a:moveTo>
                    <a:pt x="4951" y="1"/>
                  </a:moveTo>
                  <a:lnTo>
                    <a:pt x="1" y="20670"/>
                  </a:lnTo>
                  <a:lnTo>
                    <a:pt x="10126" y="25267"/>
                  </a:lnTo>
                  <a:lnTo>
                    <a:pt x="13919" y="5851"/>
                  </a:lnTo>
                  <a:lnTo>
                    <a:pt x="4951" y="1"/>
                  </a:ln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898" name="Google Shape;1898;p33"/>
            <p:cNvSpPr/>
            <p:nvPr/>
          </p:nvSpPr>
          <p:spPr>
            <a:xfrm>
              <a:off x="4460900" y="2850325"/>
              <a:ext cx="362450" cy="645450"/>
            </a:xfrm>
            <a:custGeom>
              <a:avLst/>
              <a:gdLst/>
              <a:ahLst/>
              <a:cxnLst/>
              <a:rect l="l" t="t" r="r" b="b"/>
              <a:pathLst>
                <a:path w="14498" h="25818" extrusionOk="0">
                  <a:moveTo>
                    <a:pt x="5408" y="710"/>
                  </a:moveTo>
                  <a:lnTo>
                    <a:pt x="13919" y="6250"/>
                  </a:lnTo>
                  <a:lnTo>
                    <a:pt x="10222" y="25151"/>
                  </a:lnTo>
                  <a:lnTo>
                    <a:pt x="611" y="20779"/>
                  </a:lnTo>
                  <a:lnTo>
                    <a:pt x="5408" y="710"/>
                  </a:lnTo>
                  <a:close/>
                  <a:moveTo>
                    <a:pt x="5208" y="0"/>
                  </a:moveTo>
                  <a:cubicBezTo>
                    <a:pt x="5184" y="0"/>
                    <a:pt x="5162" y="4"/>
                    <a:pt x="5144" y="14"/>
                  </a:cubicBezTo>
                  <a:cubicBezTo>
                    <a:pt x="5047" y="46"/>
                    <a:pt x="5015" y="142"/>
                    <a:pt x="4983" y="207"/>
                  </a:cubicBezTo>
                  <a:lnTo>
                    <a:pt x="33" y="20876"/>
                  </a:lnTo>
                  <a:cubicBezTo>
                    <a:pt x="0" y="21004"/>
                    <a:pt x="65" y="21133"/>
                    <a:pt x="193" y="21165"/>
                  </a:cubicBezTo>
                  <a:lnTo>
                    <a:pt x="10287" y="25794"/>
                  </a:lnTo>
                  <a:cubicBezTo>
                    <a:pt x="10335" y="25810"/>
                    <a:pt x="10375" y="25818"/>
                    <a:pt x="10415" y="25818"/>
                  </a:cubicBezTo>
                  <a:cubicBezTo>
                    <a:pt x="10455" y="25818"/>
                    <a:pt x="10496" y="25810"/>
                    <a:pt x="10544" y="25794"/>
                  </a:cubicBezTo>
                  <a:cubicBezTo>
                    <a:pt x="10608" y="25729"/>
                    <a:pt x="10640" y="25665"/>
                    <a:pt x="10672" y="25601"/>
                  </a:cubicBezTo>
                  <a:lnTo>
                    <a:pt x="14498" y="6153"/>
                  </a:lnTo>
                  <a:cubicBezTo>
                    <a:pt x="14498" y="6057"/>
                    <a:pt x="14465" y="5961"/>
                    <a:pt x="14369" y="5896"/>
                  </a:cubicBezTo>
                  <a:lnTo>
                    <a:pt x="5401" y="46"/>
                  </a:lnTo>
                  <a:cubicBezTo>
                    <a:pt x="5333" y="23"/>
                    <a:pt x="5264" y="0"/>
                    <a:pt x="5208"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899" name="Google Shape;1899;p33"/>
            <p:cNvSpPr/>
            <p:nvPr/>
          </p:nvSpPr>
          <p:spPr>
            <a:xfrm>
              <a:off x="4497875" y="2910925"/>
              <a:ext cx="289325" cy="524775"/>
            </a:xfrm>
            <a:custGeom>
              <a:avLst/>
              <a:gdLst/>
              <a:ahLst/>
              <a:cxnLst/>
              <a:rect l="l" t="t" r="r" b="b"/>
              <a:pathLst>
                <a:path w="11573" h="20991" extrusionOk="0">
                  <a:moveTo>
                    <a:pt x="4115" y="1"/>
                  </a:moveTo>
                  <a:lnTo>
                    <a:pt x="0" y="17166"/>
                  </a:lnTo>
                  <a:lnTo>
                    <a:pt x="8390" y="20991"/>
                  </a:lnTo>
                  <a:lnTo>
                    <a:pt x="11572" y="4854"/>
                  </a:lnTo>
                  <a:lnTo>
                    <a:pt x="4115"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00" name="Google Shape;1900;p33"/>
            <p:cNvSpPr/>
            <p:nvPr/>
          </p:nvSpPr>
          <p:spPr>
            <a:xfrm>
              <a:off x="4490625" y="2903975"/>
              <a:ext cx="303800" cy="537975"/>
            </a:xfrm>
            <a:custGeom>
              <a:avLst/>
              <a:gdLst/>
              <a:ahLst/>
              <a:cxnLst/>
              <a:rect l="l" t="t" r="r" b="b"/>
              <a:pathLst>
                <a:path w="12152" h="21519" extrusionOk="0">
                  <a:moveTo>
                    <a:pt x="4566" y="711"/>
                  </a:moveTo>
                  <a:lnTo>
                    <a:pt x="11573" y="5229"/>
                  </a:lnTo>
                  <a:lnTo>
                    <a:pt x="8487" y="20883"/>
                  </a:lnTo>
                  <a:lnTo>
                    <a:pt x="612" y="17283"/>
                  </a:lnTo>
                  <a:lnTo>
                    <a:pt x="4566" y="711"/>
                  </a:lnTo>
                  <a:close/>
                  <a:moveTo>
                    <a:pt x="4400" y="0"/>
                  </a:moveTo>
                  <a:cubicBezTo>
                    <a:pt x="4367" y="0"/>
                    <a:pt x="4335" y="8"/>
                    <a:pt x="4308" y="21"/>
                  </a:cubicBezTo>
                  <a:cubicBezTo>
                    <a:pt x="4212" y="54"/>
                    <a:pt x="4147" y="118"/>
                    <a:pt x="4147" y="214"/>
                  </a:cubicBezTo>
                  <a:lnTo>
                    <a:pt x="33" y="17379"/>
                  </a:lnTo>
                  <a:cubicBezTo>
                    <a:pt x="1" y="17508"/>
                    <a:pt x="65" y="17637"/>
                    <a:pt x="162" y="17669"/>
                  </a:cubicBezTo>
                  <a:lnTo>
                    <a:pt x="8583" y="21494"/>
                  </a:lnTo>
                  <a:cubicBezTo>
                    <a:pt x="8615" y="21510"/>
                    <a:pt x="8656" y="21518"/>
                    <a:pt x="8696" y="21518"/>
                  </a:cubicBezTo>
                  <a:cubicBezTo>
                    <a:pt x="8736" y="21518"/>
                    <a:pt x="8776" y="21510"/>
                    <a:pt x="8808" y="21494"/>
                  </a:cubicBezTo>
                  <a:cubicBezTo>
                    <a:pt x="8873" y="21462"/>
                    <a:pt x="8937" y="21398"/>
                    <a:pt x="8937" y="21301"/>
                  </a:cubicBezTo>
                  <a:lnTo>
                    <a:pt x="12119" y="5165"/>
                  </a:lnTo>
                  <a:cubicBezTo>
                    <a:pt x="12151" y="5068"/>
                    <a:pt x="12087" y="4940"/>
                    <a:pt x="11991" y="4907"/>
                  </a:cubicBezTo>
                  <a:lnTo>
                    <a:pt x="4533" y="54"/>
                  </a:lnTo>
                  <a:cubicBezTo>
                    <a:pt x="4495" y="16"/>
                    <a:pt x="4447" y="0"/>
                    <a:pt x="4400"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01" name="Google Shape;1901;p33"/>
            <p:cNvSpPr/>
            <p:nvPr/>
          </p:nvSpPr>
          <p:spPr>
            <a:xfrm>
              <a:off x="4721275" y="3003350"/>
              <a:ext cx="440400" cy="513525"/>
            </a:xfrm>
            <a:custGeom>
              <a:avLst/>
              <a:gdLst/>
              <a:ahLst/>
              <a:cxnLst/>
              <a:rect l="l" t="t" r="r" b="b"/>
              <a:pathLst>
                <a:path w="17616" h="20541" extrusionOk="0">
                  <a:moveTo>
                    <a:pt x="3793" y="0"/>
                  </a:moveTo>
                  <a:lnTo>
                    <a:pt x="0" y="19416"/>
                  </a:lnTo>
                  <a:lnTo>
                    <a:pt x="14915" y="20541"/>
                  </a:lnTo>
                  <a:lnTo>
                    <a:pt x="17615" y="675"/>
                  </a:lnTo>
                  <a:lnTo>
                    <a:pt x="3793" y="0"/>
                  </a:ln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902" name="Google Shape;1902;p33"/>
            <p:cNvSpPr/>
            <p:nvPr/>
          </p:nvSpPr>
          <p:spPr>
            <a:xfrm>
              <a:off x="4714025" y="2996100"/>
              <a:ext cx="454875" cy="527350"/>
            </a:xfrm>
            <a:custGeom>
              <a:avLst/>
              <a:gdLst/>
              <a:ahLst/>
              <a:cxnLst/>
              <a:rect l="l" t="t" r="r" b="b"/>
              <a:pathLst>
                <a:path w="18195" h="21094" extrusionOk="0">
                  <a:moveTo>
                    <a:pt x="4326" y="559"/>
                  </a:moveTo>
                  <a:lnTo>
                    <a:pt x="17616" y="1222"/>
                  </a:lnTo>
                  <a:lnTo>
                    <a:pt x="14980" y="20541"/>
                  </a:lnTo>
                  <a:lnTo>
                    <a:pt x="612" y="19481"/>
                  </a:lnTo>
                  <a:lnTo>
                    <a:pt x="4326" y="559"/>
                  </a:lnTo>
                  <a:close/>
                  <a:moveTo>
                    <a:pt x="4115" y="1"/>
                  </a:moveTo>
                  <a:cubicBezTo>
                    <a:pt x="3987" y="1"/>
                    <a:pt x="3858" y="97"/>
                    <a:pt x="3826" y="226"/>
                  </a:cubicBezTo>
                  <a:lnTo>
                    <a:pt x="33" y="19673"/>
                  </a:lnTo>
                  <a:cubicBezTo>
                    <a:pt x="1" y="19738"/>
                    <a:pt x="33" y="19802"/>
                    <a:pt x="65" y="19866"/>
                  </a:cubicBezTo>
                  <a:cubicBezTo>
                    <a:pt x="130" y="19931"/>
                    <a:pt x="194" y="19963"/>
                    <a:pt x="258" y="19963"/>
                  </a:cubicBezTo>
                  <a:lnTo>
                    <a:pt x="15205" y="21088"/>
                  </a:lnTo>
                  <a:cubicBezTo>
                    <a:pt x="15222" y="21092"/>
                    <a:pt x="15238" y="21094"/>
                    <a:pt x="15255" y="21094"/>
                  </a:cubicBezTo>
                  <a:cubicBezTo>
                    <a:pt x="15365" y="21094"/>
                    <a:pt x="15467" y="21003"/>
                    <a:pt x="15495" y="20863"/>
                  </a:cubicBezTo>
                  <a:lnTo>
                    <a:pt x="18163" y="997"/>
                  </a:lnTo>
                  <a:cubicBezTo>
                    <a:pt x="18195" y="933"/>
                    <a:pt x="18163" y="837"/>
                    <a:pt x="18130" y="772"/>
                  </a:cubicBezTo>
                  <a:cubicBezTo>
                    <a:pt x="18066" y="740"/>
                    <a:pt x="18002" y="708"/>
                    <a:pt x="17937" y="676"/>
                  </a:cubicBezTo>
                  <a:lnTo>
                    <a:pt x="4115"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03" name="Google Shape;1903;p33"/>
            <p:cNvSpPr/>
            <p:nvPr/>
          </p:nvSpPr>
          <p:spPr>
            <a:xfrm>
              <a:off x="4918150" y="3207450"/>
              <a:ext cx="27350" cy="17725"/>
            </a:xfrm>
            <a:custGeom>
              <a:avLst/>
              <a:gdLst/>
              <a:ahLst/>
              <a:cxnLst/>
              <a:rect l="l" t="t" r="r" b="b"/>
              <a:pathLst>
                <a:path w="1094" h="709" extrusionOk="0">
                  <a:moveTo>
                    <a:pt x="129" y="1"/>
                  </a:moveTo>
                  <a:lnTo>
                    <a:pt x="1" y="644"/>
                  </a:lnTo>
                  <a:lnTo>
                    <a:pt x="997" y="708"/>
                  </a:lnTo>
                  <a:lnTo>
                    <a:pt x="1094" y="65"/>
                  </a:lnTo>
                  <a:lnTo>
                    <a:pt x="129"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04" name="Google Shape;1904;p33"/>
            <p:cNvSpPr/>
            <p:nvPr/>
          </p:nvSpPr>
          <p:spPr>
            <a:xfrm>
              <a:off x="4941450" y="3310325"/>
              <a:ext cx="38600" cy="26550"/>
            </a:xfrm>
            <a:custGeom>
              <a:avLst/>
              <a:gdLst/>
              <a:ahLst/>
              <a:cxnLst/>
              <a:rect l="l" t="t" r="r" b="b"/>
              <a:pathLst>
                <a:path w="1544" h="1062" extrusionOk="0">
                  <a:moveTo>
                    <a:pt x="162" y="0"/>
                  </a:moveTo>
                  <a:lnTo>
                    <a:pt x="1" y="965"/>
                  </a:lnTo>
                  <a:lnTo>
                    <a:pt x="1383" y="1061"/>
                  </a:lnTo>
                  <a:lnTo>
                    <a:pt x="1544" y="65"/>
                  </a:lnTo>
                  <a:lnTo>
                    <a:pt x="162"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05" name="Google Shape;1905;p33"/>
            <p:cNvSpPr/>
            <p:nvPr/>
          </p:nvSpPr>
          <p:spPr>
            <a:xfrm>
              <a:off x="4882800" y="3134325"/>
              <a:ext cx="34575" cy="19325"/>
            </a:xfrm>
            <a:custGeom>
              <a:avLst/>
              <a:gdLst/>
              <a:ahLst/>
              <a:cxnLst/>
              <a:rect l="l" t="t" r="r" b="b"/>
              <a:pathLst>
                <a:path w="1383" h="773" extrusionOk="0">
                  <a:moveTo>
                    <a:pt x="129" y="1"/>
                  </a:moveTo>
                  <a:lnTo>
                    <a:pt x="0" y="708"/>
                  </a:lnTo>
                  <a:lnTo>
                    <a:pt x="1286" y="772"/>
                  </a:lnTo>
                  <a:lnTo>
                    <a:pt x="1382" y="97"/>
                  </a:lnTo>
                  <a:lnTo>
                    <a:pt x="129"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06" name="Google Shape;1906;p33"/>
            <p:cNvSpPr/>
            <p:nvPr/>
          </p:nvSpPr>
          <p:spPr>
            <a:xfrm>
              <a:off x="4930200" y="3137550"/>
              <a:ext cx="26550" cy="17700"/>
            </a:xfrm>
            <a:custGeom>
              <a:avLst/>
              <a:gdLst/>
              <a:ahLst/>
              <a:cxnLst/>
              <a:rect l="l" t="t" r="r" b="b"/>
              <a:pathLst>
                <a:path w="1062" h="708" extrusionOk="0">
                  <a:moveTo>
                    <a:pt x="129" y="0"/>
                  </a:moveTo>
                  <a:lnTo>
                    <a:pt x="1" y="675"/>
                  </a:lnTo>
                  <a:lnTo>
                    <a:pt x="965" y="708"/>
                  </a:lnTo>
                  <a:lnTo>
                    <a:pt x="1062" y="65"/>
                  </a:lnTo>
                  <a:lnTo>
                    <a:pt x="129"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07" name="Google Shape;1907;p33"/>
            <p:cNvSpPr/>
            <p:nvPr/>
          </p:nvSpPr>
          <p:spPr>
            <a:xfrm>
              <a:off x="4911725" y="3238800"/>
              <a:ext cx="28950" cy="24950"/>
            </a:xfrm>
            <a:custGeom>
              <a:avLst/>
              <a:gdLst/>
              <a:ahLst/>
              <a:cxnLst/>
              <a:rect l="l" t="t" r="r" b="b"/>
              <a:pathLst>
                <a:path w="1158" h="998" extrusionOk="0">
                  <a:moveTo>
                    <a:pt x="161" y="1"/>
                  </a:moveTo>
                  <a:lnTo>
                    <a:pt x="0" y="901"/>
                  </a:lnTo>
                  <a:lnTo>
                    <a:pt x="1029" y="997"/>
                  </a:lnTo>
                  <a:lnTo>
                    <a:pt x="1158" y="65"/>
                  </a:lnTo>
                  <a:lnTo>
                    <a:pt x="161"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08" name="Google Shape;1908;p33"/>
            <p:cNvSpPr/>
            <p:nvPr/>
          </p:nvSpPr>
          <p:spPr>
            <a:xfrm>
              <a:off x="4963150" y="3171300"/>
              <a:ext cx="40200" cy="25750"/>
            </a:xfrm>
            <a:custGeom>
              <a:avLst/>
              <a:gdLst/>
              <a:ahLst/>
              <a:cxnLst/>
              <a:rect l="l" t="t" r="r" b="b"/>
              <a:pathLst>
                <a:path w="1608" h="1030" extrusionOk="0">
                  <a:moveTo>
                    <a:pt x="161" y="0"/>
                  </a:moveTo>
                  <a:lnTo>
                    <a:pt x="1" y="933"/>
                  </a:lnTo>
                  <a:lnTo>
                    <a:pt x="1447" y="1029"/>
                  </a:lnTo>
                  <a:lnTo>
                    <a:pt x="1608" y="65"/>
                  </a:lnTo>
                  <a:lnTo>
                    <a:pt x="161"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09" name="Google Shape;1909;p33"/>
            <p:cNvSpPr/>
            <p:nvPr/>
          </p:nvSpPr>
          <p:spPr>
            <a:xfrm>
              <a:off x="4895650" y="3055575"/>
              <a:ext cx="35375" cy="28950"/>
            </a:xfrm>
            <a:custGeom>
              <a:avLst/>
              <a:gdLst/>
              <a:ahLst/>
              <a:cxnLst/>
              <a:rect l="l" t="t" r="r" b="b"/>
              <a:pathLst>
                <a:path w="1415" h="1158" extrusionOk="0">
                  <a:moveTo>
                    <a:pt x="193" y="1"/>
                  </a:moveTo>
                  <a:lnTo>
                    <a:pt x="1" y="1094"/>
                  </a:lnTo>
                  <a:lnTo>
                    <a:pt x="1254" y="1158"/>
                  </a:lnTo>
                  <a:lnTo>
                    <a:pt x="1415" y="65"/>
                  </a:lnTo>
                  <a:lnTo>
                    <a:pt x="193"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10" name="Google Shape;1910;p33"/>
            <p:cNvSpPr/>
            <p:nvPr/>
          </p:nvSpPr>
          <p:spPr>
            <a:xfrm>
              <a:off x="4942250" y="3058000"/>
              <a:ext cx="26550" cy="28150"/>
            </a:xfrm>
            <a:custGeom>
              <a:avLst/>
              <a:gdLst/>
              <a:ahLst/>
              <a:cxnLst/>
              <a:rect l="l" t="t" r="r" b="b"/>
              <a:pathLst>
                <a:path w="1062" h="1126" extrusionOk="0">
                  <a:moveTo>
                    <a:pt x="194" y="0"/>
                  </a:moveTo>
                  <a:lnTo>
                    <a:pt x="1" y="1061"/>
                  </a:lnTo>
                  <a:lnTo>
                    <a:pt x="901" y="1125"/>
                  </a:lnTo>
                  <a:lnTo>
                    <a:pt x="1062" y="64"/>
                  </a:lnTo>
                  <a:lnTo>
                    <a:pt x="194"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11" name="Google Shape;1911;p33"/>
            <p:cNvSpPr/>
            <p:nvPr/>
          </p:nvSpPr>
          <p:spPr>
            <a:xfrm>
              <a:off x="4889225" y="3098175"/>
              <a:ext cx="34575" cy="23325"/>
            </a:xfrm>
            <a:custGeom>
              <a:avLst/>
              <a:gdLst/>
              <a:ahLst/>
              <a:cxnLst/>
              <a:rect l="l" t="t" r="r" b="b"/>
              <a:pathLst>
                <a:path w="1383" h="933" extrusionOk="0">
                  <a:moveTo>
                    <a:pt x="129" y="0"/>
                  </a:moveTo>
                  <a:lnTo>
                    <a:pt x="0" y="836"/>
                  </a:lnTo>
                  <a:lnTo>
                    <a:pt x="1254" y="932"/>
                  </a:lnTo>
                  <a:lnTo>
                    <a:pt x="1383" y="65"/>
                  </a:lnTo>
                  <a:lnTo>
                    <a:pt x="129"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12" name="Google Shape;1912;p33"/>
            <p:cNvSpPr/>
            <p:nvPr/>
          </p:nvSpPr>
          <p:spPr>
            <a:xfrm>
              <a:off x="4923775" y="3169700"/>
              <a:ext cx="28150" cy="24125"/>
            </a:xfrm>
            <a:custGeom>
              <a:avLst/>
              <a:gdLst/>
              <a:ahLst/>
              <a:cxnLst/>
              <a:rect l="l" t="t" r="r" b="b"/>
              <a:pathLst>
                <a:path w="1126" h="965" extrusionOk="0">
                  <a:moveTo>
                    <a:pt x="161" y="0"/>
                  </a:moveTo>
                  <a:lnTo>
                    <a:pt x="1" y="900"/>
                  </a:lnTo>
                  <a:lnTo>
                    <a:pt x="965" y="964"/>
                  </a:lnTo>
                  <a:lnTo>
                    <a:pt x="1126" y="32"/>
                  </a:lnTo>
                  <a:lnTo>
                    <a:pt x="161"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13" name="Google Shape;1913;p33"/>
            <p:cNvSpPr/>
            <p:nvPr/>
          </p:nvSpPr>
          <p:spPr>
            <a:xfrm>
              <a:off x="4935825" y="3099775"/>
              <a:ext cx="26550" cy="24125"/>
            </a:xfrm>
            <a:custGeom>
              <a:avLst/>
              <a:gdLst/>
              <a:ahLst/>
              <a:cxnLst/>
              <a:rect l="l" t="t" r="r" b="b"/>
              <a:pathLst>
                <a:path w="1062" h="965" extrusionOk="0">
                  <a:moveTo>
                    <a:pt x="162" y="1"/>
                  </a:moveTo>
                  <a:lnTo>
                    <a:pt x="1" y="901"/>
                  </a:lnTo>
                  <a:lnTo>
                    <a:pt x="933" y="965"/>
                  </a:lnTo>
                  <a:lnTo>
                    <a:pt x="1062" y="65"/>
                  </a:lnTo>
                  <a:lnTo>
                    <a:pt x="162"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14" name="Google Shape;1914;p33"/>
            <p:cNvSpPr/>
            <p:nvPr/>
          </p:nvSpPr>
          <p:spPr>
            <a:xfrm>
              <a:off x="4952700" y="3241225"/>
              <a:ext cx="39400" cy="25725"/>
            </a:xfrm>
            <a:custGeom>
              <a:avLst/>
              <a:gdLst/>
              <a:ahLst/>
              <a:cxnLst/>
              <a:rect l="l" t="t" r="r" b="b"/>
              <a:pathLst>
                <a:path w="1576" h="1029" extrusionOk="0">
                  <a:moveTo>
                    <a:pt x="129" y="0"/>
                  </a:moveTo>
                  <a:lnTo>
                    <a:pt x="1" y="932"/>
                  </a:lnTo>
                  <a:lnTo>
                    <a:pt x="1415" y="1029"/>
                  </a:lnTo>
                  <a:lnTo>
                    <a:pt x="1576" y="64"/>
                  </a:lnTo>
                  <a:lnTo>
                    <a:pt x="129"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15" name="Google Shape;1915;p33"/>
            <p:cNvSpPr/>
            <p:nvPr/>
          </p:nvSpPr>
          <p:spPr>
            <a:xfrm>
              <a:off x="4817700" y="3270950"/>
              <a:ext cx="28150" cy="19300"/>
            </a:xfrm>
            <a:custGeom>
              <a:avLst/>
              <a:gdLst/>
              <a:ahLst/>
              <a:cxnLst/>
              <a:rect l="l" t="t" r="r" b="b"/>
              <a:pathLst>
                <a:path w="1126" h="772" extrusionOk="0">
                  <a:moveTo>
                    <a:pt x="129" y="0"/>
                  </a:moveTo>
                  <a:lnTo>
                    <a:pt x="1" y="740"/>
                  </a:lnTo>
                  <a:lnTo>
                    <a:pt x="997" y="772"/>
                  </a:lnTo>
                  <a:lnTo>
                    <a:pt x="1126" y="65"/>
                  </a:lnTo>
                  <a:lnTo>
                    <a:pt x="129"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16" name="Google Shape;1916;p33"/>
            <p:cNvSpPr/>
            <p:nvPr/>
          </p:nvSpPr>
          <p:spPr>
            <a:xfrm>
              <a:off x="4811275" y="3304700"/>
              <a:ext cx="28950" cy="22525"/>
            </a:xfrm>
            <a:custGeom>
              <a:avLst/>
              <a:gdLst/>
              <a:ahLst/>
              <a:cxnLst/>
              <a:rect l="l" t="t" r="r" b="b"/>
              <a:pathLst>
                <a:path w="1158" h="901" extrusionOk="0">
                  <a:moveTo>
                    <a:pt x="129" y="0"/>
                  </a:moveTo>
                  <a:lnTo>
                    <a:pt x="0" y="804"/>
                  </a:lnTo>
                  <a:lnTo>
                    <a:pt x="997" y="900"/>
                  </a:lnTo>
                  <a:lnTo>
                    <a:pt x="1158" y="33"/>
                  </a:lnTo>
                  <a:lnTo>
                    <a:pt x="129"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17" name="Google Shape;1917;p33"/>
            <p:cNvSpPr/>
            <p:nvPr/>
          </p:nvSpPr>
          <p:spPr>
            <a:xfrm>
              <a:off x="4804850" y="3340050"/>
              <a:ext cx="28950" cy="20125"/>
            </a:xfrm>
            <a:custGeom>
              <a:avLst/>
              <a:gdLst/>
              <a:ahLst/>
              <a:cxnLst/>
              <a:rect l="l" t="t" r="r" b="b"/>
              <a:pathLst>
                <a:path w="1158" h="805" extrusionOk="0">
                  <a:moveTo>
                    <a:pt x="129" y="1"/>
                  </a:moveTo>
                  <a:lnTo>
                    <a:pt x="0" y="740"/>
                  </a:lnTo>
                  <a:lnTo>
                    <a:pt x="1029" y="804"/>
                  </a:lnTo>
                  <a:lnTo>
                    <a:pt x="1157" y="65"/>
                  </a:lnTo>
                  <a:lnTo>
                    <a:pt x="129"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18" name="Google Shape;1918;p33"/>
            <p:cNvSpPr/>
            <p:nvPr/>
          </p:nvSpPr>
          <p:spPr>
            <a:xfrm>
              <a:off x="4799225" y="3373800"/>
              <a:ext cx="28950" cy="22525"/>
            </a:xfrm>
            <a:custGeom>
              <a:avLst/>
              <a:gdLst/>
              <a:ahLst/>
              <a:cxnLst/>
              <a:rect l="l" t="t" r="r" b="b"/>
              <a:pathLst>
                <a:path w="1158" h="901" extrusionOk="0">
                  <a:moveTo>
                    <a:pt x="129" y="1"/>
                  </a:moveTo>
                  <a:lnTo>
                    <a:pt x="0" y="837"/>
                  </a:lnTo>
                  <a:lnTo>
                    <a:pt x="997" y="901"/>
                  </a:lnTo>
                  <a:lnTo>
                    <a:pt x="1157" y="65"/>
                  </a:lnTo>
                  <a:lnTo>
                    <a:pt x="129"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19" name="Google Shape;1919;p33"/>
            <p:cNvSpPr/>
            <p:nvPr/>
          </p:nvSpPr>
          <p:spPr>
            <a:xfrm>
              <a:off x="4823325" y="3234775"/>
              <a:ext cx="28950" cy="22525"/>
            </a:xfrm>
            <a:custGeom>
              <a:avLst/>
              <a:gdLst/>
              <a:ahLst/>
              <a:cxnLst/>
              <a:rect l="l" t="t" r="r" b="b"/>
              <a:pathLst>
                <a:path w="1158" h="901" extrusionOk="0">
                  <a:moveTo>
                    <a:pt x="129" y="1"/>
                  </a:moveTo>
                  <a:lnTo>
                    <a:pt x="1" y="837"/>
                  </a:lnTo>
                  <a:lnTo>
                    <a:pt x="1029" y="901"/>
                  </a:lnTo>
                  <a:lnTo>
                    <a:pt x="1158" y="65"/>
                  </a:lnTo>
                  <a:lnTo>
                    <a:pt x="129"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20" name="Google Shape;1920;p33"/>
            <p:cNvSpPr/>
            <p:nvPr/>
          </p:nvSpPr>
          <p:spPr>
            <a:xfrm>
              <a:off x="4835375" y="3165675"/>
              <a:ext cx="29775" cy="21725"/>
            </a:xfrm>
            <a:custGeom>
              <a:avLst/>
              <a:gdLst/>
              <a:ahLst/>
              <a:cxnLst/>
              <a:rect l="l" t="t" r="r" b="b"/>
              <a:pathLst>
                <a:path w="1191" h="869" extrusionOk="0">
                  <a:moveTo>
                    <a:pt x="129" y="0"/>
                  </a:moveTo>
                  <a:lnTo>
                    <a:pt x="1" y="804"/>
                  </a:lnTo>
                  <a:lnTo>
                    <a:pt x="1029" y="868"/>
                  </a:lnTo>
                  <a:lnTo>
                    <a:pt x="1190" y="33"/>
                  </a:lnTo>
                  <a:lnTo>
                    <a:pt x="129"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21" name="Google Shape;1921;p33"/>
            <p:cNvSpPr/>
            <p:nvPr/>
          </p:nvSpPr>
          <p:spPr>
            <a:xfrm>
              <a:off x="4847425" y="3095750"/>
              <a:ext cx="29775" cy="22525"/>
            </a:xfrm>
            <a:custGeom>
              <a:avLst/>
              <a:gdLst/>
              <a:ahLst/>
              <a:cxnLst/>
              <a:rect l="l" t="t" r="r" b="b"/>
              <a:pathLst>
                <a:path w="1191" h="901" extrusionOk="0">
                  <a:moveTo>
                    <a:pt x="162" y="1"/>
                  </a:moveTo>
                  <a:lnTo>
                    <a:pt x="1" y="804"/>
                  </a:lnTo>
                  <a:lnTo>
                    <a:pt x="1062" y="901"/>
                  </a:lnTo>
                  <a:lnTo>
                    <a:pt x="1190" y="65"/>
                  </a:lnTo>
                  <a:lnTo>
                    <a:pt x="162"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22" name="Google Shape;1922;p33"/>
            <p:cNvSpPr/>
            <p:nvPr/>
          </p:nvSpPr>
          <p:spPr>
            <a:xfrm>
              <a:off x="4829750" y="3201025"/>
              <a:ext cx="28950" cy="20125"/>
            </a:xfrm>
            <a:custGeom>
              <a:avLst/>
              <a:gdLst/>
              <a:ahLst/>
              <a:cxnLst/>
              <a:rect l="l" t="t" r="r" b="b"/>
              <a:pathLst>
                <a:path w="1158" h="805" extrusionOk="0">
                  <a:moveTo>
                    <a:pt x="129" y="1"/>
                  </a:moveTo>
                  <a:lnTo>
                    <a:pt x="1" y="740"/>
                  </a:lnTo>
                  <a:lnTo>
                    <a:pt x="1029" y="804"/>
                  </a:lnTo>
                  <a:lnTo>
                    <a:pt x="1158" y="65"/>
                  </a:lnTo>
                  <a:lnTo>
                    <a:pt x="129"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23" name="Google Shape;1923;p33"/>
            <p:cNvSpPr/>
            <p:nvPr/>
          </p:nvSpPr>
          <p:spPr>
            <a:xfrm>
              <a:off x="4841800" y="3131125"/>
              <a:ext cx="28975" cy="20100"/>
            </a:xfrm>
            <a:custGeom>
              <a:avLst/>
              <a:gdLst/>
              <a:ahLst/>
              <a:cxnLst/>
              <a:rect l="l" t="t" r="r" b="b"/>
              <a:pathLst>
                <a:path w="1159" h="804" extrusionOk="0">
                  <a:moveTo>
                    <a:pt x="129" y="0"/>
                  </a:moveTo>
                  <a:lnTo>
                    <a:pt x="1" y="772"/>
                  </a:lnTo>
                  <a:lnTo>
                    <a:pt x="1030" y="804"/>
                  </a:lnTo>
                  <a:lnTo>
                    <a:pt x="1158" y="64"/>
                  </a:lnTo>
                  <a:lnTo>
                    <a:pt x="129"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24" name="Google Shape;1924;p33"/>
            <p:cNvSpPr/>
            <p:nvPr/>
          </p:nvSpPr>
          <p:spPr>
            <a:xfrm>
              <a:off x="4974400" y="3102200"/>
              <a:ext cx="40200" cy="24925"/>
            </a:xfrm>
            <a:custGeom>
              <a:avLst/>
              <a:gdLst/>
              <a:ahLst/>
              <a:cxnLst/>
              <a:rect l="l" t="t" r="r" b="b"/>
              <a:pathLst>
                <a:path w="1608" h="997" extrusionOk="0">
                  <a:moveTo>
                    <a:pt x="129" y="0"/>
                  </a:moveTo>
                  <a:lnTo>
                    <a:pt x="1" y="900"/>
                  </a:lnTo>
                  <a:lnTo>
                    <a:pt x="1447" y="996"/>
                  </a:lnTo>
                  <a:lnTo>
                    <a:pt x="1608" y="64"/>
                  </a:lnTo>
                  <a:lnTo>
                    <a:pt x="129"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25" name="Google Shape;1925;p33"/>
            <p:cNvSpPr/>
            <p:nvPr/>
          </p:nvSpPr>
          <p:spPr>
            <a:xfrm>
              <a:off x="4791175" y="3409975"/>
              <a:ext cx="30575" cy="30550"/>
            </a:xfrm>
            <a:custGeom>
              <a:avLst/>
              <a:gdLst/>
              <a:ahLst/>
              <a:cxnLst/>
              <a:rect l="l" t="t" r="r" b="b"/>
              <a:pathLst>
                <a:path w="1223" h="1222" extrusionOk="0">
                  <a:moveTo>
                    <a:pt x="194" y="0"/>
                  </a:moveTo>
                  <a:lnTo>
                    <a:pt x="1" y="1125"/>
                  </a:lnTo>
                  <a:lnTo>
                    <a:pt x="997" y="1222"/>
                  </a:lnTo>
                  <a:lnTo>
                    <a:pt x="1222" y="65"/>
                  </a:lnTo>
                  <a:lnTo>
                    <a:pt x="194"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26" name="Google Shape;1926;p33"/>
            <p:cNvSpPr/>
            <p:nvPr/>
          </p:nvSpPr>
          <p:spPr>
            <a:xfrm>
              <a:off x="4958325" y="3209875"/>
              <a:ext cx="38600" cy="17700"/>
            </a:xfrm>
            <a:custGeom>
              <a:avLst/>
              <a:gdLst/>
              <a:ahLst/>
              <a:cxnLst/>
              <a:rect l="l" t="t" r="r" b="b"/>
              <a:pathLst>
                <a:path w="1544" h="708" extrusionOk="0">
                  <a:moveTo>
                    <a:pt x="97" y="0"/>
                  </a:moveTo>
                  <a:lnTo>
                    <a:pt x="1" y="643"/>
                  </a:lnTo>
                  <a:lnTo>
                    <a:pt x="1447" y="708"/>
                  </a:lnTo>
                  <a:lnTo>
                    <a:pt x="1544" y="97"/>
                  </a:lnTo>
                  <a:lnTo>
                    <a:pt x="97"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27" name="Google Shape;1927;p33"/>
            <p:cNvSpPr/>
            <p:nvPr/>
          </p:nvSpPr>
          <p:spPr>
            <a:xfrm>
              <a:off x="4936625" y="3349700"/>
              <a:ext cx="37000" cy="16900"/>
            </a:xfrm>
            <a:custGeom>
              <a:avLst/>
              <a:gdLst/>
              <a:ahLst/>
              <a:cxnLst/>
              <a:rect l="l" t="t" r="r" b="b"/>
              <a:pathLst>
                <a:path w="1480" h="676" extrusionOk="0">
                  <a:moveTo>
                    <a:pt x="97" y="1"/>
                  </a:moveTo>
                  <a:lnTo>
                    <a:pt x="1" y="611"/>
                  </a:lnTo>
                  <a:lnTo>
                    <a:pt x="1383" y="676"/>
                  </a:lnTo>
                  <a:lnTo>
                    <a:pt x="1480" y="97"/>
                  </a:lnTo>
                  <a:lnTo>
                    <a:pt x="97"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28" name="Google Shape;1928;p33"/>
            <p:cNvSpPr/>
            <p:nvPr/>
          </p:nvSpPr>
          <p:spPr>
            <a:xfrm>
              <a:off x="4947875" y="3279775"/>
              <a:ext cx="37000" cy="16900"/>
            </a:xfrm>
            <a:custGeom>
              <a:avLst/>
              <a:gdLst/>
              <a:ahLst/>
              <a:cxnLst/>
              <a:rect l="l" t="t" r="r" b="b"/>
              <a:pathLst>
                <a:path w="1480" h="676" extrusionOk="0">
                  <a:moveTo>
                    <a:pt x="97" y="1"/>
                  </a:moveTo>
                  <a:lnTo>
                    <a:pt x="1" y="612"/>
                  </a:lnTo>
                  <a:lnTo>
                    <a:pt x="1383" y="676"/>
                  </a:lnTo>
                  <a:lnTo>
                    <a:pt x="1480" y="97"/>
                  </a:lnTo>
                  <a:lnTo>
                    <a:pt x="97"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29" name="Google Shape;1929;p33"/>
            <p:cNvSpPr/>
            <p:nvPr/>
          </p:nvSpPr>
          <p:spPr>
            <a:xfrm>
              <a:off x="4906100" y="3276575"/>
              <a:ext cx="28950" cy="17700"/>
            </a:xfrm>
            <a:custGeom>
              <a:avLst/>
              <a:gdLst/>
              <a:ahLst/>
              <a:cxnLst/>
              <a:rect l="l" t="t" r="r" b="b"/>
              <a:pathLst>
                <a:path w="1158" h="708" extrusionOk="0">
                  <a:moveTo>
                    <a:pt x="129" y="0"/>
                  </a:moveTo>
                  <a:lnTo>
                    <a:pt x="0" y="675"/>
                  </a:lnTo>
                  <a:lnTo>
                    <a:pt x="1061" y="708"/>
                  </a:lnTo>
                  <a:lnTo>
                    <a:pt x="1158" y="97"/>
                  </a:lnTo>
                  <a:lnTo>
                    <a:pt x="129"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30" name="Google Shape;1930;p33"/>
            <p:cNvSpPr/>
            <p:nvPr/>
          </p:nvSpPr>
          <p:spPr>
            <a:xfrm>
              <a:off x="4931000" y="3380250"/>
              <a:ext cx="37800" cy="25725"/>
            </a:xfrm>
            <a:custGeom>
              <a:avLst/>
              <a:gdLst/>
              <a:ahLst/>
              <a:cxnLst/>
              <a:rect l="l" t="t" r="r" b="b"/>
              <a:pathLst>
                <a:path w="1512" h="1029" extrusionOk="0">
                  <a:moveTo>
                    <a:pt x="129" y="0"/>
                  </a:moveTo>
                  <a:lnTo>
                    <a:pt x="1" y="964"/>
                  </a:lnTo>
                  <a:lnTo>
                    <a:pt x="1351" y="1029"/>
                  </a:lnTo>
                  <a:lnTo>
                    <a:pt x="1512" y="64"/>
                  </a:lnTo>
                  <a:lnTo>
                    <a:pt x="129"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31" name="Google Shape;1931;p33"/>
            <p:cNvSpPr/>
            <p:nvPr/>
          </p:nvSpPr>
          <p:spPr>
            <a:xfrm>
              <a:off x="4923775" y="3418800"/>
              <a:ext cx="38600" cy="36200"/>
            </a:xfrm>
            <a:custGeom>
              <a:avLst/>
              <a:gdLst/>
              <a:ahLst/>
              <a:cxnLst/>
              <a:rect l="l" t="t" r="r" b="b"/>
              <a:pathLst>
                <a:path w="1544" h="1448" extrusionOk="0">
                  <a:moveTo>
                    <a:pt x="193" y="1"/>
                  </a:moveTo>
                  <a:lnTo>
                    <a:pt x="1" y="1319"/>
                  </a:lnTo>
                  <a:lnTo>
                    <a:pt x="1319" y="1447"/>
                  </a:lnTo>
                  <a:lnTo>
                    <a:pt x="1544" y="97"/>
                  </a:lnTo>
                  <a:lnTo>
                    <a:pt x="193"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32" name="Google Shape;1932;p33"/>
            <p:cNvSpPr/>
            <p:nvPr/>
          </p:nvSpPr>
          <p:spPr>
            <a:xfrm>
              <a:off x="4876375" y="3167275"/>
              <a:ext cx="35375" cy="23325"/>
            </a:xfrm>
            <a:custGeom>
              <a:avLst/>
              <a:gdLst/>
              <a:ahLst/>
              <a:cxnLst/>
              <a:rect l="l" t="t" r="r" b="b"/>
              <a:pathLst>
                <a:path w="1415" h="933" extrusionOk="0">
                  <a:moveTo>
                    <a:pt x="161" y="1"/>
                  </a:moveTo>
                  <a:lnTo>
                    <a:pt x="0" y="869"/>
                  </a:lnTo>
                  <a:lnTo>
                    <a:pt x="1286" y="933"/>
                  </a:lnTo>
                  <a:lnTo>
                    <a:pt x="1414" y="65"/>
                  </a:lnTo>
                  <a:lnTo>
                    <a:pt x="161"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33" name="Google Shape;1933;p33"/>
            <p:cNvSpPr/>
            <p:nvPr/>
          </p:nvSpPr>
          <p:spPr>
            <a:xfrm>
              <a:off x="4853875" y="3053975"/>
              <a:ext cx="31350" cy="28150"/>
            </a:xfrm>
            <a:custGeom>
              <a:avLst/>
              <a:gdLst/>
              <a:ahLst/>
              <a:cxnLst/>
              <a:rect l="l" t="t" r="r" b="b"/>
              <a:pathLst>
                <a:path w="1254" h="1126" extrusionOk="0">
                  <a:moveTo>
                    <a:pt x="193" y="0"/>
                  </a:moveTo>
                  <a:lnTo>
                    <a:pt x="0" y="1061"/>
                  </a:lnTo>
                  <a:lnTo>
                    <a:pt x="1061" y="1125"/>
                  </a:lnTo>
                  <a:lnTo>
                    <a:pt x="1254" y="32"/>
                  </a:lnTo>
                  <a:lnTo>
                    <a:pt x="193"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34" name="Google Shape;1934;p33"/>
            <p:cNvSpPr/>
            <p:nvPr/>
          </p:nvSpPr>
          <p:spPr>
            <a:xfrm>
              <a:off x="4969575" y="3139950"/>
              <a:ext cx="38600" cy="17700"/>
            </a:xfrm>
            <a:custGeom>
              <a:avLst/>
              <a:gdLst/>
              <a:ahLst/>
              <a:cxnLst/>
              <a:rect l="l" t="t" r="r" b="b"/>
              <a:pathLst>
                <a:path w="1544" h="708" extrusionOk="0">
                  <a:moveTo>
                    <a:pt x="97" y="1"/>
                  </a:moveTo>
                  <a:lnTo>
                    <a:pt x="1" y="644"/>
                  </a:lnTo>
                  <a:lnTo>
                    <a:pt x="1447" y="708"/>
                  </a:lnTo>
                  <a:lnTo>
                    <a:pt x="1544" y="97"/>
                  </a:lnTo>
                  <a:lnTo>
                    <a:pt x="97"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35" name="Google Shape;1935;p33"/>
            <p:cNvSpPr/>
            <p:nvPr/>
          </p:nvSpPr>
          <p:spPr>
            <a:xfrm>
              <a:off x="4980025" y="3060400"/>
              <a:ext cx="41025" cy="28150"/>
            </a:xfrm>
            <a:custGeom>
              <a:avLst/>
              <a:gdLst/>
              <a:ahLst/>
              <a:cxnLst/>
              <a:rect l="l" t="t" r="r" b="b"/>
              <a:pathLst>
                <a:path w="1641" h="1126" extrusionOk="0">
                  <a:moveTo>
                    <a:pt x="194" y="0"/>
                  </a:moveTo>
                  <a:lnTo>
                    <a:pt x="1" y="1061"/>
                  </a:lnTo>
                  <a:lnTo>
                    <a:pt x="1479" y="1126"/>
                  </a:lnTo>
                  <a:lnTo>
                    <a:pt x="1640" y="65"/>
                  </a:lnTo>
                  <a:lnTo>
                    <a:pt x="194"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36" name="Google Shape;1936;p33"/>
            <p:cNvSpPr/>
            <p:nvPr/>
          </p:nvSpPr>
          <p:spPr>
            <a:xfrm>
              <a:off x="4899675" y="3308725"/>
              <a:ext cx="30550" cy="24125"/>
            </a:xfrm>
            <a:custGeom>
              <a:avLst/>
              <a:gdLst/>
              <a:ahLst/>
              <a:cxnLst/>
              <a:rect l="l" t="t" r="r" b="b"/>
              <a:pathLst>
                <a:path w="1222" h="965" extrusionOk="0">
                  <a:moveTo>
                    <a:pt x="161" y="0"/>
                  </a:moveTo>
                  <a:lnTo>
                    <a:pt x="0" y="900"/>
                  </a:lnTo>
                  <a:lnTo>
                    <a:pt x="1061" y="964"/>
                  </a:lnTo>
                  <a:lnTo>
                    <a:pt x="1222" y="32"/>
                  </a:lnTo>
                  <a:lnTo>
                    <a:pt x="161"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37" name="Google Shape;1937;p33"/>
            <p:cNvSpPr/>
            <p:nvPr/>
          </p:nvSpPr>
          <p:spPr>
            <a:xfrm>
              <a:off x="4852250" y="3306300"/>
              <a:ext cx="35400" cy="24150"/>
            </a:xfrm>
            <a:custGeom>
              <a:avLst/>
              <a:gdLst/>
              <a:ahLst/>
              <a:cxnLst/>
              <a:rect l="l" t="t" r="r" b="b"/>
              <a:pathLst>
                <a:path w="1416" h="966" extrusionOk="0">
                  <a:moveTo>
                    <a:pt x="129" y="1"/>
                  </a:moveTo>
                  <a:lnTo>
                    <a:pt x="1" y="869"/>
                  </a:lnTo>
                  <a:lnTo>
                    <a:pt x="1287" y="965"/>
                  </a:lnTo>
                  <a:lnTo>
                    <a:pt x="1415" y="65"/>
                  </a:lnTo>
                  <a:lnTo>
                    <a:pt x="129"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38" name="Google Shape;1938;p33"/>
            <p:cNvSpPr/>
            <p:nvPr/>
          </p:nvSpPr>
          <p:spPr>
            <a:xfrm>
              <a:off x="4894050" y="3346475"/>
              <a:ext cx="29750" cy="17725"/>
            </a:xfrm>
            <a:custGeom>
              <a:avLst/>
              <a:gdLst/>
              <a:ahLst/>
              <a:cxnLst/>
              <a:rect l="l" t="t" r="r" b="b"/>
              <a:pathLst>
                <a:path w="1190" h="709" extrusionOk="0">
                  <a:moveTo>
                    <a:pt x="129" y="1"/>
                  </a:moveTo>
                  <a:lnTo>
                    <a:pt x="0" y="644"/>
                  </a:lnTo>
                  <a:lnTo>
                    <a:pt x="1093" y="708"/>
                  </a:lnTo>
                  <a:lnTo>
                    <a:pt x="1190" y="65"/>
                  </a:lnTo>
                  <a:lnTo>
                    <a:pt x="129"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39" name="Google Shape;1939;p33"/>
            <p:cNvSpPr/>
            <p:nvPr/>
          </p:nvSpPr>
          <p:spPr>
            <a:xfrm>
              <a:off x="4887625" y="3377825"/>
              <a:ext cx="31350" cy="24950"/>
            </a:xfrm>
            <a:custGeom>
              <a:avLst/>
              <a:gdLst/>
              <a:ahLst/>
              <a:cxnLst/>
              <a:rect l="l" t="t" r="r" b="b"/>
              <a:pathLst>
                <a:path w="1254" h="998" extrusionOk="0">
                  <a:moveTo>
                    <a:pt x="161" y="1"/>
                  </a:moveTo>
                  <a:lnTo>
                    <a:pt x="0" y="933"/>
                  </a:lnTo>
                  <a:lnTo>
                    <a:pt x="1125" y="997"/>
                  </a:lnTo>
                  <a:lnTo>
                    <a:pt x="1254" y="65"/>
                  </a:lnTo>
                  <a:lnTo>
                    <a:pt x="161"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40" name="Google Shape;1940;p33"/>
            <p:cNvSpPr/>
            <p:nvPr/>
          </p:nvSpPr>
          <p:spPr>
            <a:xfrm>
              <a:off x="4839400" y="3376225"/>
              <a:ext cx="37000" cy="23325"/>
            </a:xfrm>
            <a:custGeom>
              <a:avLst/>
              <a:gdLst/>
              <a:ahLst/>
              <a:cxnLst/>
              <a:rect l="l" t="t" r="r" b="b"/>
              <a:pathLst>
                <a:path w="1480" h="933" extrusionOk="0">
                  <a:moveTo>
                    <a:pt x="161" y="0"/>
                  </a:moveTo>
                  <a:lnTo>
                    <a:pt x="0" y="868"/>
                  </a:lnTo>
                  <a:lnTo>
                    <a:pt x="1318" y="932"/>
                  </a:lnTo>
                  <a:lnTo>
                    <a:pt x="1479" y="32"/>
                  </a:lnTo>
                  <a:lnTo>
                    <a:pt x="161"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41" name="Google Shape;1941;p33"/>
            <p:cNvSpPr/>
            <p:nvPr/>
          </p:nvSpPr>
          <p:spPr>
            <a:xfrm>
              <a:off x="4845825" y="3343275"/>
              <a:ext cx="35375" cy="18500"/>
            </a:xfrm>
            <a:custGeom>
              <a:avLst/>
              <a:gdLst/>
              <a:ahLst/>
              <a:cxnLst/>
              <a:rect l="l" t="t" r="r" b="b"/>
              <a:pathLst>
                <a:path w="1415" h="740" extrusionOk="0">
                  <a:moveTo>
                    <a:pt x="129" y="0"/>
                  </a:moveTo>
                  <a:lnTo>
                    <a:pt x="1" y="708"/>
                  </a:lnTo>
                  <a:lnTo>
                    <a:pt x="1319" y="740"/>
                  </a:lnTo>
                  <a:lnTo>
                    <a:pt x="1415" y="97"/>
                  </a:lnTo>
                  <a:lnTo>
                    <a:pt x="129"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42" name="Google Shape;1942;p33"/>
            <p:cNvSpPr/>
            <p:nvPr/>
          </p:nvSpPr>
          <p:spPr>
            <a:xfrm>
              <a:off x="4858675" y="3273350"/>
              <a:ext cx="34600" cy="19325"/>
            </a:xfrm>
            <a:custGeom>
              <a:avLst/>
              <a:gdLst/>
              <a:ahLst/>
              <a:cxnLst/>
              <a:rect l="l" t="t" r="r" b="b"/>
              <a:pathLst>
                <a:path w="1384" h="773" extrusionOk="0">
                  <a:moveTo>
                    <a:pt x="130" y="1"/>
                  </a:moveTo>
                  <a:lnTo>
                    <a:pt x="1" y="708"/>
                  </a:lnTo>
                  <a:lnTo>
                    <a:pt x="1287" y="772"/>
                  </a:lnTo>
                  <a:lnTo>
                    <a:pt x="1383" y="97"/>
                  </a:lnTo>
                  <a:lnTo>
                    <a:pt x="130"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43" name="Google Shape;1943;p33"/>
            <p:cNvSpPr/>
            <p:nvPr/>
          </p:nvSpPr>
          <p:spPr>
            <a:xfrm>
              <a:off x="4831375" y="3413175"/>
              <a:ext cx="37775" cy="32175"/>
            </a:xfrm>
            <a:custGeom>
              <a:avLst/>
              <a:gdLst/>
              <a:ahLst/>
              <a:cxnLst/>
              <a:rect l="l" t="t" r="r" b="b"/>
              <a:pathLst>
                <a:path w="1511" h="1287" extrusionOk="0">
                  <a:moveTo>
                    <a:pt x="225" y="1"/>
                  </a:moveTo>
                  <a:lnTo>
                    <a:pt x="0" y="1158"/>
                  </a:lnTo>
                  <a:lnTo>
                    <a:pt x="1318" y="1287"/>
                  </a:lnTo>
                  <a:lnTo>
                    <a:pt x="1511" y="65"/>
                  </a:lnTo>
                  <a:lnTo>
                    <a:pt x="225"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44" name="Google Shape;1944;p33"/>
            <p:cNvSpPr/>
            <p:nvPr/>
          </p:nvSpPr>
          <p:spPr>
            <a:xfrm>
              <a:off x="4879575" y="3416400"/>
              <a:ext cx="33775" cy="33775"/>
            </a:xfrm>
            <a:custGeom>
              <a:avLst/>
              <a:gdLst/>
              <a:ahLst/>
              <a:cxnLst/>
              <a:rect l="l" t="t" r="r" b="b"/>
              <a:pathLst>
                <a:path w="1351" h="1351" extrusionOk="0">
                  <a:moveTo>
                    <a:pt x="226" y="1"/>
                  </a:moveTo>
                  <a:lnTo>
                    <a:pt x="1" y="1222"/>
                  </a:lnTo>
                  <a:lnTo>
                    <a:pt x="1126" y="1351"/>
                  </a:lnTo>
                  <a:lnTo>
                    <a:pt x="1351" y="65"/>
                  </a:lnTo>
                  <a:lnTo>
                    <a:pt x="226"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45" name="Google Shape;1945;p33"/>
            <p:cNvSpPr/>
            <p:nvPr/>
          </p:nvSpPr>
          <p:spPr>
            <a:xfrm>
              <a:off x="4870750" y="3203450"/>
              <a:ext cx="34575" cy="20100"/>
            </a:xfrm>
            <a:custGeom>
              <a:avLst/>
              <a:gdLst/>
              <a:ahLst/>
              <a:cxnLst/>
              <a:rect l="l" t="t" r="r" b="b"/>
              <a:pathLst>
                <a:path w="1383" h="804" extrusionOk="0">
                  <a:moveTo>
                    <a:pt x="129" y="0"/>
                  </a:moveTo>
                  <a:lnTo>
                    <a:pt x="0" y="740"/>
                  </a:lnTo>
                  <a:lnTo>
                    <a:pt x="1286" y="804"/>
                  </a:lnTo>
                  <a:lnTo>
                    <a:pt x="1382" y="97"/>
                  </a:lnTo>
                  <a:lnTo>
                    <a:pt x="129"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46" name="Google Shape;1946;p33"/>
            <p:cNvSpPr/>
            <p:nvPr/>
          </p:nvSpPr>
          <p:spPr>
            <a:xfrm>
              <a:off x="4864300" y="3237200"/>
              <a:ext cx="35400" cy="23325"/>
            </a:xfrm>
            <a:custGeom>
              <a:avLst/>
              <a:gdLst/>
              <a:ahLst/>
              <a:cxnLst/>
              <a:rect l="l" t="t" r="r" b="b"/>
              <a:pathLst>
                <a:path w="1416" h="933" extrusionOk="0">
                  <a:moveTo>
                    <a:pt x="162" y="0"/>
                  </a:moveTo>
                  <a:lnTo>
                    <a:pt x="1" y="836"/>
                  </a:lnTo>
                  <a:lnTo>
                    <a:pt x="1287" y="932"/>
                  </a:lnTo>
                  <a:lnTo>
                    <a:pt x="1415" y="65"/>
                  </a:lnTo>
                  <a:lnTo>
                    <a:pt x="162"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47" name="Google Shape;1947;p33"/>
            <p:cNvSpPr/>
            <p:nvPr/>
          </p:nvSpPr>
          <p:spPr>
            <a:xfrm>
              <a:off x="4632075" y="3320775"/>
              <a:ext cx="1076050" cy="688400"/>
            </a:xfrm>
            <a:custGeom>
              <a:avLst/>
              <a:gdLst/>
              <a:ahLst/>
              <a:cxnLst/>
              <a:rect l="l" t="t" r="r" b="b"/>
              <a:pathLst>
                <a:path w="43042" h="27536" extrusionOk="0">
                  <a:moveTo>
                    <a:pt x="36484" y="0"/>
                  </a:moveTo>
                  <a:cubicBezTo>
                    <a:pt x="36484" y="0"/>
                    <a:pt x="35230" y="97"/>
                    <a:pt x="33077" y="1865"/>
                  </a:cubicBezTo>
                  <a:cubicBezTo>
                    <a:pt x="30923" y="3600"/>
                    <a:pt x="22405" y="18483"/>
                    <a:pt x="22405" y="18483"/>
                  </a:cubicBezTo>
                  <a:cubicBezTo>
                    <a:pt x="22405" y="18483"/>
                    <a:pt x="14658" y="13694"/>
                    <a:pt x="12729" y="12312"/>
                  </a:cubicBezTo>
                  <a:cubicBezTo>
                    <a:pt x="10769" y="10962"/>
                    <a:pt x="9194" y="8519"/>
                    <a:pt x="8133" y="7040"/>
                  </a:cubicBezTo>
                  <a:cubicBezTo>
                    <a:pt x="7040" y="5561"/>
                    <a:pt x="6847" y="5368"/>
                    <a:pt x="5368" y="5272"/>
                  </a:cubicBezTo>
                  <a:cubicBezTo>
                    <a:pt x="4292" y="5200"/>
                    <a:pt x="3412" y="4648"/>
                    <a:pt x="2952" y="4648"/>
                  </a:cubicBezTo>
                  <a:cubicBezTo>
                    <a:pt x="2794" y="4648"/>
                    <a:pt x="2685" y="4713"/>
                    <a:pt x="2636" y="4886"/>
                  </a:cubicBezTo>
                  <a:cubicBezTo>
                    <a:pt x="2443" y="5561"/>
                    <a:pt x="3022" y="5851"/>
                    <a:pt x="3440" y="6076"/>
                  </a:cubicBezTo>
                  <a:cubicBezTo>
                    <a:pt x="3825" y="6268"/>
                    <a:pt x="4500" y="6268"/>
                    <a:pt x="4500" y="6268"/>
                  </a:cubicBezTo>
                  <a:cubicBezTo>
                    <a:pt x="4500" y="6268"/>
                    <a:pt x="4318" y="6313"/>
                    <a:pt x="4010" y="6313"/>
                  </a:cubicBezTo>
                  <a:cubicBezTo>
                    <a:pt x="3530" y="6313"/>
                    <a:pt x="2745" y="6206"/>
                    <a:pt x="1865" y="5658"/>
                  </a:cubicBezTo>
                  <a:cubicBezTo>
                    <a:pt x="1067" y="5190"/>
                    <a:pt x="588" y="4918"/>
                    <a:pt x="315" y="4918"/>
                  </a:cubicBezTo>
                  <a:cubicBezTo>
                    <a:pt x="82" y="4918"/>
                    <a:pt x="0" y="5117"/>
                    <a:pt x="0" y="5561"/>
                  </a:cubicBezTo>
                  <a:cubicBezTo>
                    <a:pt x="0" y="6558"/>
                    <a:pt x="1061" y="8101"/>
                    <a:pt x="1865" y="9097"/>
                  </a:cubicBezTo>
                  <a:cubicBezTo>
                    <a:pt x="2636" y="10062"/>
                    <a:pt x="7136" y="10447"/>
                    <a:pt x="7136" y="10447"/>
                  </a:cubicBezTo>
                  <a:cubicBezTo>
                    <a:pt x="7136" y="10447"/>
                    <a:pt x="9676" y="15462"/>
                    <a:pt x="12633" y="19544"/>
                  </a:cubicBezTo>
                  <a:cubicBezTo>
                    <a:pt x="15383" y="23412"/>
                    <a:pt x="21086" y="27535"/>
                    <a:pt x="23203" y="27535"/>
                  </a:cubicBezTo>
                  <a:cubicBezTo>
                    <a:pt x="23338" y="27535"/>
                    <a:pt x="23458" y="27519"/>
                    <a:pt x="23562" y="27484"/>
                  </a:cubicBezTo>
                  <a:cubicBezTo>
                    <a:pt x="25330" y="26905"/>
                    <a:pt x="34620" y="15269"/>
                    <a:pt x="37159" y="12022"/>
                  </a:cubicBezTo>
                  <a:cubicBezTo>
                    <a:pt x="39731" y="8808"/>
                    <a:pt x="43042" y="4983"/>
                    <a:pt x="42270" y="2829"/>
                  </a:cubicBezTo>
                  <a:lnTo>
                    <a:pt x="36484" y="0"/>
                  </a:ln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948" name="Google Shape;1948;p33"/>
            <p:cNvSpPr/>
            <p:nvPr/>
          </p:nvSpPr>
          <p:spPr>
            <a:xfrm>
              <a:off x="4625650" y="3314225"/>
              <a:ext cx="1072825" cy="701700"/>
            </a:xfrm>
            <a:custGeom>
              <a:avLst/>
              <a:gdLst/>
              <a:ahLst/>
              <a:cxnLst/>
              <a:rect l="l" t="t" r="r" b="b"/>
              <a:pathLst>
                <a:path w="42913" h="28068" extrusionOk="0">
                  <a:moveTo>
                    <a:pt x="36782" y="0"/>
                  </a:moveTo>
                  <a:cubicBezTo>
                    <a:pt x="36768" y="0"/>
                    <a:pt x="36755" y="2"/>
                    <a:pt x="36741" y="5"/>
                  </a:cubicBezTo>
                  <a:lnTo>
                    <a:pt x="36709" y="5"/>
                  </a:lnTo>
                  <a:cubicBezTo>
                    <a:pt x="36677" y="5"/>
                    <a:pt x="35327" y="102"/>
                    <a:pt x="33141" y="1902"/>
                  </a:cubicBezTo>
                  <a:cubicBezTo>
                    <a:pt x="32852" y="2159"/>
                    <a:pt x="32466" y="2577"/>
                    <a:pt x="32048" y="3187"/>
                  </a:cubicBezTo>
                  <a:cubicBezTo>
                    <a:pt x="30473" y="5213"/>
                    <a:pt x="28094" y="9070"/>
                    <a:pt x="26069" y="12413"/>
                  </a:cubicBezTo>
                  <a:cubicBezTo>
                    <a:pt x="24385" y="15193"/>
                    <a:pt x="22990" y="17639"/>
                    <a:pt x="22568" y="18384"/>
                  </a:cubicBezTo>
                  <a:lnTo>
                    <a:pt x="22568" y="18384"/>
                  </a:lnTo>
                  <a:cubicBezTo>
                    <a:pt x="22358" y="18254"/>
                    <a:pt x="22009" y="18036"/>
                    <a:pt x="21569" y="17749"/>
                  </a:cubicBezTo>
                  <a:cubicBezTo>
                    <a:pt x="19287" y="16335"/>
                    <a:pt x="14594" y="13377"/>
                    <a:pt x="13115" y="12349"/>
                  </a:cubicBezTo>
                  <a:cubicBezTo>
                    <a:pt x="11218" y="11031"/>
                    <a:pt x="9676" y="8620"/>
                    <a:pt x="8583" y="7141"/>
                  </a:cubicBezTo>
                  <a:cubicBezTo>
                    <a:pt x="8068" y="6402"/>
                    <a:pt x="7715" y="5984"/>
                    <a:pt x="7297" y="5695"/>
                  </a:cubicBezTo>
                  <a:cubicBezTo>
                    <a:pt x="7104" y="5534"/>
                    <a:pt x="6847" y="5438"/>
                    <a:pt x="6590" y="5373"/>
                  </a:cubicBezTo>
                  <a:cubicBezTo>
                    <a:pt x="6332" y="5341"/>
                    <a:pt x="6011" y="5309"/>
                    <a:pt x="5657" y="5277"/>
                  </a:cubicBezTo>
                  <a:cubicBezTo>
                    <a:pt x="5143" y="5245"/>
                    <a:pt x="4693" y="5084"/>
                    <a:pt x="4275" y="4955"/>
                  </a:cubicBezTo>
                  <a:cubicBezTo>
                    <a:pt x="4082" y="4859"/>
                    <a:pt x="3890" y="4795"/>
                    <a:pt x="3729" y="4730"/>
                  </a:cubicBezTo>
                  <a:cubicBezTo>
                    <a:pt x="3536" y="4698"/>
                    <a:pt x="3375" y="4634"/>
                    <a:pt x="3214" y="4634"/>
                  </a:cubicBezTo>
                  <a:cubicBezTo>
                    <a:pt x="3086" y="4634"/>
                    <a:pt x="2957" y="4666"/>
                    <a:pt x="2861" y="4730"/>
                  </a:cubicBezTo>
                  <a:cubicBezTo>
                    <a:pt x="2732" y="4827"/>
                    <a:pt x="2668" y="4955"/>
                    <a:pt x="2636" y="5084"/>
                  </a:cubicBezTo>
                  <a:cubicBezTo>
                    <a:pt x="2604" y="5180"/>
                    <a:pt x="2604" y="5309"/>
                    <a:pt x="2604" y="5405"/>
                  </a:cubicBezTo>
                  <a:cubicBezTo>
                    <a:pt x="2583" y="5633"/>
                    <a:pt x="2655" y="5820"/>
                    <a:pt x="2761" y="5967"/>
                  </a:cubicBezTo>
                  <a:lnTo>
                    <a:pt x="2761" y="5967"/>
                  </a:lnTo>
                  <a:cubicBezTo>
                    <a:pt x="2597" y="5893"/>
                    <a:pt x="2426" y="5803"/>
                    <a:pt x="2250" y="5695"/>
                  </a:cubicBezTo>
                  <a:cubicBezTo>
                    <a:pt x="1864" y="5470"/>
                    <a:pt x="1543" y="5277"/>
                    <a:pt x="1286" y="5148"/>
                  </a:cubicBezTo>
                  <a:cubicBezTo>
                    <a:pt x="997" y="5020"/>
                    <a:pt x="804" y="4923"/>
                    <a:pt x="579" y="4923"/>
                  </a:cubicBezTo>
                  <a:cubicBezTo>
                    <a:pt x="482" y="4923"/>
                    <a:pt x="386" y="4923"/>
                    <a:pt x="289" y="4988"/>
                  </a:cubicBezTo>
                  <a:cubicBezTo>
                    <a:pt x="129" y="5084"/>
                    <a:pt x="64" y="5213"/>
                    <a:pt x="32" y="5373"/>
                  </a:cubicBezTo>
                  <a:cubicBezTo>
                    <a:pt x="0" y="5502"/>
                    <a:pt x="0" y="5663"/>
                    <a:pt x="0" y="5823"/>
                  </a:cubicBezTo>
                  <a:cubicBezTo>
                    <a:pt x="0" y="6402"/>
                    <a:pt x="289" y="7077"/>
                    <a:pt x="675" y="7720"/>
                  </a:cubicBezTo>
                  <a:cubicBezTo>
                    <a:pt x="1029" y="8395"/>
                    <a:pt x="1511" y="9038"/>
                    <a:pt x="1897" y="9520"/>
                  </a:cubicBezTo>
                  <a:cubicBezTo>
                    <a:pt x="2186" y="9841"/>
                    <a:pt x="2636" y="10034"/>
                    <a:pt x="3182" y="10227"/>
                  </a:cubicBezTo>
                  <a:cubicBezTo>
                    <a:pt x="4613" y="10704"/>
                    <a:pt x="6730" y="10936"/>
                    <a:pt x="7245" y="10987"/>
                  </a:cubicBezTo>
                  <a:lnTo>
                    <a:pt x="7245" y="10987"/>
                  </a:lnTo>
                  <a:cubicBezTo>
                    <a:pt x="7689" y="11849"/>
                    <a:pt x="10009" y="16271"/>
                    <a:pt x="12665" y="19967"/>
                  </a:cubicBezTo>
                  <a:cubicBezTo>
                    <a:pt x="14047" y="21928"/>
                    <a:pt x="16201" y="23953"/>
                    <a:pt x="18226" y="25464"/>
                  </a:cubicBezTo>
                  <a:cubicBezTo>
                    <a:pt x="19255" y="26235"/>
                    <a:pt x="20283" y="26878"/>
                    <a:pt x="21183" y="27328"/>
                  </a:cubicBezTo>
                  <a:cubicBezTo>
                    <a:pt x="22083" y="27778"/>
                    <a:pt x="22855" y="28067"/>
                    <a:pt x="23465" y="28067"/>
                  </a:cubicBezTo>
                  <a:cubicBezTo>
                    <a:pt x="23626" y="28067"/>
                    <a:pt x="23787" y="28035"/>
                    <a:pt x="23915" y="28003"/>
                  </a:cubicBezTo>
                  <a:cubicBezTo>
                    <a:pt x="24205" y="27907"/>
                    <a:pt x="24558" y="27649"/>
                    <a:pt x="25008" y="27232"/>
                  </a:cubicBezTo>
                  <a:cubicBezTo>
                    <a:pt x="26519" y="25881"/>
                    <a:pt x="29123" y="22892"/>
                    <a:pt x="31630" y="19903"/>
                  </a:cubicBezTo>
                  <a:cubicBezTo>
                    <a:pt x="34137" y="16881"/>
                    <a:pt x="36516" y="13859"/>
                    <a:pt x="37641" y="12445"/>
                  </a:cubicBezTo>
                  <a:cubicBezTo>
                    <a:pt x="38766" y="10999"/>
                    <a:pt x="40084" y="9423"/>
                    <a:pt x="41113" y="7945"/>
                  </a:cubicBezTo>
                  <a:cubicBezTo>
                    <a:pt x="42141" y="6434"/>
                    <a:pt x="42881" y="5020"/>
                    <a:pt x="42913" y="3798"/>
                  </a:cubicBezTo>
                  <a:cubicBezTo>
                    <a:pt x="42913" y="3509"/>
                    <a:pt x="42849" y="3252"/>
                    <a:pt x="42784" y="2995"/>
                  </a:cubicBezTo>
                  <a:cubicBezTo>
                    <a:pt x="42731" y="2888"/>
                    <a:pt x="42612" y="2826"/>
                    <a:pt x="42499" y="2826"/>
                  </a:cubicBezTo>
                  <a:cubicBezTo>
                    <a:pt x="42476" y="2826"/>
                    <a:pt x="42453" y="2828"/>
                    <a:pt x="42431" y="2834"/>
                  </a:cubicBezTo>
                  <a:cubicBezTo>
                    <a:pt x="42302" y="2898"/>
                    <a:pt x="42206" y="3059"/>
                    <a:pt x="42270" y="3187"/>
                  </a:cubicBezTo>
                  <a:cubicBezTo>
                    <a:pt x="42334" y="3380"/>
                    <a:pt x="42366" y="3573"/>
                    <a:pt x="42366" y="3798"/>
                  </a:cubicBezTo>
                  <a:cubicBezTo>
                    <a:pt x="42366" y="4795"/>
                    <a:pt x="41691" y="6177"/>
                    <a:pt x="40663" y="7623"/>
                  </a:cubicBezTo>
                  <a:cubicBezTo>
                    <a:pt x="39666" y="9102"/>
                    <a:pt x="38380" y="10677"/>
                    <a:pt x="37223" y="12124"/>
                  </a:cubicBezTo>
                  <a:cubicBezTo>
                    <a:pt x="35937" y="13731"/>
                    <a:pt x="32980" y="17460"/>
                    <a:pt x="30119" y="20835"/>
                  </a:cubicBezTo>
                  <a:cubicBezTo>
                    <a:pt x="28705" y="22538"/>
                    <a:pt x="27291" y="24146"/>
                    <a:pt x="26133" y="25367"/>
                  </a:cubicBezTo>
                  <a:cubicBezTo>
                    <a:pt x="25587" y="25946"/>
                    <a:pt x="25073" y="26460"/>
                    <a:pt x="24655" y="26846"/>
                  </a:cubicBezTo>
                  <a:cubicBezTo>
                    <a:pt x="24237" y="27232"/>
                    <a:pt x="23883" y="27457"/>
                    <a:pt x="23755" y="27489"/>
                  </a:cubicBezTo>
                  <a:cubicBezTo>
                    <a:pt x="23658" y="27521"/>
                    <a:pt x="23594" y="27521"/>
                    <a:pt x="23465" y="27521"/>
                  </a:cubicBezTo>
                  <a:cubicBezTo>
                    <a:pt x="23015" y="27521"/>
                    <a:pt x="22276" y="27296"/>
                    <a:pt x="21408" y="26846"/>
                  </a:cubicBezTo>
                  <a:cubicBezTo>
                    <a:pt x="18837" y="25560"/>
                    <a:pt x="15108" y="22506"/>
                    <a:pt x="13083" y="19678"/>
                  </a:cubicBezTo>
                  <a:cubicBezTo>
                    <a:pt x="11636" y="17620"/>
                    <a:pt x="10254" y="15370"/>
                    <a:pt x="9258" y="13602"/>
                  </a:cubicBezTo>
                  <a:cubicBezTo>
                    <a:pt x="8775" y="12734"/>
                    <a:pt x="8358" y="11963"/>
                    <a:pt x="8068" y="11449"/>
                  </a:cubicBezTo>
                  <a:cubicBezTo>
                    <a:pt x="7779" y="10902"/>
                    <a:pt x="7650" y="10613"/>
                    <a:pt x="7650" y="10613"/>
                  </a:cubicBezTo>
                  <a:cubicBezTo>
                    <a:pt x="7586" y="10516"/>
                    <a:pt x="7522" y="10452"/>
                    <a:pt x="7425" y="10452"/>
                  </a:cubicBezTo>
                  <a:cubicBezTo>
                    <a:pt x="7425" y="10452"/>
                    <a:pt x="7136" y="10420"/>
                    <a:pt x="6718" y="10388"/>
                  </a:cubicBezTo>
                  <a:cubicBezTo>
                    <a:pt x="6075" y="10291"/>
                    <a:pt x="5079" y="10163"/>
                    <a:pt x="4179" y="9970"/>
                  </a:cubicBezTo>
                  <a:cubicBezTo>
                    <a:pt x="3761" y="9841"/>
                    <a:pt x="3343" y="9745"/>
                    <a:pt x="2989" y="9584"/>
                  </a:cubicBezTo>
                  <a:cubicBezTo>
                    <a:pt x="2668" y="9456"/>
                    <a:pt x="2411" y="9295"/>
                    <a:pt x="2314" y="9198"/>
                  </a:cubicBezTo>
                  <a:cubicBezTo>
                    <a:pt x="1929" y="8716"/>
                    <a:pt x="1479" y="8073"/>
                    <a:pt x="1125" y="7463"/>
                  </a:cubicBezTo>
                  <a:cubicBezTo>
                    <a:pt x="772" y="6852"/>
                    <a:pt x="514" y="6241"/>
                    <a:pt x="514" y="5823"/>
                  </a:cubicBezTo>
                  <a:cubicBezTo>
                    <a:pt x="514" y="5630"/>
                    <a:pt x="547" y="5502"/>
                    <a:pt x="579" y="5438"/>
                  </a:cubicBezTo>
                  <a:cubicBezTo>
                    <a:pt x="611" y="5438"/>
                    <a:pt x="804" y="5502"/>
                    <a:pt x="1029" y="5630"/>
                  </a:cubicBezTo>
                  <a:cubicBezTo>
                    <a:pt x="1254" y="5727"/>
                    <a:pt x="1575" y="5920"/>
                    <a:pt x="1993" y="6145"/>
                  </a:cubicBezTo>
                  <a:cubicBezTo>
                    <a:pt x="2893" y="6723"/>
                    <a:pt x="3729" y="6820"/>
                    <a:pt x="4243" y="6820"/>
                  </a:cubicBezTo>
                  <a:cubicBezTo>
                    <a:pt x="4597" y="6820"/>
                    <a:pt x="4790" y="6788"/>
                    <a:pt x="4822" y="6788"/>
                  </a:cubicBezTo>
                  <a:cubicBezTo>
                    <a:pt x="4950" y="6756"/>
                    <a:pt x="5047" y="6627"/>
                    <a:pt x="5015" y="6498"/>
                  </a:cubicBezTo>
                  <a:cubicBezTo>
                    <a:pt x="5015" y="6338"/>
                    <a:pt x="4886" y="6241"/>
                    <a:pt x="4757" y="6241"/>
                  </a:cubicBezTo>
                  <a:lnTo>
                    <a:pt x="4661" y="6241"/>
                  </a:lnTo>
                  <a:cubicBezTo>
                    <a:pt x="4565" y="6241"/>
                    <a:pt x="4404" y="6241"/>
                    <a:pt x="4243" y="6209"/>
                  </a:cubicBezTo>
                  <a:cubicBezTo>
                    <a:pt x="4082" y="6177"/>
                    <a:pt x="3890" y="6145"/>
                    <a:pt x="3793" y="6080"/>
                  </a:cubicBezTo>
                  <a:cubicBezTo>
                    <a:pt x="3632" y="5984"/>
                    <a:pt x="3440" y="5888"/>
                    <a:pt x="3311" y="5791"/>
                  </a:cubicBezTo>
                  <a:cubicBezTo>
                    <a:pt x="3182" y="5663"/>
                    <a:pt x="3118" y="5566"/>
                    <a:pt x="3118" y="5405"/>
                  </a:cubicBezTo>
                  <a:cubicBezTo>
                    <a:pt x="3118" y="5341"/>
                    <a:pt x="3118" y="5309"/>
                    <a:pt x="3150" y="5213"/>
                  </a:cubicBezTo>
                  <a:lnTo>
                    <a:pt x="3182" y="5180"/>
                  </a:lnTo>
                  <a:lnTo>
                    <a:pt x="3214" y="5180"/>
                  </a:lnTo>
                  <a:cubicBezTo>
                    <a:pt x="3279" y="5180"/>
                    <a:pt x="3407" y="5213"/>
                    <a:pt x="3536" y="5245"/>
                  </a:cubicBezTo>
                  <a:cubicBezTo>
                    <a:pt x="4018" y="5405"/>
                    <a:pt x="4725" y="5759"/>
                    <a:pt x="5625" y="5791"/>
                  </a:cubicBezTo>
                  <a:cubicBezTo>
                    <a:pt x="5979" y="5823"/>
                    <a:pt x="6268" y="5855"/>
                    <a:pt x="6461" y="5920"/>
                  </a:cubicBezTo>
                  <a:cubicBezTo>
                    <a:pt x="6815" y="5984"/>
                    <a:pt x="7008" y="6080"/>
                    <a:pt x="7233" y="6305"/>
                  </a:cubicBezTo>
                  <a:cubicBezTo>
                    <a:pt x="7490" y="6530"/>
                    <a:pt x="7747" y="6916"/>
                    <a:pt x="8165" y="7463"/>
                  </a:cubicBezTo>
                  <a:cubicBezTo>
                    <a:pt x="9225" y="8909"/>
                    <a:pt x="10801" y="11384"/>
                    <a:pt x="12826" y="12799"/>
                  </a:cubicBezTo>
                  <a:cubicBezTo>
                    <a:pt x="13822" y="13506"/>
                    <a:pt x="16233" y="15049"/>
                    <a:pt x="18419" y="16399"/>
                  </a:cubicBezTo>
                  <a:cubicBezTo>
                    <a:pt x="20572" y="17781"/>
                    <a:pt x="22533" y="18970"/>
                    <a:pt x="22533" y="18970"/>
                  </a:cubicBezTo>
                  <a:cubicBezTo>
                    <a:pt x="22556" y="18993"/>
                    <a:pt x="22611" y="19016"/>
                    <a:pt x="22664" y="19016"/>
                  </a:cubicBezTo>
                  <a:cubicBezTo>
                    <a:pt x="22686" y="19016"/>
                    <a:pt x="22707" y="19012"/>
                    <a:pt x="22726" y="19003"/>
                  </a:cubicBezTo>
                  <a:cubicBezTo>
                    <a:pt x="22790" y="19003"/>
                    <a:pt x="22855" y="18938"/>
                    <a:pt x="22887" y="18874"/>
                  </a:cubicBezTo>
                  <a:cubicBezTo>
                    <a:pt x="22887" y="18874"/>
                    <a:pt x="23015" y="18649"/>
                    <a:pt x="23273" y="18231"/>
                  </a:cubicBezTo>
                  <a:cubicBezTo>
                    <a:pt x="24076" y="16817"/>
                    <a:pt x="26198" y="13184"/>
                    <a:pt x="28319" y="9745"/>
                  </a:cubicBezTo>
                  <a:cubicBezTo>
                    <a:pt x="29380" y="8041"/>
                    <a:pt x="30441" y="6338"/>
                    <a:pt x="31373" y="5020"/>
                  </a:cubicBezTo>
                  <a:cubicBezTo>
                    <a:pt x="31823" y="4345"/>
                    <a:pt x="32241" y="3766"/>
                    <a:pt x="32627" y="3284"/>
                  </a:cubicBezTo>
                  <a:cubicBezTo>
                    <a:pt x="32980" y="2834"/>
                    <a:pt x="33302" y="2480"/>
                    <a:pt x="33494" y="2320"/>
                  </a:cubicBezTo>
                  <a:cubicBezTo>
                    <a:pt x="34555" y="1452"/>
                    <a:pt x="35391" y="1002"/>
                    <a:pt x="35937" y="777"/>
                  </a:cubicBezTo>
                  <a:cubicBezTo>
                    <a:pt x="36227" y="648"/>
                    <a:pt x="36452" y="584"/>
                    <a:pt x="36580" y="552"/>
                  </a:cubicBezTo>
                  <a:cubicBezTo>
                    <a:pt x="36645" y="552"/>
                    <a:pt x="36709" y="519"/>
                    <a:pt x="36741" y="519"/>
                  </a:cubicBezTo>
                  <a:lnTo>
                    <a:pt x="36773" y="519"/>
                  </a:lnTo>
                  <a:cubicBezTo>
                    <a:pt x="36902" y="519"/>
                    <a:pt x="37030" y="391"/>
                    <a:pt x="36998" y="230"/>
                  </a:cubicBezTo>
                  <a:cubicBezTo>
                    <a:pt x="36998" y="115"/>
                    <a:pt x="36895" y="0"/>
                    <a:pt x="36782"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1949" name="Google Shape;1949;p33"/>
            <p:cNvSpPr/>
            <p:nvPr/>
          </p:nvSpPr>
          <p:spPr>
            <a:xfrm>
              <a:off x="4632075" y="3436975"/>
              <a:ext cx="252350" cy="170700"/>
            </a:xfrm>
            <a:custGeom>
              <a:avLst/>
              <a:gdLst/>
              <a:ahLst/>
              <a:cxnLst/>
              <a:rect l="l" t="t" r="r" b="b"/>
              <a:pathLst>
                <a:path w="10094" h="6828" extrusionOk="0">
                  <a:moveTo>
                    <a:pt x="2952" y="0"/>
                  </a:moveTo>
                  <a:cubicBezTo>
                    <a:pt x="2794" y="0"/>
                    <a:pt x="2685" y="65"/>
                    <a:pt x="2636" y="238"/>
                  </a:cubicBezTo>
                  <a:cubicBezTo>
                    <a:pt x="2443" y="913"/>
                    <a:pt x="3022" y="1203"/>
                    <a:pt x="3440" y="1428"/>
                  </a:cubicBezTo>
                  <a:cubicBezTo>
                    <a:pt x="3825" y="1620"/>
                    <a:pt x="4500" y="1620"/>
                    <a:pt x="4500" y="1620"/>
                  </a:cubicBezTo>
                  <a:cubicBezTo>
                    <a:pt x="4500" y="1620"/>
                    <a:pt x="4318" y="1665"/>
                    <a:pt x="4010" y="1665"/>
                  </a:cubicBezTo>
                  <a:cubicBezTo>
                    <a:pt x="3530" y="1665"/>
                    <a:pt x="2745" y="1558"/>
                    <a:pt x="1865" y="1010"/>
                  </a:cubicBezTo>
                  <a:cubicBezTo>
                    <a:pt x="1067" y="542"/>
                    <a:pt x="588" y="270"/>
                    <a:pt x="315" y="270"/>
                  </a:cubicBezTo>
                  <a:cubicBezTo>
                    <a:pt x="82" y="270"/>
                    <a:pt x="0" y="469"/>
                    <a:pt x="0" y="913"/>
                  </a:cubicBezTo>
                  <a:cubicBezTo>
                    <a:pt x="0" y="1910"/>
                    <a:pt x="1061" y="3453"/>
                    <a:pt x="1865" y="4449"/>
                  </a:cubicBezTo>
                  <a:cubicBezTo>
                    <a:pt x="2636" y="5414"/>
                    <a:pt x="7136" y="5799"/>
                    <a:pt x="7136" y="5799"/>
                  </a:cubicBezTo>
                  <a:cubicBezTo>
                    <a:pt x="7136" y="5799"/>
                    <a:pt x="7329" y="6185"/>
                    <a:pt x="7683" y="6828"/>
                  </a:cubicBezTo>
                  <a:cubicBezTo>
                    <a:pt x="8165" y="6185"/>
                    <a:pt x="8904" y="5574"/>
                    <a:pt x="10094" y="5060"/>
                  </a:cubicBezTo>
                  <a:cubicBezTo>
                    <a:pt x="9322" y="4096"/>
                    <a:pt x="8647" y="3131"/>
                    <a:pt x="8133" y="2392"/>
                  </a:cubicBezTo>
                  <a:cubicBezTo>
                    <a:pt x="7040" y="913"/>
                    <a:pt x="6847" y="720"/>
                    <a:pt x="5368" y="624"/>
                  </a:cubicBezTo>
                  <a:cubicBezTo>
                    <a:pt x="4292" y="552"/>
                    <a:pt x="3412" y="0"/>
                    <a:pt x="2952"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1950" name="Google Shape;1950;p33"/>
            <p:cNvSpPr/>
            <p:nvPr/>
          </p:nvSpPr>
          <p:spPr>
            <a:xfrm>
              <a:off x="4625650" y="3430050"/>
              <a:ext cx="265200" cy="184275"/>
            </a:xfrm>
            <a:custGeom>
              <a:avLst/>
              <a:gdLst/>
              <a:ahLst/>
              <a:cxnLst/>
              <a:rect l="l" t="t" r="r" b="b"/>
              <a:pathLst>
                <a:path w="10608" h="7371" extrusionOk="0">
                  <a:moveTo>
                    <a:pt x="3214" y="547"/>
                  </a:moveTo>
                  <a:cubicBezTo>
                    <a:pt x="3279" y="547"/>
                    <a:pt x="3407" y="580"/>
                    <a:pt x="3536" y="612"/>
                  </a:cubicBezTo>
                  <a:cubicBezTo>
                    <a:pt x="4018" y="772"/>
                    <a:pt x="4725" y="1126"/>
                    <a:pt x="5625" y="1158"/>
                  </a:cubicBezTo>
                  <a:cubicBezTo>
                    <a:pt x="5979" y="1190"/>
                    <a:pt x="6268" y="1222"/>
                    <a:pt x="6461" y="1287"/>
                  </a:cubicBezTo>
                  <a:cubicBezTo>
                    <a:pt x="6815" y="1351"/>
                    <a:pt x="7008" y="1447"/>
                    <a:pt x="7233" y="1672"/>
                  </a:cubicBezTo>
                  <a:cubicBezTo>
                    <a:pt x="7490" y="1897"/>
                    <a:pt x="7747" y="2283"/>
                    <a:pt x="8165" y="2830"/>
                  </a:cubicBezTo>
                  <a:cubicBezTo>
                    <a:pt x="8630" y="3470"/>
                    <a:pt x="9228" y="4347"/>
                    <a:pt x="9909" y="5223"/>
                  </a:cubicBezTo>
                  <a:lnTo>
                    <a:pt x="9909" y="5223"/>
                  </a:lnTo>
                  <a:cubicBezTo>
                    <a:pt x="9070" y="5629"/>
                    <a:pt x="8442" y="6117"/>
                    <a:pt x="7985" y="6620"/>
                  </a:cubicBezTo>
                  <a:lnTo>
                    <a:pt x="7985" y="6620"/>
                  </a:lnTo>
                  <a:cubicBezTo>
                    <a:pt x="7905" y="6462"/>
                    <a:pt x="7836" y="6333"/>
                    <a:pt x="7779" y="6237"/>
                  </a:cubicBezTo>
                  <a:cubicBezTo>
                    <a:pt x="7683" y="6076"/>
                    <a:pt x="7650" y="5980"/>
                    <a:pt x="7650" y="5980"/>
                  </a:cubicBezTo>
                  <a:cubicBezTo>
                    <a:pt x="7586" y="5883"/>
                    <a:pt x="7522" y="5819"/>
                    <a:pt x="7425" y="5819"/>
                  </a:cubicBezTo>
                  <a:cubicBezTo>
                    <a:pt x="7425" y="5819"/>
                    <a:pt x="7136" y="5787"/>
                    <a:pt x="6718" y="5755"/>
                  </a:cubicBezTo>
                  <a:cubicBezTo>
                    <a:pt x="6075" y="5658"/>
                    <a:pt x="5079" y="5530"/>
                    <a:pt x="4179" y="5337"/>
                  </a:cubicBezTo>
                  <a:cubicBezTo>
                    <a:pt x="3761" y="5208"/>
                    <a:pt x="3343" y="5112"/>
                    <a:pt x="2989" y="4951"/>
                  </a:cubicBezTo>
                  <a:cubicBezTo>
                    <a:pt x="2668" y="4823"/>
                    <a:pt x="2411" y="4662"/>
                    <a:pt x="2314" y="4565"/>
                  </a:cubicBezTo>
                  <a:cubicBezTo>
                    <a:pt x="1929" y="4083"/>
                    <a:pt x="1479" y="3440"/>
                    <a:pt x="1125" y="2830"/>
                  </a:cubicBezTo>
                  <a:cubicBezTo>
                    <a:pt x="772" y="2219"/>
                    <a:pt x="514" y="1608"/>
                    <a:pt x="514" y="1190"/>
                  </a:cubicBezTo>
                  <a:cubicBezTo>
                    <a:pt x="514" y="997"/>
                    <a:pt x="547" y="869"/>
                    <a:pt x="579" y="805"/>
                  </a:cubicBezTo>
                  <a:cubicBezTo>
                    <a:pt x="611" y="805"/>
                    <a:pt x="804" y="869"/>
                    <a:pt x="1029" y="997"/>
                  </a:cubicBezTo>
                  <a:cubicBezTo>
                    <a:pt x="1254" y="1094"/>
                    <a:pt x="1575" y="1287"/>
                    <a:pt x="1993" y="1512"/>
                  </a:cubicBezTo>
                  <a:cubicBezTo>
                    <a:pt x="2893" y="2090"/>
                    <a:pt x="3729" y="2187"/>
                    <a:pt x="4243" y="2187"/>
                  </a:cubicBezTo>
                  <a:cubicBezTo>
                    <a:pt x="4597" y="2187"/>
                    <a:pt x="4790" y="2155"/>
                    <a:pt x="4822" y="2155"/>
                  </a:cubicBezTo>
                  <a:cubicBezTo>
                    <a:pt x="4950" y="2123"/>
                    <a:pt x="5047" y="1994"/>
                    <a:pt x="5015" y="1865"/>
                  </a:cubicBezTo>
                  <a:cubicBezTo>
                    <a:pt x="5015" y="1705"/>
                    <a:pt x="4886" y="1608"/>
                    <a:pt x="4757" y="1608"/>
                  </a:cubicBezTo>
                  <a:lnTo>
                    <a:pt x="4661" y="1608"/>
                  </a:lnTo>
                  <a:cubicBezTo>
                    <a:pt x="4565" y="1608"/>
                    <a:pt x="4404" y="1608"/>
                    <a:pt x="4243" y="1576"/>
                  </a:cubicBezTo>
                  <a:cubicBezTo>
                    <a:pt x="4082" y="1544"/>
                    <a:pt x="3890" y="1512"/>
                    <a:pt x="3793" y="1447"/>
                  </a:cubicBezTo>
                  <a:cubicBezTo>
                    <a:pt x="3632" y="1351"/>
                    <a:pt x="3440" y="1255"/>
                    <a:pt x="3311" y="1158"/>
                  </a:cubicBezTo>
                  <a:cubicBezTo>
                    <a:pt x="3182" y="1030"/>
                    <a:pt x="3118" y="933"/>
                    <a:pt x="3118" y="772"/>
                  </a:cubicBezTo>
                  <a:cubicBezTo>
                    <a:pt x="3118" y="708"/>
                    <a:pt x="3118" y="676"/>
                    <a:pt x="3150" y="580"/>
                  </a:cubicBezTo>
                  <a:lnTo>
                    <a:pt x="3182" y="547"/>
                  </a:lnTo>
                  <a:close/>
                  <a:moveTo>
                    <a:pt x="3214" y="1"/>
                  </a:moveTo>
                  <a:cubicBezTo>
                    <a:pt x="3086" y="1"/>
                    <a:pt x="2957" y="33"/>
                    <a:pt x="2861" y="97"/>
                  </a:cubicBezTo>
                  <a:cubicBezTo>
                    <a:pt x="2732" y="194"/>
                    <a:pt x="2668" y="322"/>
                    <a:pt x="2636" y="451"/>
                  </a:cubicBezTo>
                  <a:cubicBezTo>
                    <a:pt x="2604" y="547"/>
                    <a:pt x="2604" y="676"/>
                    <a:pt x="2604" y="772"/>
                  </a:cubicBezTo>
                  <a:cubicBezTo>
                    <a:pt x="2583" y="1000"/>
                    <a:pt x="2655" y="1187"/>
                    <a:pt x="2761" y="1334"/>
                  </a:cubicBezTo>
                  <a:lnTo>
                    <a:pt x="2761" y="1334"/>
                  </a:lnTo>
                  <a:cubicBezTo>
                    <a:pt x="2597" y="1260"/>
                    <a:pt x="2426" y="1170"/>
                    <a:pt x="2250" y="1062"/>
                  </a:cubicBezTo>
                  <a:cubicBezTo>
                    <a:pt x="1864" y="837"/>
                    <a:pt x="1543" y="644"/>
                    <a:pt x="1286" y="515"/>
                  </a:cubicBezTo>
                  <a:cubicBezTo>
                    <a:pt x="997" y="387"/>
                    <a:pt x="804" y="290"/>
                    <a:pt x="579" y="290"/>
                  </a:cubicBezTo>
                  <a:cubicBezTo>
                    <a:pt x="482" y="290"/>
                    <a:pt x="386" y="290"/>
                    <a:pt x="289" y="355"/>
                  </a:cubicBezTo>
                  <a:cubicBezTo>
                    <a:pt x="129" y="451"/>
                    <a:pt x="64" y="580"/>
                    <a:pt x="32" y="740"/>
                  </a:cubicBezTo>
                  <a:cubicBezTo>
                    <a:pt x="0" y="869"/>
                    <a:pt x="0" y="1030"/>
                    <a:pt x="0" y="1190"/>
                  </a:cubicBezTo>
                  <a:cubicBezTo>
                    <a:pt x="0" y="1769"/>
                    <a:pt x="289" y="2444"/>
                    <a:pt x="675" y="3087"/>
                  </a:cubicBezTo>
                  <a:cubicBezTo>
                    <a:pt x="1029" y="3762"/>
                    <a:pt x="1511" y="4405"/>
                    <a:pt x="1897" y="4887"/>
                  </a:cubicBezTo>
                  <a:cubicBezTo>
                    <a:pt x="2186" y="5208"/>
                    <a:pt x="2636" y="5401"/>
                    <a:pt x="3182" y="5594"/>
                  </a:cubicBezTo>
                  <a:cubicBezTo>
                    <a:pt x="4611" y="6070"/>
                    <a:pt x="6724" y="6303"/>
                    <a:pt x="7243" y="6354"/>
                  </a:cubicBezTo>
                  <a:lnTo>
                    <a:pt x="7243" y="6354"/>
                  </a:lnTo>
                  <a:cubicBezTo>
                    <a:pt x="7327" y="6522"/>
                    <a:pt x="7479" y="6826"/>
                    <a:pt x="7683" y="7233"/>
                  </a:cubicBezTo>
                  <a:cubicBezTo>
                    <a:pt x="7747" y="7298"/>
                    <a:pt x="7811" y="7362"/>
                    <a:pt x="7908" y="7362"/>
                  </a:cubicBezTo>
                  <a:cubicBezTo>
                    <a:pt x="7925" y="7368"/>
                    <a:pt x="7943" y="7371"/>
                    <a:pt x="7960" y="7371"/>
                  </a:cubicBezTo>
                  <a:cubicBezTo>
                    <a:pt x="8037" y="7371"/>
                    <a:pt x="8106" y="7318"/>
                    <a:pt x="8133" y="7266"/>
                  </a:cubicBezTo>
                  <a:cubicBezTo>
                    <a:pt x="8583" y="6687"/>
                    <a:pt x="9290" y="6076"/>
                    <a:pt x="10447" y="5594"/>
                  </a:cubicBezTo>
                  <a:cubicBezTo>
                    <a:pt x="10511" y="5562"/>
                    <a:pt x="10576" y="5498"/>
                    <a:pt x="10608" y="5401"/>
                  </a:cubicBezTo>
                  <a:cubicBezTo>
                    <a:pt x="10608" y="5337"/>
                    <a:pt x="10608" y="5241"/>
                    <a:pt x="10543" y="5176"/>
                  </a:cubicBezTo>
                  <a:cubicBezTo>
                    <a:pt x="9804" y="4212"/>
                    <a:pt x="9129" y="3248"/>
                    <a:pt x="8583" y="2508"/>
                  </a:cubicBezTo>
                  <a:cubicBezTo>
                    <a:pt x="8068" y="1769"/>
                    <a:pt x="7715" y="1351"/>
                    <a:pt x="7297" y="1062"/>
                  </a:cubicBezTo>
                  <a:cubicBezTo>
                    <a:pt x="7104" y="901"/>
                    <a:pt x="6847" y="805"/>
                    <a:pt x="6590" y="740"/>
                  </a:cubicBezTo>
                  <a:cubicBezTo>
                    <a:pt x="6332" y="708"/>
                    <a:pt x="6011" y="676"/>
                    <a:pt x="5657" y="644"/>
                  </a:cubicBezTo>
                  <a:cubicBezTo>
                    <a:pt x="5143" y="612"/>
                    <a:pt x="4693" y="451"/>
                    <a:pt x="4275" y="322"/>
                  </a:cubicBezTo>
                  <a:cubicBezTo>
                    <a:pt x="4082" y="226"/>
                    <a:pt x="3890" y="162"/>
                    <a:pt x="3729" y="97"/>
                  </a:cubicBezTo>
                  <a:cubicBezTo>
                    <a:pt x="3536" y="65"/>
                    <a:pt x="3375" y="1"/>
                    <a:pt x="3214"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grpSp>
      <p:sp>
        <p:nvSpPr>
          <p:cNvPr id="2" name="TextBox 1">
            <a:extLst>
              <a:ext uri="{FF2B5EF4-FFF2-40B4-BE49-F238E27FC236}">
                <a16:creationId xmlns:a16="http://schemas.microsoft.com/office/drawing/2014/main" id="{4A1D8624-7315-D452-A2BD-8F21F6CBAEFC}"/>
              </a:ext>
            </a:extLst>
          </p:cNvPr>
          <p:cNvSpPr txBox="1"/>
          <p:nvPr/>
        </p:nvSpPr>
        <p:spPr>
          <a:xfrm>
            <a:off x="-533400" y="2705100"/>
            <a:ext cx="5715000" cy="646331"/>
          </a:xfrm>
          <a:prstGeom prst="rect">
            <a:avLst/>
          </a:prstGeom>
          <a:noFill/>
        </p:spPr>
        <p:txBody>
          <a:bodyPr wrap="square" rtlCol="0">
            <a:spAutoFit/>
          </a:bodyPr>
          <a:lstStyle/>
          <a:p>
            <a:pPr algn="ctr"/>
            <a:r>
              <a:rPr lang="en-US" sz="3600" b="1" dirty="0">
                <a:solidFill>
                  <a:schemeClr val="tx2">
                    <a:lumMod val="75000"/>
                  </a:schemeClr>
                </a:solidFill>
                <a:latin typeface="Amasis MT Pro Medium" panose="02040604050005020304" pitchFamily="18" charset="0"/>
              </a:rPr>
              <a:t>INTRODUCTION</a:t>
            </a:r>
            <a:endParaRPr lang="en-IN" sz="3600" b="1" dirty="0">
              <a:solidFill>
                <a:schemeClr val="tx2">
                  <a:lumMod val="75000"/>
                </a:schemeClr>
              </a:solidFill>
              <a:latin typeface="Amasis MT Pro Medium" panose="02040604050005020304" pitchFamily="18" charset="0"/>
            </a:endParaRPr>
          </a:p>
        </p:txBody>
      </p:sp>
      <p:sp>
        <p:nvSpPr>
          <p:cNvPr id="3" name="TextBox 2">
            <a:extLst>
              <a:ext uri="{FF2B5EF4-FFF2-40B4-BE49-F238E27FC236}">
                <a16:creationId xmlns:a16="http://schemas.microsoft.com/office/drawing/2014/main" id="{0DA43B5D-AB26-CF52-929F-0D93B7D106A3}"/>
              </a:ext>
            </a:extLst>
          </p:cNvPr>
          <p:cNvSpPr txBox="1"/>
          <p:nvPr/>
        </p:nvSpPr>
        <p:spPr>
          <a:xfrm>
            <a:off x="762000" y="3500527"/>
            <a:ext cx="9525000" cy="6786473"/>
          </a:xfrm>
          <a:prstGeom prst="rect">
            <a:avLst/>
          </a:prstGeom>
          <a:noFill/>
        </p:spPr>
        <p:txBody>
          <a:bodyPr wrap="square" rtlCol="0">
            <a:spAutoFit/>
          </a:bodyPr>
          <a:lstStyle/>
          <a:p>
            <a:pPr algn="just"/>
            <a:r>
              <a:rPr lang="en-US" sz="2900" dirty="0"/>
              <a:t>	Smartphones are a life necessity in the contemporary digital world. They are not merely communication devices, but they also have more than one other use as learning devices, socializing devices, and entertainment devices along with work tools. The high consumption of smartphones has transformed lifestyle, education and work force of individuals in a massive way. Although these devices are associated with endless comforts, numerous difficulties have been associated with their overuse or misuse. Studies will tend to link increased use of smartphones with the irritation of eye, mental exhaustion, loss of concentration, and behavioral addiction. These effects can interfere with their cognition, creative abilities, productivity, and wellbeing among young adults, professionals and students who use the devices extensively.</a:t>
            </a:r>
            <a:endParaRPr lang="en-IN" sz="29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47"/>
        <p:cNvGrpSpPr/>
        <p:nvPr/>
      </p:nvGrpSpPr>
      <p:grpSpPr>
        <a:xfrm>
          <a:off x="0" y="0"/>
          <a:ext cx="0" cy="0"/>
          <a:chOff x="0" y="0"/>
          <a:chExt cx="0" cy="0"/>
        </a:xfrm>
      </p:grpSpPr>
      <p:sp>
        <p:nvSpPr>
          <p:cNvPr id="2148" name="Google Shape;2148;p38"/>
          <p:cNvSpPr txBox="1">
            <a:spLocks noGrp="1"/>
          </p:cNvSpPr>
          <p:nvPr>
            <p:ph type="title"/>
          </p:nvPr>
        </p:nvSpPr>
        <p:spPr>
          <a:xfrm>
            <a:off x="1447500" y="887567"/>
            <a:ext cx="15393000" cy="1145400"/>
          </a:xfrm>
          <a:prstGeom prst="rect">
            <a:avLst/>
          </a:prstGeom>
        </p:spPr>
        <p:txBody>
          <a:bodyPr spcFirstLastPara="1" vert="horz" wrap="square" lIns="182850" tIns="182850" rIns="182850" bIns="182850" rtlCol="0" anchor="t" anchorCtr="0">
            <a:noAutofit/>
          </a:bodyPr>
          <a:lstStyle/>
          <a:p>
            <a:pPr>
              <a:spcBef>
                <a:spcPts val="0"/>
              </a:spcBef>
            </a:pPr>
            <a:r>
              <a:rPr lang="en-US" dirty="0">
                <a:solidFill>
                  <a:schemeClr val="tx2">
                    <a:lumMod val="75000"/>
                  </a:schemeClr>
                </a:solidFill>
                <a:latin typeface="Amasis MT Pro Medium" panose="02040604050005020304" pitchFamily="18" charset="0"/>
              </a:rPr>
              <a:t>PROBLEM STATEMENT</a:t>
            </a:r>
            <a:endParaRPr dirty="0">
              <a:solidFill>
                <a:schemeClr val="tx2">
                  <a:lumMod val="75000"/>
                </a:schemeClr>
              </a:solidFill>
              <a:latin typeface="Amasis MT Pro Medium" panose="02040604050005020304" pitchFamily="18" charset="0"/>
            </a:endParaRPr>
          </a:p>
        </p:txBody>
      </p:sp>
      <p:sp>
        <p:nvSpPr>
          <p:cNvPr id="2149" name="Google Shape;2149;p38"/>
          <p:cNvSpPr/>
          <p:nvPr/>
        </p:nvSpPr>
        <p:spPr>
          <a:xfrm>
            <a:off x="1143540" y="2264657"/>
            <a:ext cx="9829800" cy="1354200"/>
          </a:xfrm>
          <a:prstGeom prst="roundRect">
            <a:avLst>
              <a:gd name="adj" fmla="val 16667"/>
            </a:avLst>
          </a:prstGeom>
          <a:gradFill flip="none" rotWithShape="1">
            <a:gsLst>
              <a:gs pos="0">
                <a:srgbClr val="009EDE">
                  <a:tint val="66000"/>
                  <a:satMod val="160000"/>
                </a:srgbClr>
              </a:gs>
              <a:gs pos="50000">
                <a:srgbClr val="009EDE">
                  <a:tint val="44500"/>
                  <a:satMod val="160000"/>
                </a:srgbClr>
              </a:gs>
              <a:gs pos="100000">
                <a:srgbClr val="009EDE">
                  <a:tint val="23500"/>
                  <a:satMod val="160000"/>
                </a:srgbClr>
              </a:gs>
            </a:gsLst>
            <a:path path="circle">
              <a:fillToRect l="100000" t="100000"/>
            </a:path>
            <a:tileRect r="-100000" b="-100000"/>
          </a:gradFill>
          <a:ln w="9525" cap="flat" cmpd="sng">
            <a:solidFill>
              <a:schemeClr val="dk1"/>
            </a:solidFill>
            <a:prstDash val="solid"/>
            <a:round/>
            <a:headEnd type="none" w="sm" len="sm"/>
            <a:tailEnd type="none" w="sm" len="sm"/>
          </a:ln>
        </p:spPr>
        <p:txBody>
          <a:bodyPr spcFirstLastPara="1" wrap="square" lIns="182850" tIns="182850" rIns="182850" bIns="182850" anchor="t" anchorCtr="0">
            <a:noAutofit/>
          </a:bodyPr>
          <a:lstStyle/>
          <a:p>
            <a:pPr algn="ctr"/>
            <a:r>
              <a:rPr lang="en-US" sz="2400" b="1" dirty="0"/>
              <a:t>Lack of Adaptability</a:t>
            </a:r>
            <a:r>
              <a:rPr lang="en-US" sz="2400" dirty="0"/>
              <a:t> </a:t>
            </a:r>
            <a:r>
              <a:rPr lang="en-US" sz="2250" dirty="0"/>
              <a:t>– </a:t>
            </a:r>
            <a:r>
              <a:rPr lang="en-US" sz="2400" dirty="0"/>
              <a:t>Existing digital wellness tools focus only on screen-time logs and ignore physiological signs such as eye strain, fatigue, and failing to detect early indicators of smartphone addiction.</a:t>
            </a:r>
            <a:endParaRPr sz="2250" dirty="0">
              <a:solidFill>
                <a:schemeClr val="lt1"/>
              </a:solidFill>
              <a:latin typeface="Barlow Semi Condensed"/>
              <a:ea typeface="Barlow Semi Condensed"/>
              <a:cs typeface="Barlow Semi Condensed"/>
              <a:sym typeface="Barlow Semi Condensed"/>
            </a:endParaRPr>
          </a:p>
        </p:txBody>
      </p:sp>
      <p:grpSp>
        <p:nvGrpSpPr>
          <p:cNvPr id="2155" name="Google Shape;2155;p38"/>
          <p:cNvGrpSpPr/>
          <p:nvPr/>
        </p:nvGrpSpPr>
        <p:grpSpPr>
          <a:xfrm>
            <a:off x="11312976" y="2149464"/>
            <a:ext cx="6235614" cy="7185035"/>
            <a:chOff x="1260950" y="-166737"/>
            <a:chExt cx="5129675" cy="5862932"/>
          </a:xfrm>
        </p:grpSpPr>
        <p:sp>
          <p:nvSpPr>
            <p:cNvPr id="2156" name="Google Shape;2156;p38"/>
            <p:cNvSpPr/>
            <p:nvPr/>
          </p:nvSpPr>
          <p:spPr>
            <a:xfrm>
              <a:off x="1260950" y="395850"/>
              <a:ext cx="5129675" cy="4941275"/>
            </a:xfrm>
            <a:custGeom>
              <a:avLst/>
              <a:gdLst/>
              <a:ahLst/>
              <a:cxnLst/>
              <a:rect l="l" t="t" r="r" b="b"/>
              <a:pathLst>
                <a:path w="205187" h="197651" extrusionOk="0">
                  <a:moveTo>
                    <a:pt x="118352" y="1"/>
                  </a:moveTo>
                  <a:cubicBezTo>
                    <a:pt x="118262" y="1"/>
                    <a:pt x="118173" y="1"/>
                    <a:pt x="118084" y="3"/>
                  </a:cubicBezTo>
                  <a:cubicBezTo>
                    <a:pt x="89771" y="436"/>
                    <a:pt x="90673" y="18108"/>
                    <a:pt x="82269" y="42454"/>
                  </a:cubicBezTo>
                  <a:cubicBezTo>
                    <a:pt x="73866" y="66763"/>
                    <a:pt x="45553" y="55726"/>
                    <a:pt x="26546" y="64563"/>
                  </a:cubicBezTo>
                  <a:cubicBezTo>
                    <a:pt x="7538" y="73399"/>
                    <a:pt x="13742" y="109647"/>
                    <a:pt x="14607" y="117618"/>
                  </a:cubicBezTo>
                  <a:cubicBezTo>
                    <a:pt x="15509" y="125588"/>
                    <a:pt x="6204" y="119385"/>
                    <a:pt x="3102" y="125120"/>
                  </a:cubicBezTo>
                  <a:cubicBezTo>
                    <a:pt x="0" y="130890"/>
                    <a:pt x="2164" y="141747"/>
                    <a:pt x="2164" y="141747"/>
                  </a:cubicBezTo>
                  <a:lnTo>
                    <a:pt x="178677" y="197651"/>
                  </a:lnTo>
                  <a:cubicBezTo>
                    <a:pt x="178677" y="197651"/>
                    <a:pt x="179975" y="195451"/>
                    <a:pt x="185746" y="186145"/>
                  </a:cubicBezTo>
                  <a:cubicBezTo>
                    <a:pt x="191481" y="176876"/>
                    <a:pt x="172906" y="151232"/>
                    <a:pt x="173736" y="140160"/>
                  </a:cubicBezTo>
                  <a:cubicBezTo>
                    <a:pt x="174565" y="129087"/>
                    <a:pt x="205186" y="110548"/>
                    <a:pt x="202084" y="89305"/>
                  </a:cubicBezTo>
                  <a:cubicBezTo>
                    <a:pt x="199028" y="68164"/>
                    <a:pt x="146727" y="1"/>
                    <a:pt x="118352" y="1"/>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2157" name="Google Shape;2157;p38"/>
            <p:cNvSpPr/>
            <p:nvPr/>
          </p:nvSpPr>
          <p:spPr>
            <a:xfrm>
              <a:off x="1297025" y="395900"/>
              <a:ext cx="5022350" cy="4941225"/>
            </a:xfrm>
            <a:custGeom>
              <a:avLst/>
              <a:gdLst/>
              <a:ahLst/>
              <a:cxnLst/>
              <a:rect l="l" t="t" r="r" b="b"/>
              <a:pathLst>
                <a:path w="200894" h="197649" extrusionOk="0">
                  <a:moveTo>
                    <a:pt x="116641" y="1"/>
                  </a:moveTo>
                  <a:cubicBezTo>
                    <a:pt x="88328" y="434"/>
                    <a:pt x="89230" y="18106"/>
                    <a:pt x="80826" y="42452"/>
                  </a:cubicBezTo>
                  <a:cubicBezTo>
                    <a:pt x="72423" y="66761"/>
                    <a:pt x="44110" y="55724"/>
                    <a:pt x="25103" y="64561"/>
                  </a:cubicBezTo>
                  <a:cubicBezTo>
                    <a:pt x="14030" y="69719"/>
                    <a:pt x="11505" y="84145"/>
                    <a:pt x="11505" y="96913"/>
                  </a:cubicBezTo>
                  <a:cubicBezTo>
                    <a:pt x="11505" y="106038"/>
                    <a:pt x="12804" y="114297"/>
                    <a:pt x="13164" y="117616"/>
                  </a:cubicBezTo>
                  <a:cubicBezTo>
                    <a:pt x="13201" y="117976"/>
                    <a:pt x="13237" y="118301"/>
                    <a:pt x="13237" y="118589"/>
                  </a:cubicBezTo>
                  <a:cubicBezTo>
                    <a:pt x="13237" y="125045"/>
                    <a:pt x="4617" y="119635"/>
                    <a:pt x="1659" y="125118"/>
                  </a:cubicBezTo>
                  <a:cubicBezTo>
                    <a:pt x="361" y="127534"/>
                    <a:pt x="0" y="130816"/>
                    <a:pt x="0" y="133846"/>
                  </a:cubicBezTo>
                  <a:cubicBezTo>
                    <a:pt x="0" y="138066"/>
                    <a:pt x="721" y="141745"/>
                    <a:pt x="721" y="141745"/>
                  </a:cubicBezTo>
                  <a:lnTo>
                    <a:pt x="41946" y="154801"/>
                  </a:lnTo>
                  <a:cubicBezTo>
                    <a:pt x="42199" y="153430"/>
                    <a:pt x="42559" y="151591"/>
                    <a:pt x="42992" y="149571"/>
                  </a:cubicBezTo>
                  <a:cubicBezTo>
                    <a:pt x="43858" y="145387"/>
                    <a:pt x="44976" y="140482"/>
                    <a:pt x="45986" y="137417"/>
                  </a:cubicBezTo>
                  <a:cubicBezTo>
                    <a:pt x="48041" y="131249"/>
                    <a:pt x="52189" y="128616"/>
                    <a:pt x="54678" y="127282"/>
                  </a:cubicBezTo>
                  <a:cubicBezTo>
                    <a:pt x="55327" y="126921"/>
                    <a:pt x="56156" y="126344"/>
                    <a:pt x="57094" y="125659"/>
                  </a:cubicBezTo>
                  <a:cubicBezTo>
                    <a:pt x="58934" y="124288"/>
                    <a:pt x="60989" y="122629"/>
                    <a:pt x="61891" y="121872"/>
                  </a:cubicBezTo>
                  <a:cubicBezTo>
                    <a:pt x="62035" y="121727"/>
                    <a:pt x="62144" y="121619"/>
                    <a:pt x="62252" y="121583"/>
                  </a:cubicBezTo>
                  <a:cubicBezTo>
                    <a:pt x="62252" y="121547"/>
                    <a:pt x="62252" y="121547"/>
                    <a:pt x="62288" y="121547"/>
                  </a:cubicBezTo>
                  <a:cubicBezTo>
                    <a:pt x="62396" y="121150"/>
                    <a:pt x="62829" y="119599"/>
                    <a:pt x="63658" y="117688"/>
                  </a:cubicBezTo>
                  <a:cubicBezTo>
                    <a:pt x="64596" y="115488"/>
                    <a:pt x="66039" y="112855"/>
                    <a:pt x="68059" y="110943"/>
                  </a:cubicBezTo>
                  <a:cubicBezTo>
                    <a:pt x="70078" y="109032"/>
                    <a:pt x="73397" y="107481"/>
                    <a:pt x="76246" y="106399"/>
                  </a:cubicBezTo>
                  <a:cubicBezTo>
                    <a:pt x="78807" y="105425"/>
                    <a:pt x="80971" y="104812"/>
                    <a:pt x="81367" y="104704"/>
                  </a:cubicBezTo>
                  <a:cubicBezTo>
                    <a:pt x="82954" y="103369"/>
                    <a:pt x="85407" y="102143"/>
                    <a:pt x="88184" y="101061"/>
                  </a:cubicBezTo>
                  <a:cubicBezTo>
                    <a:pt x="90997" y="99979"/>
                    <a:pt x="94135" y="99041"/>
                    <a:pt x="97057" y="98248"/>
                  </a:cubicBezTo>
                  <a:cubicBezTo>
                    <a:pt x="102358" y="96877"/>
                    <a:pt x="106975" y="96011"/>
                    <a:pt x="107877" y="95867"/>
                  </a:cubicBezTo>
                  <a:cubicBezTo>
                    <a:pt x="108129" y="95362"/>
                    <a:pt x="109067" y="93595"/>
                    <a:pt x="110978" y="91142"/>
                  </a:cubicBezTo>
                  <a:cubicBezTo>
                    <a:pt x="112169" y="89591"/>
                    <a:pt x="114225" y="88437"/>
                    <a:pt x="116028" y="87644"/>
                  </a:cubicBezTo>
                  <a:cubicBezTo>
                    <a:pt x="117615" y="86923"/>
                    <a:pt x="118985" y="86526"/>
                    <a:pt x="119274" y="86454"/>
                  </a:cubicBezTo>
                  <a:cubicBezTo>
                    <a:pt x="119310" y="86382"/>
                    <a:pt x="119454" y="86309"/>
                    <a:pt x="119635" y="86201"/>
                  </a:cubicBezTo>
                  <a:cubicBezTo>
                    <a:pt x="119887" y="86021"/>
                    <a:pt x="120284" y="85732"/>
                    <a:pt x="120825" y="85336"/>
                  </a:cubicBezTo>
                  <a:cubicBezTo>
                    <a:pt x="121907" y="84578"/>
                    <a:pt x="123530" y="83424"/>
                    <a:pt x="125730" y="81873"/>
                  </a:cubicBezTo>
                  <a:cubicBezTo>
                    <a:pt x="129337" y="79276"/>
                    <a:pt x="134422" y="76716"/>
                    <a:pt x="136153" y="75850"/>
                  </a:cubicBezTo>
                  <a:cubicBezTo>
                    <a:pt x="134278" y="74984"/>
                    <a:pt x="132763" y="73361"/>
                    <a:pt x="131465" y="71342"/>
                  </a:cubicBezTo>
                  <a:cubicBezTo>
                    <a:pt x="130022" y="69069"/>
                    <a:pt x="128868" y="66292"/>
                    <a:pt x="127858" y="63479"/>
                  </a:cubicBezTo>
                  <a:cubicBezTo>
                    <a:pt x="125874" y="57925"/>
                    <a:pt x="122051" y="52010"/>
                    <a:pt x="118985" y="49160"/>
                  </a:cubicBezTo>
                  <a:cubicBezTo>
                    <a:pt x="117867" y="48114"/>
                    <a:pt x="116930" y="47249"/>
                    <a:pt x="116244" y="46275"/>
                  </a:cubicBezTo>
                  <a:cubicBezTo>
                    <a:pt x="115595" y="45373"/>
                    <a:pt x="115198" y="44327"/>
                    <a:pt x="115198" y="43101"/>
                  </a:cubicBezTo>
                  <a:cubicBezTo>
                    <a:pt x="115198" y="42091"/>
                    <a:pt x="115451" y="40937"/>
                    <a:pt x="115992" y="39530"/>
                  </a:cubicBezTo>
                  <a:cubicBezTo>
                    <a:pt x="116677" y="37655"/>
                    <a:pt x="118228" y="35419"/>
                    <a:pt x="120031" y="33327"/>
                  </a:cubicBezTo>
                  <a:cubicBezTo>
                    <a:pt x="121835" y="31199"/>
                    <a:pt x="123927" y="29179"/>
                    <a:pt x="125694" y="27772"/>
                  </a:cubicBezTo>
                  <a:cubicBezTo>
                    <a:pt x="126884" y="26835"/>
                    <a:pt x="127930" y="26149"/>
                    <a:pt x="128723" y="25861"/>
                  </a:cubicBezTo>
                  <a:cubicBezTo>
                    <a:pt x="130022" y="25428"/>
                    <a:pt x="131392" y="24887"/>
                    <a:pt x="132547" y="24887"/>
                  </a:cubicBezTo>
                  <a:cubicBezTo>
                    <a:pt x="132907" y="24887"/>
                    <a:pt x="133268" y="24923"/>
                    <a:pt x="133556" y="25067"/>
                  </a:cubicBezTo>
                  <a:cubicBezTo>
                    <a:pt x="133881" y="25176"/>
                    <a:pt x="134170" y="25392"/>
                    <a:pt x="134386" y="25681"/>
                  </a:cubicBezTo>
                  <a:cubicBezTo>
                    <a:pt x="134819" y="26258"/>
                    <a:pt x="135071" y="27123"/>
                    <a:pt x="135071" y="28386"/>
                  </a:cubicBezTo>
                  <a:cubicBezTo>
                    <a:pt x="135071" y="28458"/>
                    <a:pt x="135071" y="28566"/>
                    <a:pt x="135071" y="28638"/>
                  </a:cubicBezTo>
                  <a:cubicBezTo>
                    <a:pt x="134999" y="30874"/>
                    <a:pt x="133701" y="32714"/>
                    <a:pt x="132258" y="34192"/>
                  </a:cubicBezTo>
                  <a:cubicBezTo>
                    <a:pt x="130815" y="35707"/>
                    <a:pt x="129192" y="36897"/>
                    <a:pt x="128399" y="37691"/>
                  </a:cubicBezTo>
                  <a:cubicBezTo>
                    <a:pt x="128182" y="37943"/>
                    <a:pt x="128038" y="38160"/>
                    <a:pt x="127966" y="38268"/>
                  </a:cubicBezTo>
                  <a:cubicBezTo>
                    <a:pt x="127641" y="39025"/>
                    <a:pt x="127461" y="39927"/>
                    <a:pt x="127461" y="40937"/>
                  </a:cubicBezTo>
                  <a:cubicBezTo>
                    <a:pt x="127461" y="41947"/>
                    <a:pt x="127641" y="43029"/>
                    <a:pt x="128074" y="44111"/>
                  </a:cubicBezTo>
                  <a:cubicBezTo>
                    <a:pt x="128507" y="45193"/>
                    <a:pt x="129842" y="47681"/>
                    <a:pt x="131501" y="50459"/>
                  </a:cubicBezTo>
                  <a:cubicBezTo>
                    <a:pt x="133124" y="53236"/>
                    <a:pt x="135107" y="56338"/>
                    <a:pt x="136911" y="58610"/>
                  </a:cubicBezTo>
                  <a:cubicBezTo>
                    <a:pt x="139580" y="62072"/>
                    <a:pt x="144882" y="68709"/>
                    <a:pt x="147767" y="72748"/>
                  </a:cubicBezTo>
                  <a:cubicBezTo>
                    <a:pt x="148741" y="74083"/>
                    <a:pt x="149426" y="75129"/>
                    <a:pt x="149715" y="75706"/>
                  </a:cubicBezTo>
                  <a:cubicBezTo>
                    <a:pt x="150039" y="76427"/>
                    <a:pt x="150256" y="76968"/>
                    <a:pt x="150256" y="77509"/>
                  </a:cubicBezTo>
                  <a:cubicBezTo>
                    <a:pt x="150256" y="78086"/>
                    <a:pt x="150039" y="78591"/>
                    <a:pt x="149715" y="79240"/>
                  </a:cubicBezTo>
                  <a:cubicBezTo>
                    <a:pt x="149390" y="79889"/>
                    <a:pt x="148885" y="80719"/>
                    <a:pt x="148272" y="81909"/>
                  </a:cubicBezTo>
                  <a:cubicBezTo>
                    <a:pt x="147262" y="83749"/>
                    <a:pt x="145206" y="86237"/>
                    <a:pt x="143403" y="88257"/>
                  </a:cubicBezTo>
                  <a:cubicBezTo>
                    <a:pt x="142068" y="89772"/>
                    <a:pt x="140842" y="90998"/>
                    <a:pt x="140301" y="91575"/>
                  </a:cubicBezTo>
                  <a:lnTo>
                    <a:pt x="140914" y="91864"/>
                  </a:lnTo>
                  <a:cubicBezTo>
                    <a:pt x="141022" y="91792"/>
                    <a:pt x="141203" y="91647"/>
                    <a:pt x="141455" y="91503"/>
                  </a:cubicBezTo>
                  <a:cubicBezTo>
                    <a:pt x="141888" y="91178"/>
                    <a:pt x="142465" y="90782"/>
                    <a:pt x="143150" y="90313"/>
                  </a:cubicBezTo>
                  <a:cubicBezTo>
                    <a:pt x="144521" y="89339"/>
                    <a:pt x="146252" y="88149"/>
                    <a:pt x="147587" y="87139"/>
                  </a:cubicBezTo>
                  <a:cubicBezTo>
                    <a:pt x="149931" y="85372"/>
                    <a:pt x="153105" y="84145"/>
                    <a:pt x="153970" y="83821"/>
                  </a:cubicBezTo>
                  <a:cubicBezTo>
                    <a:pt x="153934" y="83280"/>
                    <a:pt x="153826" y="81873"/>
                    <a:pt x="153826" y="79962"/>
                  </a:cubicBezTo>
                  <a:cubicBezTo>
                    <a:pt x="153826" y="76102"/>
                    <a:pt x="154151" y="70260"/>
                    <a:pt x="155882" y="65427"/>
                  </a:cubicBezTo>
                  <a:cubicBezTo>
                    <a:pt x="157289" y="61495"/>
                    <a:pt x="159381" y="55400"/>
                    <a:pt x="161256" y="49701"/>
                  </a:cubicBezTo>
                  <a:cubicBezTo>
                    <a:pt x="163131" y="44003"/>
                    <a:pt x="164755" y="38665"/>
                    <a:pt x="165187" y="36429"/>
                  </a:cubicBezTo>
                  <a:cubicBezTo>
                    <a:pt x="165368" y="35419"/>
                    <a:pt x="165476" y="34481"/>
                    <a:pt x="165548" y="33651"/>
                  </a:cubicBezTo>
                  <a:cubicBezTo>
                    <a:pt x="149137" y="15293"/>
                    <a:pt x="130346" y="1"/>
                    <a:pt x="116930" y="1"/>
                  </a:cubicBezTo>
                  <a:close/>
                  <a:moveTo>
                    <a:pt x="171499" y="40540"/>
                  </a:moveTo>
                  <a:cubicBezTo>
                    <a:pt x="171391" y="40612"/>
                    <a:pt x="171283" y="40721"/>
                    <a:pt x="171211" y="40829"/>
                  </a:cubicBezTo>
                  <a:cubicBezTo>
                    <a:pt x="170850" y="41262"/>
                    <a:pt x="170561" y="41766"/>
                    <a:pt x="170381" y="42163"/>
                  </a:cubicBezTo>
                  <a:cubicBezTo>
                    <a:pt x="170237" y="42416"/>
                    <a:pt x="170165" y="42632"/>
                    <a:pt x="170165" y="42704"/>
                  </a:cubicBezTo>
                  <a:lnTo>
                    <a:pt x="170129" y="42740"/>
                  </a:lnTo>
                  <a:lnTo>
                    <a:pt x="170129" y="42812"/>
                  </a:lnTo>
                  <a:cubicBezTo>
                    <a:pt x="170129" y="42885"/>
                    <a:pt x="170129" y="42993"/>
                    <a:pt x="170092" y="43101"/>
                  </a:cubicBezTo>
                  <a:cubicBezTo>
                    <a:pt x="170056" y="43353"/>
                    <a:pt x="170020" y="43714"/>
                    <a:pt x="169984" y="44147"/>
                  </a:cubicBezTo>
                  <a:cubicBezTo>
                    <a:pt x="169876" y="45013"/>
                    <a:pt x="169732" y="46275"/>
                    <a:pt x="169587" y="47754"/>
                  </a:cubicBezTo>
                  <a:cubicBezTo>
                    <a:pt x="169263" y="50783"/>
                    <a:pt x="168830" y="54823"/>
                    <a:pt x="168397" y="59115"/>
                  </a:cubicBezTo>
                  <a:cubicBezTo>
                    <a:pt x="167496" y="67663"/>
                    <a:pt x="166522" y="77112"/>
                    <a:pt x="166125" y="80899"/>
                  </a:cubicBezTo>
                  <a:cubicBezTo>
                    <a:pt x="165728" y="84722"/>
                    <a:pt x="165223" y="87716"/>
                    <a:pt x="163817" y="90818"/>
                  </a:cubicBezTo>
                  <a:cubicBezTo>
                    <a:pt x="162446" y="93920"/>
                    <a:pt x="160174" y="97093"/>
                    <a:pt x="156279" y="101385"/>
                  </a:cubicBezTo>
                  <a:cubicBezTo>
                    <a:pt x="148813" y="109609"/>
                    <a:pt x="139940" y="113360"/>
                    <a:pt x="139183" y="113648"/>
                  </a:cubicBezTo>
                  <a:lnTo>
                    <a:pt x="127533" y="124072"/>
                  </a:lnTo>
                  <a:cubicBezTo>
                    <a:pt x="127533" y="124360"/>
                    <a:pt x="127461" y="125370"/>
                    <a:pt x="127209" y="128796"/>
                  </a:cubicBezTo>
                  <a:cubicBezTo>
                    <a:pt x="127064" y="130924"/>
                    <a:pt x="126523" y="132547"/>
                    <a:pt x="125982" y="133738"/>
                  </a:cubicBezTo>
                  <a:cubicBezTo>
                    <a:pt x="125441" y="134928"/>
                    <a:pt x="124864" y="135721"/>
                    <a:pt x="124612" y="136154"/>
                  </a:cubicBezTo>
                  <a:cubicBezTo>
                    <a:pt x="124612" y="136190"/>
                    <a:pt x="124612" y="136190"/>
                    <a:pt x="124612" y="136190"/>
                  </a:cubicBezTo>
                  <a:cubicBezTo>
                    <a:pt x="124540" y="136298"/>
                    <a:pt x="124504" y="136407"/>
                    <a:pt x="124504" y="136443"/>
                  </a:cubicBezTo>
                  <a:cubicBezTo>
                    <a:pt x="124504" y="136515"/>
                    <a:pt x="124468" y="136623"/>
                    <a:pt x="124468" y="136731"/>
                  </a:cubicBezTo>
                  <a:cubicBezTo>
                    <a:pt x="124431" y="136803"/>
                    <a:pt x="124395" y="136875"/>
                    <a:pt x="124395" y="136984"/>
                  </a:cubicBezTo>
                  <a:cubicBezTo>
                    <a:pt x="124395" y="136984"/>
                    <a:pt x="124359" y="137020"/>
                    <a:pt x="124359" y="137020"/>
                  </a:cubicBezTo>
                  <a:cubicBezTo>
                    <a:pt x="124359" y="137056"/>
                    <a:pt x="124359" y="137056"/>
                    <a:pt x="124359" y="137092"/>
                  </a:cubicBezTo>
                  <a:cubicBezTo>
                    <a:pt x="124359" y="137092"/>
                    <a:pt x="124359" y="137092"/>
                    <a:pt x="124359" y="137128"/>
                  </a:cubicBezTo>
                  <a:cubicBezTo>
                    <a:pt x="124251" y="137453"/>
                    <a:pt x="124107" y="137849"/>
                    <a:pt x="123963" y="138354"/>
                  </a:cubicBezTo>
                  <a:cubicBezTo>
                    <a:pt x="123638" y="139364"/>
                    <a:pt x="123205" y="140699"/>
                    <a:pt x="122736" y="142105"/>
                  </a:cubicBezTo>
                  <a:cubicBezTo>
                    <a:pt x="121726" y="144991"/>
                    <a:pt x="120464" y="148345"/>
                    <a:pt x="119346" y="150653"/>
                  </a:cubicBezTo>
                  <a:cubicBezTo>
                    <a:pt x="118192" y="152961"/>
                    <a:pt x="117146" y="154837"/>
                    <a:pt x="115379" y="156640"/>
                  </a:cubicBezTo>
                  <a:cubicBezTo>
                    <a:pt x="113647" y="158444"/>
                    <a:pt x="111195" y="160139"/>
                    <a:pt x="107300" y="162122"/>
                  </a:cubicBezTo>
                  <a:cubicBezTo>
                    <a:pt x="100555" y="165549"/>
                    <a:pt x="95506" y="169228"/>
                    <a:pt x="94388" y="170093"/>
                  </a:cubicBezTo>
                  <a:cubicBezTo>
                    <a:pt x="94207" y="170202"/>
                    <a:pt x="94135" y="170274"/>
                    <a:pt x="94135" y="170274"/>
                  </a:cubicBezTo>
                  <a:cubicBezTo>
                    <a:pt x="94063" y="170310"/>
                    <a:pt x="93991" y="170310"/>
                    <a:pt x="93955" y="170310"/>
                  </a:cubicBezTo>
                  <a:cubicBezTo>
                    <a:pt x="93883" y="170310"/>
                    <a:pt x="93811" y="170310"/>
                    <a:pt x="93738" y="170274"/>
                  </a:cubicBezTo>
                  <a:lnTo>
                    <a:pt x="88473" y="165982"/>
                  </a:lnTo>
                  <a:cubicBezTo>
                    <a:pt x="88364" y="165910"/>
                    <a:pt x="88328" y="165729"/>
                    <a:pt x="88400" y="165621"/>
                  </a:cubicBezTo>
                  <a:cubicBezTo>
                    <a:pt x="88400" y="165621"/>
                    <a:pt x="88869" y="164828"/>
                    <a:pt x="89591" y="163637"/>
                  </a:cubicBezTo>
                  <a:cubicBezTo>
                    <a:pt x="90312" y="162411"/>
                    <a:pt x="91286" y="160788"/>
                    <a:pt x="92296" y="159057"/>
                  </a:cubicBezTo>
                  <a:cubicBezTo>
                    <a:pt x="94352" y="155558"/>
                    <a:pt x="96588" y="151663"/>
                    <a:pt x="97381" y="150040"/>
                  </a:cubicBezTo>
                  <a:cubicBezTo>
                    <a:pt x="98211" y="148309"/>
                    <a:pt x="100194" y="146830"/>
                    <a:pt x="101926" y="145748"/>
                  </a:cubicBezTo>
                  <a:cubicBezTo>
                    <a:pt x="103404" y="144810"/>
                    <a:pt x="104739" y="144197"/>
                    <a:pt x="105136" y="144017"/>
                  </a:cubicBezTo>
                  <a:lnTo>
                    <a:pt x="107336" y="137200"/>
                  </a:lnTo>
                  <a:cubicBezTo>
                    <a:pt x="107336" y="137200"/>
                    <a:pt x="107336" y="137200"/>
                    <a:pt x="107336" y="137164"/>
                  </a:cubicBezTo>
                  <a:lnTo>
                    <a:pt x="107624" y="136298"/>
                  </a:lnTo>
                  <a:lnTo>
                    <a:pt x="107624" y="136298"/>
                  </a:lnTo>
                  <a:cubicBezTo>
                    <a:pt x="106326" y="136479"/>
                    <a:pt x="102575" y="136984"/>
                    <a:pt x="98066" y="136984"/>
                  </a:cubicBezTo>
                  <a:cubicBezTo>
                    <a:pt x="95470" y="136984"/>
                    <a:pt x="92620" y="136803"/>
                    <a:pt x="89843" y="136334"/>
                  </a:cubicBezTo>
                  <a:cubicBezTo>
                    <a:pt x="81872" y="135000"/>
                    <a:pt x="74803" y="130456"/>
                    <a:pt x="73649" y="129698"/>
                  </a:cubicBezTo>
                  <a:cubicBezTo>
                    <a:pt x="72747" y="130275"/>
                    <a:pt x="68491" y="133088"/>
                    <a:pt x="65786" y="134856"/>
                  </a:cubicBezTo>
                  <a:cubicBezTo>
                    <a:pt x="64813" y="135469"/>
                    <a:pt x="64019" y="135974"/>
                    <a:pt x="63694" y="136190"/>
                  </a:cubicBezTo>
                  <a:cubicBezTo>
                    <a:pt x="63586" y="136226"/>
                    <a:pt x="63550" y="136262"/>
                    <a:pt x="63514" y="136298"/>
                  </a:cubicBezTo>
                  <a:lnTo>
                    <a:pt x="63478" y="136371"/>
                  </a:lnTo>
                  <a:cubicBezTo>
                    <a:pt x="63406" y="136443"/>
                    <a:pt x="63370" y="136551"/>
                    <a:pt x="63298" y="136659"/>
                  </a:cubicBezTo>
                  <a:cubicBezTo>
                    <a:pt x="63153" y="136948"/>
                    <a:pt x="62937" y="137344"/>
                    <a:pt x="62721" y="137849"/>
                  </a:cubicBezTo>
                  <a:cubicBezTo>
                    <a:pt x="62252" y="138859"/>
                    <a:pt x="61567" y="140194"/>
                    <a:pt x="60773" y="141745"/>
                  </a:cubicBezTo>
                  <a:cubicBezTo>
                    <a:pt x="59114" y="144774"/>
                    <a:pt x="56842" y="148489"/>
                    <a:pt x="53992" y="151302"/>
                  </a:cubicBezTo>
                  <a:cubicBezTo>
                    <a:pt x="51576" y="153683"/>
                    <a:pt x="50205" y="155666"/>
                    <a:pt x="49412" y="157181"/>
                  </a:cubicBezTo>
                  <a:lnTo>
                    <a:pt x="110041" y="176369"/>
                  </a:lnTo>
                  <a:lnTo>
                    <a:pt x="167532" y="194439"/>
                  </a:lnTo>
                  <a:cubicBezTo>
                    <a:pt x="167640" y="194475"/>
                    <a:pt x="167712" y="194547"/>
                    <a:pt x="167748" y="194655"/>
                  </a:cubicBezTo>
                  <a:lnTo>
                    <a:pt x="177234" y="197649"/>
                  </a:lnTo>
                  <a:cubicBezTo>
                    <a:pt x="177234" y="197649"/>
                    <a:pt x="178532" y="195449"/>
                    <a:pt x="184303" y="186143"/>
                  </a:cubicBezTo>
                  <a:cubicBezTo>
                    <a:pt x="185060" y="184917"/>
                    <a:pt x="185385" y="183366"/>
                    <a:pt x="185385" y="181599"/>
                  </a:cubicBezTo>
                  <a:cubicBezTo>
                    <a:pt x="185421" y="170526"/>
                    <a:pt x="172256" y="150761"/>
                    <a:pt x="172256" y="140879"/>
                  </a:cubicBezTo>
                  <a:cubicBezTo>
                    <a:pt x="172256" y="140626"/>
                    <a:pt x="172256" y="140410"/>
                    <a:pt x="172293" y="140158"/>
                  </a:cubicBezTo>
                  <a:cubicBezTo>
                    <a:pt x="173086" y="129626"/>
                    <a:pt x="200894" y="112314"/>
                    <a:pt x="200858" y="92333"/>
                  </a:cubicBezTo>
                  <a:cubicBezTo>
                    <a:pt x="200858" y="91323"/>
                    <a:pt x="200786" y="90313"/>
                    <a:pt x="200641" y="89303"/>
                  </a:cubicBezTo>
                  <a:cubicBezTo>
                    <a:pt x="199199" y="79421"/>
                    <a:pt x="187008" y="59223"/>
                    <a:pt x="171499" y="40540"/>
                  </a:cubicBezTo>
                  <a:close/>
                </a:path>
              </a:pathLst>
            </a:custGeom>
            <a:solidFill>
              <a:srgbClr val="D6EEFE"/>
            </a:solidFill>
            <a:ln>
              <a:noFill/>
            </a:ln>
          </p:spPr>
          <p:txBody>
            <a:bodyPr spcFirstLastPara="1" wrap="square" lIns="182850" tIns="182850" rIns="182850" bIns="182850" anchor="ctr" anchorCtr="0">
              <a:noAutofit/>
            </a:bodyPr>
            <a:lstStyle/>
            <a:p>
              <a:endParaRPr sz="3600" dirty="0"/>
            </a:p>
          </p:txBody>
        </p:sp>
        <p:sp>
          <p:nvSpPr>
            <p:cNvPr id="2158" name="Google Shape;2158;p38"/>
            <p:cNvSpPr/>
            <p:nvPr/>
          </p:nvSpPr>
          <p:spPr>
            <a:xfrm>
              <a:off x="5625075" y="5303525"/>
              <a:ext cx="225425" cy="80725"/>
            </a:xfrm>
            <a:custGeom>
              <a:avLst/>
              <a:gdLst/>
              <a:ahLst/>
              <a:cxnLst/>
              <a:rect l="l" t="t" r="r" b="b"/>
              <a:pathLst>
                <a:path w="9017" h="3229" extrusionOk="0">
                  <a:moveTo>
                    <a:pt x="359" y="0"/>
                  </a:moveTo>
                  <a:cubicBezTo>
                    <a:pt x="233" y="0"/>
                    <a:pt x="102" y="75"/>
                    <a:pt x="72" y="226"/>
                  </a:cubicBezTo>
                  <a:cubicBezTo>
                    <a:pt x="0" y="370"/>
                    <a:pt x="108" y="550"/>
                    <a:pt x="253" y="586"/>
                  </a:cubicBezTo>
                  <a:lnTo>
                    <a:pt x="8584" y="3219"/>
                  </a:lnTo>
                  <a:cubicBezTo>
                    <a:pt x="8614" y="3225"/>
                    <a:pt x="8643" y="3228"/>
                    <a:pt x="8671" y="3228"/>
                  </a:cubicBezTo>
                  <a:cubicBezTo>
                    <a:pt x="8810" y="3228"/>
                    <a:pt x="8921" y="3153"/>
                    <a:pt x="8981" y="3003"/>
                  </a:cubicBezTo>
                  <a:cubicBezTo>
                    <a:pt x="9017" y="2858"/>
                    <a:pt x="8945" y="2678"/>
                    <a:pt x="8764" y="2642"/>
                  </a:cubicBezTo>
                  <a:lnTo>
                    <a:pt x="433" y="9"/>
                  </a:lnTo>
                  <a:cubicBezTo>
                    <a:pt x="409" y="3"/>
                    <a:pt x="384" y="0"/>
                    <a:pt x="359"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59" name="Google Shape;2159;p38"/>
            <p:cNvSpPr/>
            <p:nvPr/>
          </p:nvSpPr>
          <p:spPr>
            <a:xfrm>
              <a:off x="1607200" y="4042075"/>
              <a:ext cx="3884450" cy="1229450"/>
            </a:xfrm>
            <a:custGeom>
              <a:avLst/>
              <a:gdLst/>
              <a:ahLst/>
              <a:cxnLst/>
              <a:rect l="l" t="t" r="r" b="b"/>
              <a:pathLst>
                <a:path w="155378" h="49178" extrusionOk="0">
                  <a:moveTo>
                    <a:pt x="356" y="0"/>
                  </a:moveTo>
                  <a:cubicBezTo>
                    <a:pt x="231" y="0"/>
                    <a:pt x="102" y="70"/>
                    <a:pt x="72" y="190"/>
                  </a:cubicBezTo>
                  <a:cubicBezTo>
                    <a:pt x="0" y="370"/>
                    <a:pt x="108" y="550"/>
                    <a:pt x="253" y="586"/>
                  </a:cubicBezTo>
                  <a:lnTo>
                    <a:pt x="154944" y="49169"/>
                  </a:lnTo>
                  <a:cubicBezTo>
                    <a:pt x="154968" y="49175"/>
                    <a:pt x="154993" y="49178"/>
                    <a:pt x="155019" y="49178"/>
                  </a:cubicBezTo>
                  <a:cubicBezTo>
                    <a:pt x="155145" y="49178"/>
                    <a:pt x="155275" y="49103"/>
                    <a:pt x="155305" y="48952"/>
                  </a:cubicBezTo>
                  <a:cubicBezTo>
                    <a:pt x="155377" y="48808"/>
                    <a:pt x="155269" y="48628"/>
                    <a:pt x="155125" y="48592"/>
                  </a:cubicBezTo>
                  <a:lnTo>
                    <a:pt x="433" y="9"/>
                  </a:lnTo>
                  <a:cubicBezTo>
                    <a:pt x="408" y="3"/>
                    <a:pt x="382" y="0"/>
                    <a:pt x="356"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60" name="Google Shape;2160;p38"/>
            <p:cNvSpPr/>
            <p:nvPr/>
          </p:nvSpPr>
          <p:spPr>
            <a:xfrm>
              <a:off x="2109425" y="4449850"/>
              <a:ext cx="1904375" cy="1019825"/>
            </a:xfrm>
            <a:custGeom>
              <a:avLst/>
              <a:gdLst/>
              <a:ahLst/>
              <a:cxnLst/>
              <a:rect l="l" t="t" r="r" b="b"/>
              <a:pathLst>
                <a:path w="76175" h="40793" extrusionOk="0">
                  <a:moveTo>
                    <a:pt x="16880" y="1"/>
                  </a:moveTo>
                  <a:lnTo>
                    <a:pt x="0" y="20775"/>
                  </a:lnTo>
                  <a:lnTo>
                    <a:pt x="57419" y="40792"/>
                  </a:lnTo>
                  <a:lnTo>
                    <a:pt x="76174" y="20018"/>
                  </a:lnTo>
                  <a:lnTo>
                    <a:pt x="16880" y="1"/>
                  </a:ln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2161" name="Google Shape;2161;p38"/>
            <p:cNvSpPr/>
            <p:nvPr/>
          </p:nvSpPr>
          <p:spPr>
            <a:xfrm>
              <a:off x="2101300" y="4442275"/>
              <a:ext cx="1920600" cy="1034975"/>
            </a:xfrm>
            <a:custGeom>
              <a:avLst/>
              <a:gdLst/>
              <a:ahLst/>
              <a:cxnLst/>
              <a:rect l="l" t="t" r="r" b="b"/>
              <a:pathLst>
                <a:path w="76824" h="41399" extrusionOk="0">
                  <a:moveTo>
                    <a:pt x="17313" y="628"/>
                  </a:moveTo>
                  <a:lnTo>
                    <a:pt x="75994" y="20465"/>
                  </a:lnTo>
                  <a:lnTo>
                    <a:pt x="57671" y="40756"/>
                  </a:lnTo>
                  <a:lnTo>
                    <a:pt x="57671" y="40756"/>
                  </a:lnTo>
                  <a:lnTo>
                    <a:pt x="830" y="20934"/>
                  </a:lnTo>
                  <a:lnTo>
                    <a:pt x="17313" y="628"/>
                  </a:lnTo>
                  <a:close/>
                  <a:moveTo>
                    <a:pt x="17220" y="1"/>
                  </a:moveTo>
                  <a:cubicBezTo>
                    <a:pt x="17133" y="1"/>
                    <a:pt x="17041" y="34"/>
                    <a:pt x="16988" y="87"/>
                  </a:cubicBezTo>
                  <a:lnTo>
                    <a:pt x="73" y="20862"/>
                  </a:lnTo>
                  <a:cubicBezTo>
                    <a:pt x="37" y="20970"/>
                    <a:pt x="1" y="21042"/>
                    <a:pt x="37" y="21150"/>
                  </a:cubicBezTo>
                  <a:cubicBezTo>
                    <a:pt x="73" y="21259"/>
                    <a:pt x="145" y="21331"/>
                    <a:pt x="217" y="21367"/>
                  </a:cubicBezTo>
                  <a:lnTo>
                    <a:pt x="57636" y="41384"/>
                  </a:lnTo>
                  <a:cubicBezTo>
                    <a:pt x="57665" y="41394"/>
                    <a:pt x="57697" y="41398"/>
                    <a:pt x="57729" y="41398"/>
                  </a:cubicBezTo>
                  <a:cubicBezTo>
                    <a:pt x="57816" y="41398"/>
                    <a:pt x="57908" y="41365"/>
                    <a:pt x="57961" y="41312"/>
                  </a:cubicBezTo>
                  <a:lnTo>
                    <a:pt x="76716" y="20537"/>
                  </a:lnTo>
                  <a:cubicBezTo>
                    <a:pt x="76788" y="20429"/>
                    <a:pt x="76824" y="20357"/>
                    <a:pt x="76788" y="20249"/>
                  </a:cubicBezTo>
                  <a:cubicBezTo>
                    <a:pt x="76788" y="20140"/>
                    <a:pt x="76716" y="20068"/>
                    <a:pt x="76607" y="20032"/>
                  </a:cubicBezTo>
                  <a:lnTo>
                    <a:pt x="17313" y="15"/>
                  </a:lnTo>
                  <a:cubicBezTo>
                    <a:pt x="17284" y="5"/>
                    <a:pt x="17252" y="1"/>
                    <a:pt x="17220"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62" name="Google Shape;2162;p38"/>
            <p:cNvSpPr/>
            <p:nvPr/>
          </p:nvSpPr>
          <p:spPr>
            <a:xfrm>
              <a:off x="2372725" y="4594125"/>
              <a:ext cx="1442700" cy="737600"/>
            </a:xfrm>
            <a:custGeom>
              <a:avLst/>
              <a:gdLst/>
              <a:ahLst/>
              <a:cxnLst/>
              <a:rect l="l" t="t" r="r" b="b"/>
              <a:pathLst>
                <a:path w="57708" h="29504" extrusionOk="0">
                  <a:moveTo>
                    <a:pt x="12587" y="0"/>
                  </a:moveTo>
                  <a:lnTo>
                    <a:pt x="0" y="14571"/>
                  </a:lnTo>
                  <a:lnTo>
                    <a:pt x="45084" y="29503"/>
                  </a:lnTo>
                  <a:lnTo>
                    <a:pt x="57707" y="15906"/>
                  </a:lnTo>
                  <a:lnTo>
                    <a:pt x="12587" y="0"/>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63" name="Google Shape;2163;p38"/>
            <p:cNvSpPr/>
            <p:nvPr/>
          </p:nvSpPr>
          <p:spPr>
            <a:xfrm>
              <a:off x="2364600" y="4586550"/>
              <a:ext cx="1458025" cy="752725"/>
            </a:xfrm>
            <a:custGeom>
              <a:avLst/>
              <a:gdLst/>
              <a:ahLst/>
              <a:cxnLst/>
              <a:rect l="l" t="t" r="r" b="b"/>
              <a:pathLst>
                <a:path w="58321" h="30109" extrusionOk="0">
                  <a:moveTo>
                    <a:pt x="13021" y="628"/>
                  </a:moveTo>
                  <a:lnTo>
                    <a:pt x="57491" y="16353"/>
                  </a:lnTo>
                  <a:lnTo>
                    <a:pt x="45320" y="29452"/>
                  </a:lnTo>
                  <a:lnTo>
                    <a:pt x="45320" y="29452"/>
                  </a:lnTo>
                  <a:lnTo>
                    <a:pt x="830" y="14730"/>
                  </a:lnTo>
                  <a:lnTo>
                    <a:pt x="13021" y="628"/>
                  </a:lnTo>
                  <a:close/>
                  <a:moveTo>
                    <a:pt x="12928" y="1"/>
                  </a:moveTo>
                  <a:cubicBezTo>
                    <a:pt x="12840" y="1"/>
                    <a:pt x="12749" y="34"/>
                    <a:pt x="12696" y="87"/>
                  </a:cubicBezTo>
                  <a:lnTo>
                    <a:pt x="73" y="14694"/>
                  </a:lnTo>
                  <a:cubicBezTo>
                    <a:pt x="0" y="14766"/>
                    <a:pt x="0" y="14874"/>
                    <a:pt x="37" y="14947"/>
                  </a:cubicBezTo>
                  <a:cubicBezTo>
                    <a:pt x="37" y="15055"/>
                    <a:pt x="109" y="15127"/>
                    <a:pt x="217" y="15163"/>
                  </a:cubicBezTo>
                  <a:lnTo>
                    <a:pt x="45337" y="30095"/>
                  </a:lnTo>
                  <a:cubicBezTo>
                    <a:pt x="45366" y="30104"/>
                    <a:pt x="45395" y="30109"/>
                    <a:pt x="45423" y="30109"/>
                  </a:cubicBezTo>
                  <a:cubicBezTo>
                    <a:pt x="45500" y="30109"/>
                    <a:pt x="45573" y="30075"/>
                    <a:pt x="45625" y="30023"/>
                  </a:cubicBezTo>
                  <a:lnTo>
                    <a:pt x="58249" y="16425"/>
                  </a:lnTo>
                  <a:cubicBezTo>
                    <a:pt x="58321" y="16353"/>
                    <a:pt x="58321" y="16245"/>
                    <a:pt x="58321" y="16137"/>
                  </a:cubicBezTo>
                  <a:cubicBezTo>
                    <a:pt x="58285" y="16029"/>
                    <a:pt x="58213" y="15956"/>
                    <a:pt x="58105" y="15920"/>
                  </a:cubicBezTo>
                  <a:lnTo>
                    <a:pt x="13021" y="15"/>
                  </a:lnTo>
                  <a:cubicBezTo>
                    <a:pt x="12992" y="5"/>
                    <a:pt x="12960" y="1"/>
                    <a:pt x="12928"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64" name="Google Shape;2164;p38"/>
            <p:cNvSpPr/>
            <p:nvPr/>
          </p:nvSpPr>
          <p:spPr>
            <a:xfrm>
              <a:off x="2342050" y="1025400"/>
              <a:ext cx="3594125" cy="3621050"/>
            </a:xfrm>
            <a:custGeom>
              <a:avLst/>
              <a:gdLst/>
              <a:ahLst/>
              <a:cxnLst/>
              <a:rect l="l" t="t" r="r" b="b"/>
              <a:pathLst>
                <a:path w="143765" h="144842" extrusionOk="0">
                  <a:moveTo>
                    <a:pt x="90743" y="0"/>
                  </a:moveTo>
                  <a:cubicBezTo>
                    <a:pt x="89664" y="0"/>
                    <a:pt x="88322" y="517"/>
                    <a:pt x="87031" y="969"/>
                  </a:cubicBezTo>
                  <a:cubicBezTo>
                    <a:pt x="84109" y="1979"/>
                    <a:pt x="76247" y="9626"/>
                    <a:pt x="74443" y="14422"/>
                  </a:cubicBezTo>
                  <a:cubicBezTo>
                    <a:pt x="72676" y="19255"/>
                    <a:pt x="74227" y="20842"/>
                    <a:pt x="77365" y="23728"/>
                  </a:cubicBezTo>
                  <a:cubicBezTo>
                    <a:pt x="80503" y="26649"/>
                    <a:pt x="84326" y="32600"/>
                    <a:pt x="86345" y="38227"/>
                  </a:cubicBezTo>
                  <a:cubicBezTo>
                    <a:pt x="88365" y="43817"/>
                    <a:pt x="90926" y="49191"/>
                    <a:pt x="95074" y="50670"/>
                  </a:cubicBezTo>
                  <a:cubicBezTo>
                    <a:pt x="95074" y="50670"/>
                    <a:pt x="88473" y="53808"/>
                    <a:pt x="84109" y="56946"/>
                  </a:cubicBezTo>
                  <a:cubicBezTo>
                    <a:pt x="79709" y="60083"/>
                    <a:pt x="77581" y="61526"/>
                    <a:pt x="77581" y="61526"/>
                  </a:cubicBezTo>
                  <a:cubicBezTo>
                    <a:pt x="77581" y="61526"/>
                    <a:pt x="71666" y="63221"/>
                    <a:pt x="69394" y="66143"/>
                  </a:cubicBezTo>
                  <a:cubicBezTo>
                    <a:pt x="67158" y="69028"/>
                    <a:pt x="66256" y="70940"/>
                    <a:pt x="66256" y="70940"/>
                  </a:cubicBezTo>
                  <a:cubicBezTo>
                    <a:pt x="66256" y="70940"/>
                    <a:pt x="45986" y="74438"/>
                    <a:pt x="39711" y="79812"/>
                  </a:cubicBezTo>
                  <a:cubicBezTo>
                    <a:pt x="39711" y="79812"/>
                    <a:pt x="30405" y="82265"/>
                    <a:pt x="26474" y="85980"/>
                  </a:cubicBezTo>
                  <a:cubicBezTo>
                    <a:pt x="22543" y="89695"/>
                    <a:pt x="20739" y="96511"/>
                    <a:pt x="20739" y="96511"/>
                  </a:cubicBezTo>
                  <a:cubicBezTo>
                    <a:pt x="20739" y="96511"/>
                    <a:pt x="15474" y="101020"/>
                    <a:pt x="13021" y="102354"/>
                  </a:cubicBezTo>
                  <a:cubicBezTo>
                    <a:pt x="10532" y="103689"/>
                    <a:pt x="6493" y="106285"/>
                    <a:pt x="4473" y="112345"/>
                  </a:cubicBezTo>
                  <a:cubicBezTo>
                    <a:pt x="2453" y="118368"/>
                    <a:pt x="1" y="132073"/>
                    <a:pt x="1" y="132073"/>
                  </a:cubicBezTo>
                  <a:lnTo>
                    <a:pt x="6276" y="134995"/>
                  </a:lnTo>
                  <a:cubicBezTo>
                    <a:pt x="6276" y="134995"/>
                    <a:pt x="6385" y="131388"/>
                    <a:pt x="12011" y="125906"/>
                  </a:cubicBezTo>
                  <a:cubicBezTo>
                    <a:pt x="17602" y="120388"/>
                    <a:pt x="21064" y="111082"/>
                    <a:pt x="21533" y="110866"/>
                  </a:cubicBezTo>
                  <a:cubicBezTo>
                    <a:pt x="21966" y="110650"/>
                    <a:pt x="31848" y="104157"/>
                    <a:pt x="31848" y="104157"/>
                  </a:cubicBezTo>
                  <a:cubicBezTo>
                    <a:pt x="31848" y="104157"/>
                    <a:pt x="39458" y="109423"/>
                    <a:pt x="48114" y="110866"/>
                  </a:cubicBezTo>
                  <a:cubicBezTo>
                    <a:pt x="50854" y="111336"/>
                    <a:pt x="53685" y="111496"/>
                    <a:pt x="56272" y="111496"/>
                  </a:cubicBezTo>
                  <a:cubicBezTo>
                    <a:pt x="61825" y="111496"/>
                    <a:pt x="66256" y="110758"/>
                    <a:pt x="66256" y="110758"/>
                  </a:cubicBezTo>
                  <a:lnTo>
                    <a:pt x="66256" y="110758"/>
                  </a:lnTo>
                  <a:lnTo>
                    <a:pt x="63587" y="119053"/>
                  </a:lnTo>
                  <a:cubicBezTo>
                    <a:pt x="63587" y="119053"/>
                    <a:pt x="57420" y="121758"/>
                    <a:pt x="55833" y="125004"/>
                  </a:cubicBezTo>
                  <a:cubicBezTo>
                    <a:pt x="54282" y="128250"/>
                    <a:pt x="46888" y="140585"/>
                    <a:pt x="46888" y="140585"/>
                  </a:cubicBezTo>
                  <a:lnTo>
                    <a:pt x="52154" y="144841"/>
                  </a:lnTo>
                  <a:cubicBezTo>
                    <a:pt x="52154" y="144841"/>
                    <a:pt x="57636" y="140585"/>
                    <a:pt x="65390" y="136654"/>
                  </a:cubicBezTo>
                  <a:cubicBezTo>
                    <a:pt x="73109" y="132723"/>
                    <a:pt x="75020" y="129945"/>
                    <a:pt x="77256" y="125329"/>
                  </a:cubicBezTo>
                  <a:cubicBezTo>
                    <a:pt x="79493" y="120748"/>
                    <a:pt x="82306" y="111984"/>
                    <a:pt x="82414" y="111191"/>
                  </a:cubicBezTo>
                  <a:cubicBezTo>
                    <a:pt x="82522" y="110433"/>
                    <a:pt x="84758" y="108413"/>
                    <a:pt x="85119" y="103580"/>
                  </a:cubicBezTo>
                  <a:lnTo>
                    <a:pt x="85444" y="98747"/>
                  </a:lnTo>
                  <a:lnTo>
                    <a:pt x="97202" y="88216"/>
                  </a:lnTo>
                  <a:cubicBezTo>
                    <a:pt x="97202" y="88216"/>
                    <a:pt x="106543" y="84537"/>
                    <a:pt x="114261" y="75989"/>
                  </a:cubicBezTo>
                  <a:cubicBezTo>
                    <a:pt x="122016" y="67477"/>
                    <a:pt x="123242" y="63329"/>
                    <a:pt x="124036" y="55719"/>
                  </a:cubicBezTo>
                  <a:cubicBezTo>
                    <a:pt x="124793" y="48073"/>
                    <a:pt x="127931" y="17921"/>
                    <a:pt x="128039" y="17452"/>
                  </a:cubicBezTo>
                  <a:cubicBezTo>
                    <a:pt x="128183" y="17019"/>
                    <a:pt x="129193" y="14783"/>
                    <a:pt x="130528" y="14567"/>
                  </a:cubicBezTo>
                  <a:cubicBezTo>
                    <a:pt x="130553" y="14562"/>
                    <a:pt x="130580" y="14560"/>
                    <a:pt x="130610" y="14560"/>
                  </a:cubicBezTo>
                  <a:cubicBezTo>
                    <a:pt x="132140" y="14560"/>
                    <a:pt x="139275" y="20855"/>
                    <a:pt x="140266" y="21492"/>
                  </a:cubicBezTo>
                  <a:cubicBezTo>
                    <a:pt x="140695" y="21783"/>
                    <a:pt x="141308" y="22009"/>
                    <a:pt x="141886" y="22009"/>
                  </a:cubicBezTo>
                  <a:cubicBezTo>
                    <a:pt x="142668" y="22009"/>
                    <a:pt x="143387" y="21596"/>
                    <a:pt x="143512" y="20374"/>
                  </a:cubicBezTo>
                  <a:cubicBezTo>
                    <a:pt x="143764" y="18246"/>
                    <a:pt x="141961" y="12980"/>
                    <a:pt x="136226" y="7245"/>
                  </a:cubicBezTo>
                  <a:cubicBezTo>
                    <a:pt x="132064" y="3083"/>
                    <a:pt x="128730" y="1480"/>
                    <a:pt x="126700" y="1480"/>
                  </a:cubicBezTo>
                  <a:cubicBezTo>
                    <a:pt x="125950" y="1480"/>
                    <a:pt x="125379" y="1698"/>
                    <a:pt x="125009" y="2087"/>
                  </a:cubicBezTo>
                  <a:cubicBezTo>
                    <a:pt x="123675" y="3566"/>
                    <a:pt x="124577" y="6704"/>
                    <a:pt x="123675" y="11285"/>
                  </a:cubicBezTo>
                  <a:cubicBezTo>
                    <a:pt x="122773" y="15901"/>
                    <a:pt x="117183" y="32492"/>
                    <a:pt x="114370" y="40355"/>
                  </a:cubicBezTo>
                  <a:cubicBezTo>
                    <a:pt x="111556" y="48181"/>
                    <a:pt x="112458" y="58857"/>
                    <a:pt x="112458" y="58857"/>
                  </a:cubicBezTo>
                  <a:cubicBezTo>
                    <a:pt x="112458" y="58857"/>
                    <a:pt x="108671" y="60192"/>
                    <a:pt x="105966" y="62211"/>
                  </a:cubicBezTo>
                  <a:cubicBezTo>
                    <a:pt x="103261" y="64231"/>
                    <a:pt x="99113" y="67044"/>
                    <a:pt x="99113" y="67044"/>
                  </a:cubicBezTo>
                  <a:lnTo>
                    <a:pt x="97995" y="66467"/>
                  </a:lnTo>
                  <a:cubicBezTo>
                    <a:pt x="97995" y="66467"/>
                    <a:pt x="104271" y="60192"/>
                    <a:pt x="106182" y="56585"/>
                  </a:cubicBezTo>
                  <a:cubicBezTo>
                    <a:pt x="108094" y="53014"/>
                    <a:pt x="108671" y="52798"/>
                    <a:pt x="107661" y="50670"/>
                  </a:cubicBezTo>
                  <a:cubicBezTo>
                    <a:pt x="106651" y="48542"/>
                    <a:pt x="98464" y="38227"/>
                    <a:pt x="94857" y="33610"/>
                  </a:cubicBezTo>
                  <a:cubicBezTo>
                    <a:pt x="91287" y="29030"/>
                    <a:pt x="86886" y="21275"/>
                    <a:pt x="86021" y="19039"/>
                  </a:cubicBezTo>
                  <a:cubicBezTo>
                    <a:pt x="85119" y="16803"/>
                    <a:pt x="85227" y="14567"/>
                    <a:pt x="85877" y="12980"/>
                  </a:cubicBezTo>
                  <a:cubicBezTo>
                    <a:pt x="86562" y="11393"/>
                    <a:pt x="92837" y="8255"/>
                    <a:pt x="92946" y="3458"/>
                  </a:cubicBezTo>
                  <a:cubicBezTo>
                    <a:pt x="93005" y="788"/>
                    <a:pt x="92075" y="0"/>
                    <a:pt x="90743"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165" name="Google Shape;2165;p38"/>
            <p:cNvSpPr/>
            <p:nvPr/>
          </p:nvSpPr>
          <p:spPr>
            <a:xfrm>
              <a:off x="3621525" y="3838525"/>
              <a:ext cx="734900" cy="798900"/>
            </a:xfrm>
            <a:custGeom>
              <a:avLst/>
              <a:gdLst/>
              <a:ahLst/>
              <a:cxnLst/>
              <a:rect l="l" t="t" r="r" b="b"/>
              <a:pathLst>
                <a:path w="29396" h="31956" extrusionOk="0">
                  <a:moveTo>
                    <a:pt x="26835" y="0"/>
                  </a:moveTo>
                  <a:cubicBezTo>
                    <a:pt x="26655" y="1948"/>
                    <a:pt x="26186" y="5086"/>
                    <a:pt x="25104" y="7358"/>
                  </a:cubicBezTo>
                  <a:cubicBezTo>
                    <a:pt x="23481" y="10856"/>
                    <a:pt x="20920" y="12046"/>
                    <a:pt x="20920" y="12046"/>
                  </a:cubicBezTo>
                  <a:cubicBezTo>
                    <a:pt x="20920" y="12046"/>
                    <a:pt x="21136" y="16014"/>
                    <a:pt x="17854" y="19043"/>
                  </a:cubicBezTo>
                  <a:cubicBezTo>
                    <a:pt x="14608" y="22073"/>
                    <a:pt x="6421" y="26978"/>
                    <a:pt x="1263" y="30260"/>
                  </a:cubicBezTo>
                  <a:cubicBezTo>
                    <a:pt x="831" y="30549"/>
                    <a:pt x="398" y="30837"/>
                    <a:pt x="1" y="31162"/>
                  </a:cubicBezTo>
                  <a:lnTo>
                    <a:pt x="975" y="31956"/>
                  </a:lnTo>
                  <a:cubicBezTo>
                    <a:pt x="1985" y="31162"/>
                    <a:pt x="7142" y="27375"/>
                    <a:pt x="14067" y="23876"/>
                  </a:cubicBezTo>
                  <a:cubicBezTo>
                    <a:pt x="17926" y="21929"/>
                    <a:pt x="20307" y="20234"/>
                    <a:pt x="21966" y="18502"/>
                  </a:cubicBezTo>
                  <a:cubicBezTo>
                    <a:pt x="23661" y="16771"/>
                    <a:pt x="24707" y="14968"/>
                    <a:pt x="25825" y="12696"/>
                  </a:cubicBezTo>
                  <a:cubicBezTo>
                    <a:pt x="27015" y="10243"/>
                    <a:pt x="28350" y="6600"/>
                    <a:pt x="29396" y="3607"/>
                  </a:cubicBezTo>
                  <a:cubicBezTo>
                    <a:pt x="28927" y="2272"/>
                    <a:pt x="28169" y="1010"/>
                    <a:pt x="26835" y="0"/>
                  </a:cubicBezTo>
                  <a:close/>
                </a:path>
              </a:pathLst>
            </a:custGeom>
            <a:solidFill>
              <a:srgbClr val="BEBEBE"/>
            </a:solidFill>
            <a:ln>
              <a:noFill/>
            </a:ln>
          </p:spPr>
          <p:txBody>
            <a:bodyPr spcFirstLastPara="1" wrap="square" lIns="182850" tIns="182850" rIns="182850" bIns="182850" anchor="ctr" anchorCtr="0">
              <a:noAutofit/>
            </a:bodyPr>
            <a:lstStyle/>
            <a:p>
              <a:endParaRPr sz="3600"/>
            </a:p>
          </p:txBody>
        </p:sp>
        <p:sp>
          <p:nvSpPr>
            <p:cNvPr id="2166" name="Google Shape;2166;p38"/>
            <p:cNvSpPr/>
            <p:nvPr/>
          </p:nvSpPr>
          <p:spPr>
            <a:xfrm>
              <a:off x="2437625" y="3653675"/>
              <a:ext cx="495950" cy="734875"/>
            </a:xfrm>
            <a:custGeom>
              <a:avLst/>
              <a:gdLst/>
              <a:ahLst/>
              <a:cxnLst/>
              <a:rect l="l" t="t" r="r" b="b"/>
              <a:pathLst>
                <a:path w="19838" h="29395" extrusionOk="0">
                  <a:moveTo>
                    <a:pt x="19621" y="0"/>
                  </a:moveTo>
                  <a:cubicBezTo>
                    <a:pt x="17493" y="1118"/>
                    <a:pt x="15690" y="2128"/>
                    <a:pt x="15690" y="2128"/>
                  </a:cubicBezTo>
                  <a:cubicBezTo>
                    <a:pt x="15690" y="2128"/>
                    <a:pt x="15438" y="8692"/>
                    <a:pt x="10785" y="12660"/>
                  </a:cubicBezTo>
                  <a:cubicBezTo>
                    <a:pt x="6096" y="16627"/>
                    <a:pt x="722" y="25896"/>
                    <a:pt x="722" y="25896"/>
                  </a:cubicBezTo>
                  <a:lnTo>
                    <a:pt x="1" y="28385"/>
                  </a:lnTo>
                  <a:lnTo>
                    <a:pt x="2201" y="29395"/>
                  </a:lnTo>
                  <a:cubicBezTo>
                    <a:pt x="2417" y="28277"/>
                    <a:pt x="3391" y="25031"/>
                    <a:pt x="7972" y="20559"/>
                  </a:cubicBezTo>
                  <a:cubicBezTo>
                    <a:pt x="11723" y="16844"/>
                    <a:pt x="14572" y="11361"/>
                    <a:pt x="16123" y="8188"/>
                  </a:cubicBezTo>
                  <a:cubicBezTo>
                    <a:pt x="16628" y="7106"/>
                    <a:pt x="17025" y="6312"/>
                    <a:pt x="17241" y="5879"/>
                  </a:cubicBezTo>
                  <a:cubicBezTo>
                    <a:pt x="17313" y="5771"/>
                    <a:pt x="17349" y="5663"/>
                    <a:pt x="17421" y="5591"/>
                  </a:cubicBezTo>
                  <a:cubicBezTo>
                    <a:pt x="17457" y="5555"/>
                    <a:pt x="17493" y="5519"/>
                    <a:pt x="17566" y="5482"/>
                  </a:cubicBezTo>
                  <a:cubicBezTo>
                    <a:pt x="17566" y="5482"/>
                    <a:pt x="17602" y="5446"/>
                    <a:pt x="17674" y="5410"/>
                  </a:cubicBezTo>
                  <a:cubicBezTo>
                    <a:pt x="17746" y="5374"/>
                    <a:pt x="17818" y="5338"/>
                    <a:pt x="17890" y="5266"/>
                  </a:cubicBezTo>
                  <a:cubicBezTo>
                    <a:pt x="18107" y="5158"/>
                    <a:pt x="18359" y="4978"/>
                    <a:pt x="18648" y="4797"/>
                  </a:cubicBezTo>
                  <a:cubicBezTo>
                    <a:pt x="18972" y="4581"/>
                    <a:pt x="19333" y="4364"/>
                    <a:pt x="19694" y="4112"/>
                  </a:cubicBezTo>
                  <a:cubicBezTo>
                    <a:pt x="19766" y="3571"/>
                    <a:pt x="19838" y="2886"/>
                    <a:pt x="19838" y="2200"/>
                  </a:cubicBezTo>
                  <a:cubicBezTo>
                    <a:pt x="19838" y="1479"/>
                    <a:pt x="19766" y="722"/>
                    <a:pt x="19621" y="0"/>
                  </a:cubicBezTo>
                  <a:close/>
                </a:path>
              </a:pathLst>
            </a:custGeom>
            <a:solidFill>
              <a:srgbClr val="BEBEBE"/>
            </a:solidFill>
            <a:ln>
              <a:noFill/>
            </a:ln>
          </p:spPr>
          <p:txBody>
            <a:bodyPr spcFirstLastPara="1" wrap="square" lIns="182850" tIns="182850" rIns="182850" bIns="182850" anchor="ctr" anchorCtr="0">
              <a:noAutofit/>
            </a:bodyPr>
            <a:lstStyle/>
            <a:p>
              <a:endParaRPr sz="3600"/>
            </a:p>
          </p:txBody>
        </p:sp>
        <p:sp>
          <p:nvSpPr>
            <p:cNvPr id="2167" name="Google Shape;2167;p38"/>
            <p:cNvSpPr/>
            <p:nvPr/>
          </p:nvSpPr>
          <p:spPr>
            <a:xfrm>
              <a:off x="2333950" y="1018075"/>
              <a:ext cx="3604025" cy="3636025"/>
            </a:xfrm>
            <a:custGeom>
              <a:avLst/>
              <a:gdLst/>
              <a:ahLst/>
              <a:cxnLst/>
              <a:rect l="l" t="t" r="r" b="b"/>
              <a:pathLst>
                <a:path w="144161" h="145441" extrusionOk="0">
                  <a:moveTo>
                    <a:pt x="91070" y="613"/>
                  </a:moveTo>
                  <a:cubicBezTo>
                    <a:pt x="91394" y="613"/>
                    <a:pt x="91647" y="649"/>
                    <a:pt x="91863" y="721"/>
                  </a:cubicBezTo>
                  <a:cubicBezTo>
                    <a:pt x="92188" y="866"/>
                    <a:pt x="92440" y="1082"/>
                    <a:pt x="92657" y="1515"/>
                  </a:cubicBezTo>
                  <a:cubicBezTo>
                    <a:pt x="92873" y="1948"/>
                    <a:pt x="92981" y="2597"/>
                    <a:pt x="92981" y="3499"/>
                  </a:cubicBezTo>
                  <a:cubicBezTo>
                    <a:pt x="92981" y="3571"/>
                    <a:pt x="92981" y="3643"/>
                    <a:pt x="92981" y="3751"/>
                  </a:cubicBezTo>
                  <a:cubicBezTo>
                    <a:pt x="92945" y="4869"/>
                    <a:pt x="92548" y="5915"/>
                    <a:pt x="91971" y="6889"/>
                  </a:cubicBezTo>
                  <a:cubicBezTo>
                    <a:pt x="91070" y="8332"/>
                    <a:pt x="89735" y="9594"/>
                    <a:pt x="88509" y="10604"/>
                  </a:cubicBezTo>
                  <a:cubicBezTo>
                    <a:pt x="87932" y="11109"/>
                    <a:pt x="87355" y="11578"/>
                    <a:pt x="86922" y="12010"/>
                  </a:cubicBezTo>
                  <a:cubicBezTo>
                    <a:pt x="86453" y="12407"/>
                    <a:pt x="86092" y="12768"/>
                    <a:pt x="85948" y="13165"/>
                  </a:cubicBezTo>
                  <a:cubicBezTo>
                    <a:pt x="85587" y="13994"/>
                    <a:pt x="85371" y="14968"/>
                    <a:pt x="85371" y="16050"/>
                  </a:cubicBezTo>
                  <a:cubicBezTo>
                    <a:pt x="85371" y="17132"/>
                    <a:pt x="85587" y="18286"/>
                    <a:pt x="86056" y="19440"/>
                  </a:cubicBezTo>
                  <a:cubicBezTo>
                    <a:pt x="86525" y="20594"/>
                    <a:pt x="87824" y="23083"/>
                    <a:pt x="89483" y="25896"/>
                  </a:cubicBezTo>
                  <a:cubicBezTo>
                    <a:pt x="91142" y="28673"/>
                    <a:pt x="93161" y="31775"/>
                    <a:pt x="94965" y="34084"/>
                  </a:cubicBezTo>
                  <a:cubicBezTo>
                    <a:pt x="96732" y="36392"/>
                    <a:pt x="99690" y="40107"/>
                    <a:pt x="102323" y="43533"/>
                  </a:cubicBezTo>
                  <a:cubicBezTo>
                    <a:pt x="103621" y="45228"/>
                    <a:pt x="104847" y="46887"/>
                    <a:pt x="105821" y="48222"/>
                  </a:cubicBezTo>
                  <a:cubicBezTo>
                    <a:pt x="106759" y="49556"/>
                    <a:pt x="107480" y="50602"/>
                    <a:pt x="107697" y="51071"/>
                  </a:cubicBezTo>
                  <a:cubicBezTo>
                    <a:pt x="108021" y="51756"/>
                    <a:pt x="108165" y="52225"/>
                    <a:pt x="108165" y="52622"/>
                  </a:cubicBezTo>
                  <a:cubicBezTo>
                    <a:pt x="108165" y="53019"/>
                    <a:pt x="108021" y="53452"/>
                    <a:pt x="107697" y="54065"/>
                  </a:cubicBezTo>
                  <a:cubicBezTo>
                    <a:pt x="107372" y="54714"/>
                    <a:pt x="106903" y="55543"/>
                    <a:pt x="106254" y="56734"/>
                  </a:cubicBezTo>
                  <a:cubicBezTo>
                    <a:pt x="105316" y="58501"/>
                    <a:pt x="103296" y="60954"/>
                    <a:pt x="101493" y="62973"/>
                  </a:cubicBezTo>
                  <a:cubicBezTo>
                    <a:pt x="100591" y="63983"/>
                    <a:pt x="99726" y="64885"/>
                    <a:pt x="99113" y="65498"/>
                  </a:cubicBezTo>
                  <a:cubicBezTo>
                    <a:pt x="98824" y="65823"/>
                    <a:pt x="98572" y="66111"/>
                    <a:pt x="98391" y="66255"/>
                  </a:cubicBezTo>
                  <a:cubicBezTo>
                    <a:pt x="98211" y="66436"/>
                    <a:pt x="98103" y="66544"/>
                    <a:pt x="98103" y="66544"/>
                  </a:cubicBezTo>
                  <a:cubicBezTo>
                    <a:pt x="98031" y="66616"/>
                    <a:pt x="98031" y="66724"/>
                    <a:pt x="98031" y="66796"/>
                  </a:cubicBezTo>
                  <a:cubicBezTo>
                    <a:pt x="98031" y="66905"/>
                    <a:pt x="98103" y="66977"/>
                    <a:pt x="98211" y="67013"/>
                  </a:cubicBezTo>
                  <a:lnTo>
                    <a:pt x="99329" y="67590"/>
                  </a:lnTo>
                  <a:cubicBezTo>
                    <a:pt x="99359" y="67605"/>
                    <a:pt x="99401" y="67614"/>
                    <a:pt x="99445" y="67614"/>
                  </a:cubicBezTo>
                  <a:cubicBezTo>
                    <a:pt x="99508" y="67614"/>
                    <a:pt x="99575" y="67596"/>
                    <a:pt x="99617" y="67554"/>
                  </a:cubicBezTo>
                  <a:cubicBezTo>
                    <a:pt x="99617" y="67554"/>
                    <a:pt x="103765" y="64777"/>
                    <a:pt x="106470" y="62757"/>
                  </a:cubicBezTo>
                  <a:cubicBezTo>
                    <a:pt x="107769" y="61747"/>
                    <a:pt x="109392" y="60917"/>
                    <a:pt x="110690" y="60340"/>
                  </a:cubicBezTo>
                  <a:cubicBezTo>
                    <a:pt x="111303" y="60052"/>
                    <a:pt x="111880" y="59799"/>
                    <a:pt x="112277" y="59655"/>
                  </a:cubicBezTo>
                  <a:cubicBezTo>
                    <a:pt x="112457" y="59583"/>
                    <a:pt x="112638" y="59511"/>
                    <a:pt x="112746" y="59475"/>
                  </a:cubicBezTo>
                  <a:cubicBezTo>
                    <a:pt x="112854" y="59439"/>
                    <a:pt x="112890" y="59403"/>
                    <a:pt x="112890" y="59403"/>
                  </a:cubicBezTo>
                  <a:cubicBezTo>
                    <a:pt x="113034" y="59367"/>
                    <a:pt x="113107" y="59258"/>
                    <a:pt x="113107" y="59114"/>
                  </a:cubicBezTo>
                  <a:cubicBezTo>
                    <a:pt x="113107" y="59114"/>
                    <a:pt x="113071" y="59006"/>
                    <a:pt x="113071" y="58826"/>
                  </a:cubicBezTo>
                  <a:cubicBezTo>
                    <a:pt x="113034" y="58248"/>
                    <a:pt x="112962" y="56878"/>
                    <a:pt x="112962" y="55075"/>
                  </a:cubicBezTo>
                  <a:cubicBezTo>
                    <a:pt x="112962" y="51251"/>
                    <a:pt x="113287" y="45445"/>
                    <a:pt x="114982" y="40720"/>
                  </a:cubicBezTo>
                  <a:cubicBezTo>
                    <a:pt x="116389" y="36789"/>
                    <a:pt x="118481" y="30693"/>
                    <a:pt x="120356" y="24995"/>
                  </a:cubicBezTo>
                  <a:cubicBezTo>
                    <a:pt x="122232" y="19260"/>
                    <a:pt x="123855" y="13994"/>
                    <a:pt x="124287" y="11650"/>
                  </a:cubicBezTo>
                  <a:cubicBezTo>
                    <a:pt x="124756" y="9305"/>
                    <a:pt x="124756" y="7358"/>
                    <a:pt x="124828" y="5843"/>
                  </a:cubicBezTo>
                  <a:cubicBezTo>
                    <a:pt x="124828" y="5049"/>
                    <a:pt x="124864" y="4400"/>
                    <a:pt x="125009" y="3859"/>
                  </a:cubicBezTo>
                  <a:cubicBezTo>
                    <a:pt x="125117" y="3318"/>
                    <a:pt x="125297" y="2922"/>
                    <a:pt x="125586" y="2597"/>
                  </a:cubicBezTo>
                  <a:cubicBezTo>
                    <a:pt x="125874" y="2272"/>
                    <a:pt x="126343" y="2092"/>
                    <a:pt x="127028" y="2092"/>
                  </a:cubicBezTo>
                  <a:cubicBezTo>
                    <a:pt x="127966" y="2092"/>
                    <a:pt x="129265" y="2453"/>
                    <a:pt x="130852" y="3354"/>
                  </a:cubicBezTo>
                  <a:cubicBezTo>
                    <a:pt x="132439" y="4256"/>
                    <a:pt x="134278" y="5699"/>
                    <a:pt x="136370" y="7754"/>
                  </a:cubicBezTo>
                  <a:cubicBezTo>
                    <a:pt x="139039" y="10460"/>
                    <a:pt x="140842" y="13020"/>
                    <a:pt x="141996" y="15220"/>
                  </a:cubicBezTo>
                  <a:cubicBezTo>
                    <a:pt x="143114" y="17420"/>
                    <a:pt x="143583" y="19224"/>
                    <a:pt x="143583" y="20306"/>
                  </a:cubicBezTo>
                  <a:cubicBezTo>
                    <a:pt x="143583" y="20414"/>
                    <a:pt x="143547" y="20522"/>
                    <a:pt x="143547" y="20630"/>
                  </a:cubicBezTo>
                  <a:cubicBezTo>
                    <a:pt x="143511" y="21208"/>
                    <a:pt x="143295" y="21532"/>
                    <a:pt x="143078" y="21712"/>
                  </a:cubicBezTo>
                  <a:cubicBezTo>
                    <a:pt x="142862" y="21929"/>
                    <a:pt x="142573" y="22001"/>
                    <a:pt x="142213" y="22001"/>
                  </a:cubicBezTo>
                  <a:cubicBezTo>
                    <a:pt x="141708" y="22001"/>
                    <a:pt x="141131" y="21785"/>
                    <a:pt x="140770" y="21532"/>
                  </a:cubicBezTo>
                  <a:cubicBezTo>
                    <a:pt x="140662" y="21460"/>
                    <a:pt x="140445" y="21316"/>
                    <a:pt x="140157" y="21063"/>
                  </a:cubicBezTo>
                  <a:cubicBezTo>
                    <a:pt x="139111" y="20234"/>
                    <a:pt x="137199" y="18647"/>
                    <a:pt x="135360" y="17204"/>
                  </a:cubicBezTo>
                  <a:cubicBezTo>
                    <a:pt x="134422" y="16519"/>
                    <a:pt x="133521" y="15834"/>
                    <a:pt x="132763" y="15365"/>
                  </a:cubicBezTo>
                  <a:cubicBezTo>
                    <a:pt x="132366" y="15112"/>
                    <a:pt x="132042" y="14932"/>
                    <a:pt x="131717" y="14788"/>
                  </a:cubicBezTo>
                  <a:cubicBezTo>
                    <a:pt x="131429" y="14643"/>
                    <a:pt x="131176" y="14535"/>
                    <a:pt x="130924" y="14535"/>
                  </a:cubicBezTo>
                  <a:lnTo>
                    <a:pt x="130779" y="14535"/>
                  </a:lnTo>
                  <a:cubicBezTo>
                    <a:pt x="129986" y="14679"/>
                    <a:pt x="129373" y="15365"/>
                    <a:pt x="128904" y="16050"/>
                  </a:cubicBezTo>
                  <a:cubicBezTo>
                    <a:pt x="128688" y="16375"/>
                    <a:pt x="128471" y="16735"/>
                    <a:pt x="128363" y="17024"/>
                  </a:cubicBezTo>
                  <a:cubicBezTo>
                    <a:pt x="128219" y="17312"/>
                    <a:pt x="128110" y="17529"/>
                    <a:pt x="128074" y="17673"/>
                  </a:cubicBezTo>
                  <a:lnTo>
                    <a:pt x="128074" y="17745"/>
                  </a:lnTo>
                  <a:cubicBezTo>
                    <a:pt x="128038" y="18106"/>
                    <a:pt x="127786" y="20198"/>
                    <a:pt x="127461" y="23263"/>
                  </a:cubicBezTo>
                  <a:cubicBezTo>
                    <a:pt x="126487" y="32424"/>
                    <a:pt x="124612" y="50350"/>
                    <a:pt x="124035" y="55976"/>
                  </a:cubicBezTo>
                  <a:cubicBezTo>
                    <a:pt x="123638" y="59763"/>
                    <a:pt x="123169" y="62685"/>
                    <a:pt x="121799" y="65678"/>
                  </a:cubicBezTo>
                  <a:cubicBezTo>
                    <a:pt x="120428" y="68708"/>
                    <a:pt x="118228" y="71846"/>
                    <a:pt x="114369" y="76102"/>
                  </a:cubicBezTo>
                  <a:cubicBezTo>
                    <a:pt x="110510" y="80322"/>
                    <a:pt x="106290" y="83351"/>
                    <a:pt x="103008" y="85335"/>
                  </a:cubicBezTo>
                  <a:cubicBezTo>
                    <a:pt x="101385" y="86345"/>
                    <a:pt x="99978" y="87066"/>
                    <a:pt x="99004" y="87535"/>
                  </a:cubicBezTo>
                  <a:cubicBezTo>
                    <a:pt x="98499" y="87787"/>
                    <a:pt x="98103" y="87932"/>
                    <a:pt x="97850" y="88076"/>
                  </a:cubicBezTo>
                  <a:cubicBezTo>
                    <a:pt x="97706" y="88112"/>
                    <a:pt x="97598" y="88148"/>
                    <a:pt x="97526" y="88184"/>
                  </a:cubicBezTo>
                  <a:cubicBezTo>
                    <a:pt x="97453" y="88220"/>
                    <a:pt x="97417" y="88220"/>
                    <a:pt x="97417" y="88220"/>
                  </a:cubicBezTo>
                  <a:lnTo>
                    <a:pt x="97345" y="88292"/>
                  </a:lnTo>
                  <a:lnTo>
                    <a:pt x="85551" y="98824"/>
                  </a:lnTo>
                  <a:cubicBezTo>
                    <a:pt x="85515" y="98896"/>
                    <a:pt x="85479" y="98968"/>
                    <a:pt x="85479" y="99040"/>
                  </a:cubicBezTo>
                  <a:cubicBezTo>
                    <a:pt x="85479" y="99040"/>
                    <a:pt x="85479" y="99040"/>
                    <a:pt x="85443" y="99654"/>
                  </a:cubicBezTo>
                  <a:cubicBezTo>
                    <a:pt x="85371" y="100231"/>
                    <a:pt x="85299" y="101457"/>
                    <a:pt x="85119" y="103837"/>
                  </a:cubicBezTo>
                  <a:cubicBezTo>
                    <a:pt x="84974" y="106218"/>
                    <a:pt x="84325" y="107877"/>
                    <a:pt x="83748" y="109067"/>
                  </a:cubicBezTo>
                  <a:cubicBezTo>
                    <a:pt x="83423" y="109644"/>
                    <a:pt x="83135" y="110113"/>
                    <a:pt x="82918" y="110510"/>
                  </a:cubicBezTo>
                  <a:cubicBezTo>
                    <a:pt x="82774" y="110690"/>
                    <a:pt x="82702" y="110870"/>
                    <a:pt x="82594" y="111015"/>
                  </a:cubicBezTo>
                  <a:cubicBezTo>
                    <a:pt x="82522" y="111159"/>
                    <a:pt x="82450" y="111303"/>
                    <a:pt x="82450" y="111447"/>
                  </a:cubicBezTo>
                  <a:cubicBezTo>
                    <a:pt x="82450" y="111520"/>
                    <a:pt x="82377" y="111736"/>
                    <a:pt x="82305" y="112061"/>
                  </a:cubicBezTo>
                  <a:cubicBezTo>
                    <a:pt x="81656" y="114297"/>
                    <a:pt x="79276" y="121510"/>
                    <a:pt x="77328" y="125514"/>
                  </a:cubicBezTo>
                  <a:cubicBezTo>
                    <a:pt x="76210" y="127786"/>
                    <a:pt x="75164" y="129589"/>
                    <a:pt x="73469" y="131320"/>
                  </a:cubicBezTo>
                  <a:cubicBezTo>
                    <a:pt x="71810" y="133052"/>
                    <a:pt x="69429" y="134747"/>
                    <a:pt x="65570" y="136694"/>
                  </a:cubicBezTo>
                  <a:cubicBezTo>
                    <a:pt x="58632" y="140212"/>
                    <a:pt x="53484" y="143989"/>
                    <a:pt x="52477" y="144771"/>
                  </a:cubicBezTo>
                  <a:lnTo>
                    <a:pt x="52477" y="144771"/>
                  </a:lnTo>
                  <a:lnTo>
                    <a:pt x="47587" y="140819"/>
                  </a:lnTo>
                  <a:lnTo>
                    <a:pt x="47587" y="140819"/>
                  </a:lnTo>
                  <a:cubicBezTo>
                    <a:pt x="48029" y="140079"/>
                    <a:pt x="49617" y="137424"/>
                    <a:pt x="51360" y="134458"/>
                  </a:cubicBezTo>
                  <a:cubicBezTo>
                    <a:pt x="53416" y="130960"/>
                    <a:pt x="55652" y="127065"/>
                    <a:pt x="56445" y="125405"/>
                  </a:cubicBezTo>
                  <a:cubicBezTo>
                    <a:pt x="57167" y="123891"/>
                    <a:pt x="59078" y="122412"/>
                    <a:pt x="60773" y="121366"/>
                  </a:cubicBezTo>
                  <a:cubicBezTo>
                    <a:pt x="61639" y="120825"/>
                    <a:pt x="62468" y="120392"/>
                    <a:pt x="63045" y="120104"/>
                  </a:cubicBezTo>
                  <a:cubicBezTo>
                    <a:pt x="63334" y="119923"/>
                    <a:pt x="63586" y="119815"/>
                    <a:pt x="63767" y="119743"/>
                  </a:cubicBezTo>
                  <a:cubicBezTo>
                    <a:pt x="63947" y="119671"/>
                    <a:pt x="64019" y="119635"/>
                    <a:pt x="64019" y="119635"/>
                  </a:cubicBezTo>
                  <a:cubicBezTo>
                    <a:pt x="64091" y="119599"/>
                    <a:pt x="64164" y="119527"/>
                    <a:pt x="64200" y="119454"/>
                  </a:cubicBezTo>
                  <a:lnTo>
                    <a:pt x="66869" y="111159"/>
                  </a:lnTo>
                  <a:cubicBezTo>
                    <a:pt x="66905" y="111051"/>
                    <a:pt x="66905" y="110943"/>
                    <a:pt x="66833" y="110870"/>
                  </a:cubicBezTo>
                  <a:cubicBezTo>
                    <a:pt x="66778" y="110789"/>
                    <a:pt x="66704" y="110749"/>
                    <a:pt x="66625" y="110749"/>
                  </a:cubicBezTo>
                  <a:cubicBezTo>
                    <a:pt x="66598" y="110749"/>
                    <a:pt x="66571" y="110753"/>
                    <a:pt x="66544" y="110762"/>
                  </a:cubicBezTo>
                  <a:cubicBezTo>
                    <a:pt x="66544" y="110762"/>
                    <a:pt x="66255" y="110798"/>
                    <a:pt x="65787" y="110870"/>
                  </a:cubicBezTo>
                  <a:cubicBezTo>
                    <a:pt x="64272" y="111087"/>
                    <a:pt x="60737" y="111484"/>
                    <a:pt x="56589" y="111484"/>
                  </a:cubicBezTo>
                  <a:cubicBezTo>
                    <a:pt x="53993" y="111484"/>
                    <a:pt x="51179" y="111339"/>
                    <a:pt x="48474" y="110870"/>
                  </a:cubicBezTo>
                  <a:cubicBezTo>
                    <a:pt x="44218" y="110149"/>
                    <a:pt x="40179" y="108490"/>
                    <a:pt x="37185" y="106975"/>
                  </a:cubicBezTo>
                  <a:cubicBezTo>
                    <a:pt x="35707" y="106254"/>
                    <a:pt x="34480" y="105532"/>
                    <a:pt x="33651" y="105028"/>
                  </a:cubicBezTo>
                  <a:cubicBezTo>
                    <a:pt x="33218" y="104775"/>
                    <a:pt x="32893" y="104559"/>
                    <a:pt x="32677" y="104414"/>
                  </a:cubicBezTo>
                  <a:cubicBezTo>
                    <a:pt x="32569" y="104342"/>
                    <a:pt x="32497" y="104270"/>
                    <a:pt x="32424" y="104234"/>
                  </a:cubicBezTo>
                  <a:cubicBezTo>
                    <a:pt x="32352" y="104198"/>
                    <a:pt x="32352" y="104198"/>
                    <a:pt x="32352" y="104198"/>
                  </a:cubicBezTo>
                  <a:cubicBezTo>
                    <a:pt x="32298" y="104162"/>
                    <a:pt x="32235" y="104144"/>
                    <a:pt x="32172" y="104144"/>
                  </a:cubicBezTo>
                  <a:cubicBezTo>
                    <a:pt x="32109" y="104144"/>
                    <a:pt x="32046" y="104162"/>
                    <a:pt x="31992" y="104198"/>
                  </a:cubicBezTo>
                  <a:cubicBezTo>
                    <a:pt x="31992" y="104198"/>
                    <a:pt x="31379" y="104595"/>
                    <a:pt x="30441" y="105208"/>
                  </a:cubicBezTo>
                  <a:cubicBezTo>
                    <a:pt x="29070" y="106110"/>
                    <a:pt x="26942" y="107516"/>
                    <a:pt x="25139" y="108670"/>
                  </a:cubicBezTo>
                  <a:cubicBezTo>
                    <a:pt x="24237" y="109283"/>
                    <a:pt x="23444" y="109824"/>
                    <a:pt x="22795" y="110221"/>
                  </a:cubicBezTo>
                  <a:cubicBezTo>
                    <a:pt x="22506" y="110402"/>
                    <a:pt x="22254" y="110582"/>
                    <a:pt x="22037" y="110690"/>
                  </a:cubicBezTo>
                  <a:cubicBezTo>
                    <a:pt x="21965" y="110762"/>
                    <a:pt x="21893" y="110798"/>
                    <a:pt x="21821" y="110834"/>
                  </a:cubicBezTo>
                  <a:cubicBezTo>
                    <a:pt x="21749" y="110870"/>
                    <a:pt x="21713" y="110906"/>
                    <a:pt x="21713" y="110906"/>
                  </a:cubicBezTo>
                  <a:cubicBezTo>
                    <a:pt x="21640" y="110943"/>
                    <a:pt x="21604" y="110979"/>
                    <a:pt x="21568" y="111015"/>
                  </a:cubicBezTo>
                  <a:cubicBezTo>
                    <a:pt x="21496" y="111087"/>
                    <a:pt x="21460" y="111195"/>
                    <a:pt x="21388" y="111303"/>
                  </a:cubicBezTo>
                  <a:cubicBezTo>
                    <a:pt x="21172" y="111736"/>
                    <a:pt x="20775" y="112530"/>
                    <a:pt x="20270" y="113612"/>
                  </a:cubicBezTo>
                  <a:cubicBezTo>
                    <a:pt x="18719" y="116785"/>
                    <a:pt x="15870" y="122268"/>
                    <a:pt x="12119" y="125983"/>
                  </a:cubicBezTo>
                  <a:cubicBezTo>
                    <a:pt x="7545" y="130440"/>
                    <a:pt x="6571" y="133698"/>
                    <a:pt x="6366" y="134823"/>
                  </a:cubicBezTo>
                  <a:lnTo>
                    <a:pt x="6366" y="134823"/>
                  </a:lnTo>
                  <a:lnTo>
                    <a:pt x="656" y="132165"/>
                  </a:lnTo>
                  <a:lnTo>
                    <a:pt x="656" y="132165"/>
                  </a:lnTo>
                  <a:cubicBezTo>
                    <a:pt x="718" y="131825"/>
                    <a:pt x="848" y="131131"/>
                    <a:pt x="1046" y="130166"/>
                  </a:cubicBezTo>
                  <a:cubicBezTo>
                    <a:pt x="1840" y="126055"/>
                    <a:pt x="3607" y="117218"/>
                    <a:pt x="5086" y="112710"/>
                  </a:cubicBezTo>
                  <a:cubicBezTo>
                    <a:pt x="7069" y="106759"/>
                    <a:pt x="11037" y="104234"/>
                    <a:pt x="13489" y="102900"/>
                  </a:cubicBezTo>
                  <a:cubicBezTo>
                    <a:pt x="14752" y="102214"/>
                    <a:pt x="16663" y="100736"/>
                    <a:pt x="18322" y="99473"/>
                  </a:cubicBezTo>
                  <a:cubicBezTo>
                    <a:pt x="19945" y="98175"/>
                    <a:pt x="21280" y="97057"/>
                    <a:pt x="21280" y="97057"/>
                  </a:cubicBezTo>
                  <a:cubicBezTo>
                    <a:pt x="21316" y="96985"/>
                    <a:pt x="21352" y="96949"/>
                    <a:pt x="21352" y="96876"/>
                  </a:cubicBezTo>
                  <a:cubicBezTo>
                    <a:pt x="21352" y="96876"/>
                    <a:pt x="21388" y="96768"/>
                    <a:pt x="21460" y="96588"/>
                  </a:cubicBezTo>
                  <a:cubicBezTo>
                    <a:pt x="21821" y="95253"/>
                    <a:pt x="23624" y="89627"/>
                    <a:pt x="26978" y="86489"/>
                  </a:cubicBezTo>
                  <a:cubicBezTo>
                    <a:pt x="28890" y="84686"/>
                    <a:pt x="32172" y="83135"/>
                    <a:pt x="34985" y="82089"/>
                  </a:cubicBezTo>
                  <a:cubicBezTo>
                    <a:pt x="36392" y="81548"/>
                    <a:pt x="37654" y="81115"/>
                    <a:pt x="38592" y="80826"/>
                  </a:cubicBezTo>
                  <a:cubicBezTo>
                    <a:pt x="39061" y="80682"/>
                    <a:pt x="39422" y="80574"/>
                    <a:pt x="39710" y="80502"/>
                  </a:cubicBezTo>
                  <a:cubicBezTo>
                    <a:pt x="39963" y="80430"/>
                    <a:pt x="40107" y="80394"/>
                    <a:pt x="40107" y="80394"/>
                  </a:cubicBezTo>
                  <a:lnTo>
                    <a:pt x="40215" y="80322"/>
                  </a:lnTo>
                  <a:cubicBezTo>
                    <a:pt x="41730" y="79023"/>
                    <a:pt x="44146" y="77797"/>
                    <a:pt x="46923" y="76715"/>
                  </a:cubicBezTo>
                  <a:cubicBezTo>
                    <a:pt x="51071" y="75128"/>
                    <a:pt x="56012" y="73829"/>
                    <a:pt x="59908" y="72928"/>
                  </a:cubicBezTo>
                  <a:cubicBezTo>
                    <a:pt x="61855" y="72459"/>
                    <a:pt x="63550" y="72134"/>
                    <a:pt x="64741" y="71882"/>
                  </a:cubicBezTo>
                  <a:cubicBezTo>
                    <a:pt x="65354" y="71774"/>
                    <a:pt x="65823" y="71702"/>
                    <a:pt x="66147" y="71629"/>
                  </a:cubicBezTo>
                  <a:cubicBezTo>
                    <a:pt x="66472" y="71557"/>
                    <a:pt x="66652" y="71557"/>
                    <a:pt x="66652" y="71557"/>
                  </a:cubicBezTo>
                  <a:cubicBezTo>
                    <a:pt x="66724" y="71521"/>
                    <a:pt x="66833" y="71449"/>
                    <a:pt x="66869" y="71377"/>
                  </a:cubicBezTo>
                  <a:cubicBezTo>
                    <a:pt x="66869" y="71377"/>
                    <a:pt x="66869" y="71341"/>
                    <a:pt x="66905" y="71305"/>
                  </a:cubicBezTo>
                  <a:cubicBezTo>
                    <a:pt x="67085" y="70908"/>
                    <a:pt x="68023" y="69141"/>
                    <a:pt x="69970" y="66616"/>
                  </a:cubicBezTo>
                  <a:cubicBezTo>
                    <a:pt x="71016" y="65209"/>
                    <a:pt x="73036" y="64091"/>
                    <a:pt x="74803" y="63298"/>
                  </a:cubicBezTo>
                  <a:cubicBezTo>
                    <a:pt x="75669" y="62901"/>
                    <a:pt x="76462" y="62613"/>
                    <a:pt x="77039" y="62432"/>
                  </a:cubicBezTo>
                  <a:cubicBezTo>
                    <a:pt x="77364" y="62324"/>
                    <a:pt x="77580" y="62252"/>
                    <a:pt x="77761" y="62180"/>
                  </a:cubicBezTo>
                  <a:cubicBezTo>
                    <a:pt x="77905" y="62144"/>
                    <a:pt x="78013" y="62108"/>
                    <a:pt x="78013" y="62108"/>
                  </a:cubicBezTo>
                  <a:lnTo>
                    <a:pt x="78085" y="62072"/>
                  </a:lnTo>
                  <a:cubicBezTo>
                    <a:pt x="78085" y="62072"/>
                    <a:pt x="80213" y="60629"/>
                    <a:pt x="84614" y="57491"/>
                  </a:cubicBezTo>
                  <a:cubicBezTo>
                    <a:pt x="86778" y="55904"/>
                    <a:pt x="89519" y="54353"/>
                    <a:pt x="91683" y="53163"/>
                  </a:cubicBezTo>
                  <a:cubicBezTo>
                    <a:pt x="92801" y="52586"/>
                    <a:pt x="93775" y="52117"/>
                    <a:pt x="94460" y="51756"/>
                  </a:cubicBezTo>
                  <a:cubicBezTo>
                    <a:pt x="95145" y="51432"/>
                    <a:pt x="95542" y="51215"/>
                    <a:pt x="95542" y="51215"/>
                  </a:cubicBezTo>
                  <a:cubicBezTo>
                    <a:pt x="95650" y="51179"/>
                    <a:pt x="95722" y="51071"/>
                    <a:pt x="95722" y="50927"/>
                  </a:cubicBezTo>
                  <a:cubicBezTo>
                    <a:pt x="95722" y="50819"/>
                    <a:pt x="95614" y="50710"/>
                    <a:pt x="95506" y="50674"/>
                  </a:cubicBezTo>
                  <a:cubicBezTo>
                    <a:pt x="93522" y="49989"/>
                    <a:pt x="91899" y="48330"/>
                    <a:pt x="90493" y="46130"/>
                  </a:cubicBezTo>
                  <a:cubicBezTo>
                    <a:pt x="89086" y="43930"/>
                    <a:pt x="87968" y="41189"/>
                    <a:pt x="86958" y="38412"/>
                  </a:cubicBezTo>
                  <a:cubicBezTo>
                    <a:pt x="84902" y="32749"/>
                    <a:pt x="81079" y="26798"/>
                    <a:pt x="77905" y="23804"/>
                  </a:cubicBezTo>
                  <a:cubicBezTo>
                    <a:pt x="76787" y="22794"/>
                    <a:pt x="75885" y="21929"/>
                    <a:pt x="75272" y="21063"/>
                  </a:cubicBezTo>
                  <a:cubicBezTo>
                    <a:pt x="74659" y="20198"/>
                    <a:pt x="74334" y="19332"/>
                    <a:pt x="74334" y="18214"/>
                  </a:cubicBezTo>
                  <a:cubicBezTo>
                    <a:pt x="74334" y="17312"/>
                    <a:pt x="74551" y="16194"/>
                    <a:pt x="75056" y="14824"/>
                  </a:cubicBezTo>
                  <a:cubicBezTo>
                    <a:pt x="75921" y="12515"/>
                    <a:pt x="78338" y="9414"/>
                    <a:pt x="80863" y="6781"/>
                  </a:cubicBezTo>
                  <a:cubicBezTo>
                    <a:pt x="82125" y="5482"/>
                    <a:pt x="83423" y="4292"/>
                    <a:pt x="84578" y="3354"/>
                  </a:cubicBezTo>
                  <a:cubicBezTo>
                    <a:pt x="85732" y="2453"/>
                    <a:pt x="86778" y="1803"/>
                    <a:pt x="87427" y="1551"/>
                  </a:cubicBezTo>
                  <a:cubicBezTo>
                    <a:pt x="88761" y="1118"/>
                    <a:pt x="90096" y="613"/>
                    <a:pt x="91070" y="613"/>
                  </a:cubicBezTo>
                  <a:close/>
                  <a:moveTo>
                    <a:pt x="91070" y="0"/>
                  </a:moveTo>
                  <a:cubicBezTo>
                    <a:pt x="89915" y="0"/>
                    <a:pt x="88545" y="541"/>
                    <a:pt x="87246" y="974"/>
                  </a:cubicBezTo>
                  <a:cubicBezTo>
                    <a:pt x="86453" y="1262"/>
                    <a:pt x="85407" y="1948"/>
                    <a:pt x="84217" y="2885"/>
                  </a:cubicBezTo>
                  <a:cubicBezTo>
                    <a:pt x="82450" y="4292"/>
                    <a:pt x="80358" y="6312"/>
                    <a:pt x="78554" y="8440"/>
                  </a:cubicBezTo>
                  <a:cubicBezTo>
                    <a:pt x="76751" y="10532"/>
                    <a:pt x="75200" y="12768"/>
                    <a:pt x="74515" y="14643"/>
                  </a:cubicBezTo>
                  <a:cubicBezTo>
                    <a:pt x="73974" y="16050"/>
                    <a:pt x="73721" y="17204"/>
                    <a:pt x="73721" y="18214"/>
                  </a:cubicBezTo>
                  <a:cubicBezTo>
                    <a:pt x="73721" y="19440"/>
                    <a:pt x="74118" y="20486"/>
                    <a:pt x="74767" y="21388"/>
                  </a:cubicBezTo>
                  <a:cubicBezTo>
                    <a:pt x="75453" y="22362"/>
                    <a:pt x="76390" y="23227"/>
                    <a:pt x="77508" y="24273"/>
                  </a:cubicBezTo>
                  <a:cubicBezTo>
                    <a:pt x="80574" y="27123"/>
                    <a:pt x="84397" y="33038"/>
                    <a:pt x="86381" y="38592"/>
                  </a:cubicBezTo>
                  <a:cubicBezTo>
                    <a:pt x="87391" y="41405"/>
                    <a:pt x="88545" y="44182"/>
                    <a:pt x="89988" y="46455"/>
                  </a:cubicBezTo>
                  <a:cubicBezTo>
                    <a:pt x="91288" y="48469"/>
                    <a:pt x="92822" y="50104"/>
                    <a:pt x="94696" y="50961"/>
                  </a:cubicBezTo>
                  <a:lnTo>
                    <a:pt x="94696" y="50961"/>
                  </a:lnTo>
                  <a:cubicBezTo>
                    <a:pt x="92972" y="51806"/>
                    <a:pt x="87861" y="54384"/>
                    <a:pt x="84253" y="56986"/>
                  </a:cubicBezTo>
                  <a:cubicBezTo>
                    <a:pt x="82053" y="58537"/>
                    <a:pt x="80430" y="59691"/>
                    <a:pt x="79348" y="60449"/>
                  </a:cubicBezTo>
                  <a:cubicBezTo>
                    <a:pt x="78807" y="60845"/>
                    <a:pt x="78410" y="61134"/>
                    <a:pt x="78158" y="61314"/>
                  </a:cubicBezTo>
                  <a:cubicBezTo>
                    <a:pt x="77968" y="61432"/>
                    <a:pt x="77857" y="61504"/>
                    <a:pt x="77802" y="61540"/>
                  </a:cubicBezTo>
                  <a:lnTo>
                    <a:pt x="77802" y="61540"/>
                  </a:lnTo>
                  <a:cubicBezTo>
                    <a:pt x="77579" y="61605"/>
                    <a:pt x="76171" y="62029"/>
                    <a:pt x="74551" y="62757"/>
                  </a:cubicBezTo>
                  <a:cubicBezTo>
                    <a:pt x="72748" y="63550"/>
                    <a:pt x="70692" y="64704"/>
                    <a:pt x="69501" y="66255"/>
                  </a:cubicBezTo>
                  <a:cubicBezTo>
                    <a:pt x="67589" y="68714"/>
                    <a:pt x="66648" y="70458"/>
                    <a:pt x="66397" y="70970"/>
                  </a:cubicBezTo>
                  <a:lnTo>
                    <a:pt x="66397" y="70970"/>
                  </a:lnTo>
                  <a:cubicBezTo>
                    <a:pt x="65525" y="71123"/>
                    <a:pt x="60874" y="71964"/>
                    <a:pt x="55580" y="73361"/>
                  </a:cubicBezTo>
                  <a:cubicBezTo>
                    <a:pt x="52658" y="74154"/>
                    <a:pt x="49520" y="75092"/>
                    <a:pt x="46707" y="76174"/>
                  </a:cubicBezTo>
                  <a:cubicBezTo>
                    <a:pt x="43936" y="77240"/>
                    <a:pt x="41514" y="78446"/>
                    <a:pt x="39891" y="79826"/>
                  </a:cubicBezTo>
                  <a:lnTo>
                    <a:pt x="39891" y="79826"/>
                  </a:lnTo>
                  <a:cubicBezTo>
                    <a:pt x="39591" y="79907"/>
                    <a:pt x="37413" y="80508"/>
                    <a:pt x="34769" y="81512"/>
                  </a:cubicBezTo>
                  <a:cubicBezTo>
                    <a:pt x="31920" y="82594"/>
                    <a:pt x="28601" y="84145"/>
                    <a:pt x="26582" y="86056"/>
                  </a:cubicBezTo>
                  <a:cubicBezTo>
                    <a:pt x="24562" y="87968"/>
                    <a:pt x="23119" y="90601"/>
                    <a:pt x="22181" y="92801"/>
                  </a:cubicBezTo>
                  <a:cubicBezTo>
                    <a:pt x="21351" y="94750"/>
                    <a:pt x="20888" y="96331"/>
                    <a:pt x="20793" y="96666"/>
                  </a:cubicBezTo>
                  <a:lnTo>
                    <a:pt x="20793" y="96666"/>
                  </a:lnTo>
                  <a:cubicBezTo>
                    <a:pt x="20662" y="96780"/>
                    <a:pt x="20391" y="97010"/>
                    <a:pt x="20017" y="97309"/>
                  </a:cubicBezTo>
                  <a:cubicBezTo>
                    <a:pt x="19224" y="97958"/>
                    <a:pt x="17962" y="98968"/>
                    <a:pt x="16699" y="99978"/>
                  </a:cubicBezTo>
                  <a:cubicBezTo>
                    <a:pt x="15401" y="100952"/>
                    <a:pt x="14066" y="101890"/>
                    <a:pt x="13201" y="102395"/>
                  </a:cubicBezTo>
                  <a:cubicBezTo>
                    <a:pt x="10712" y="103729"/>
                    <a:pt x="6564" y="106362"/>
                    <a:pt x="4509" y="112530"/>
                  </a:cubicBezTo>
                  <a:cubicBezTo>
                    <a:pt x="3499" y="115595"/>
                    <a:pt x="2381" y="120500"/>
                    <a:pt x="1515" y="124684"/>
                  </a:cubicBezTo>
                  <a:cubicBezTo>
                    <a:pt x="649" y="128868"/>
                    <a:pt x="36" y="132294"/>
                    <a:pt x="36" y="132294"/>
                  </a:cubicBezTo>
                  <a:cubicBezTo>
                    <a:pt x="0" y="132439"/>
                    <a:pt x="72" y="132583"/>
                    <a:pt x="181" y="132619"/>
                  </a:cubicBezTo>
                  <a:lnTo>
                    <a:pt x="6492" y="135540"/>
                  </a:lnTo>
                  <a:cubicBezTo>
                    <a:pt x="6528" y="135558"/>
                    <a:pt x="6573" y="135567"/>
                    <a:pt x="6618" y="135567"/>
                  </a:cubicBezTo>
                  <a:cubicBezTo>
                    <a:pt x="6664" y="135567"/>
                    <a:pt x="6709" y="135558"/>
                    <a:pt x="6745" y="135540"/>
                  </a:cubicBezTo>
                  <a:cubicBezTo>
                    <a:pt x="6853" y="135468"/>
                    <a:pt x="6889" y="135396"/>
                    <a:pt x="6889" y="135288"/>
                  </a:cubicBezTo>
                  <a:cubicBezTo>
                    <a:pt x="6925" y="135144"/>
                    <a:pt x="7141" y="131681"/>
                    <a:pt x="12515" y="126415"/>
                  </a:cubicBezTo>
                  <a:cubicBezTo>
                    <a:pt x="15365" y="123602"/>
                    <a:pt x="17637" y="119887"/>
                    <a:pt x="19296" y="116858"/>
                  </a:cubicBezTo>
                  <a:cubicBezTo>
                    <a:pt x="20090" y="115307"/>
                    <a:pt x="20775" y="113972"/>
                    <a:pt x="21244" y="112962"/>
                  </a:cubicBezTo>
                  <a:cubicBezTo>
                    <a:pt x="21460" y="112457"/>
                    <a:pt x="21676" y="112061"/>
                    <a:pt x="21821" y="111772"/>
                  </a:cubicBezTo>
                  <a:cubicBezTo>
                    <a:pt x="21893" y="111664"/>
                    <a:pt x="21929" y="111556"/>
                    <a:pt x="22001" y="111484"/>
                  </a:cubicBezTo>
                  <a:lnTo>
                    <a:pt x="22032" y="111422"/>
                  </a:lnTo>
                  <a:lnTo>
                    <a:pt x="22032" y="111422"/>
                  </a:lnTo>
                  <a:cubicBezTo>
                    <a:pt x="22072" y="111393"/>
                    <a:pt x="22134" y="111359"/>
                    <a:pt x="22217" y="111303"/>
                  </a:cubicBezTo>
                  <a:cubicBezTo>
                    <a:pt x="23547" y="110473"/>
                    <a:pt x="30999" y="105570"/>
                    <a:pt x="32191" y="104804"/>
                  </a:cubicBezTo>
                  <a:lnTo>
                    <a:pt x="32191" y="104804"/>
                  </a:lnTo>
                  <a:cubicBezTo>
                    <a:pt x="33450" y="105644"/>
                    <a:pt x="40477" y="110105"/>
                    <a:pt x="48366" y="111447"/>
                  </a:cubicBezTo>
                  <a:cubicBezTo>
                    <a:pt x="51143" y="111916"/>
                    <a:pt x="53993" y="112097"/>
                    <a:pt x="56589" y="112097"/>
                  </a:cubicBezTo>
                  <a:cubicBezTo>
                    <a:pt x="61074" y="112097"/>
                    <a:pt x="64816" y="111609"/>
                    <a:pt x="66140" y="111416"/>
                  </a:cubicBezTo>
                  <a:lnTo>
                    <a:pt x="66140" y="111416"/>
                  </a:lnTo>
                  <a:lnTo>
                    <a:pt x="63675" y="119111"/>
                  </a:lnTo>
                  <a:lnTo>
                    <a:pt x="63675" y="119111"/>
                  </a:lnTo>
                  <a:cubicBezTo>
                    <a:pt x="63317" y="119290"/>
                    <a:pt x="61962" y="119903"/>
                    <a:pt x="60449" y="120861"/>
                  </a:cubicBezTo>
                  <a:cubicBezTo>
                    <a:pt x="58717" y="121943"/>
                    <a:pt x="56734" y="123422"/>
                    <a:pt x="55904" y="125153"/>
                  </a:cubicBezTo>
                  <a:cubicBezTo>
                    <a:pt x="55111" y="126776"/>
                    <a:pt x="52875" y="130671"/>
                    <a:pt x="50819" y="134170"/>
                  </a:cubicBezTo>
                  <a:cubicBezTo>
                    <a:pt x="49809" y="135901"/>
                    <a:pt x="48835" y="137524"/>
                    <a:pt x="48114" y="138750"/>
                  </a:cubicBezTo>
                  <a:cubicBezTo>
                    <a:pt x="47392" y="139941"/>
                    <a:pt x="46923" y="140734"/>
                    <a:pt x="46923" y="140734"/>
                  </a:cubicBezTo>
                  <a:cubicBezTo>
                    <a:pt x="46851" y="140842"/>
                    <a:pt x="46887" y="141023"/>
                    <a:pt x="46996" y="141095"/>
                  </a:cubicBezTo>
                  <a:lnTo>
                    <a:pt x="52261" y="145387"/>
                  </a:lnTo>
                  <a:cubicBezTo>
                    <a:pt x="52315" y="145423"/>
                    <a:pt x="52388" y="145441"/>
                    <a:pt x="52460" y="145441"/>
                  </a:cubicBezTo>
                  <a:cubicBezTo>
                    <a:pt x="52532" y="145441"/>
                    <a:pt x="52604" y="145423"/>
                    <a:pt x="52658" y="145387"/>
                  </a:cubicBezTo>
                  <a:cubicBezTo>
                    <a:pt x="52658" y="145387"/>
                    <a:pt x="52730" y="145315"/>
                    <a:pt x="52911" y="145206"/>
                  </a:cubicBezTo>
                  <a:cubicBezTo>
                    <a:pt x="54029" y="144341"/>
                    <a:pt x="59078" y="140662"/>
                    <a:pt x="65823" y="137235"/>
                  </a:cubicBezTo>
                  <a:cubicBezTo>
                    <a:pt x="69718" y="135252"/>
                    <a:pt x="72170" y="133557"/>
                    <a:pt x="73902" y="131753"/>
                  </a:cubicBezTo>
                  <a:cubicBezTo>
                    <a:pt x="75669" y="129950"/>
                    <a:pt x="76715" y="128074"/>
                    <a:pt x="77869" y="125766"/>
                  </a:cubicBezTo>
                  <a:cubicBezTo>
                    <a:pt x="78987" y="123458"/>
                    <a:pt x="80249" y="120104"/>
                    <a:pt x="81259" y="117218"/>
                  </a:cubicBezTo>
                  <a:cubicBezTo>
                    <a:pt x="81728" y="115812"/>
                    <a:pt x="82161" y="114477"/>
                    <a:pt x="82486" y="113467"/>
                  </a:cubicBezTo>
                  <a:cubicBezTo>
                    <a:pt x="82630" y="112962"/>
                    <a:pt x="82774" y="112566"/>
                    <a:pt x="82882" y="112241"/>
                  </a:cubicBezTo>
                  <a:cubicBezTo>
                    <a:pt x="82954" y="111880"/>
                    <a:pt x="83027" y="111664"/>
                    <a:pt x="83027" y="111556"/>
                  </a:cubicBezTo>
                  <a:cubicBezTo>
                    <a:pt x="83027" y="111520"/>
                    <a:pt x="83063" y="111411"/>
                    <a:pt x="83135" y="111267"/>
                  </a:cubicBezTo>
                  <a:cubicBezTo>
                    <a:pt x="83387" y="110834"/>
                    <a:pt x="83964" y="110041"/>
                    <a:pt x="84505" y="108851"/>
                  </a:cubicBezTo>
                  <a:cubicBezTo>
                    <a:pt x="85046" y="107660"/>
                    <a:pt x="85587" y="106037"/>
                    <a:pt x="85732" y="103909"/>
                  </a:cubicBezTo>
                  <a:lnTo>
                    <a:pt x="86045" y="99238"/>
                  </a:lnTo>
                  <a:lnTo>
                    <a:pt x="86045" y="99238"/>
                  </a:lnTo>
                  <a:lnTo>
                    <a:pt x="97667" y="88792"/>
                  </a:lnTo>
                  <a:lnTo>
                    <a:pt x="97670" y="88797"/>
                  </a:lnTo>
                  <a:cubicBezTo>
                    <a:pt x="97670" y="88797"/>
                    <a:pt x="107011" y="85082"/>
                    <a:pt x="114802" y="76498"/>
                  </a:cubicBezTo>
                  <a:cubicBezTo>
                    <a:pt x="118697" y="72206"/>
                    <a:pt x="120969" y="69033"/>
                    <a:pt x="122340" y="65931"/>
                  </a:cubicBezTo>
                  <a:cubicBezTo>
                    <a:pt x="123746" y="62829"/>
                    <a:pt x="124251" y="59835"/>
                    <a:pt x="124648" y="56012"/>
                  </a:cubicBezTo>
                  <a:cubicBezTo>
                    <a:pt x="125045" y="52225"/>
                    <a:pt x="126019" y="42776"/>
                    <a:pt x="126920" y="34228"/>
                  </a:cubicBezTo>
                  <a:cubicBezTo>
                    <a:pt x="127353" y="29936"/>
                    <a:pt x="127786" y="25896"/>
                    <a:pt x="128110" y="22867"/>
                  </a:cubicBezTo>
                  <a:cubicBezTo>
                    <a:pt x="128255" y="21388"/>
                    <a:pt x="128399" y="20126"/>
                    <a:pt x="128507" y="19260"/>
                  </a:cubicBezTo>
                  <a:cubicBezTo>
                    <a:pt x="128543" y="18827"/>
                    <a:pt x="128579" y="18466"/>
                    <a:pt x="128615" y="18214"/>
                  </a:cubicBezTo>
                  <a:cubicBezTo>
                    <a:pt x="128652" y="18106"/>
                    <a:pt x="128652" y="17998"/>
                    <a:pt x="128652" y="17925"/>
                  </a:cubicBezTo>
                  <a:lnTo>
                    <a:pt x="128652" y="17853"/>
                  </a:lnTo>
                  <a:lnTo>
                    <a:pt x="128688" y="17817"/>
                  </a:lnTo>
                  <a:cubicBezTo>
                    <a:pt x="128688" y="17745"/>
                    <a:pt x="128760" y="17529"/>
                    <a:pt x="128904" y="17276"/>
                  </a:cubicBezTo>
                  <a:cubicBezTo>
                    <a:pt x="129084" y="16879"/>
                    <a:pt x="129373" y="16375"/>
                    <a:pt x="129734" y="15942"/>
                  </a:cubicBezTo>
                  <a:cubicBezTo>
                    <a:pt x="130094" y="15509"/>
                    <a:pt x="130491" y="15184"/>
                    <a:pt x="130888" y="15148"/>
                  </a:cubicBezTo>
                  <a:lnTo>
                    <a:pt x="130924" y="15148"/>
                  </a:lnTo>
                  <a:cubicBezTo>
                    <a:pt x="130996" y="15148"/>
                    <a:pt x="131284" y="15220"/>
                    <a:pt x="131609" y="15365"/>
                  </a:cubicBezTo>
                  <a:cubicBezTo>
                    <a:pt x="132763" y="15942"/>
                    <a:pt x="134747" y="17493"/>
                    <a:pt x="136550" y="18935"/>
                  </a:cubicBezTo>
                  <a:cubicBezTo>
                    <a:pt x="137452" y="19657"/>
                    <a:pt x="138317" y="20342"/>
                    <a:pt x="139003" y="20919"/>
                  </a:cubicBezTo>
                  <a:cubicBezTo>
                    <a:pt x="139688" y="21460"/>
                    <a:pt x="140193" y="21893"/>
                    <a:pt x="140445" y="22037"/>
                  </a:cubicBezTo>
                  <a:cubicBezTo>
                    <a:pt x="140914" y="22362"/>
                    <a:pt x="141564" y="22614"/>
                    <a:pt x="142213" y="22614"/>
                  </a:cubicBezTo>
                  <a:cubicBezTo>
                    <a:pt x="142682" y="22614"/>
                    <a:pt x="143114" y="22506"/>
                    <a:pt x="143475" y="22181"/>
                  </a:cubicBezTo>
                  <a:cubicBezTo>
                    <a:pt x="143836" y="21857"/>
                    <a:pt x="144088" y="21352"/>
                    <a:pt x="144160" y="20703"/>
                  </a:cubicBezTo>
                  <a:cubicBezTo>
                    <a:pt x="144160" y="20594"/>
                    <a:pt x="144160" y="20450"/>
                    <a:pt x="144160" y="20306"/>
                  </a:cubicBezTo>
                  <a:cubicBezTo>
                    <a:pt x="144160" y="19044"/>
                    <a:pt x="143691" y="17204"/>
                    <a:pt x="142501" y="14932"/>
                  </a:cubicBezTo>
                  <a:cubicBezTo>
                    <a:pt x="141347" y="12696"/>
                    <a:pt x="139508" y="10063"/>
                    <a:pt x="136767" y="7358"/>
                  </a:cubicBezTo>
                  <a:cubicBezTo>
                    <a:pt x="134675" y="5230"/>
                    <a:pt x="132799" y="3787"/>
                    <a:pt x="131140" y="2849"/>
                  </a:cubicBezTo>
                  <a:cubicBezTo>
                    <a:pt x="129517" y="1912"/>
                    <a:pt x="128147" y="1479"/>
                    <a:pt x="127028" y="1479"/>
                  </a:cubicBezTo>
                  <a:cubicBezTo>
                    <a:pt x="126235" y="1479"/>
                    <a:pt x="125550" y="1731"/>
                    <a:pt x="125117" y="2200"/>
                  </a:cubicBezTo>
                  <a:cubicBezTo>
                    <a:pt x="124756" y="2597"/>
                    <a:pt x="124540" y="3138"/>
                    <a:pt x="124396" y="3751"/>
                  </a:cubicBezTo>
                  <a:cubicBezTo>
                    <a:pt x="124215" y="4653"/>
                    <a:pt x="124215" y="5735"/>
                    <a:pt x="124179" y="7033"/>
                  </a:cubicBezTo>
                  <a:cubicBezTo>
                    <a:pt x="124143" y="8332"/>
                    <a:pt x="124035" y="9846"/>
                    <a:pt x="123710" y="11542"/>
                  </a:cubicBezTo>
                  <a:cubicBezTo>
                    <a:pt x="123278" y="13778"/>
                    <a:pt x="121654" y="19116"/>
                    <a:pt x="119779" y="24814"/>
                  </a:cubicBezTo>
                  <a:cubicBezTo>
                    <a:pt x="117904" y="30513"/>
                    <a:pt x="115812" y="36608"/>
                    <a:pt x="114405" y="40540"/>
                  </a:cubicBezTo>
                  <a:cubicBezTo>
                    <a:pt x="112674" y="45373"/>
                    <a:pt x="112349" y="51215"/>
                    <a:pt x="112349" y="55075"/>
                  </a:cubicBezTo>
                  <a:cubicBezTo>
                    <a:pt x="112349" y="57010"/>
                    <a:pt x="112439" y="58429"/>
                    <a:pt x="112477" y="58941"/>
                  </a:cubicBezTo>
                  <a:lnTo>
                    <a:pt x="112477" y="58941"/>
                  </a:lnTo>
                  <a:cubicBezTo>
                    <a:pt x="111604" y="59257"/>
                    <a:pt x="108459" y="60490"/>
                    <a:pt x="106110" y="62252"/>
                  </a:cubicBezTo>
                  <a:cubicBezTo>
                    <a:pt x="104775" y="63262"/>
                    <a:pt x="103044" y="64452"/>
                    <a:pt x="101673" y="65426"/>
                  </a:cubicBezTo>
                  <a:cubicBezTo>
                    <a:pt x="100988" y="65895"/>
                    <a:pt x="100411" y="66291"/>
                    <a:pt x="99978" y="66616"/>
                  </a:cubicBezTo>
                  <a:cubicBezTo>
                    <a:pt x="99741" y="66774"/>
                    <a:pt x="99558" y="66900"/>
                    <a:pt x="99441" y="66981"/>
                  </a:cubicBezTo>
                  <a:lnTo>
                    <a:pt x="99441" y="66981"/>
                  </a:lnTo>
                  <a:lnTo>
                    <a:pt x="98825" y="66683"/>
                  </a:lnTo>
                  <a:lnTo>
                    <a:pt x="98825" y="66683"/>
                  </a:lnTo>
                  <a:cubicBezTo>
                    <a:pt x="99364" y="66134"/>
                    <a:pt x="100585" y="64872"/>
                    <a:pt x="101926" y="63370"/>
                  </a:cubicBezTo>
                  <a:cubicBezTo>
                    <a:pt x="103729" y="61350"/>
                    <a:pt x="105785" y="58862"/>
                    <a:pt x="106795" y="57022"/>
                  </a:cubicBezTo>
                  <a:cubicBezTo>
                    <a:pt x="107408" y="55832"/>
                    <a:pt x="107913" y="55002"/>
                    <a:pt x="108238" y="54353"/>
                  </a:cubicBezTo>
                  <a:cubicBezTo>
                    <a:pt x="108562" y="53704"/>
                    <a:pt x="108779" y="53199"/>
                    <a:pt x="108779" y="52622"/>
                  </a:cubicBezTo>
                  <a:cubicBezTo>
                    <a:pt x="108779" y="52081"/>
                    <a:pt x="108562" y="51540"/>
                    <a:pt x="108238" y="50819"/>
                  </a:cubicBezTo>
                  <a:cubicBezTo>
                    <a:pt x="107949" y="50242"/>
                    <a:pt x="107264" y="49196"/>
                    <a:pt x="106290" y="47861"/>
                  </a:cubicBezTo>
                  <a:cubicBezTo>
                    <a:pt x="103405" y="43822"/>
                    <a:pt x="98103" y="37185"/>
                    <a:pt x="95434" y="33723"/>
                  </a:cubicBezTo>
                  <a:cubicBezTo>
                    <a:pt x="93630" y="31451"/>
                    <a:pt x="91647" y="28349"/>
                    <a:pt x="90024" y="25572"/>
                  </a:cubicBezTo>
                  <a:cubicBezTo>
                    <a:pt x="88365" y="22794"/>
                    <a:pt x="87030" y="20306"/>
                    <a:pt x="86597" y="19224"/>
                  </a:cubicBezTo>
                  <a:cubicBezTo>
                    <a:pt x="86164" y="18142"/>
                    <a:pt x="85984" y="17060"/>
                    <a:pt x="85984" y="16050"/>
                  </a:cubicBezTo>
                  <a:cubicBezTo>
                    <a:pt x="85984" y="15040"/>
                    <a:pt x="86164" y="14138"/>
                    <a:pt x="86489" y="13381"/>
                  </a:cubicBezTo>
                  <a:cubicBezTo>
                    <a:pt x="86561" y="13273"/>
                    <a:pt x="86705" y="13056"/>
                    <a:pt x="86922" y="12804"/>
                  </a:cubicBezTo>
                  <a:cubicBezTo>
                    <a:pt x="87715" y="12010"/>
                    <a:pt x="89338" y="10820"/>
                    <a:pt x="90781" y="9305"/>
                  </a:cubicBezTo>
                  <a:cubicBezTo>
                    <a:pt x="92224" y="7827"/>
                    <a:pt x="93522" y="5987"/>
                    <a:pt x="93594" y="3751"/>
                  </a:cubicBezTo>
                  <a:cubicBezTo>
                    <a:pt x="93594" y="3679"/>
                    <a:pt x="93594" y="3571"/>
                    <a:pt x="93594" y="3499"/>
                  </a:cubicBezTo>
                  <a:cubicBezTo>
                    <a:pt x="93594" y="2236"/>
                    <a:pt x="93342" y="1371"/>
                    <a:pt x="92909" y="794"/>
                  </a:cubicBezTo>
                  <a:cubicBezTo>
                    <a:pt x="92693" y="505"/>
                    <a:pt x="92404" y="289"/>
                    <a:pt x="92079" y="180"/>
                  </a:cubicBezTo>
                  <a:cubicBezTo>
                    <a:pt x="91791" y="36"/>
                    <a:pt x="91430" y="0"/>
                    <a:pt x="91070"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68" name="Google Shape;2168;p38"/>
            <p:cNvSpPr/>
            <p:nvPr/>
          </p:nvSpPr>
          <p:spPr>
            <a:xfrm>
              <a:off x="2728875" y="2701500"/>
              <a:ext cx="2002650" cy="1227200"/>
            </a:xfrm>
            <a:custGeom>
              <a:avLst/>
              <a:gdLst/>
              <a:ahLst/>
              <a:cxnLst/>
              <a:rect l="l" t="t" r="r" b="b"/>
              <a:pathLst>
                <a:path w="80106" h="49088" extrusionOk="0">
                  <a:moveTo>
                    <a:pt x="57852" y="0"/>
                  </a:moveTo>
                  <a:cubicBezTo>
                    <a:pt x="56446" y="0"/>
                    <a:pt x="54714" y="109"/>
                    <a:pt x="53055" y="289"/>
                  </a:cubicBezTo>
                  <a:cubicBezTo>
                    <a:pt x="51468" y="2525"/>
                    <a:pt x="50783" y="3896"/>
                    <a:pt x="50783" y="3896"/>
                  </a:cubicBezTo>
                  <a:cubicBezTo>
                    <a:pt x="50783" y="3896"/>
                    <a:pt x="30513" y="7394"/>
                    <a:pt x="24238" y="12768"/>
                  </a:cubicBezTo>
                  <a:cubicBezTo>
                    <a:pt x="24238" y="12768"/>
                    <a:pt x="14932" y="15221"/>
                    <a:pt x="11001" y="18936"/>
                  </a:cubicBezTo>
                  <a:cubicBezTo>
                    <a:pt x="7070" y="22651"/>
                    <a:pt x="5266" y="29467"/>
                    <a:pt x="5266" y="29467"/>
                  </a:cubicBezTo>
                  <a:cubicBezTo>
                    <a:pt x="5266" y="29467"/>
                    <a:pt x="2489" y="31848"/>
                    <a:pt x="1" y="33651"/>
                  </a:cubicBezTo>
                  <a:cubicBezTo>
                    <a:pt x="364" y="33624"/>
                    <a:pt x="773" y="33606"/>
                    <a:pt x="1210" y="33606"/>
                  </a:cubicBezTo>
                  <a:cubicBezTo>
                    <a:pt x="3118" y="33606"/>
                    <a:pt x="5553" y="33951"/>
                    <a:pt x="6962" y="35418"/>
                  </a:cubicBezTo>
                  <a:cubicBezTo>
                    <a:pt x="8729" y="37258"/>
                    <a:pt x="8585" y="40504"/>
                    <a:pt x="8332" y="42379"/>
                  </a:cubicBezTo>
                  <a:cubicBezTo>
                    <a:pt x="11398" y="40396"/>
                    <a:pt x="16375" y="37113"/>
                    <a:pt x="16375" y="37113"/>
                  </a:cubicBezTo>
                  <a:cubicBezTo>
                    <a:pt x="16375" y="37113"/>
                    <a:pt x="23985" y="42379"/>
                    <a:pt x="32641" y="43822"/>
                  </a:cubicBezTo>
                  <a:cubicBezTo>
                    <a:pt x="35381" y="44292"/>
                    <a:pt x="38212" y="44452"/>
                    <a:pt x="40799" y="44452"/>
                  </a:cubicBezTo>
                  <a:cubicBezTo>
                    <a:pt x="46352" y="44452"/>
                    <a:pt x="50783" y="43714"/>
                    <a:pt x="50783" y="43714"/>
                  </a:cubicBezTo>
                  <a:lnTo>
                    <a:pt x="50783" y="43714"/>
                  </a:lnTo>
                  <a:lnTo>
                    <a:pt x="50350" y="45048"/>
                  </a:lnTo>
                  <a:cubicBezTo>
                    <a:pt x="51450" y="44242"/>
                    <a:pt x="53412" y="43153"/>
                    <a:pt x="56145" y="43153"/>
                  </a:cubicBezTo>
                  <a:cubicBezTo>
                    <a:pt x="57445" y="43153"/>
                    <a:pt x="58919" y="43399"/>
                    <a:pt x="60557" y="44038"/>
                  </a:cubicBezTo>
                  <a:cubicBezTo>
                    <a:pt x="63334" y="45156"/>
                    <a:pt x="64741" y="47068"/>
                    <a:pt x="65390" y="49088"/>
                  </a:cubicBezTo>
                  <a:cubicBezTo>
                    <a:pt x="66256" y="46563"/>
                    <a:pt x="66905" y="44507"/>
                    <a:pt x="66941" y="44147"/>
                  </a:cubicBezTo>
                  <a:cubicBezTo>
                    <a:pt x="67049" y="43389"/>
                    <a:pt x="69285" y="41369"/>
                    <a:pt x="69646" y="36536"/>
                  </a:cubicBezTo>
                  <a:lnTo>
                    <a:pt x="69971" y="31703"/>
                  </a:lnTo>
                  <a:lnTo>
                    <a:pt x="79889" y="22831"/>
                  </a:lnTo>
                  <a:cubicBezTo>
                    <a:pt x="80106" y="20667"/>
                    <a:pt x="79817" y="17349"/>
                    <a:pt x="77833" y="12768"/>
                  </a:cubicBezTo>
                  <a:cubicBezTo>
                    <a:pt x="73902" y="3787"/>
                    <a:pt x="61351" y="0"/>
                    <a:pt x="57852" y="0"/>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2169" name="Google Shape;2169;p38"/>
            <p:cNvSpPr/>
            <p:nvPr/>
          </p:nvSpPr>
          <p:spPr>
            <a:xfrm>
              <a:off x="2941675" y="3491375"/>
              <a:ext cx="1069400" cy="313800"/>
            </a:xfrm>
            <a:custGeom>
              <a:avLst/>
              <a:gdLst/>
              <a:ahLst/>
              <a:cxnLst/>
              <a:rect l="l" t="t" r="r" b="b"/>
              <a:pathLst>
                <a:path w="42776" h="12552" extrusionOk="0">
                  <a:moveTo>
                    <a:pt x="8620" y="0"/>
                  </a:moveTo>
                  <a:cubicBezTo>
                    <a:pt x="8620" y="0"/>
                    <a:pt x="7683" y="2777"/>
                    <a:pt x="5122" y="3715"/>
                  </a:cubicBezTo>
                  <a:cubicBezTo>
                    <a:pt x="3968" y="4148"/>
                    <a:pt x="1912" y="5194"/>
                    <a:pt x="0" y="6204"/>
                  </a:cubicBezTo>
                  <a:cubicBezTo>
                    <a:pt x="217" y="7033"/>
                    <a:pt x="289" y="7899"/>
                    <a:pt x="289" y="8692"/>
                  </a:cubicBezTo>
                  <a:cubicBezTo>
                    <a:pt x="289" y="9233"/>
                    <a:pt x="253" y="9738"/>
                    <a:pt x="217" y="10171"/>
                  </a:cubicBezTo>
                  <a:cubicBezTo>
                    <a:pt x="2453" y="8692"/>
                    <a:pt x="5447" y="6745"/>
                    <a:pt x="6853" y="5807"/>
                  </a:cubicBezTo>
                  <a:cubicBezTo>
                    <a:pt x="7394" y="5446"/>
                    <a:pt x="7683" y="5266"/>
                    <a:pt x="7683" y="5266"/>
                  </a:cubicBezTo>
                  <a:cubicBezTo>
                    <a:pt x="7755" y="5230"/>
                    <a:pt x="7791" y="5194"/>
                    <a:pt x="7863" y="5194"/>
                  </a:cubicBezTo>
                  <a:cubicBezTo>
                    <a:pt x="7935" y="5194"/>
                    <a:pt x="7971" y="5230"/>
                    <a:pt x="8043" y="5266"/>
                  </a:cubicBezTo>
                  <a:cubicBezTo>
                    <a:pt x="8043" y="5266"/>
                    <a:pt x="8043" y="5266"/>
                    <a:pt x="8115" y="5302"/>
                  </a:cubicBezTo>
                  <a:cubicBezTo>
                    <a:pt x="8188" y="5338"/>
                    <a:pt x="8260" y="5410"/>
                    <a:pt x="8368" y="5482"/>
                  </a:cubicBezTo>
                  <a:cubicBezTo>
                    <a:pt x="8584" y="5627"/>
                    <a:pt x="8909" y="5843"/>
                    <a:pt x="9342" y="6096"/>
                  </a:cubicBezTo>
                  <a:cubicBezTo>
                    <a:pt x="10171" y="6600"/>
                    <a:pt x="11398" y="7322"/>
                    <a:pt x="12876" y="8043"/>
                  </a:cubicBezTo>
                  <a:cubicBezTo>
                    <a:pt x="15870" y="9558"/>
                    <a:pt x="19909" y="11217"/>
                    <a:pt x="24165" y="11938"/>
                  </a:cubicBezTo>
                  <a:cubicBezTo>
                    <a:pt x="26870" y="12407"/>
                    <a:pt x="29684" y="12552"/>
                    <a:pt x="32280" y="12552"/>
                  </a:cubicBezTo>
                  <a:cubicBezTo>
                    <a:pt x="36428" y="12552"/>
                    <a:pt x="39963" y="12155"/>
                    <a:pt x="41478" y="11938"/>
                  </a:cubicBezTo>
                  <a:cubicBezTo>
                    <a:pt x="41802" y="11902"/>
                    <a:pt x="42055" y="11866"/>
                    <a:pt x="42163" y="11830"/>
                  </a:cubicBezTo>
                  <a:cubicBezTo>
                    <a:pt x="42596" y="10640"/>
                    <a:pt x="42776" y="9378"/>
                    <a:pt x="42019" y="8873"/>
                  </a:cubicBezTo>
                  <a:cubicBezTo>
                    <a:pt x="40612" y="7935"/>
                    <a:pt x="41081" y="5375"/>
                    <a:pt x="41081" y="5374"/>
                  </a:cubicBezTo>
                  <a:lnTo>
                    <a:pt x="41081" y="5374"/>
                  </a:lnTo>
                  <a:cubicBezTo>
                    <a:pt x="41081" y="5375"/>
                    <a:pt x="40287" y="7142"/>
                    <a:pt x="34697" y="7719"/>
                  </a:cubicBezTo>
                  <a:cubicBezTo>
                    <a:pt x="33651" y="8981"/>
                    <a:pt x="32389" y="9414"/>
                    <a:pt x="31162" y="9414"/>
                  </a:cubicBezTo>
                  <a:cubicBezTo>
                    <a:pt x="29215" y="9414"/>
                    <a:pt x="27303" y="8296"/>
                    <a:pt x="26257" y="7466"/>
                  </a:cubicBezTo>
                  <a:cubicBezTo>
                    <a:pt x="17781" y="5735"/>
                    <a:pt x="8620" y="0"/>
                    <a:pt x="8620" y="0"/>
                  </a:cubicBezTo>
                  <a:close/>
                </a:path>
              </a:pathLst>
            </a:custGeom>
            <a:solidFill>
              <a:srgbClr val="477797"/>
            </a:solidFill>
            <a:ln>
              <a:noFill/>
            </a:ln>
          </p:spPr>
          <p:txBody>
            <a:bodyPr spcFirstLastPara="1" wrap="square" lIns="182850" tIns="182850" rIns="182850" bIns="182850" anchor="ctr" anchorCtr="0">
              <a:noAutofit/>
            </a:bodyPr>
            <a:lstStyle/>
            <a:p>
              <a:endParaRPr sz="3600"/>
            </a:p>
          </p:txBody>
        </p:sp>
        <p:sp>
          <p:nvSpPr>
            <p:cNvPr id="2170" name="Google Shape;2170;p38"/>
            <p:cNvSpPr/>
            <p:nvPr/>
          </p:nvSpPr>
          <p:spPr>
            <a:xfrm>
              <a:off x="4294200" y="3286675"/>
              <a:ext cx="393150" cy="620400"/>
            </a:xfrm>
            <a:custGeom>
              <a:avLst/>
              <a:gdLst/>
              <a:ahLst/>
              <a:cxnLst/>
              <a:rect l="l" t="t" r="r" b="b"/>
              <a:pathLst>
                <a:path w="15726" h="24816" extrusionOk="0">
                  <a:moveTo>
                    <a:pt x="15256" y="1"/>
                  </a:moveTo>
                  <a:lnTo>
                    <a:pt x="5663" y="4437"/>
                  </a:lnTo>
                  <a:cubicBezTo>
                    <a:pt x="5663" y="4437"/>
                    <a:pt x="6131" y="11687"/>
                    <a:pt x="3571" y="15402"/>
                  </a:cubicBezTo>
                  <a:cubicBezTo>
                    <a:pt x="1010" y="19153"/>
                    <a:pt x="72" y="20307"/>
                    <a:pt x="72" y="20307"/>
                  </a:cubicBezTo>
                  <a:cubicBezTo>
                    <a:pt x="72" y="20307"/>
                    <a:pt x="72" y="20740"/>
                    <a:pt x="0" y="21389"/>
                  </a:cubicBezTo>
                  <a:cubicBezTo>
                    <a:pt x="1335" y="22327"/>
                    <a:pt x="2236" y="23517"/>
                    <a:pt x="2777" y="24815"/>
                  </a:cubicBezTo>
                  <a:cubicBezTo>
                    <a:pt x="3282" y="23264"/>
                    <a:pt x="3715" y="21966"/>
                    <a:pt x="3895" y="21244"/>
                  </a:cubicBezTo>
                  <a:cubicBezTo>
                    <a:pt x="3967" y="20956"/>
                    <a:pt x="4040" y="20776"/>
                    <a:pt x="4040" y="20703"/>
                  </a:cubicBezTo>
                  <a:cubicBezTo>
                    <a:pt x="4040" y="20559"/>
                    <a:pt x="4112" y="20415"/>
                    <a:pt x="4184" y="20271"/>
                  </a:cubicBezTo>
                  <a:cubicBezTo>
                    <a:pt x="4292" y="20126"/>
                    <a:pt x="4364" y="19946"/>
                    <a:pt x="4508" y="19766"/>
                  </a:cubicBezTo>
                  <a:cubicBezTo>
                    <a:pt x="4725" y="19369"/>
                    <a:pt x="5013" y="18900"/>
                    <a:pt x="5338" y="18323"/>
                  </a:cubicBezTo>
                  <a:cubicBezTo>
                    <a:pt x="5915" y="17133"/>
                    <a:pt x="6564" y="15474"/>
                    <a:pt x="6709" y="13093"/>
                  </a:cubicBezTo>
                  <a:cubicBezTo>
                    <a:pt x="6889" y="10713"/>
                    <a:pt x="6961" y="9487"/>
                    <a:pt x="7033" y="8910"/>
                  </a:cubicBezTo>
                  <a:cubicBezTo>
                    <a:pt x="7069" y="8296"/>
                    <a:pt x="7069" y="8296"/>
                    <a:pt x="7069" y="8296"/>
                  </a:cubicBezTo>
                  <a:cubicBezTo>
                    <a:pt x="7069" y="8224"/>
                    <a:pt x="7105" y="8152"/>
                    <a:pt x="7141" y="8080"/>
                  </a:cubicBezTo>
                  <a:lnTo>
                    <a:pt x="15725" y="398"/>
                  </a:lnTo>
                  <a:lnTo>
                    <a:pt x="15256" y="1"/>
                  </a:lnTo>
                  <a:close/>
                </a:path>
              </a:pathLst>
            </a:custGeom>
            <a:solidFill>
              <a:srgbClr val="477797"/>
            </a:solidFill>
            <a:ln>
              <a:noFill/>
            </a:ln>
          </p:spPr>
          <p:txBody>
            <a:bodyPr spcFirstLastPara="1" wrap="square" lIns="182850" tIns="182850" rIns="182850" bIns="182850" anchor="ctr" anchorCtr="0">
              <a:noAutofit/>
            </a:bodyPr>
            <a:lstStyle/>
            <a:p>
              <a:endParaRPr sz="3600"/>
            </a:p>
          </p:txBody>
        </p:sp>
        <p:sp>
          <p:nvSpPr>
            <p:cNvPr id="2171" name="Google Shape;2171;p38"/>
            <p:cNvSpPr/>
            <p:nvPr/>
          </p:nvSpPr>
          <p:spPr>
            <a:xfrm>
              <a:off x="2720750" y="2693375"/>
              <a:ext cx="2014375" cy="1243450"/>
            </a:xfrm>
            <a:custGeom>
              <a:avLst/>
              <a:gdLst/>
              <a:ahLst/>
              <a:cxnLst/>
              <a:rect l="l" t="t" r="r" b="b"/>
              <a:pathLst>
                <a:path w="80575" h="49738" extrusionOk="0">
                  <a:moveTo>
                    <a:pt x="58177" y="614"/>
                  </a:moveTo>
                  <a:cubicBezTo>
                    <a:pt x="59007" y="614"/>
                    <a:pt x="60413" y="830"/>
                    <a:pt x="62145" y="1335"/>
                  </a:cubicBezTo>
                  <a:cubicBezTo>
                    <a:pt x="64705" y="2057"/>
                    <a:pt x="67915" y="3391"/>
                    <a:pt x="70873" y="5339"/>
                  </a:cubicBezTo>
                  <a:cubicBezTo>
                    <a:pt x="73794" y="7322"/>
                    <a:pt x="76427" y="9919"/>
                    <a:pt x="77870" y="13201"/>
                  </a:cubicBezTo>
                  <a:cubicBezTo>
                    <a:pt x="79493" y="16952"/>
                    <a:pt x="79962" y="19838"/>
                    <a:pt x="79962" y="21894"/>
                  </a:cubicBezTo>
                  <a:cubicBezTo>
                    <a:pt x="79962" y="22323"/>
                    <a:pt x="79962" y="22692"/>
                    <a:pt x="79934" y="23029"/>
                  </a:cubicBezTo>
                  <a:lnTo>
                    <a:pt x="79934" y="23029"/>
                  </a:lnTo>
                  <a:lnTo>
                    <a:pt x="70079" y="31812"/>
                  </a:lnTo>
                  <a:cubicBezTo>
                    <a:pt x="70043" y="31884"/>
                    <a:pt x="70007" y="31956"/>
                    <a:pt x="70007" y="32028"/>
                  </a:cubicBezTo>
                  <a:cubicBezTo>
                    <a:pt x="70007" y="32028"/>
                    <a:pt x="70007" y="32028"/>
                    <a:pt x="69971" y="32642"/>
                  </a:cubicBezTo>
                  <a:cubicBezTo>
                    <a:pt x="69899" y="33219"/>
                    <a:pt x="69827" y="34445"/>
                    <a:pt x="69647" y="36825"/>
                  </a:cubicBezTo>
                  <a:cubicBezTo>
                    <a:pt x="69502" y="39206"/>
                    <a:pt x="68853" y="40865"/>
                    <a:pt x="68276" y="42055"/>
                  </a:cubicBezTo>
                  <a:cubicBezTo>
                    <a:pt x="67951" y="42632"/>
                    <a:pt x="67663" y="43101"/>
                    <a:pt x="67446" y="43498"/>
                  </a:cubicBezTo>
                  <a:cubicBezTo>
                    <a:pt x="67302" y="43678"/>
                    <a:pt x="67230" y="43858"/>
                    <a:pt x="67122" y="44003"/>
                  </a:cubicBezTo>
                  <a:cubicBezTo>
                    <a:pt x="67050" y="44147"/>
                    <a:pt x="66978" y="44291"/>
                    <a:pt x="66978" y="44435"/>
                  </a:cubicBezTo>
                  <a:cubicBezTo>
                    <a:pt x="66978" y="44508"/>
                    <a:pt x="66905" y="44688"/>
                    <a:pt x="66833" y="44976"/>
                  </a:cubicBezTo>
                  <a:cubicBezTo>
                    <a:pt x="66648" y="45688"/>
                    <a:pt x="66250" y="46984"/>
                    <a:pt x="65707" y="48545"/>
                  </a:cubicBezTo>
                  <a:lnTo>
                    <a:pt x="65707" y="48545"/>
                  </a:lnTo>
                  <a:cubicBezTo>
                    <a:pt x="64932" y="46727"/>
                    <a:pt x="63512" y="45088"/>
                    <a:pt x="60990" y="44111"/>
                  </a:cubicBezTo>
                  <a:cubicBezTo>
                    <a:pt x="59295" y="43426"/>
                    <a:pt x="57780" y="43173"/>
                    <a:pt x="56446" y="43173"/>
                  </a:cubicBezTo>
                  <a:cubicBezTo>
                    <a:pt x="54166" y="43173"/>
                    <a:pt x="52431" y="43907"/>
                    <a:pt x="51241" y="44627"/>
                  </a:cubicBezTo>
                  <a:lnTo>
                    <a:pt x="51241" y="44627"/>
                  </a:lnTo>
                  <a:lnTo>
                    <a:pt x="51397" y="44147"/>
                  </a:lnTo>
                  <a:cubicBezTo>
                    <a:pt x="51433" y="44039"/>
                    <a:pt x="51433" y="43931"/>
                    <a:pt x="51361" y="43858"/>
                  </a:cubicBezTo>
                  <a:cubicBezTo>
                    <a:pt x="51306" y="43777"/>
                    <a:pt x="51232" y="43737"/>
                    <a:pt x="51153" y="43737"/>
                  </a:cubicBezTo>
                  <a:cubicBezTo>
                    <a:pt x="51126" y="43737"/>
                    <a:pt x="51099" y="43741"/>
                    <a:pt x="51072" y="43750"/>
                  </a:cubicBezTo>
                  <a:cubicBezTo>
                    <a:pt x="51072" y="43750"/>
                    <a:pt x="50783" y="43786"/>
                    <a:pt x="50315" y="43858"/>
                  </a:cubicBezTo>
                  <a:cubicBezTo>
                    <a:pt x="48800" y="44075"/>
                    <a:pt x="45265" y="44472"/>
                    <a:pt x="41117" y="44472"/>
                  </a:cubicBezTo>
                  <a:cubicBezTo>
                    <a:pt x="38521" y="44472"/>
                    <a:pt x="35707" y="44327"/>
                    <a:pt x="33002" y="43858"/>
                  </a:cubicBezTo>
                  <a:cubicBezTo>
                    <a:pt x="28746" y="43137"/>
                    <a:pt x="24707" y="41478"/>
                    <a:pt x="21713" y="39963"/>
                  </a:cubicBezTo>
                  <a:cubicBezTo>
                    <a:pt x="20235" y="39242"/>
                    <a:pt x="19008" y="38520"/>
                    <a:pt x="18179" y="38016"/>
                  </a:cubicBezTo>
                  <a:cubicBezTo>
                    <a:pt x="17746" y="37763"/>
                    <a:pt x="17421" y="37547"/>
                    <a:pt x="17205" y="37402"/>
                  </a:cubicBezTo>
                  <a:cubicBezTo>
                    <a:pt x="17097" y="37330"/>
                    <a:pt x="17025" y="37258"/>
                    <a:pt x="16952" y="37222"/>
                  </a:cubicBezTo>
                  <a:cubicBezTo>
                    <a:pt x="16880" y="37186"/>
                    <a:pt x="16880" y="37186"/>
                    <a:pt x="16880" y="37186"/>
                  </a:cubicBezTo>
                  <a:cubicBezTo>
                    <a:pt x="16826" y="37150"/>
                    <a:pt x="16763" y="37132"/>
                    <a:pt x="16700" y="37132"/>
                  </a:cubicBezTo>
                  <a:cubicBezTo>
                    <a:pt x="16637" y="37132"/>
                    <a:pt x="16574" y="37150"/>
                    <a:pt x="16520" y="37186"/>
                  </a:cubicBezTo>
                  <a:cubicBezTo>
                    <a:pt x="16520" y="37186"/>
                    <a:pt x="16231" y="37366"/>
                    <a:pt x="15690" y="37727"/>
                  </a:cubicBezTo>
                  <a:cubicBezTo>
                    <a:pt x="14291" y="38660"/>
                    <a:pt x="11291" y="40639"/>
                    <a:pt x="9050" y="42102"/>
                  </a:cubicBezTo>
                  <a:lnTo>
                    <a:pt x="9050" y="42102"/>
                  </a:lnTo>
                  <a:cubicBezTo>
                    <a:pt x="9093" y="41645"/>
                    <a:pt x="9126" y="41145"/>
                    <a:pt x="9126" y="40612"/>
                  </a:cubicBezTo>
                  <a:cubicBezTo>
                    <a:pt x="9126" y="38917"/>
                    <a:pt x="8801" y="36897"/>
                    <a:pt x="7503" y="35527"/>
                  </a:cubicBezTo>
                  <a:cubicBezTo>
                    <a:pt x="6745" y="34733"/>
                    <a:pt x="5736" y="34265"/>
                    <a:pt x="4690" y="34012"/>
                  </a:cubicBezTo>
                  <a:cubicBezTo>
                    <a:pt x="3644" y="33724"/>
                    <a:pt x="2526" y="33651"/>
                    <a:pt x="1588" y="33651"/>
                  </a:cubicBezTo>
                  <a:cubicBezTo>
                    <a:pt x="1486" y="33651"/>
                    <a:pt x="1385" y="33651"/>
                    <a:pt x="1287" y="33652"/>
                  </a:cubicBezTo>
                  <a:lnTo>
                    <a:pt x="1287" y="33652"/>
                  </a:lnTo>
                  <a:cubicBezTo>
                    <a:pt x="3541" y="31957"/>
                    <a:pt x="5775" y="30045"/>
                    <a:pt x="5808" y="30045"/>
                  </a:cubicBezTo>
                  <a:cubicBezTo>
                    <a:pt x="5844" y="29973"/>
                    <a:pt x="5880" y="29937"/>
                    <a:pt x="5880" y="29864"/>
                  </a:cubicBezTo>
                  <a:cubicBezTo>
                    <a:pt x="5880" y="29864"/>
                    <a:pt x="5916" y="29756"/>
                    <a:pt x="5988" y="29576"/>
                  </a:cubicBezTo>
                  <a:cubicBezTo>
                    <a:pt x="6349" y="28241"/>
                    <a:pt x="8152" y="22615"/>
                    <a:pt x="11506" y="19477"/>
                  </a:cubicBezTo>
                  <a:cubicBezTo>
                    <a:pt x="13418" y="17674"/>
                    <a:pt x="16700" y="16123"/>
                    <a:pt x="19513" y="15077"/>
                  </a:cubicBezTo>
                  <a:cubicBezTo>
                    <a:pt x="20920" y="14536"/>
                    <a:pt x="22182" y="14103"/>
                    <a:pt x="23120" y="13814"/>
                  </a:cubicBezTo>
                  <a:cubicBezTo>
                    <a:pt x="23589" y="13670"/>
                    <a:pt x="23950" y="13562"/>
                    <a:pt x="24238" y="13490"/>
                  </a:cubicBezTo>
                  <a:cubicBezTo>
                    <a:pt x="24491" y="13418"/>
                    <a:pt x="24635" y="13382"/>
                    <a:pt x="24635" y="13382"/>
                  </a:cubicBezTo>
                  <a:lnTo>
                    <a:pt x="24743" y="13310"/>
                  </a:lnTo>
                  <a:cubicBezTo>
                    <a:pt x="26258" y="12011"/>
                    <a:pt x="28674" y="10785"/>
                    <a:pt x="31451" y="9703"/>
                  </a:cubicBezTo>
                  <a:cubicBezTo>
                    <a:pt x="35599" y="8116"/>
                    <a:pt x="40540" y="6817"/>
                    <a:pt x="44436" y="5916"/>
                  </a:cubicBezTo>
                  <a:cubicBezTo>
                    <a:pt x="46383" y="5447"/>
                    <a:pt x="48078" y="5122"/>
                    <a:pt x="49269" y="4870"/>
                  </a:cubicBezTo>
                  <a:cubicBezTo>
                    <a:pt x="49882" y="4762"/>
                    <a:pt x="50351" y="4690"/>
                    <a:pt x="50675" y="4617"/>
                  </a:cubicBezTo>
                  <a:cubicBezTo>
                    <a:pt x="51000" y="4545"/>
                    <a:pt x="51180" y="4545"/>
                    <a:pt x="51180" y="4545"/>
                  </a:cubicBezTo>
                  <a:cubicBezTo>
                    <a:pt x="51252" y="4509"/>
                    <a:pt x="51361" y="4437"/>
                    <a:pt x="51397" y="4365"/>
                  </a:cubicBezTo>
                  <a:lnTo>
                    <a:pt x="51433" y="4293"/>
                  </a:lnTo>
                  <a:cubicBezTo>
                    <a:pt x="51575" y="4009"/>
                    <a:pt x="52205" y="2747"/>
                    <a:pt x="53565" y="886"/>
                  </a:cubicBezTo>
                  <a:lnTo>
                    <a:pt x="53565" y="886"/>
                  </a:lnTo>
                  <a:cubicBezTo>
                    <a:pt x="55147" y="716"/>
                    <a:pt x="56848" y="614"/>
                    <a:pt x="58177" y="614"/>
                  </a:cubicBezTo>
                  <a:close/>
                  <a:moveTo>
                    <a:pt x="58177" y="1"/>
                  </a:moveTo>
                  <a:cubicBezTo>
                    <a:pt x="56771" y="1"/>
                    <a:pt x="55003" y="145"/>
                    <a:pt x="53344" y="325"/>
                  </a:cubicBezTo>
                  <a:cubicBezTo>
                    <a:pt x="53272" y="325"/>
                    <a:pt x="53164" y="361"/>
                    <a:pt x="53128" y="434"/>
                  </a:cubicBezTo>
                  <a:cubicBezTo>
                    <a:pt x="51832" y="2259"/>
                    <a:pt x="51137" y="3532"/>
                    <a:pt x="50926" y="3957"/>
                  </a:cubicBezTo>
                  <a:lnTo>
                    <a:pt x="50926" y="3957"/>
                  </a:lnTo>
                  <a:cubicBezTo>
                    <a:pt x="50056" y="4111"/>
                    <a:pt x="45404" y="4952"/>
                    <a:pt x="40108" y="6349"/>
                  </a:cubicBezTo>
                  <a:cubicBezTo>
                    <a:pt x="37186" y="7142"/>
                    <a:pt x="34048" y="8080"/>
                    <a:pt x="31235" y="9162"/>
                  </a:cubicBezTo>
                  <a:cubicBezTo>
                    <a:pt x="28464" y="10228"/>
                    <a:pt x="26042" y="11434"/>
                    <a:pt x="24419" y="12814"/>
                  </a:cubicBezTo>
                  <a:lnTo>
                    <a:pt x="24419" y="12814"/>
                  </a:lnTo>
                  <a:cubicBezTo>
                    <a:pt x="24119" y="12895"/>
                    <a:pt x="21941" y="13496"/>
                    <a:pt x="19297" y="14500"/>
                  </a:cubicBezTo>
                  <a:cubicBezTo>
                    <a:pt x="16448" y="15582"/>
                    <a:pt x="13129" y="17133"/>
                    <a:pt x="11110" y="19044"/>
                  </a:cubicBezTo>
                  <a:cubicBezTo>
                    <a:pt x="9090" y="20956"/>
                    <a:pt x="7647" y="23589"/>
                    <a:pt x="6709" y="25789"/>
                  </a:cubicBezTo>
                  <a:cubicBezTo>
                    <a:pt x="5884" y="27725"/>
                    <a:pt x="5422" y="29299"/>
                    <a:pt x="5323" y="29648"/>
                  </a:cubicBezTo>
                  <a:lnTo>
                    <a:pt x="5323" y="29648"/>
                  </a:lnTo>
                  <a:cubicBezTo>
                    <a:pt x="5243" y="29714"/>
                    <a:pt x="5111" y="29825"/>
                    <a:pt x="4942" y="29973"/>
                  </a:cubicBezTo>
                  <a:cubicBezTo>
                    <a:pt x="4040" y="30730"/>
                    <a:pt x="1985" y="32389"/>
                    <a:pt x="145" y="33760"/>
                  </a:cubicBezTo>
                  <a:cubicBezTo>
                    <a:pt x="37" y="33832"/>
                    <a:pt x="1" y="33976"/>
                    <a:pt x="37" y="34084"/>
                  </a:cubicBezTo>
                  <a:cubicBezTo>
                    <a:pt x="109" y="34228"/>
                    <a:pt x="217" y="34301"/>
                    <a:pt x="362" y="34301"/>
                  </a:cubicBezTo>
                  <a:cubicBezTo>
                    <a:pt x="722" y="34265"/>
                    <a:pt x="1119" y="34228"/>
                    <a:pt x="1588" y="34228"/>
                  </a:cubicBezTo>
                  <a:cubicBezTo>
                    <a:pt x="2490" y="34228"/>
                    <a:pt x="3572" y="34337"/>
                    <a:pt x="4545" y="34589"/>
                  </a:cubicBezTo>
                  <a:cubicBezTo>
                    <a:pt x="5519" y="34842"/>
                    <a:pt x="6421" y="35274"/>
                    <a:pt x="7070" y="35960"/>
                  </a:cubicBezTo>
                  <a:cubicBezTo>
                    <a:pt x="8188" y="37114"/>
                    <a:pt x="8513" y="38953"/>
                    <a:pt x="8513" y="40612"/>
                  </a:cubicBezTo>
                  <a:cubicBezTo>
                    <a:pt x="8513" y="41370"/>
                    <a:pt x="8441" y="42091"/>
                    <a:pt x="8369" y="42668"/>
                  </a:cubicBezTo>
                  <a:cubicBezTo>
                    <a:pt x="8369" y="42776"/>
                    <a:pt x="8405" y="42885"/>
                    <a:pt x="8513" y="42957"/>
                  </a:cubicBezTo>
                  <a:cubicBezTo>
                    <a:pt x="8567" y="42975"/>
                    <a:pt x="8621" y="42984"/>
                    <a:pt x="8675" y="42984"/>
                  </a:cubicBezTo>
                  <a:cubicBezTo>
                    <a:pt x="8729" y="42984"/>
                    <a:pt x="8783" y="42975"/>
                    <a:pt x="8837" y="42957"/>
                  </a:cubicBezTo>
                  <a:cubicBezTo>
                    <a:pt x="11549" y="41181"/>
                    <a:pt x="15850" y="38365"/>
                    <a:pt x="16723" y="37794"/>
                  </a:cubicBezTo>
                  <a:lnTo>
                    <a:pt x="16723" y="37794"/>
                  </a:lnTo>
                  <a:cubicBezTo>
                    <a:pt x="17991" y="38640"/>
                    <a:pt x="25012" y="43095"/>
                    <a:pt x="32894" y="44435"/>
                  </a:cubicBezTo>
                  <a:cubicBezTo>
                    <a:pt x="35671" y="44904"/>
                    <a:pt x="38521" y="45085"/>
                    <a:pt x="41117" y="45085"/>
                  </a:cubicBezTo>
                  <a:cubicBezTo>
                    <a:pt x="45600" y="45085"/>
                    <a:pt x="49341" y="44598"/>
                    <a:pt x="50666" y="44405"/>
                  </a:cubicBezTo>
                  <a:lnTo>
                    <a:pt x="50666" y="44405"/>
                  </a:lnTo>
                  <a:lnTo>
                    <a:pt x="50387" y="45265"/>
                  </a:lnTo>
                  <a:cubicBezTo>
                    <a:pt x="50351" y="45409"/>
                    <a:pt x="50423" y="45554"/>
                    <a:pt x="50531" y="45626"/>
                  </a:cubicBezTo>
                  <a:cubicBezTo>
                    <a:pt x="50567" y="45662"/>
                    <a:pt x="50621" y="45680"/>
                    <a:pt x="50680" y="45680"/>
                  </a:cubicBezTo>
                  <a:cubicBezTo>
                    <a:pt x="50738" y="45680"/>
                    <a:pt x="50801" y="45662"/>
                    <a:pt x="50856" y="45626"/>
                  </a:cubicBezTo>
                  <a:cubicBezTo>
                    <a:pt x="51938" y="44832"/>
                    <a:pt x="53813" y="43786"/>
                    <a:pt x="56446" y="43786"/>
                  </a:cubicBezTo>
                  <a:cubicBezTo>
                    <a:pt x="57708" y="43786"/>
                    <a:pt x="59151" y="44039"/>
                    <a:pt x="60774" y="44652"/>
                  </a:cubicBezTo>
                  <a:cubicBezTo>
                    <a:pt x="63479" y="45734"/>
                    <a:pt x="64814" y="47537"/>
                    <a:pt x="65427" y="49521"/>
                  </a:cubicBezTo>
                  <a:cubicBezTo>
                    <a:pt x="65499" y="49629"/>
                    <a:pt x="65607" y="49737"/>
                    <a:pt x="65715" y="49737"/>
                  </a:cubicBezTo>
                  <a:cubicBezTo>
                    <a:pt x="65859" y="49737"/>
                    <a:pt x="65968" y="49665"/>
                    <a:pt x="66004" y="49521"/>
                  </a:cubicBezTo>
                  <a:cubicBezTo>
                    <a:pt x="66437" y="48259"/>
                    <a:pt x="66833" y="47104"/>
                    <a:pt x="67086" y="46239"/>
                  </a:cubicBezTo>
                  <a:cubicBezTo>
                    <a:pt x="67230" y="45806"/>
                    <a:pt x="67338" y="45409"/>
                    <a:pt x="67410" y="45121"/>
                  </a:cubicBezTo>
                  <a:cubicBezTo>
                    <a:pt x="67482" y="44832"/>
                    <a:pt x="67555" y="44652"/>
                    <a:pt x="67555" y="44544"/>
                  </a:cubicBezTo>
                  <a:cubicBezTo>
                    <a:pt x="67555" y="44508"/>
                    <a:pt x="67591" y="44399"/>
                    <a:pt x="67663" y="44255"/>
                  </a:cubicBezTo>
                  <a:cubicBezTo>
                    <a:pt x="67915" y="43822"/>
                    <a:pt x="68492" y="43029"/>
                    <a:pt x="69033" y="41839"/>
                  </a:cubicBezTo>
                  <a:cubicBezTo>
                    <a:pt x="69574" y="40648"/>
                    <a:pt x="70115" y="39025"/>
                    <a:pt x="70260" y="36897"/>
                  </a:cubicBezTo>
                  <a:lnTo>
                    <a:pt x="70573" y="32226"/>
                  </a:lnTo>
                  <a:lnTo>
                    <a:pt x="80431" y="23372"/>
                  </a:lnTo>
                  <a:cubicBezTo>
                    <a:pt x="80467" y="23336"/>
                    <a:pt x="80503" y="23264"/>
                    <a:pt x="80503" y="23192"/>
                  </a:cubicBezTo>
                  <a:cubicBezTo>
                    <a:pt x="80539" y="22795"/>
                    <a:pt x="80575" y="22362"/>
                    <a:pt x="80575" y="21894"/>
                  </a:cubicBezTo>
                  <a:cubicBezTo>
                    <a:pt x="80575" y="19730"/>
                    <a:pt x="80106" y="16772"/>
                    <a:pt x="78411" y="12985"/>
                  </a:cubicBezTo>
                  <a:cubicBezTo>
                    <a:pt x="76427" y="8404"/>
                    <a:pt x="72243" y="5158"/>
                    <a:pt x="68132" y="3066"/>
                  </a:cubicBezTo>
                  <a:cubicBezTo>
                    <a:pt x="66076" y="2021"/>
                    <a:pt x="64056" y="1263"/>
                    <a:pt x="62289" y="758"/>
                  </a:cubicBezTo>
                  <a:cubicBezTo>
                    <a:pt x="60558" y="253"/>
                    <a:pt x="59115" y="1"/>
                    <a:pt x="58177"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72" name="Google Shape;2172;p38"/>
            <p:cNvSpPr/>
            <p:nvPr/>
          </p:nvSpPr>
          <p:spPr>
            <a:xfrm>
              <a:off x="3962375" y="3422450"/>
              <a:ext cx="140675" cy="348425"/>
            </a:xfrm>
            <a:custGeom>
              <a:avLst/>
              <a:gdLst/>
              <a:ahLst/>
              <a:cxnLst/>
              <a:rect l="l" t="t" r="r" b="b"/>
              <a:pathLst>
                <a:path w="5627" h="13937" extrusionOk="0">
                  <a:moveTo>
                    <a:pt x="5273" y="0"/>
                  </a:moveTo>
                  <a:cubicBezTo>
                    <a:pt x="5222" y="0"/>
                    <a:pt x="5170" y="16"/>
                    <a:pt x="5122" y="52"/>
                  </a:cubicBezTo>
                  <a:cubicBezTo>
                    <a:pt x="5086" y="52"/>
                    <a:pt x="1659" y="2108"/>
                    <a:pt x="505" y="6616"/>
                  </a:cubicBezTo>
                  <a:cubicBezTo>
                    <a:pt x="145" y="8023"/>
                    <a:pt x="0" y="9213"/>
                    <a:pt x="0" y="10259"/>
                  </a:cubicBezTo>
                  <a:cubicBezTo>
                    <a:pt x="0" y="12495"/>
                    <a:pt x="613" y="13758"/>
                    <a:pt x="613" y="13758"/>
                  </a:cubicBezTo>
                  <a:cubicBezTo>
                    <a:pt x="663" y="13881"/>
                    <a:pt x="763" y="13937"/>
                    <a:pt x="867" y="13937"/>
                  </a:cubicBezTo>
                  <a:cubicBezTo>
                    <a:pt x="915" y="13937"/>
                    <a:pt x="965" y="13925"/>
                    <a:pt x="1010" y="13902"/>
                  </a:cubicBezTo>
                  <a:cubicBezTo>
                    <a:pt x="1191" y="13830"/>
                    <a:pt x="1227" y="13649"/>
                    <a:pt x="1154" y="13505"/>
                  </a:cubicBezTo>
                  <a:cubicBezTo>
                    <a:pt x="1118" y="13397"/>
                    <a:pt x="613" y="12243"/>
                    <a:pt x="613" y="10259"/>
                  </a:cubicBezTo>
                  <a:cubicBezTo>
                    <a:pt x="613" y="9285"/>
                    <a:pt x="722" y="8095"/>
                    <a:pt x="1082" y="6761"/>
                  </a:cubicBezTo>
                  <a:cubicBezTo>
                    <a:pt x="1623" y="4633"/>
                    <a:pt x="2705" y="3082"/>
                    <a:pt x="3679" y="2072"/>
                  </a:cubicBezTo>
                  <a:cubicBezTo>
                    <a:pt x="4148" y="1567"/>
                    <a:pt x="4581" y="1170"/>
                    <a:pt x="4905" y="918"/>
                  </a:cubicBezTo>
                  <a:cubicBezTo>
                    <a:pt x="5086" y="810"/>
                    <a:pt x="5194" y="701"/>
                    <a:pt x="5302" y="629"/>
                  </a:cubicBezTo>
                  <a:lnTo>
                    <a:pt x="5410" y="593"/>
                  </a:lnTo>
                  <a:lnTo>
                    <a:pt x="5410" y="557"/>
                  </a:lnTo>
                  <a:cubicBezTo>
                    <a:pt x="5555" y="485"/>
                    <a:pt x="5627" y="305"/>
                    <a:pt x="5519" y="160"/>
                  </a:cubicBezTo>
                  <a:cubicBezTo>
                    <a:pt x="5471" y="64"/>
                    <a:pt x="5374" y="0"/>
                    <a:pt x="527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73" name="Google Shape;2173;p38"/>
            <p:cNvSpPr/>
            <p:nvPr/>
          </p:nvSpPr>
          <p:spPr>
            <a:xfrm>
              <a:off x="3011100" y="2579750"/>
              <a:ext cx="993675" cy="569675"/>
            </a:xfrm>
            <a:custGeom>
              <a:avLst/>
              <a:gdLst/>
              <a:ahLst/>
              <a:cxnLst/>
              <a:rect l="l" t="t" r="r" b="b"/>
              <a:pathLst>
                <a:path w="39747" h="22787" extrusionOk="0">
                  <a:moveTo>
                    <a:pt x="18201" y="0"/>
                  </a:moveTo>
                  <a:cubicBezTo>
                    <a:pt x="13076" y="0"/>
                    <a:pt x="8219" y="1488"/>
                    <a:pt x="6168" y="3103"/>
                  </a:cubicBezTo>
                  <a:cubicBezTo>
                    <a:pt x="3283" y="5375"/>
                    <a:pt x="5916" y="6097"/>
                    <a:pt x="7286" y="6493"/>
                  </a:cubicBezTo>
                  <a:cubicBezTo>
                    <a:pt x="8693" y="6854"/>
                    <a:pt x="4545" y="7107"/>
                    <a:pt x="2381" y="9523"/>
                  </a:cubicBezTo>
                  <a:cubicBezTo>
                    <a:pt x="253" y="11903"/>
                    <a:pt x="1" y="16195"/>
                    <a:pt x="1768" y="17169"/>
                  </a:cubicBezTo>
                  <a:cubicBezTo>
                    <a:pt x="2093" y="17355"/>
                    <a:pt x="2529" y="17431"/>
                    <a:pt x="3023" y="17431"/>
                  </a:cubicBezTo>
                  <a:cubicBezTo>
                    <a:pt x="5212" y="17431"/>
                    <a:pt x="8548" y="15943"/>
                    <a:pt x="8548" y="15943"/>
                  </a:cubicBezTo>
                  <a:lnTo>
                    <a:pt x="9811" y="16809"/>
                  </a:lnTo>
                  <a:lnTo>
                    <a:pt x="22651" y="13527"/>
                  </a:lnTo>
                  <a:lnTo>
                    <a:pt x="22759" y="14428"/>
                  </a:lnTo>
                  <a:cubicBezTo>
                    <a:pt x="22850" y="14975"/>
                    <a:pt x="24797" y="15076"/>
                    <a:pt x="26501" y="15076"/>
                  </a:cubicBezTo>
                  <a:cubicBezTo>
                    <a:pt x="27495" y="15076"/>
                    <a:pt x="28406" y="15041"/>
                    <a:pt x="28818" y="15041"/>
                  </a:cubicBezTo>
                  <a:cubicBezTo>
                    <a:pt x="29936" y="15041"/>
                    <a:pt x="30946" y="20199"/>
                    <a:pt x="32713" y="21714"/>
                  </a:cubicBezTo>
                  <a:cubicBezTo>
                    <a:pt x="33597" y="22471"/>
                    <a:pt x="34418" y="22787"/>
                    <a:pt x="35143" y="22787"/>
                  </a:cubicBezTo>
                  <a:cubicBezTo>
                    <a:pt x="35869" y="22787"/>
                    <a:pt x="36500" y="22471"/>
                    <a:pt x="37005" y="21966"/>
                  </a:cubicBezTo>
                  <a:cubicBezTo>
                    <a:pt x="38015" y="20956"/>
                    <a:pt x="39747" y="18576"/>
                    <a:pt x="39494" y="15943"/>
                  </a:cubicBezTo>
                  <a:cubicBezTo>
                    <a:pt x="39278" y="13274"/>
                    <a:pt x="38123" y="12156"/>
                    <a:pt x="38123" y="12156"/>
                  </a:cubicBezTo>
                  <a:cubicBezTo>
                    <a:pt x="38123" y="12156"/>
                    <a:pt x="38881" y="11507"/>
                    <a:pt x="38376" y="10533"/>
                  </a:cubicBezTo>
                  <a:cubicBezTo>
                    <a:pt x="38232" y="10244"/>
                    <a:pt x="37881" y="10141"/>
                    <a:pt x="37454" y="10141"/>
                  </a:cubicBezTo>
                  <a:cubicBezTo>
                    <a:pt x="36387" y="10141"/>
                    <a:pt x="34841" y="10785"/>
                    <a:pt x="34841" y="10785"/>
                  </a:cubicBezTo>
                  <a:cubicBezTo>
                    <a:pt x="34841" y="10785"/>
                    <a:pt x="34841" y="10136"/>
                    <a:pt x="34336" y="8369"/>
                  </a:cubicBezTo>
                  <a:cubicBezTo>
                    <a:pt x="33831" y="6602"/>
                    <a:pt x="31343" y="2851"/>
                    <a:pt x="24418" y="831"/>
                  </a:cubicBezTo>
                  <a:cubicBezTo>
                    <a:pt x="22415" y="247"/>
                    <a:pt x="20286" y="0"/>
                    <a:pt x="18201"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74" name="Google Shape;2174;p38"/>
            <p:cNvSpPr/>
            <p:nvPr/>
          </p:nvSpPr>
          <p:spPr>
            <a:xfrm>
              <a:off x="3018325" y="2572550"/>
              <a:ext cx="988250" cy="584325"/>
            </a:xfrm>
            <a:custGeom>
              <a:avLst/>
              <a:gdLst/>
              <a:ahLst/>
              <a:cxnLst/>
              <a:rect l="l" t="t" r="r" b="b"/>
              <a:pathLst>
                <a:path w="39530" h="23373" extrusionOk="0">
                  <a:moveTo>
                    <a:pt x="17925" y="578"/>
                  </a:moveTo>
                  <a:cubicBezTo>
                    <a:pt x="19981" y="578"/>
                    <a:pt x="22073" y="830"/>
                    <a:pt x="24057" y="1407"/>
                  </a:cubicBezTo>
                  <a:cubicBezTo>
                    <a:pt x="27447" y="2417"/>
                    <a:pt x="29792" y="3824"/>
                    <a:pt x="31306" y="5194"/>
                  </a:cubicBezTo>
                  <a:cubicBezTo>
                    <a:pt x="32821" y="6601"/>
                    <a:pt x="33542" y="7936"/>
                    <a:pt x="33759" y="8765"/>
                  </a:cubicBezTo>
                  <a:cubicBezTo>
                    <a:pt x="34011" y="9631"/>
                    <a:pt x="34156" y="10208"/>
                    <a:pt x="34192" y="10568"/>
                  </a:cubicBezTo>
                  <a:cubicBezTo>
                    <a:pt x="34228" y="10749"/>
                    <a:pt x="34264" y="10893"/>
                    <a:pt x="34264" y="10965"/>
                  </a:cubicBezTo>
                  <a:lnTo>
                    <a:pt x="34264" y="11037"/>
                  </a:lnTo>
                  <a:lnTo>
                    <a:pt x="34264" y="11073"/>
                  </a:lnTo>
                  <a:cubicBezTo>
                    <a:pt x="34264" y="11146"/>
                    <a:pt x="34300" y="11254"/>
                    <a:pt x="34408" y="11290"/>
                  </a:cubicBezTo>
                  <a:cubicBezTo>
                    <a:pt x="34450" y="11332"/>
                    <a:pt x="34505" y="11350"/>
                    <a:pt x="34565" y="11350"/>
                  </a:cubicBezTo>
                  <a:cubicBezTo>
                    <a:pt x="34607" y="11350"/>
                    <a:pt x="34652" y="11341"/>
                    <a:pt x="34697" y="11326"/>
                  </a:cubicBezTo>
                  <a:lnTo>
                    <a:pt x="34733" y="11326"/>
                  </a:lnTo>
                  <a:cubicBezTo>
                    <a:pt x="34877" y="11254"/>
                    <a:pt x="35274" y="11109"/>
                    <a:pt x="35743" y="10965"/>
                  </a:cubicBezTo>
                  <a:cubicBezTo>
                    <a:pt x="36211" y="10821"/>
                    <a:pt x="36752" y="10713"/>
                    <a:pt x="37185" y="10713"/>
                  </a:cubicBezTo>
                  <a:cubicBezTo>
                    <a:pt x="37366" y="10713"/>
                    <a:pt x="37510" y="10749"/>
                    <a:pt x="37618" y="10785"/>
                  </a:cubicBezTo>
                  <a:cubicBezTo>
                    <a:pt x="37726" y="10821"/>
                    <a:pt x="37798" y="10857"/>
                    <a:pt x="37834" y="10929"/>
                  </a:cubicBezTo>
                  <a:cubicBezTo>
                    <a:pt x="37943" y="11146"/>
                    <a:pt x="37979" y="11326"/>
                    <a:pt x="37979" y="11470"/>
                  </a:cubicBezTo>
                  <a:cubicBezTo>
                    <a:pt x="37979" y="11723"/>
                    <a:pt x="37871" y="11903"/>
                    <a:pt x="37798" y="12011"/>
                  </a:cubicBezTo>
                  <a:cubicBezTo>
                    <a:pt x="37762" y="12083"/>
                    <a:pt x="37726" y="12155"/>
                    <a:pt x="37690" y="12155"/>
                  </a:cubicBezTo>
                  <a:lnTo>
                    <a:pt x="37654" y="12191"/>
                  </a:lnTo>
                  <a:lnTo>
                    <a:pt x="37654" y="12228"/>
                  </a:lnTo>
                  <a:cubicBezTo>
                    <a:pt x="37582" y="12264"/>
                    <a:pt x="37546" y="12336"/>
                    <a:pt x="37546" y="12444"/>
                  </a:cubicBezTo>
                  <a:cubicBezTo>
                    <a:pt x="37546" y="12516"/>
                    <a:pt x="37582" y="12588"/>
                    <a:pt x="37618" y="12660"/>
                  </a:cubicBezTo>
                  <a:cubicBezTo>
                    <a:pt x="37654" y="12696"/>
                    <a:pt x="38700" y="13778"/>
                    <a:pt x="38916" y="16231"/>
                  </a:cubicBezTo>
                  <a:cubicBezTo>
                    <a:pt x="38953" y="16411"/>
                    <a:pt x="38953" y="16556"/>
                    <a:pt x="38953" y="16736"/>
                  </a:cubicBezTo>
                  <a:cubicBezTo>
                    <a:pt x="38953" y="17890"/>
                    <a:pt x="38556" y="18972"/>
                    <a:pt x="38051" y="19910"/>
                  </a:cubicBezTo>
                  <a:cubicBezTo>
                    <a:pt x="37582" y="20848"/>
                    <a:pt x="36933" y="21605"/>
                    <a:pt x="36500" y="22038"/>
                  </a:cubicBezTo>
                  <a:cubicBezTo>
                    <a:pt x="36031" y="22507"/>
                    <a:pt x="35490" y="22759"/>
                    <a:pt x="34841" y="22759"/>
                  </a:cubicBezTo>
                  <a:cubicBezTo>
                    <a:pt x="34228" y="22759"/>
                    <a:pt x="33470" y="22507"/>
                    <a:pt x="32641" y="21785"/>
                  </a:cubicBezTo>
                  <a:cubicBezTo>
                    <a:pt x="32244" y="21461"/>
                    <a:pt x="31847" y="20884"/>
                    <a:pt x="31487" y="20198"/>
                  </a:cubicBezTo>
                  <a:cubicBezTo>
                    <a:pt x="30982" y="19152"/>
                    <a:pt x="30513" y="17926"/>
                    <a:pt x="30080" y="16916"/>
                  </a:cubicBezTo>
                  <a:cubicBezTo>
                    <a:pt x="29864" y="16411"/>
                    <a:pt x="29647" y="15979"/>
                    <a:pt x="29395" y="15654"/>
                  </a:cubicBezTo>
                  <a:cubicBezTo>
                    <a:pt x="29287" y="15474"/>
                    <a:pt x="29178" y="15329"/>
                    <a:pt x="29034" y="15221"/>
                  </a:cubicBezTo>
                  <a:cubicBezTo>
                    <a:pt x="28890" y="15113"/>
                    <a:pt x="28710" y="15041"/>
                    <a:pt x="28529" y="15041"/>
                  </a:cubicBezTo>
                  <a:cubicBezTo>
                    <a:pt x="28096" y="15041"/>
                    <a:pt x="27231" y="15077"/>
                    <a:pt x="26257" y="15077"/>
                  </a:cubicBezTo>
                  <a:cubicBezTo>
                    <a:pt x="25391" y="15077"/>
                    <a:pt x="24490" y="15041"/>
                    <a:pt x="23804" y="14933"/>
                  </a:cubicBezTo>
                  <a:cubicBezTo>
                    <a:pt x="23444" y="14897"/>
                    <a:pt x="23155" y="14824"/>
                    <a:pt x="22975" y="14752"/>
                  </a:cubicBezTo>
                  <a:cubicBezTo>
                    <a:pt x="22903" y="14716"/>
                    <a:pt x="22831" y="14680"/>
                    <a:pt x="22795" y="14680"/>
                  </a:cubicBezTo>
                  <a:lnTo>
                    <a:pt x="22795" y="14644"/>
                  </a:lnTo>
                  <a:lnTo>
                    <a:pt x="22790" y="14649"/>
                  </a:lnTo>
                  <a:lnTo>
                    <a:pt x="22790" y="14649"/>
                  </a:lnTo>
                  <a:lnTo>
                    <a:pt x="22650" y="13778"/>
                  </a:lnTo>
                  <a:cubicBezTo>
                    <a:pt x="22650" y="13706"/>
                    <a:pt x="22614" y="13634"/>
                    <a:pt x="22542" y="13562"/>
                  </a:cubicBezTo>
                  <a:cubicBezTo>
                    <a:pt x="22470" y="13526"/>
                    <a:pt x="22362" y="13526"/>
                    <a:pt x="22290" y="13526"/>
                  </a:cubicBezTo>
                  <a:lnTo>
                    <a:pt x="9594" y="16772"/>
                  </a:lnTo>
                  <a:lnTo>
                    <a:pt x="8440" y="15979"/>
                  </a:lnTo>
                  <a:cubicBezTo>
                    <a:pt x="8398" y="15936"/>
                    <a:pt x="8343" y="15919"/>
                    <a:pt x="8283" y="15919"/>
                  </a:cubicBezTo>
                  <a:cubicBezTo>
                    <a:pt x="8241" y="15919"/>
                    <a:pt x="8196" y="15928"/>
                    <a:pt x="8151" y="15942"/>
                  </a:cubicBezTo>
                  <a:cubicBezTo>
                    <a:pt x="8151" y="15942"/>
                    <a:pt x="8079" y="15979"/>
                    <a:pt x="8007" y="16015"/>
                  </a:cubicBezTo>
                  <a:cubicBezTo>
                    <a:pt x="7682" y="16159"/>
                    <a:pt x="6817" y="16520"/>
                    <a:pt x="5807" y="16844"/>
                  </a:cubicBezTo>
                  <a:cubicBezTo>
                    <a:pt x="4761" y="17169"/>
                    <a:pt x="3607" y="17421"/>
                    <a:pt x="2705" y="17421"/>
                  </a:cubicBezTo>
                  <a:cubicBezTo>
                    <a:pt x="2236" y="17421"/>
                    <a:pt x="1876" y="17349"/>
                    <a:pt x="1623" y="17205"/>
                  </a:cubicBezTo>
                  <a:cubicBezTo>
                    <a:pt x="1299" y="17024"/>
                    <a:pt x="1046" y="16700"/>
                    <a:pt x="866" y="16267"/>
                  </a:cubicBezTo>
                  <a:cubicBezTo>
                    <a:pt x="685" y="15834"/>
                    <a:pt x="613" y="15257"/>
                    <a:pt x="613" y="14644"/>
                  </a:cubicBezTo>
                  <a:cubicBezTo>
                    <a:pt x="613" y="13129"/>
                    <a:pt x="1190" y="11254"/>
                    <a:pt x="2344" y="9991"/>
                  </a:cubicBezTo>
                  <a:cubicBezTo>
                    <a:pt x="3210" y="9018"/>
                    <a:pt x="4436" y="8404"/>
                    <a:pt x="5482" y="8008"/>
                  </a:cubicBezTo>
                  <a:cubicBezTo>
                    <a:pt x="6023" y="7791"/>
                    <a:pt x="6492" y="7647"/>
                    <a:pt x="6853" y="7503"/>
                  </a:cubicBezTo>
                  <a:cubicBezTo>
                    <a:pt x="6997" y="7467"/>
                    <a:pt x="7141" y="7395"/>
                    <a:pt x="7286" y="7322"/>
                  </a:cubicBezTo>
                  <a:cubicBezTo>
                    <a:pt x="7322" y="7286"/>
                    <a:pt x="7394" y="7286"/>
                    <a:pt x="7466" y="7214"/>
                  </a:cubicBezTo>
                  <a:lnTo>
                    <a:pt x="7538" y="7106"/>
                  </a:lnTo>
                  <a:cubicBezTo>
                    <a:pt x="7574" y="7070"/>
                    <a:pt x="7574" y="6998"/>
                    <a:pt x="7574" y="6926"/>
                  </a:cubicBezTo>
                  <a:cubicBezTo>
                    <a:pt x="7574" y="6854"/>
                    <a:pt x="7538" y="6745"/>
                    <a:pt x="7502" y="6709"/>
                  </a:cubicBezTo>
                  <a:cubicBezTo>
                    <a:pt x="7430" y="6637"/>
                    <a:pt x="7358" y="6601"/>
                    <a:pt x="7322" y="6565"/>
                  </a:cubicBezTo>
                  <a:cubicBezTo>
                    <a:pt x="7250" y="6529"/>
                    <a:pt x="7177" y="6529"/>
                    <a:pt x="7105" y="6493"/>
                  </a:cubicBezTo>
                  <a:cubicBezTo>
                    <a:pt x="6636" y="6349"/>
                    <a:pt x="6023" y="6204"/>
                    <a:pt x="5590" y="5952"/>
                  </a:cubicBezTo>
                  <a:cubicBezTo>
                    <a:pt x="5374" y="5844"/>
                    <a:pt x="5158" y="5699"/>
                    <a:pt x="5049" y="5591"/>
                  </a:cubicBezTo>
                  <a:cubicBezTo>
                    <a:pt x="4941" y="5447"/>
                    <a:pt x="4869" y="5303"/>
                    <a:pt x="4869" y="5158"/>
                  </a:cubicBezTo>
                  <a:cubicBezTo>
                    <a:pt x="4869" y="5014"/>
                    <a:pt x="4941" y="4798"/>
                    <a:pt x="5122" y="4545"/>
                  </a:cubicBezTo>
                  <a:cubicBezTo>
                    <a:pt x="5302" y="4293"/>
                    <a:pt x="5590" y="3968"/>
                    <a:pt x="6059" y="3608"/>
                  </a:cubicBezTo>
                  <a:cubicBezTo>
                    <a:pt x="7033" y="2850"/>
                    <a:pt x="8728" y="2093"/>
                    <a:pt x="10820" y="1516"/>
                  </a:cubicBezTo>
                  <a:cubicBezTo>
                    <a:pt x="12912" y="975"/>
                    <a:pt x="15365" y="578"/>
                    <a:pt x="17925" y="578"/>
                  </a:cubicBezTo>
                  <a:close/>
                  <a:moveTo>
                    <a:pt x="17925" y="1"/>
                  </a:moveTo>
                  <a:cubicBezTo>
                    <a:pt x="15329" y="1"/>
                    <a:pt x="12804" y="361"/>
                    <a:pt x="10676" y="939"/>
                  </a:cubicBezTo>
                  <a:cubicBezTo>
                    <a:pt x="8512" y="1516"/>
                    <a:pt x="6781" y="2309"/>
                    <a:pt x="5699" y="3139"/>
                  </a:cubicBezTo>
                  <a:cubicBezTo>
                    <a:pt x="5194" y="3535"/>
                    <a:pt x="4869" y="3860"/>
                    <a:pt x="4617" y="4221"/>
                  </a:cubicBezTo>
                  <a:cubicBezTo>
                    <a:pt x="4400" y="4545"/>
                    <a:pt x="4292" y="4834"/>
                    <a:pt x="4292" y="5158"/>
                  </a:cubicBezTo>
                  <a:cubicBezTo>
                    <a:pt x="4292" y="5483"/>
                    <a:pt x="4400" y="5772"/>
                    <a:pt x="4617" y="5988"/>
                  </a:cubicBezTo>
                  <a:cubicBezTo>
                    <a:pt x="4905" y="6313"/>
                    <a:pt x="5302" y="6493"/>
                    <a:pt x="5735" y="6673"/>
                  </a:cubicBezTo>
                  <a:cubicBezTo>
                    <a:pt x="6016" y="6801"/>
                    <a:pt x="6315" y="6893"/>
                    <a:pt x="6594" y="6974"/>
                  </a:cubicBezTo>
                  <a:lnTo>
                    <a:pt x="6594" y="6974"/>
                  </a:lnTo>
                  <a:cubicBezTo>
                    <a:pt x="6121" y="7126"/>
                    <a:pt x="5394" y="7360"/>
                    <a:pt x="4617" y="7719"/>
                  </a:cubicBezTo>
                  <a:cubicBezTo>
                    <a:pt x="3679" y="8116"/>
                    <a:pt x="2669" y="8729"/>
                    <a:pt x="1876" y="9595"/>
                  </a:cubicBezTo>
                  <a:cubicBezTo>
                    <a:pt x="613" y="11001"/>
                    <a:pt x="0" y="12985"/>
                    <a:pt x="0" y="14644"/>
                  </a:cubicBezTo>
                  <a:cubicBezTo>
                    <a:pt x="0" y="15329"/>
                    <a:pt x="108" y="15942"/>
                    <a:pt x="325" y="16483"/>
                  </a:cubicBezTo>
                  <a:cubicBezTo>
                    <a:pt x="541" y="17024"/>
                    <a:pt x="866" y="17457"/>
                    <a:pt x="1335" y="17746"/>
                  </a:cubicBezTo>
                  <a:cubicBezTo>
                    <a:pt x="1731" y="17962"/>
                    <a:pt x="2200" y="18034"/>
                    <a:pt x="2705" y="18034"/>
                  </a:cubicBezTo>
                  <a:cubicBezTo>
                    <a:pt x="3859" y="18034"/>
                    <a:pt x="5266" y="17638"/>
                    <a:pt x="6420" y="17277"/>
                  </a:cubicBezTo>
                  <a:cubicBezTo>
                    <a:pt x="7244" y="16985"/>
                    <a:pt x="7930" y="16692"/>
                    <a:pt x="8235" y="16559"/>
                  </a:cubicBezTo>
                  <a:lnTo>
                    <a:pt x="8235" y="16559"/>
                  </a:lnTo>
                  <a:lnTo>
                    <a:pt x="9341" y="17349"/>
                  </a:lnTo>
                  <a:cubicBezTo>
                    <a:pt x="9392" y="17375"/>
                    <a:pt x="9462" y="17400"/>
                    <a:pt x="9523" y="17400"/>
                  </a:cubicBezTo>
                  <a:cubicBezTo>
                    <a:pt x="9549" y="17400"/>
                    <a:pt x="9573" y="17396"/>
                    <a:pt x="9594" y="17385"/>
                  </a:cubicBezTo>
                  <a:lnTo>
                    <a:pt x="22106" y="14187"/>
                  </a:lnTo>
                  <a:lnTo>
                    <a:pt x="22106" y="14187"/>
                  </a:lnTo>
                  <a:cubicBezTo>
                    <a:pt x="22121" y="14314"/>
                    <a:pt x="22138" y="14495"/>
                    <a:pt x="22181" y="14752"/>
                  </a:cubicBezTo>
                  <a:cubicBezTo>
                    <a:pt x="22217" y="14897"/>
                    <a:pt x="22290" y="15041"/>
                    <a:pt x="22398" y="15113"/>
                  </a:cubicBezTo>
                  <a:cubicBezTo>
                    <a:pt x="22578" y="15293"/>
                    <a:pt x="22795" y="15365"/>
                    <a:pt x="23083" y="15438"/>
                  </a:cubicBezTo>
                  <a:cubicBezTo>
                    <a:pt x="23877" y="15618"/>
                    <a:pt x="25103" y="15654"/>
                    <a:pt x="26257" y="15654"/>
                  </a:cubicBezTo>
                  <a:lnTo>
                    <a:pt x="28529" y="15654"/>
                  </a:lnTo>
                  <a:cubicBezTo>
                    <a:pt x="28538" y="15645"/>
                    <a:pt x="28549" y="15640"/>
                    <a:pt x="28563" y="15640"/>
                  </a:cubicBezTo>
                  <a:cubicBezTo>
                    <a:pt x="28604" y="15640"/>
                    <a:pt x="28664" y="15681"/>
                    <a:pt x="28746" y="15762"/>
                  </a:cubicBezTo>
                  <a:cubicBezTo>
                    <a:pt x="28926" y="15979"/>
                    <a:pt x="29178" y="16411"/>
                    <a:pt x="29431" y="16916"/>
                  </a:cubicBezTo>
                  <a:cubicBezTo>
                    <a:pt x="29792" y="17746"/>
                    <a:pt x="30188" y="18792"/>
                    <a:pt x="30621" y="19766"/>
                  </a:cubicBezTo>
                  <a:cubicBezTo>
                    <a:pt x="31090" y="20775"/>
                    <a:pt x="31595" y="21677"/>
                    <a:pt x="32244" y="22218"/>
                  </a:cubicBezTo>
                  <a:cubicBezTo>
                    <a:pt x="33146" y="23012"/>
                    <a:pt x="34047" y="23372"/>
                    <a:pt x="34841" y="23372"/>
                  </a:cubicBezTo>
                  <a:cubicBezTo>
                    <a:pt x="35670" y="23372"/>
                    <a:pt x="36356" y="23012"/>
                    <a:pt x="36933" y="22471"/>
                  </a:cubicBezTo>
                  <a:cubicBezTo>
                    <a:pt x="37402" y="21966"/>
                    <a:pt x="38051" y="21172"/>
                    <a:pt x="38592" y="20198"/>
                  </a:cubicBezTo>
                  <a:cubicBezTo>
                    <a:pt x="39133" y="19225"/>
                    <a:pt x="39530" y="17998"/>
                    <a:pt x="39530" y="16736"/>
                  </a:cubicBezTo>
                  <a:cubicBezTo>
                    <a:pt x="39530" y="16556"/>
                    <a:pt x="39530" y="16375"/>
                    <a:pt x="39530" y="16195"/>
                  </a:cubicBezTo>
                  <a:cubicBezTo>
                    <a:pt x="39335" y="14081"/>
                    <a:pt x="38583" y="12890"/>
                    <a:pt x="38232" y="12438"/>
                  </a:cubicBezTo>
                  <a:lnTo>
                    <a:pt x="38232" y="12438"/>
                  </a:lnTo>
                  <a:cubicBezTo>
                    <a:pt x="38255" y="12407"/>
                    <a:pt x="38278" y="12373"/>
                    <a:pt x="38303" y="12336"/>
                  </a:cubicBezTo>
                  <a:cubicBezTo>
                    <a:pt x="38448" y="12155"/>
                    <a:pt x="38556" y="11867"/>
                    <a:pt x="38556" y="11470"/>
                  </a:cubicBezTo>
                  <a:cubicBezTo>
                    <a:pt x="38556" y="11254"/>
                    <a:pt x="38520" y="10965"/>
                    <a:pt x="38375" y="10677"/>
                  </a:cubicBezTo>
                  <a:cubicBezTo>
                    <a:pt x="38267" y="10460"/>
                    <a:pt x="38051" y="10316"/>
                    <a:pt x="37834" y="10208"/>
                  </a:cubicBezTo>
                  <a:cubicBezTo>
                    <a:pt x="37618" y="10136"/>
                    <a:pt x="37402" y="10100"/>
                    <a:pt x="37185" y="10100"/>
                  </a:cubicBezTo>
                  <a:cubicBezTo>
                    <a:pt x="36572" y="10100"/>
                    <a:pt x="35923" y="10280"/>
                    <a:pt x="35382" y="10460"/>
                  </a:cubicBezTo>
                  <a:cubicBezTo>
                    <a:pt x="35174" y="10516"/>
                    <a:pt x="34987" y="10577"/>
                    <a:pt x="34836" y="10630"/>
                  </a:cubicBezTo>
                  <a:lnTo>
                    <a:pt x="34836" y="10630"/>
                  </a:lnTo>
                  <a:cubicBezTo>
                    <a:pt x="34780" y="10251"/>
                    <a:pt x="34648" y="9604"/>
                    <a:pt x="34336" y="8585"/>
                  </a:cubicBezTo>
                  <a:cubicBezTo>
                    <a:pt x="34084" y="7647"/>
                    <a:pt x="33290" y="6204"/>
                    <a:pt x="31703" y="4762"/>
                  </a:cubicBezTo>
                  <a:cubicBezTo>
                    <a:pt x="30116" y="3319"/>
                    <a:pt x="27700" y="1840"/>
                    <a:pt x="24201" y="830"/>
                  </a:cubicBezTo>
                  <a:cubicBezTo>
                    <a:pt x="22181" y="253"/>
                    <a:pt x="20017" y="1"/>
                    <a:pt x="17925"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75" name="Google Shape;2175;p38"/>
            <p:cNvSpPr/>
            <p:nvPr/>
          </p:nvSpPr>
          <p:spPr>
            <a:xfrm>
              <a:off x="3553000" y="3237875"/>
              <a:ext cx="350775" cy="489200"/>
            </a:xfrm>
            <a:custGeom>
              <a:avLst/>
              <a:gdLst/>
              <a:ahLst/>
              <a:cxnLst/>
              <a:rect l="l" t="t" r="r" b="b"/>
              <a:pathLst>
                <a:path w="14031" h="19568" extrusionOk="0">
                  <a:moveTo>
                    <a:pt x="12612" y="1"/>
                  </a:moveTo>
                  <a:cubicBezTo>
                    <a:pt x="11647" y="1"/>
                    <a:pt x="9796" y="3410"/>
                    <a:pt x="8513" y="6678"/>
                  </a:cubicBezTo>
                  <a:cubicBezTo>
                    <a:pt x="6962" y="10717"/>
                    <a:pt x="1" y="15875"/>
                    <a:pt x="1227" y="17101"/>
                  </a:cubicBezTo>
                  <a:cubicBezTo>
                    <a:pt x="1976" y="17850"/>
                    <a:pt x="4325" y="19567"/>
                    <a:pt x="6731" y="19567"/>
                  </a:cubicBezTo>
                  <a:cubicBezTo>
                    <a:pt x="8265" y="19567"/>
                    <a:pt x="9822" y="18869"/>
                    <a:pt x="11001" y="16777"/>
                  </a:cubicBezTo>
                  <a:cubicBezTo>
                    <a:pt x="14031" y="11366"/>
                    <a:pt x="13129" y="618"/>
                    <a:pt x="13129" y="618"/>
                  </a:cubicBezTo>
                  <a:cubicBezTo>
                    <a:pt x="13019" y="191"/>
                    <a:pt x="12840" y="1"/>
                    <a:pt x="12612"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176" name="Google Shape;2176;p38"/>
            <p:cNvSpPr/>
            <p:nvPr/>
          </p:nvSpPr>
          <p:spPr>
            <a:xfrm>
              <a:off x="3580050" y="3238000"/>
              <a:ext cx="303900" cy="488725"/>
            </a:xfrm>
            <a:custGeom>
              <a:avLst/>
              <a:gdLst/>
              <a:ahLst/>
              <a:cxnLst/>
              <a:rect l="l" t="t" r="r" b="b"/>
              <a:pathLst>
                <a:path w="12156" h="19549" extrusionOk="0">
                  <a:moveTo>
                    <a:pt x="11542" y="0"/>
                  </a:moveTo>
                  <a:cubicBezTo>
                    <a:pt x="10569" y="0"/>
                    <a:pt x="8729" y="3391"/>
                    <a:pt x="7431" y="6673"/>
                  </a:cubicBezTo>
                  <a:cubicBezTo>
                    <a:pt x="5988" y="10388"/>
                    <a:pt x="1" y="15040"/>
                    <a:pt x="1" y="16735"/>
                  </a:cubicBezTo>
                  <a:cubicBezTo>
                    <a:pt x="1" y="16880"/>
                    <a:pt x="73" y="16988"/>
                    <a:pt x="145" y="17096"/>
                  </a:cubicBezTo>
                  <a:cubicBezTo>
                    <a:pt x="903" y="17854"/>
                    <a:pt x="3247" y="19549"/>
                    <a:pt x="5627" y="19549"/>
                  </a:cubicBezTo>
                  <a:cubicBezTo>
                    <a:pt x="7178" y="19549"/>
                    <a:pt x="8729" y="18863"/>
                    <a:pt x="9919" y="16772"/>
                  </a:cubicBezTo>
                  <a:cubicBezTo>
                    <a:pt x="11795" y="13381"/>
                    <a:pt x="12156" y="7863"/>
                    <a:pt x="12156" y="4256"/>
                  </a:cubicBezTo>
                  <a:cubicBezTo>
                    <a:pt x="12156" y="2092"/>
                    <a:pt x="12047" y="613"/>
                    <a:pt x="12047" y="613"/>
                  </a:cubicBezTo>
                  <a:cubicBezTo>
                    <a:pt x="11939" y="181"/>
                    <a:pt x="11759" y="0"/>
                    <a:pt x="11542" y="0"/>
                  </a:cubicBezTo>
                  <a:close/>
                </a:path>
              </a:pathLst>
            </a:custGeom>
            <a:solidFill>
              <a:srgbClr val="CCCCCC"/>
            </a:solidFill>
            <a:ln>
              <a:noFill/>
            </a:ln>
          </p:spPr>
          <p:txBody>
            <a:bodyPr spcFirstLastPara="1" wrap="square" lIns="182850" tIns="182850" rIns="182850" bIns="182850" anchor="ctr" anchorCtr="0">
              <a:noAutofit/>
            </a:bodyPr>
            <a:lstStyle/>
            <a:p>
              <a:endParaRPr sz="3600"/>
            </a:p>
          </p:txBody>
        </p:sp>
        <p:sp>
          <p:nvSpPr>
            <p:cNvPr id="2177" name="Google Shape;2177;p38"/>
            <p:cNvSpPr/>
            <p:nvPr/>
          </p:nvSpPr>
          <p:spPr>
            <a:xfrm>
              <a:off x="3572850" y="3229875"/>
              <a:ext cx="319225" cy="504975"/>
            </a:xfrm>
            <a:custGeom>
              <a:avLst/>
              <a:gdLst/>
              <a:ahLst/>
              <a:cxnLst/>
              <a:rect l="l" t="t" r="r" b="b"/>
              <a:pathLst>
                <a:path w="12769" h="20199" extrusionOk="0">
                  <a:moveTo>
                    <a:pt x="11830" y="614"/>
                  </a:moveTo>
                  <a:lnTo>
                    <a:pt x="11903" y="650"/>
                  </a:lnTo>
                  <a:cubicBezTo>
                    <a:pt x="11939" y="722"/>
                    <a:pt x="11975" y="830"/>
                    <a:pt x="12047" y="1011"/>
                  </a:cubicBezTo>
                  <a:cubicBezTo>
                    <a:pt x="12047" y="1049"/>
                    <a:pt x="12047" y="1118"/>
                    <a:pt x="12047" y="1227"/>
                  </a:cubicBezTo>
                  <a:cubicBezTo>
                    <a:pt x="12083" y="1732"/>
                    <a:pt x="12155" y="2958"/>
                    <a:pt x="12155" y="4581"/>
                  </a:cubicBezTo>
                  <a:cubicBezTo>
                    <a:pt x="12155" y="6385"/>
                    <a:pt x="12047" y="8657"/>
                    <a:pt x="11758" y="10893"/>
                  </a:cubicBezTo>
                  <a:cubicBezTo>
                    <a:pt x="11434" y="13129"/>
                    <a:pt x="10857" y="15293"/>
                    <a:pt x="9919" y="16952"/>
                  </a:cubicBezTo>
                  <a:cubicBezTo>
                    <a:pt x="9378" y="17962"/>
                    <a:pt x="8729" y="18611"/>
                    <a:pt x="8043" y="19008"/>
                  </a:cubicBezTo>
                  <a:cubicBezTo>
                    <a:pt x="7358" y="19405"/>
                    <a:pt x="6637" y="19585"/>
                    <a:pt x="5915" y="19585"/>
                  </a:cubicBezTo>
                  <a:cubicBezTo>
                    <a:pt x="4797" y="19585"/>
                    <a:pt x="3643" y="19188"/>
                    <a:pt x="2705" y="18684"/>
                  </a:cubicBezTo>
                  <a:cubicBezTo>
                    <a:pt x="1768" y="18179"/>
                    <a:pt x="1010" y="17565"/>
                    <a:pt x="650" y="17205"/>
                  </a:cubicBezTo>
                  <a:cubicBezTo>
                    <a:pt x="614" y="17169"/>
                    <a:pt x="614" y="17133"/>
                    <a:pt x="614" y="17060"/>
                  </a:cubicBezTo>
                  <a:cubicBezTo>
                    <a:pt x="577" y="16916"/>
                    <a:pt x="650" y="16700"/>
                    <a:pt x="830" y="16447"/>
                  </a:cubicBezTo>
                  <a:cubicBezTo>
                    <a:pt x="1082" y="15942"/>
                    <a:pt x="1587" y="15329"/>
                    <a:pt x="2200" y="14608"/>
                  </a:cubicBezTo>
                  <a:cubicBezTo>
                    <a:pt x="3138" y="13562"/>
                    <a:pt x="4364" y="12300"/>
                    <a:pt x="5446" y="11001"/>
                  </a:cubicBezTo>
                  <a:cubicBezTo>
                    <a:pt x="6529" y="9703"/>
                    <a:pt x="7502" y="8368"/>
                    <a:pt x="8007" y="7106"/>
                  </a:cubicBezTo>
                  <a:cubicBezTo>
                    <a:pt x="8656" y="5483"/>
                    <a:pt x="9414" y="3824"/>
                    <a:pt x="10135" y="2598"/>
                  </a:cubicBezTo>
                  <a:cubicBezTo>
                    <a:pt x="10532" y="1948"/>
                    <a:pt x="10857" y="1443"/>
                    <a:pt x="11181" y="1119"/>
                  </a:cubicBezTo>
                  <a:cubicBezTo>
                    <a:pt x="11325" y="938"/>
                    <a:pt x="11470" y="794"/>
                    <a:pt x="11578" y="722"/>
                  </a:cubicBezTo>
                  <a:cubicBezTo>
                    <a:pt x="11686" y="650"/>
                    <a:pt x="11794" y="614"/>
                    <a:pt x="11830" y="614"/>
                  </a:cubicBezTo>
                  <a:close/>
                  <a:moveTo>
                    <a:pt x="11830" y="1"/>
                  </a:moveTo>
                  <a:cubicBezTo>
                    <a:pt x="11614" y="37"/>
                    <a:pt x="11434" y="109"/>
                    <a:pt x="11253" y="217"/>
                  </a:cubicBezTo>
                  <a:cubicBezTo>
                    <a:pt x="10929" y="434"/>
                    <a:pt x="10640" y="758"/>
                    <a:pt x="10316" y="1191"/>
                  </a:cubicBezTo>
                  <a:cubicBezTo>
                    <a:pt x="9378" y="2525"/>
                    <a:pt x="8296" y="4726"/>
                    <a:pt x="7466" y="6890"/>
                  </a:cubicBezTo>
                  <a:cubicBezTo>
                    <a:pt x="6781" y="8657"/>
                    <a:pt x="4942" y="10749"/>
                    <a:pt x="3246" y="12588"/>
                  </a:cubicBezTo>
                  <a:cubicBezTo>
                    <a:pt x="2417" y="13490"/>
                    <a:pt x="1623" y="14355"/>
                    <a:pt x="1010" y="15113"/>
                  </a:cubicBezTo>
                  <a:cubicBezTo>
                    <a:pt x="722" y="15474"/>
                    <a:pt x="469" y="15834"/>
                    <a:pt x="289" y="16123"/>
                  </a:cubicBezTo>
                  <a:cubicBezTo>
                    <a:pt x="109" y="16447"/>
                    <a:pt x="0" y="16736"/>
                    <a:pt x="0" y="17060"/>
                  </a:cubicBezTo>
                  <a:cubicBezTo>
                    <a:pt x="0" y="17241"/>
                    <a:pt x="72" y="17493"/>
                    <a:pt x="217" y="17638"/>
                  </a:cubicBezTo>
                  <a:cubicBezTo>
                    <a:pt x="650" y="18034"/>
                    <a:pt x="1407" y="18647"/>
                    <a:pt x="2417" y="19188"/>
                  </a:cubicBezTo>
                  <a:cubicBezTo>
                    <a:pt x="3427" y="19729"/>
                    <a:pt x="4653" y="20198"/>
                    <a:pt x="5915" y="20198"/>
                  </a:cubicBezTo>
                  <a:cubicBezTo>
                    <a:pt x="6745" y="20198"/>
                    <a:pt x="7574" y="19982"/>
                    <a:pt x="8332" y="19513"/>
                  </a:cubicBezTo>
                  <a:cubicBezTo>
                    <a:pt x="9125" y="19080"/>
                    <a:pt x="9847" y="18323"/>
                    <a:pt x="10460" y="17241"/>
                  </a:cubicBezTo>
                  <a:cubicBezTo>
                    <a:pt x="11434" y="15474"/>
                    <a:pt x="12011" y="13237"/>
                    <a:pt x="12335" y="10965"/>
                  </a:cubicBezTo>
                  <a:cubicBezTo>
                    <a:pt x="12660" y="8693"/>
                    <a:pt x="12768" y="6385"/>
                    <a:pt x="12768" y="4581"/>
                  </a:cubicBezTo>
                  <a:cubicBezTo>
                    <a:pt x="12768" y="2417"/>
                    <a:pt x="12624" y="902"/>
                    <a:pt x="12624" y="902"/>
                  </a:cubicBezTo>
                  <a:lnTo>
                    <a:pt x="12624" y="866"/>
                  </a:lnTo>
                  <a:cubicBezTo>
                    <a:pt x="12552" y="614"/>
                    <a:pt x="12480" y="434"/>
                    <a:pt x="12335" y="289"/>
                  </a:cubicBezTo>
                  <a:cubicBezTo>
                    <a:pt x="12227" y="109"/>
                    <a:pt x="12011" y="1"/>
                    <a:pt x="11830"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78" name="Google Shape;2178;p38"/>
            <p:cNvSpPr/>
            <p:nvPr/>
          </p:nvSpPr>
          <p:spPr>
            <a:xfrm>
              <a:off x="3224800" y="2836750"/>
              <a:ext cx="786275" cy="880150"/>
            </a:xfrm>
            <a:custGeom>
              <a:avLst/>
              <a:gdLst/>
              <a:ahLst/>
              <a:cxnLst/>
              <a:rect l="l" t="t" r="r" b="b"/>
              <a:pathLst>
                <a:path w="31451" h="35206" extrusionOk="0">
                  <a:moveTo>
                    <a:pt x="19513" y="0"/>
                  </a:moveTo>
                  <a:cubicBezTo>
                    <a:pt x="19512" y="1"/>
                    <a:pt x="3138" y="4256"/>
                    <a:pt x="0" y="5663"/>
                  </a:cubicBezTo>
                  <a:cubicBezTo>
                    <a:pt x="0" y="5663"/>
                    <a:pt x="253" y="14211"/>
                    <a:pt x="3535" y="23156"/>
                  </a:cubicBezTo>
                  <a:cubicBezTo>
                    <a:pt x="6817" y="32064"/>
                    <a:pt x="12335" y="35094"/>
                    <a:pt x="14716" y="35202"/>
                  </a:cubicBezTo>
                  <a:cubicBezTo>
                    <a:pt x="14753" y="35204"/>
                    <a:pt x="14791" y="35205"/>
                    <a:pt x="14830" y="35205"/>
                  </a:cubicBezTo>
                  <a:cubicBezTo>
                    <a:pt x="17272" y="35205"/>
                    <a:pt x="21672" y="30736"/>
                    <a:pt x="23660" y="26546"/>
                  </a:cubicBezTo>
                  <a:cubicBezTo>
                    <a:pt x="25680" y="22254"/>
                    <a:pt x="27051" y="17349"/>
                    <a:pt x="27051" y="17349"/>
                  </a:cubicBezTo>
                  <a:cubicBezTo>
                    <a:pt x="27051" y="17349"/>
                    <a:pt x="29972" y="16339"/>
                    <a:pt x="30730" y="13706"/>
                  </a:cubicBezTo>
                  <a:cubicBezTo>
                    <a:pt x="31451" y="11073"/>
                    <a:pt x="31343" y="8657"/>
                    <a:pt x="29323" y="8404"/>
                  </a:cubicBezTo>
                  <a:cubicBezTo>
                    <a:pt x="29239" y="8394"/>
                    <a:pt x="29158" y="8389"/>
                    <a:pt x="29078" y="8389"/>
                  </a:cubicBezTo>
                  <a:cubicBezTo>
                    <a:pt x="27233" y="8389"/>
                    <a:pt x="26438" y="11073"/>
                    <a:pt x="26438" y="11073"/>
                  </a:cubicBezTo>
                  <a:cubicBezTo>
                    <a:pt x="26438" y="11073"/>
                    <a:pt x="23913" y="9414"/>
                    <a:pt x="22903" y="6168"/>
                  </a:cubicBezTo>
                  <a:cubicBezTo>
                    <a:pt x="22001" y="3236"/>
                    <a:pt x="23517" y="908"/>
                    <a:pt x="23130" y="908"/>
                  </a:cubicBezTo>
                  <a:cubicBezTo>
                    <a:pt x="23084" y="908"/>
                    <a:pt x="23011" y="941"/>
                    <a:pt x="22903" y="1010"/>
                  </a:cubicBezTo>
                  <a:cubicBezTo>
                    <a:pt x="21982" y="1569"/>
                    <a:pt x="20222" y="3298"/>
                    <a:pt x="19180" y="3298"/>
                  </a:cubicBezTo>
                  <a:cubicBezTo>
                    <a:pt x="19080" y="3298"/>
                    <a:pt x="18986" y="3282"/>
                    <a:pt x="18900" y="3247"/>
                  </a:cubicBezTo>
                  <a:cubicBezTo>
                    <a:pt x="17890" y="2886"/>
                    <a:pt x="19513" y="1"/>
                    <a:pt x="19513"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179" name="Google Shape;2179;p38"/>
            <p:cNvSpPr/>
            <p:nvPr/>
          </p:nvSpPr>
          <p:spPr>
            <a:xfrm>
              <a:off x="3217575" y="2829200"/>
              <a:ext cx="793500" cy="895725"/>
            </a:xfrm>
            <a:custGeom>
              <a:avLst/>
              <a:gdLst/>
              <a:ahLst/>
              <a:cxnLst/>
              <a:rect l="l" t="t" r="r" b="b"/>
              <a:pathLst>
                <a:path w="31740" h="35829" extrusionOk="0">
                  <a:moveTo>
                    <a:pt x="19227" y="757"/>
                  </a:moveTo>
                  <a:cubicBezTo>
                    <a:pt x="19168" y="873"/>
                    <a:pt x="19106" y="999"/>
                    <a:pt x="19044" y="1132"/>
                  </a:cubicBezTo>
                  <a:cubicBezTo>
                    <a:pt x="18792" y="1709"/>
                    <a:pt x="18539" y="2358"/>
                    <a:pt x="18539" y="2935"/>
                  </a:cubicBezTo>
                  <a:cubicBezTo>
                    <a:pt x="18539" y="3116"/>
                    <a:pt x="18575" y="3296"/>
                    <a:pt x="18648" y="3476"/>
                  </a:cubicBezTo>
                  <a:cubicBezTo>
                    <a:pt x="18720" y="3621"/>
                    <a:pt x="18864" y="3765"/>
                    <a:pt x="19080" y="3837"/>
                  </a:cubicBezTo>
                  <a:cubicBezTo>
                    <a:pt x="19189" y="3873"/>
                    <a:pt x="19333" y="3909"/>
                    <a:pt x="19441" y="3909"/>
                  </a:cubicBezTo>
                  <a:cubicBezTo>
                    <a:pt x="19802" y="3909"/>
                    <a:pt x="20126" y="3765"/>
                    <a:pt x="20487" y="3585"/>
                  </a:cubicBezTo>
                  <a:cubicBezTo>
                    <a:pt x="21028" y="3332"/>
                    <a:pt x="21569" y="2899"/>
                    <a:pt x="22074" y="2503"/>
                  </a:cubicBezTo>
                  <a:cubicBezTo>
                    <a:pt x="22443" y="2239"/>
                    <a:pt x="22794" y="1955"/>
                    <a:pt x="23082" y="1752"/>
                  </a:cubicBezTo>
                  <a:lnTo>
                    <a:pt x="23082" y="1752"/>
                  </a:lnTo>
                  <a:cubicBezTo>
                    <a:pt x="22898" y="2318"/>
                    <a:pt x="22615" y="3308"/>
                    <a:pt x="22615" y="4486"/>
                  </a:cubicBezTo>
                  <a:cubicBezTo>
                    <a:pt x="22615" y="5135"/>
                    <a:pt x="22687" y="5821"/>
                    <a:pt x="22904" y="6542"/>
                  </a:cubicBezTo>
                  <a:cubicBezTo>
                    <a:pt x="23949" y="9932"/>
                    <a:pt x="26546" y="11591"/>
                    <a:pt x="26546" y="11628"/>
                  </a:cubicBezTo>
                  <a:cubicBezTo>
                    <a:pt x="26600" y="11646"/>
                    <a:pt x="26645" y="11655"/>
                    <a:pt x="26691" y="11655"/>
                  </a:cubicBezTo>
                  <a:cubicBezTo>
                    <a:pt x="26736" y="11655"/>
                    <a:pt x="26781" y="11646"/>
                    <a:pt x="26835" y="11628"/>
                  </a:cubicBezTo>
                  <a:cubicBezTo>
                    <a:pt x="26907" y="11628"/>
                    <a:pt x="26979" y="11555"/>
                    <a:pt x="27015" y="11447"/>
                  </a:cubicBezTo>
                  <a:lnTo>
                    <a:pt x="27015" y="11411"/>
                  </a:lnTo>
                  <a:cubicBezTo>
                    <a:pt x="27051" y="11303"/>
                    <a:pt x="27268" y="10654"/>
                    <a:pt x="27700" y="10077"/>
                  </a:cubicBezTo>
                  <a:cubicBezTo>
                    <a:pt x="27881" y="9788"/>
                    <a:pt x="28133" y="9500"/>
                    <a:pt x="28422" y="9319"/>
                  </a:cubicBezTo>
                  <a:cubicBezTo>
                    <a:pt x="28710" y="9139"/>
                    <a:pt x="28999" y="8995"/>
                    <a:pt x="29360" y="8995"/>
                  </a:cubicBezTo>
                  <a:cubicBezTo>
                    <a:pt x="29432" y="8995"/>
                    <a:pt x="29504" y="8995"/>
                    <a:pt x="29576" y="9031"/>
                  </a:cubicBezTo>
                  <a:cubicBezTo>
                    <a:pt x="30153" y="9103"/>
                    <a:pt x="30514" y="9319"/>
                    <a:pt x="30766" y="9716"/>
                  </a:cubicBezTo>
                  <a:cubicBezTo>
                    <a:pt x="31019" y="10113"/>
                    <a:pt x="31127" y="10690"/>
                    <a:pt x="31127" y="11375"/>
                  </a:cubicBezTo>
                  <a:cubicBezTo>
                    <a:pt x="31127" y="12096"/>
                    <a:pt x="30983" y="12998"/>
                    <a:pt x="30694" y="13936"/>
                  </a:cubicBezTo>
                  <a:cubicBezTo>
                    <a:pt x="30369" y="15162"/>
                    <a:pt x="29504" y="16028"/>
                    <a:pt x="28710" y="16569"/>
                  </a:cubicBezTo>
                  <a:cubicBezTo>
                    <a:pt x="28314" y="16857"/>
                    <a:pt x="27953" y="17038"/>
                    <a:pt x="27700" y="17182"/>
                  </a:cubicBezTo>
                  <a:cubicBezTo>
                    <a:pt x="27556" y="17254"/>
                    <a:pt x="27448" y="17290"/>
                    <a:pt x="27376" y="17326"/>
                  </a:cubicBezTo>
                  <a:lnTo>
                    <a:pt x="27268" y="17362"/>
                  </a:lnTo>
                  <a:cubicBezTo>
                    <a:pt x="27159" y="17398"/>
                    <a:pt x="27087" y="17470"/>
                    <a:pt x="27051" y="17579"/>
                  </a:cubicBezTo>
                  <a:cubicBezTo>
                    <a:pt x="27051" y="17579"/>
                    <a:pt x="26979" y="17867"/>
                    <a:pt x="26835" y="18408"/>
                  </a:cubicBezTo>
                  <a:cubicBezTo>
                    <a:pt x="26330" y="19959"/>
                    <a:pt x="25176" y="23530"/>
                    <a:pt x="23697" y="26704"/>
                  </a:cubicBezTo>
                  <a:cubicBezTo>
                    <a:pt x="22723" y="28795"/>
                    <a:pt x="21136" y="30923"/>
                    <a:pt x="19477" y="32546"/>
                  </a:cubicBezTo>
                  <a:cubicBezTo>
                    <a:pt x="18684" y="33376"/>
                    <a:pt x="17854" y="34025"/>
                    <a:pt x="17097" y="34494"/>
                  </a:cubicBezTo>
                  <a:cubicBezTo>
                    <a:pt x="16339" y="34963"/>
                    <a:pt x="15618" y="35215"/>
                    <a:pt x="15113" y="35215"/>
                  </a:cubicBezTo>
                  <a:lnTo>
                    <a:pt x="15041" y="35215"/>
                  </a:lnTo>
                  <a:cubicBezTo>
                    <a:pt x="13959" y="35179"/>
                    <a:pt x="12011" y="34422"/>
                    <a:pt x="9955" y="32546"/>
                  </a:cubicBezTo>
                  <a:cubicBezTo>
                    <a:pt x="7900" y="30707"/>
                    <a:pt x="5736" y="27750"/>
                    <a:pt x="4113" y="23349"/>
                  </a:cubicBezTo>
                  <a:cubicBezTo>
                    <a:pt x="2490" y="18913"/>
                    <a:pt x="1588" y="14549"/>
                    <a:pt x="1119" y="11303"/>
                  </a:cubicBezTo>
                  <a:cubicBezTo>
                    <a:pt x="903" y="9680"/>
                    <a:pt x="758" y="8345"/>
                    <a:pt x="686" y="7408"/>
                  </a:cubicBezTo>
                  <a:cubicBezTo>
                    <a:pt x="650" y="6939"/>
                    <a:pt x="614" y="6578"/>
                    <a:pt x="614" y="6326"/>
                  </a:cubicBezTo>
                  <a:cubicBezTo>
                    <a:pt x="614" y="6256"/>
                    <a:pt x="614" y="6195"/>
                    <a:pt x="614" y="6142"/>
                  </a:cubicBezTo>
                  <a:lnTo>
                    <a:pt x="614" y="6142"/>
                  </a:lnTo>
                  <a:cubicBezTo>
                    <a:pt x="1427" y="5813"/>
                    <a:pt x="2924" y="5309"/>
                    <a:pt x="4762" y="4775"/>
                  </a:cubicBezTo>
                  <a:cubicBezTo>
                    <a:pt x="7719" y="3873"/>
                    <a:pt x="11506" y="2827"/>
                    <a:pt x="14536" y="1998"/>
                  </a:cubicBezTo>
                  <a:cubicBezTo>
                    <a:pt x="16051" y="1601"/>
                    <a:pt x="17385" y="1240"/>
                    <a:pt x="18359" y="988"/>
                  </a:cubicBezTo>
                  <a:cubicBezTo>
                    <a:pt x="18699" y="896"/>
                    <a:pt x="18992" y="819"/>
                    <a:pt x="19227" y="757"/>
                  </a:cubicBezTo>
                  <a:close/>
                  <a:moveTo>
                    <a:pt x="19816" y="0"/>
                  </a:moveTo>
                  <a:cubicBezTo>
                    <a:pt x="19786" y="0"/>
                    <a:pt x="19757" y="5"/>
                    <a:pt x="19730" y="14"/>
                  </a:cubicBezTo>
                  <a:cubicBezTo>
                    <a:pt x="19730" y="14"/>
                    <a:pt x="15618" y="1060"/>
                    <a:pt x="11146" y="2322"/>
                  </a:cubicBezTo>
                  <a:cubicBezTo>
                    <a:pt x="8909" y="2935"/>
                    <a:pt x="6565" y="3585"/>
                    <a:pt x="4581" y="4198"/>
                  </a:cubicBezTo>
                  <a:cubicBezTo>
                    <a:pt x="2598" y="4775"/>
                    <a:pt x="1011" y="5316"/>
                    <a:pt x="181" y="5676"/>
                  </a:cubicBezTo>
                  <a:cubicBezTo>
                    <a:pt x="73" y="5713"/>
                    <a:pt x="1" y="5821"/>
                    <a:pt x="1" y="5965"/>
                  </a:cubicBezTo>
                  <a:cubicBezTo>
                    <a:pt x="1" y="5965"/>
                    <a:pt x="253" y="14549"/>
                    <a:pt x="3536" y="23530"/>
                  </a:cubicBezTo>
                  <a:cubicBezTo>
                    <a:pt x="5195" y="28038"/>
                    <a:pt x="7431" y="31068"/>
                    <a:pt x="9559" y="33015"/>
                  </a:cubicBezTo>
                  <a:cubicBezTo>
                    <a:pt x="11687" y="34927"/>
                    <a:pt x="13706" y="35756"/>
                    <a:pt x="15005" y="35829"/>
                  </a:cubicBezTo>
                  <a:lnTo>
                    <a:pt x="15113" y="35829"/>
                  </a:lnTo>
                  <a:cubicBezTo>
                    <a:pt x="15798" y="35829"/>
                    <a:pt x="16592" y="35504"/>
                    <a:pt x="17385" y="34999"/>
                  </a:cubicBezTo>
                  <a:cubicBezTo>
                    <a:pt x="19838" y="33520"/>
                    <a:pt x="22687" y="30202"/>
                    <a:pt x="24238" y="26956"/>
                  </a:cubicBezTo>
                  <a:cubicBezTo>
                    <a:pt x="26041" y="23124"/>
                    <a:pt x="27327" y="18802"/>
                    <a:pt x="27582" y="17895"/>
                  </a:cubicBezTo>
                  <a:lnTo>
                    <a:pt x="27582" y="17895"/>
                  </a:lnTo>
                  <a:cubicBezTo>
                    <a:pt x="27834" y="17799"/>
                    <a:pt x="28411" y="17541"/>
                    <a:pt x="29071" y="17074"/>
                  </a:cubicBezTo>
                  <a:cubicBezTo>
                    <a:pt x="29901" y="16461"/>
                    <a:pt x="30874" y="15487"/>
                    <a:pt x="31307" y="14080"/>
                  </a:cubicBezTo>
                  <a:cubicBezTo>
                    <a:pt x="31560" y="13142"/>
                    <a:pt x="31740" y="12205"/>
                    <a:pt x="31740" y="11375"/>
                  </a:cubicBezTo>
                  <a:cubicBezTo>
                    <a:pt x="31740" y="10618"/>
                    <a:pt x="31596" y="9932"/>
                    <a:pt x="31271" y="9391"/>
                  </a:cubicBezTo>
                  <a:cubicBezTo>
                    <a:pt x="30946" y="8886"/>
                    <a:pt x="30369" y="8490"/>
                    <a:pt x="29648" y="8418"/>
                  </a:cubicBezTo>
                  <a:lnTo>
                    <a:pt x="29360" y="8418"/>
                  </a:lnTo>
                  <a:cubicBezTo>
                    <a:pt x="28855" y="8418"/>
                    <a:pt x="28386" y="8598"/>
                    <a:pt x="27989" y="8886"/>
                  </a:cubicBezTo>
                  <a:cubicBezTo>
                    <a:pt x="27448" y="9283"/>
                    <a:pt x="27051" y="9896"/>
                    <a:pt x="26799" y="10365"/>
                  </a:cubicBezTo>
                  <a:cubicBezTo>
                    <a:pt x="26706" y="10551"/>
                    <a:pt x="26632" y="10723"/>
                    <a:pt x="26577" y="10865"/>
                  </a:cubicBezTo>
                  <a:lnTo>
                    <a:pt x="26577" y="10865"/>
                  </a:lnTo>
                  <a:cubicBezTo>
                    <a:pt x="25881" y="10313"/>
                    <a:pt x="24225" y="8805"/>
                    <a:pt x="23481" y="6362"/>
                  </a:cubicBezTo>
                  <a:cubicBezTo>
                    <a:pt x="23300" y="5713"/>
                    <a:pt x="23192" y="5063"/>
                    <a:pt x="23192" y="4486"/>
                  </a:cubicBezTo>
                  <a:cubicBezTo>
                    <a:pt x="23192" y="3729"/>
                    <a:pt x="23336" y="3044"/>
                    <a:pt x="23481" y="2503"/>
                  </a:cubicBezTo>
                  <a:cubicBezTo>
                    <a:pt x="23553" y="2214"/>
                    <a:pt x="23625" y="1998"/>
                    <a:pt x="23697" y="1781"/>
                  </a:cubicBezTo>
                  <a:cubicBezTo>
                    <a:pt x="23733" y="1601"/>
                    <a:pt x="23769" y="1457"/>
                    <a:pt x="23805" y="1312"/>
                  </a:cubicBezTo>
                  <a:cubicBezTo>
                    <a:pt x="23805" y="1240"/>
                    <a:pt x="23769" y="1168"/>
                    <a:pt x="23733" y="1060"/>
                  </a:cubicBezTo>
                  <a:cubicBezTo>
                    <a:pt x="23697" y="1024"/>
                    <a:pt x="23625" y="952"/>
                    <a:pt x="23589" y="916"/>
                  </a:cubicBezTo>
                  <a:cubicBezTo>
                    <a:pt x="23517" y="916"/>
                    <a:pt x="23481" y="880"/>
                    <a:pt x="23408" y="880"/>
                  </a:cubicBezTo>
                  <a:cubicBezTo>
                    <a:pt x="23336" y="916"/>
                    <a:pt x="23264" y="916"/>
                    <a:pt x="23228" y="952"/>
                  </a:cubicBezTo>
                  <a:cubicBezTo>
                    <a:pt x="23156" y="988"/>
                    <a:pt x="23084" y="988"/>
                    <a:pt x="23048" y="1024"/>
                  </a:cubicBezTo>
                  <a:cubicBezTo>
                    <a:pt x="22543" y="1348"/>
                    <a:pt x="21894" y="1925"/>
                    <a:pt x="21208" y="2430"/>
                  </a:cubicBezTo>
                  <a:cubicBezTo>
                    <a:pt x="20848" y="2683"/>
                    <a:pt x="20523" y="2899"/>
                    <a:pt x="20198" y="3044"/>
                  </a:cubicBezTo>
                  <a:cubicBezTo>
                    <a:pt x="19910" y="3224"/>
                    <a:pt x="19621" y="3296"/>
                    <a:pt x="19441" y="3296"/>
                  </a:cubicBezTo>
                  <a:lnTo>
                    <a:pt x="19297" y="3296"/>
                  </a:lnTo>
                  <a:lnTo>
                    <a:pt x="19189" y="3188"/>
                  </a:lnTo>
                  <a:cubicBezTo>
                    <a:pt x="19153" y="3152"/>
                    <a:pt x="19153" y="3080"/>
                    <a:pt x="19153" y="2935"/>
                  </a:cubicBezTo>
                  <a:cubicBezTo>
                    <a:pt x="19153" y="2539"/>
                    <a:pt x="19369" y="1889"/>
                    <a:pt x="19585" y="1384"/>
                  </a:cubicBezTo>
                  <a:cubicBezTo>
                    <a:pt x="19730" y="1096"/>
                    <a:pt x="19838" y="880"/>
                    <a:pt x="19910" y="699"/>
                  </a:cubicBezTo>
                  <a:cubicBezTo>
                    <a:pt x="19946" y="627"/>
                    <a:pt x="19982" y="555"/>
                    <a:pt x="20018" y="519"/>
                  </a:cubicBezTo>
                  <a:lnTo>
                    <a:pt x="20054" y="447"/>
                  </a:lnTo>
                  <a:cubicBezTo>
                    <a:pt x="20126" y="339"/>
                    <a:pt x="20126" y="194"/>
                    <a:pt x="20054" y="122"/>
                  </a:cubicBezTo>
                  <a:cubicBezTo>
                    <a:pt x="20000" y="41"/>
                    <a:pt x="19905" y="0"/>
                    <a:pt x="19816"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80" name="Google Shape;2180;p38"/>
            <p:cNvSpPr/>
            <p:nvPr/>
          </p:nvSpPr>
          <p:spPr>
            <a:xfrm>
              <a:off x="3751375" y="3083575"/>
              <a:ext cx="155125" cy="68600"/>
            </a:xfrm>
            <a:custGeom>
              <a:avLst/>
              <a:gdLst/>
              <a:ahLst/>
              <a:cxnLst/>
              <a:rect l="l" t="t" r="r" b="b"/>
              <a:pathLst>
                <a:path w="6205" h="2744" extrusionOk="0">
                  <a:moveTo>
                    <a:pt x="5848" y="1"/>
                  </a:moveTo>
                  <a:cubicBezTo>
                    <a:pt x="5822" y="1"/>
                    <a:pt x="5796" y="4"/>
                    <a:pt x="5771" y="10"/>
                  </a:cubicBezTo>
                  <a:lnTo>
                    <a:pt x="217" y="2174"/>
                  </a:lnTo>
                  <a:cubicBezTo>
                    <a:pt x="73" y="2210"/>
                    <a:pt x="1" y="2390"/>
                    <a:pt x="73" y="2571"/>
                  </a:cubicBezTo>
                  <a:cubicBezTo>
                    <a:pt x="99" y="2676"/>
                    <a:pt x="203" y="2743"/>
                    <a:pt x="313" y="2743"/>
                  </a:cubicBezTo>
                  <a:cubicBezTo>
                    <a:pt x="354" y="2743"/>
                    <a:pt x="395" y="2734"/>
                    <a:pt x="433" y="2715"/>
                  </a:cubicBezTo>
                  <a:lnTo>
                    <a:pt x="5988" y="587"/>
                  </a:lnTo>
                  <a:cubicBezTo>
                    <a:pt x="6132" y="515"/>
                    <a:pt x="6204" y="334"/>
                    <a:pt x="6168" y="190"/>
                  </a:cubicBezTo>
                  <a:cubicBezTo>
                    <a:pt x="6108" y="71"/>
                    <a:pt x="5974" y="1"/>
                    <a:pt x="5848"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81" name="Google Shape;2181;p38"/>
            <p:cNvSpPr/>
            <p:nvPr/>
          </p:nvSpPr>
          <p:spPr>
            <a:xfrm>
              <a:off x="3156275" y="3109950"/>
              <a:ext cx="628500" cy="217975"/>
            </a:xfrm>
            <a:custGeom>
              <a:avLst/>
              <a:gdLst/>
              <a:ahLst/>
              <a:cxnLst/>
              <a:rect l="l" t="t" r="r" b="b"/>
              <a:pathLst>
                <a:path w="25140" h="8719" extrusionOk="0">
                  <a:moveTo>
                    <a:pt x="0" y="1"/>
                  </a:moveTo>
                  <a:cubicBezTo>
                    <a:pt x="0" y="1"/>
                    <a:pt x="109" y="3535"/>
                    <a:pt x="1876" y="5555"/>
                  </a:cubicBezTo>
                  <a:cubicBezTo>
                    <a:pt x="3144" y="6979"/>
                    <a:pt x="5380" y="7511"/>
                    <a:pt x="7047" y="7511"/>
                  </a:cubicBezTo>
                  <a:cubicBezTo>
                    <a:pt x="7702" y="7511"/>
                    <a:pt x="8270" y="7429"/>
                    <a:pt x="8656" y="7286"/>
                  </a:cubicBezTo>
                  <a:cubicBezTo>
                    <a:pt x="9996" y="6840"/>
                    <a:pt x="9831" y="3255"/>
                    <a:pt x="11120" y="3255"/>
                  </a:cubicBezTo>
                  <a:cubicBezTo>
                    <a:pt x="11184" y="3255"/>
                    <a:pt x="11253" y="3264"/>
                    <a:pt x="11325" y="3283"/>
                  </a:cubicBezTo>
                  <a:cubicBezTo>
                    <a:pt x="12804" y="3644"/>
                    <a:pt x="12552" y="5303"/>
                    <a:pt x="13201" y="6817"/>
                  </a:cubicBezTo>
                  <a:cubicBezTo>
                    <a:pt x="13814" y="8296"/>
                    <a:pt x="14463" y="8188"/>
                    <a:pt x="17204" y="8549"/>
                  </a:cubicBezTo>
                  <a:cubicBezTo>
                    <a:pt x="17971" y="8658"/>
                    <a:pt x="18726" y="8718"/>
                    <a:pt x="19439" y="8718"/>
                  </a:cubicBezTo>
                  <a:cubicBezTo>
                    <a:pt x="21311" y="8718"/>
                    <a:pt x="22893" y="8305"/>
                    <a:pt x="23624" y="7286"/>
                  </a:cubicBezTo>
                  <a:cubicBezTo>
                    <a:pt x="24634" y="5916"/>
                    <a:pt x="25139" y="1624"/>
                    <a:pt x="24129" y="1407"/>
                  </a:cubicBezTo>
                  <a:cubicBezTo>
                    <a:pt x="23922" y="1355"/>
                    <a:pt x="23613" y="1334"/>
                    <a:pt x="23223" y="1334"/>
                  </a:cubicBezTo>
                  <a:cubicBezTo>
                    <a:pt x="21714" y="1334"/>
                    <a:pt x="18980" y="1653"/>
                    <a:pt x="16086" y="1768"/>
                  </a:cubicBezTo>
                  <a:cubicBezTo>
                    <a:pt x="12444" y="1876"/>
                    <a:pt x="11073" y="2021"/>
                    <a:pt x="11073" y="2021"/>
                  </a:cubicBezTo>
                  <a:lnTo>
                    <a:pt x="0" y="1"/>
                  </a:ln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182" name="Google Shape;2182;p38"/>
            <p:cNvSpPr/>
            <p:nvPr/>
          </p:nvSpPr>
          <p:spPr>
            <a:xfrm>
              <a:off x="3501625" y="3169475"/>
              <a:ext cx="275025" cy="158450"/>
            </a:xfrm>
            <a:custGeom>
              <a:avLst/>
              <a:gdLst/>
              <a:ahLst/>
              <a:cxnLst/>
              <a:rect l="l" t="t" r="r" b="b"/>
              <a:pathLst>
                <a:path w="11001" h="6338" extrusionOk="0">
                  <a:moveTo>
                    <a:pt x="10820" y="0"/>
                  </a:moveTo>
                  <a:lnTo>
                    <a:pt x="0" y="5374"/>
                  </a:lnTo>
                  <a:cubicBezTo>
                    <a:pt x="577" y="5879"/>
                    <a:pt x="1443" y="5915"/>
                    <a:pt x="3390" y="6168"/>
                  </a:cubicBezTo>
                  <a:cubicBezTo>
                    <a:pt x="4157" y="6277"/>
                    <a:pt x="4912" y="6337"/>
                    <a:pt x="5625" y="6337"/>
                  </a:cubicBezTo>
                  <a:cubicBezTo>
                    <a:pt x="7497" y="6337"/>
                    <a:pt x="9079" y="5924"/>
                    <a:pt x="9810" y="4905"/>
                  </a:cubicBezTo>
                  <a:cubicBezTo>
                    <a:pt x="10568" y="3932"/>
                    <a:pt x="11001" y="1407"/>
                    <a:pt x="10820" y="0"/>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2183" name="Google Shape;2183;p38"/>
            <p:cNvSpPr/>
            <p:nvPr/>
          </p:nvSpPr>
          <p:spPr>
            <a:xfrm>
              <a:off x="3217575" y="3153250"/>
              <a:ext cx="351700" cy="144800"/>
            </a:xfrm>
            <a:custGeom>
              <a:avLst/>
              <a:gdLst/>
              <a:ahLst/>
              <a:cxnLst/>
              <a:rect l="l" t="t" r="r" b="b"/>
              <a:pathLst>
                <a:path w="14068" h="5792" extrusionOk="0">
                  <a:moveTo>
                    <a:pt x="14067" y="0"/>
                  </a:moveTo>
                  <a:lnTo>
                    <a:pt x="14067" y="0"/>
                  </a:lnTo>
                  <a:cubicBezTo>
                    <a:pt x="13923" y="36"/>
                    <a:pt x="13779" y="36"/>
                    <a:pt x="13634" y="36"/>
                  </a:cubicBezTo>
                  <a:cubicBezTo>
                    <a:pt x="12552" y="72"/>
                    <a:pt x="11687" y="108"/>
                    <a:pt x="10965" y="144"/>
                  </a:cubicBezTo>
                  <a:lnTo>
                    <a:pt x="1" y="4364"/>
                  </a:lnTo>
                  <a:cubicBezTo>
                    <a:pt x="1302" y="5395"/>
                    <a:pt x="3138" y="5791"/>
                    <a:pt x="4564" y="5791"/>
                  </a:cubicBezTo>
                  <a:cubicBezTo>
                    <a:pt x="5234" y="5791"/>
                    <a:pt x="5813" y="5704"/>
                    <a:pt x="6204" y="5554"/>
                  </a:cubicBezTo>
                  <a:cubicBezTo>
                    <a:pt x="7544" y="5108"/>
                    <a:pt x="7379" y="1523"/>
                    <a:pt x="8668" y="1523"/>
                  </a:cubicBezTo>
                  <a:cubicBezTo>
                    <a:pt x="8732" y="1523"/>
                    <a:pt x="8801" y="1532"/>
                    <a:pt x="8873" y="1551"/>
                  </a:cubicBezTo>
                  <a:cubicBezTo>
                    <a:pt x="9739" y="1767"/>
                    <a:pt x="10028" y="2453"/>
                    <a:pt x="10244" y="3282"/>
                  </a:cubicBezTo>
                  <a:lnTo>
                    <a:pt x="14067" y="0"/>
                  </a:ln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2184" name="Google Shape;2184;p38"/>
            <p:cNvSpPr/>
            <p:nvPr/>
          </p:nvSpPr>
          <p:spPr>
            <a:xfrm>
              <a:off x="3148150" y="3102400"/>
              <a:ext cx="633000" cy="233000"/>
            </a:xfrm>
            <a:custGeom>
              <a:avLst/>
              <a:gdLst/>
              <a:ahLst/>
              <a:cxnLst/>
              <a:rect l="l" t="t" r="r" b="b"/>
              <a:pathLst>
                <a:path w="25320" h="9320" extrusionOk="0">
                  <a:moveTo>
                    <a:pt x="638" y="661"/>
                  </a:moveTo>
                  <a:lnTo>
                    <a:pt x="11326" y="2611"/>
                  </a:lnTo>
                  <a:lnTo>
                    <a:pt x="11686" y="2611"/>
                  </a:lnTo>
                  <a:cubicBezTo>
                    <a:pt x="12228" y="2575"/>
                    <a:pt x="13706" y="2467"/>
                    <a:pt x="16411" y="2359"/>
                  </a:cubicBezTo>
                  <a:cubicBezTo>
                    <a:pt x="19369" y="2250"/>
                    <a:pt x="22146" y="1926"/>
                    <a:pt x="23625" y="1926"/>
                  </a:cubicBezTo>
                  <a:cubicBezTo>
                    <a:pt x="23985" y="1926"/>
                    <a:pt x="24238" y="1962"/>
                    <a:pt x="24382" y="1998"/>
                  </a:cubicBezTo>
                  <a:lnTo>
                    <a:pt x="24490" y="2034"/>
                  </a:lnTo>
                  <a:cubicBezTo>
                    <a:pt x="24526" y="2142"/>
                    <a:pt x="24599" y="2286"/>
                    <a:pt x="24635" y="2539"/>
                  </a:cubicBezTo>
                  <a:cubicBezTo>
                    <a:pt x="24707" y="2755"/>
                    <a:pt x="24707" y="3044"/>
                    <a:pt x="24707" y="3369"/>
                  </a:cubicBezTo>
                  <a:cubicBezTo>
                    <a:pt x="24707" y="4054"/>
                    <a:pt x="24599" y="4883"/>
                    <a:pt x="24418" y="5641"/>
                  </a:cubicBezTo>
                  <a:cubicBezTo>
                    <a:pt x="24238" y="6398"/>
                    <a:pt x="23985" y="7047"/>
                    <a:pt x="23733" y="7444"/>
                  </a:cubicBezTo>
                  <a:cubicBezTo>
                    <a:pt x="23408" y="7877"/>
                    <a:pt x="22867" y="8202"/>
                    <a:pt x="22182" y="8418"/>
                  </a:cubicBezTo>
                  <a:cubicBezTo>
                    <a:pt x="21497" y="8634"/>
                    <a:pt x="20667" y="8706"/>
                    <a:pt x="19729" y="8706"/>
                  </a:cubicBezTo>
                  <a:cubicBezTo>
                    <a:pt x="19044" y="8706"/>
                    <a:pt x="18323" y="8670"/>
                    <a:pt x="17602" y="8562"/>
                  </a:cubicBezTo>
                  <a:cubicBezTo>
                    <a:pt x="16195" y="8382"/>
                    <a:pt x="15329" y="8310"/>
                    <a:pt x="14824" y="8129"/>
                  </a:cubicBezTo>
                  <a:cubicBezTo>
                    <a:pt x="14572" y="8021"/>
                    <a:pt x="14392" y="7913"/>
                    <a:pt x="14247" y="7769"/>
                  </a:cubicBezTo>
                  <a:cubicBezTo>
                    <a:pt x="14103" y="7588"/>
                    <a:pt x="13959" y="7336"/>
                    <a:pt x="13814" y="6975"/>
                  </a:cubicBezTo>
                  <a:cubicBezTo>
                    <a:pt x="13490" y="6290"/>
                    <a:pt x="13418" y="5496"/>
                    <a:pt x="13201" y="4811"/>
                  </a:cubicBezTo>
                  <a:cubicBezTo>
                    <a:pt x="13093" y="4487"/>
                    <a:pt x="12949" y="4162"/>
                    <a:pt x="12696" y="3873"/>
                  </a:cubicBezTo>
                  <a:cubicBezTo>
                    <a:pt x="12480" y="3621"/>
                    <a:pt x="12119" y="3405"/>
                    <a:pt x="11723" y="3296"/>
                  </a:cubicBezTo>
                  <a:cubicBezTo>
                    <a:pt x="11614" y="3260"/>
                    <a:pt x="11506" y="3260"/>
                    <a:pt x="11434" y="3260"/>
                  </a:cubicBezTo>
                  <a:cubicBezTo>
                    <a:pt x="11218" y="3260"/>
                    <a:pt x="11001" y="3332"/>
                    <a:pt x="10821" y="3477"/>
                  </a:cubicBezTo>
                  <a:cubicBezTo>
                    <a:pt x="10532" y="3729"/>
                    <a:pt x="10352" y="4054"/>
                    <a:pt x="10208" y="4451"/>
                  </a:cubicBezTo>
                  <a:cubicBezTo>
                    <a:pt x="9991" y="5028"/>
                    <a:pt x="9847" y="5713"/>
                    <a:pt x="9631" y="6254"/>
                  </a:cubicBezTo>
                  <a:cubicBezTo>
                    <a:pt x="9522" y="6542"/>
                    <a:pt x="9414" y="6795"/>
                    <a:pt x="9270" y="6975"/>
                  </a:cubicBezTo>
                  <a:cubicBezTo>
                    <a:pt x="9162" y="7156"/>
                    <a:pt x="9018" y="7264"/>
                    <a:pt x="8873" y="7336"/>
                  </a:cubicBezTo>
                  <a:cubicBezTo>
                    <a:pt x="8549" y="7444"/>
                    <a:pt x="8008" y="7516"/>
                    <a:pt x="7395" y="7516"/>
                  </a:cubicBezTo>
                  <a:cubicBezTo>
                    <a:pt x="6565" y="7516"/>
                    <a:pt x="5627" y="7408"/>
                    <a:pt x="4726" y="7083"/>
                  </a:cubicBezTo>
                  <a:cubicBezTo>
                    <a:pt x="3824" y="6795"/>
                    <a:pt x="2994" y="6326"/>
                    <a:pt x="2417" y="5641"/>
                  </a:cubicBezTo>
                  <a:cubicBezTo>
                    <a:pt x="1588" y="4703"/>
                    <a:pt x="1119" y="3369"/>
                    <a:pt x="866" y="2250"/>
                  </a:cubicBezTo>
                  <a:cubicBezTo>
                    <a:pt x="758" y="1709"/>
                    <a:pt x="686" y="1204"/>
                    <a:pt x="650" y="844"/>
                  </a:cubicBezTo>
                  <a:cubicBezTo>
                    <a:pt x="650" y="773"/>
                    <a:pt x="644" y="714"/>
                    <a:pt x="638" y="661"/>
                  </a:cubicBezTo>
                  <a:close/>
                  <a:moveTo>
                    <a:pt x="297" y="0"/>
                  </a:moveTo>
                  <a:cubicBezTo>
                    <a:pt x="234" y="0"/>
                    <a:pt x="162" y="34"/>
                    <a:pt x="109" y="86"/>
                  </a:cubicBezTo>
                  <a:cubicBezTo>
                    <a:pt x="37" y="122"/>
                    <a:pt x="1" y="231"/>
                    <a:pt x="1" y="303"/>
                  </a:cubicBezTo>
                  <a:cubicBezTo>
                    <a:pt x="1" y="339"/>
                    <a:pt x="37" y="1241"/>
                    <a:pt x="289" y="2395"/>
                  </a:cubicBezTo>
                  <a:cubicBezTo>
                    <a:pt x="542" y="3549"/>
                    <a:pt x="1047" y="4955"/>
                    <a:pt x="1984" y="6037"/>
                  </a:cubicBezTo>
                  <a:cubicBezTo>
                    <a:pt x="2634" y="6831"/>
                    <a:pt x="3571" y="7336"/>
                    <a:pt x="4545" y="7660"/>
                  </a:cubicBezTo>
                  <a:cubicBezTo>
                    <a:pt x="5519" y="7985"/>
                    <a:pt x="6529" y="8129"/>
                    <a:pt x="7395" y="8129"/>
                  </a:cubicBezTo>
                  <a:cubicBezTo>
                    <a:pt x="8044" y="8129"/>
                    <a:pt x="8657" y="8057"/>
                    <a:pt x="9090" y="7877"/>
                  </a:cubicBezTo>
                  <a:cubicBezTo>
                    <a:pt x="9306" y="7805"/>
                    <a:pt x="9486" y="7660"/>
                    <a:pt x="9631" y="7480"/>
                  </a:cubicBezTo>
                  <a:cubicBezTo>
                    <a:pt x="9919" y="7192"/>
                    <a:pt x="10063" y="6795"/>
                    <a:pt x="10244" y="6398"/>
                  </a:cubicBezTo>
                  <a:cubicBezTo>
                    <a:pt x="10460" y="5785"/>
                    <a:pt x="10604" y="5100"/>
                    <a:pt x="10821" y="4595"/>
                  </a:cubicBezTo>
                  <a:cubicBezTo>
                    <a:pt x="10893" y="4342"/>
                    <a:pt x="11001" y="4126"/>
                    <a:pt x="11109" y="4018"/>
                  </a:cubicBezTo>
                  <a:cubicBezTo>
                    <a:pt x="11254" y="3910"/>
                    <a:pt x="11326" y="3873"/>
                    <a:pt x="11434" y="3837"/>
                  </a:cubicBezTo>
                  <a:lnTo>
                    <a:pt x="11542" y="3873"/>
                  </a:lnTo>
                  <a:cubicBezTo>
                    <a:pt x="11903" y="3946"/>
                    <a:pt x="12083" y="4090"/>
                    <a:pt x="12264" y="4270"/>
                  </a:cubicBezTo>
                  <a:cubicBezTo>
                    <a:pt x="12480" y="4559"/>
                    <a:pt x="12624" y="4955"/>
                    <a:pt x="12769" y="5496"/>
                  </a:cubicBezTo>
                  <a:cubicBezTo>
                    <a:pt x="12877" y="6001"/>
                    <a:pt x="12985" y="6615"/>
                    <a:pt x="13237" y="7228"/>
                  </a:cubicBezTo>
                  <a:cubicBezTo>
                    <a:pt x="13418" y="7624"/>
                    <a:pt x="13562" y="7913"/>
                    <a:pt x="13814" y="8165"/>
                  </a:cubicBezTo>
                  <a:cubicBezTo>
                    <a:pt x="14139" y="8526"/>
                    <a:pt x="14572" y="8706"/>
                    <a:pt x="15149" y="8851"/>
                  </a:cubicBezTo>
                  <a:cubicBezTo>
                    <a:pt x="15726" y="8959"/>
                    <a:pt x="16483" y="9031"/>
                    <a:pt x="17493" y="9175"/>
                  </a:cubicBezTo>
                  <a:cubicBezTo>
                    <a:pt x="18251" y="9247"/>
                    <a:pt x="19008" y="9320"/>
                    <a:pt x="19729" y="9320"/>
                  </a:cubicBezTo>
                  <a:cubicBezTo>
                    <a:pt x="20703" y="9320"/>
                    <a:pt x="21605" y="9211"/>
                    <a:pt x="22362" y="8995"/>
                  </a:cubicBezTo>
                  <a:cubicBezTo>
                    <a:pt x="23156" y="8743"/>
                    <a:pt x="23805" y="8346"/>
                    <a:pt x="24202" y="7769"/>
                  </a:cubicBezTo>
                  <a:cubicBezTo>
                    <a:pt x="24562" y="7300"/>
                    <a:pt x="24815" y="6578"/>
                    <a:pt x="25031" y="5785"/>
                  </a:cubicBezTo>
                  <a:cubicBezTo>
                    <a:pt x="25212" y="4955"/>
                    <a:pt x="25320" y="4090"/>
                    <a:pt x="25320" y="3369"/>
                  </a:cubicBezTo>
                  <a:cubicBezTo>
                    <a:pt x="25320" y="2900"/>
                    <a:pt x="25284" y="2467"/>
                    <a:pt x="25176" y="2142"/>
                  </a:cubicBezTo>
                  <a:cubicBezTo>
                    <a:pt x="25103" y="1962"/>
                    <a:pt x="25067" y="1818"/>
                    <a:pt x="24959" y="1673"/>
                  </a:cubicBezTo>
                  <a:cubicBezTo>
                    <a:pt x="24851" y="1565"/>
                    <a:pt x="24707" y="1457"/>
                    <a:pt x="24526" y="1385"/>
                  </a:cubicBezTo>
                  <a:cubicBezTo>
                    <a:pt x="24310" y="1349"/>
                    <a:pt x="23985" y="1313"/>
                    <a:pt x="23625" y="1313"/>
                  </a:cubicBezTo>
                  <a:cubicBezTo>
                    <a:pt x="22074" y="1313"/>
                    <a:pt x="19333" y="1673"/>
                    <a:pt x="16411" y="1782"/>
                  </a:cubicBezTo>
                  <a:cubicBezTo>
                    <a:pt x="13121" y="1878"/>
                    <a:pt x="11677" y="2004"/>
                    <a:pt x="11409" y="2029"/>
                  </a:cubicBezTo>
                  <a:lnTo>
                    <a:pt x="11409" y="2029"/>
                  </a:lnTo>
                  <a:lnTo>
                    <a:pt x="361" y="14"/>
                  </a:lnTo>
                  <a:cubicBezTo>
                    <a:pt x="342" y="5"/>
                    <a:pt x="320" y="0"/>
                    <a:pt x="297"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85" name="Google Shape;2185;p38"/>
            <p:cNvSpPr/>
            <p:nvPr/>
          </p:nvSpPr>
          <p:spPr>
            <a:xfrm>
              <a:off x="3403325" y="3253325"/>
              <a:ext cx="122650" cy="195700"/>
            </a:xfrm>
            <a:custGeom>
              <a:avLst/>
              <a:gdLst/>
              <a:ahLst/>
              <a:cxnLst/>
              <a:rect l="l" t="t" r="r" b="b"/>
              <a:pathLst>
                <a:path w="4906" h="7828" extrusionOk="0">
                  <a:moveTo>
                    <a:pt x="434" y="0"/>
                  </a:moveTo>
                  <a:cubicBezTo>
                    <a:pt x="253" y="0"/>
                    <a:pt x="109" y="145"/>
                    <a:pt x="109" y="289"/>
                  </a:cubicBezTo>
                  <a:cubicBezTo>
                    <a:pt x="109" y="289"/>
                    <a:pt x="1" y="3571"/>
                    <a:pt x="1" y="5591"/>
                  </a:cubicBezTo>
                  <a:cubicBezTo>
                    <a:pt x="1" y="6420"/>
                    <a:pt x="109" y="6961"/>
                    <a:pt x="434" y="7358"/>
                  </a:cubicBezTo>
                  <a:cubicBezTo>
                    <a:pt x="578" y="7539"/>
                    <a:pt x="758" y="7683"/>
                    <a:pt x="975" y="7755"/>
                  </a:cubicBezTo>
                  <a:cubicBezTo>
                    <a:pt x="1191" y="7791"/>
                    <a:pt x="1443" y="7827"/>
                    <a:pt x="1660" y="7827"/>
                  </a:cubicBezTo>
                  <a:cubicBezTo>
                    <a:pt x="1912" y="7827"/>
                    <a:pt x="2165" y="7791"/>
                    <a:pt x="2453" y="7791"/>
                  </a:cubicBezTo>
                  <a:cubicBezTo>
                    <a:pt x="3932" y="7647"/>
                    <a:pt x="4726" y="6997"/>
                    <a:pt x="4762" y="6961"/>
                  </a:cubicBezTo>
                  <a:cubicBezTo>
                    <a:pt x="4906" y="6853"/>
                    <a:pt x="4906" y="6673"/>
                    <a:pt x="4798" y="6529"/>
                  </a:cubicBezTo>
                  <a:cubicBezTo>
                    <a:pt x="4735" y="6466"/>
                    <a:pt x="4648" y="6427"/>
                    <a:pt x="4557" y="6427"/>
                  </a:cubicBezTo>
                  <a:cubicBezTo>
                    <a:pt x="4492" y="6427"/>
                    <a:pt x="4425" y="6447"/>
                    <a:pt x="4365" y="6493"/>
                  </a:cubicBezTo>
                  <a:cubicBezTo>
                    <a:pt x="4365" y="6493"/>
                    <a:pt x="3680" y="7070"/>
                    <a:pt x="2417" y="7178"/>
                  </a:cubicBezTo>
                  <a:cubicBezTo>
                    <a:pt x="2129" y="7214"/>
                    <a:pt x="1876" y="7214"/>
                    <a:pt x="1660" y="7214"/>
                  </a:cubicBezTo>
                  <a:cubicBezTo>
                    <a:pt x="1479" y="7214"/>
                    <a:pt x="1299" y="7214"/>
                    <a:pt x="1155" y="7178"/>
                  </a:cubicBezTo>
                  <a:cubicBezTo>
                    <a:pt x="975" y="7106"/>
                    <a:pt x="866" y="7034"/>
                    <a:pt x="758" y="6781"/>
                  </a:cubicBezTo>
                  <a:cubicBezTo>
                    <a:pt x="650" y="6565"/>
                    <a:pt x="578" y="6168"/>
                    <a:pt x="578" y="5591"/>
                  </a:cubicBezTo>
                  <a:cubicBezTo>
                    <a:pt x="578" y="4581"/>
                    <a:pt x="614" y="3283"/>
                    <a:pt x="650" y="2201"/>
                  </a:cubicBezTo>
                  <a:cubicBezTo>
                    <a:pt x="686" y="1155"/>
                    <a:pt x="722" y="325"/>
                    <a:pt x="722" y="325"/>
                  </a:cubicBezTo>
                  <a:cubicBezTo>
                    <a:pt x="722" y="145"/>
                    <a:pt x="614" y="0"/>
                    <a:pt x="434"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86" name="Google Shape;2186;p38"/>
            <p:cNvSpPr/>
            <p:nvPr/>
          </p:nvSpPr>
          <p:spPr>
            <a:xfrm>
              <a:off x="3510625" y="3441775"/>
              <a:ext cx="207425" cy="137075"/>
            </a:xfrm>
            <a:custGeom>
              <a:avLst/>
              <a:gdLst/>
              <a:ahLst/>
              <a:cxnLst/>
              <a:rect l="l" t="t" r="r" b="b"/>
              <a:pathLst>
                <a:path w="8297" h="5483" extrusionOk="0">
                  <a:moveTo>
                    <a:pt x="5411" y="578"/>
                  </a:moveTo>
                  <a:cubicBezTo>
                    <a:pt x="5519" y="578"/>
                    <a:pt x="5663" y="614"/>
                    <a:pt x="5771" y="614"/>
                  </a:cubicBezTo>
                  <a:cubicBezTo>
                    <a:pt x="6493" y="722"/>
                    <a:pt x="6962" y="974"/>
                    <a:pt x="7250" y="1299"/>
                  </a:cubicBezTo>
                  <a:cubicBezTo>
                    <a:pt x="7575" y="1587"/>
                    <a:pt x="7683" y="1948"/>
                    <a:pt x="7683" y="2309"/>
                  </a:cubicBezTo>
                  <a:cubicBezTo>
                    <a:pt x="7683" y="2850"/>
                    <a:pt x="7394" y="3391"/>
                    <a:pt x="6926" y="3715"/>
                  </a:cubicBezTo>
                  <a:cubicBezTo>
                    <a:pt x="6385" y="4040"/>
                    <a:pt x="5483" y="4329"/>
                    <a:pt x="4545" y="4545"/>
                  </a:cubicBezTo>
                  <a:cubicBezTo>
                    <a:pt x="3607" y="4761"/>
                    <a:pt x="2598" y="4870"/>
                    <a:pt x="1948" y="4870"/>
                  </a:cubicBezTo>
                  <a:cubicBezTo>
                    <a:pt x="1696" y="4870"/>
                    <a:pt x="1479" y="4834"/>
                    <a:pt x="1371" y="4797"/>
                  </a:cubicBezTo>
                  <a:cubicBezTo>
                    <a:pt x="866" y="4689"/>
                    <a:pt x="614" y="4292"/>
                    <a:pt x="614" y="4004"/>
                  </a:cubicBezTo>
                  <a:cubicBezTo>
                    <a:pt x="614" y="3896"/>
                    <a:pt x="650" y="3788"/>
                    <a:pt x="758" y="3679"/>
                  </a:cubicBezTo>
                  <a:lnTo>
                    <a:pt x="758" y="3643"/>
                  </a:lnTo>
                  <a:lnTo>
                    <a:pt x="794" y="3607"/>
                  </a:lnTo>
                  <a:cubicBezTo>
                    <a:pt x="938" y="3463"/>
                    <a:pt x="1552" y="2669"/>
                    <a:pt x="2417" y="1948"/>
                  </a:cubicBezTo>
                  <a:cubicBezTo>
                    <a:pt x="3247" y="1227"/>
                    <a:pt x="4365" y="578"/>
                    <a:pt x="5411" y="578"/>
                  </a:cubicBezTo>
                  <a:close/>
                  <a:moveTo>
                    <a:pt x="5411" y="1"/>
                  </a:moveTo>
                  <a:cubicBezTo>
                    <a:pt x="4040" y="1"/>
                    <a:pt x="2778" y="830"/>
                    <a:pt x="1840" y="1660"/>
                  </a:cubicBezTo>
                  <a:cubicBezTo>
                    <a:pt x="902" y="2453"/>
                    <a:pt x="289" y="3283"/>
                    <a:pt x="289" y="3283"/>
                  </a:cubicBezTo>
                  <a:lnTo>
                    <a:pt x="290" y="3283"/>
                  </a:lnTo>
                  <a:lnTo>
                    <a:pt x="290" y="3283"/>
                  </a:lnTo>
                  <a:cubicBezTo>
                    <a:pt x="97" y="3495"/>
                    <a:pt x="1" y="3766"/>
                    <a:pt x="1" y="4004"/>
                  </a:cubicBezTo>
                  <a:cubicBezTo>
                    <a:pt x="1" y="4617"/>
                    <a:pt x="470" y="5194"/>
                    <a:pt x="1191" y="5375"/>
                  </a:cubicBezTo>
                  <a:cubicBezTo>
                    <a:pt x="1407" y="5447"/>
                    <a:pt x="1660" y="5483"/>
                    <a:pt x="1948" y="5483"/>
                  </a:cubicBezTo>
                  <a:cubicBezTo>
                    <a:pt x="2670" y="5483"/>
                    <a:pt x="3680" y="5338"/>
                    <a:pt x="4653" y="5122"/>
                  </a:cubicBezTo>
                  <a:cubicBezTo>
                    <a:pt x="5663" y="4906"/>
                    <a:pt x="6601" y="4617"/>
                    <a:pt x="7250" y="4220"/>
                  </a:cubicBezTo>
                  <a:cubicBezTo>
                    <a:pt x="7899" y="3788"/>
                    <a:pt x="8296" y="3066"/>
                    <a:pt x="8296" y="2309"/>
                  </a:cubicBezTo>
                  <a:cubicBezTo>
                    <a:pt x="8296" y="1804"/>
                    <a:pt x="8116" y="1263"/>
                    <a:pt x="7683" y="866"/>
                  </a:cubicBezTo>
                  <a:cubicBezTo>
                    <a:pt x="7286" y="433"/>
                    <a:pt x="6673" y="145"/>
                    <a:pt x="5844" y="37"/>
                  </a:cubicBezTo>
                  <a:cubicBezTo>
                    <a:pt x="5699" y="1"/>
                    <a:pt x="5555" y="1"/>
                    <a:pt x="5411"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87" name="Google Shape;2187;p38"/>
            <p:cNvSpPr/>
            <p:nvPr/>
          </p:nvSpPr>
          <p:spPr>
            <a:xfrm>
              <a:off x="3519650" y="3464200"/>
              <a:ext cx="179450" cy="87600"/>
            </a:xfrm>
            <a:custGeom>
              <a:avLst/>
              <a:gdLst/>
              <a:ahLst/>
              <a:cxnLst/>
              <a:rect l="l" t="t" r="r" b="b"/>
              <a:pathLst>
                <a:path w="7178" h="3504" extrusionOk="0">
                  <a:moveTo>
                    <a:pt x="6850" y="0"/>
                  </a:moveTo>
                  <a:cubicBezTo>
                    <a:pt x="6778" y="0"/>
                    <a:pt x="6704" y="27"/>
                    <a:pt x="6637" y="77"/>
                  </a:cubicBezTo>
                  <a:lnTo>
                    <a:pt x="6601" y="113"/>
                  </a:lnTo>
                  <a:cubicBezTo>
                    <a:pt x="6420" y="258"/>
                    <a:pt x="5591" y="943"/>
                    <a:pt x="4401" y="1592"/>
                  </a:cubicBezTo>
                  <a:cubicBezTo>
                    <a:pt x="3246" y="2241"/>
                    <a:pt x="1732" y="2854"/>
                    <a:pt x="289" y="2891"/>
                  </a:cubicBezTo>
                  <a:cubicBezTo>
                    <a:pt x="109" y="2891"/>
                    <a:pt x="0" y="3035"/>
                    <a:pt x="0" y="3215"/>
                  </a:cubicBezTo>
                  <a:cubicBezTo>
                    <a:pt x="0" y="3359"/>
                    <a:pt x="145" y="3504"/>
                    <a:pt x="289" y="3504"/>
                  </a:cubicBezTo>
                  <a:cubicBezTo>
                    <a:pt x="2020" y="3432"/>
                    <a:pt x="3679" y="2674"/>
                    <a:pt x="4942" y="1953"/>
                  </a:cubicBezTo>
                  <a:cubicBezTo>
                    <a:pt x="6204" y="1231"/>
                    <a:pt x="7033" y="546"/>
                    <a:pt x="7033" y="546"/>
                  </a:cubicBezTo>
                  <a:cubicBezTo>
                    <a:pt x="7142" y="438"/>
                    <a:pt x="7178" y="222"/>
                    <a:pt x="7070" y="113"/>
                  </a:cubicBezTo>
                  <a:cubicBezTo>
                    <a:pt x="7012" y="36"/>
                    <a:pt x="6933" y="0"/>
                    <a:pt x="6850"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88" name="Google Shape;2188;p38"/>
            <p:cNvSpPr/>
            <p:nvPr/>
          </p:nvSpPr>
          <p:spPr>
            <a:xfrm>
              <a:off x="3448425" y="3008125"/>
              <a:ext cx="265700" cy="114050"/>
            </a:xfrm>
            <a:custGeom>
              <a:avLst/>
              <a:gdLst/>
              <a:ahLst/>
              <a:cxnLst/>
              <a:rect l="l" t="t" r="r" b="b"/>
              <a:pathLst>
                <a:path w="10628" h="4562" extrusionOk="0">
                  <a:moveTo>
                    <a:pt x="6842" y="0"/>
                  </a:moveTo>
                  <a:cubicBezTo>
                    <a:pt x="6622" y="0"/>
                    <a:pt x="6397" y="11"/>
                    <a:pt x="6168" y="34"/>
                  </a:cubicBezTo>
                  <a:cubicBezTo>
                    <a:pt x="4040" y="287"/>
                    <a:pt x="2525" y="2451"/>
                    <a:pt x="1767" y="2811"/>
                  </a:cubicBezTo>
                  <a:cubicBezTo>
                    <a:pt x="1010" y="3208"/>
                    <a:pt x="0" y="3208"/>
                    <a:pt x="0" y="3208"/>
                  </a:cubicBezTo>
                  <a:cubicBezTo>
                    <a:pt x="0" y="3208"/>
                    <a:pt x="1243" y="4561"/>
                    <a:pt x="1988" y="4561"/>
                  </a:cubicBezTo>
                  <a:cubicBezTo>
                    <a:pt x="2095" y="4561"/>
                    <a:pt x="2191" y="4534"/>
                    <a:pt x="2272" y="4471"/>
                  </a:cubicBezTo>
                  <a:cubicBezTo>
                    <a:pt x="2885" y="3966"/>
                    <a:pt x="5158" y="1693"/>
                    <a:pt x="7791" y="1441"/>
                  </a:cubicBezTo>
                  <a:cubicBezTo>
                    <a:pt x="8395" y="1384"/>
                    <a:pt x="8881" y="1365"/>
                    <a:pt x="9268" y="1365"/>
                  </a:cubicBezTo>
                  <a:cubicBezTo>
                    <a:pt x="9956" y="1365"/>
                    <a:pt x="10327" y="1424"/>
                    <a:pt x="10484" y="1424"/>
                  </a:cubicBezTo>
                  <a:cubicBezTo>
                    <a:pt x="10628" y="1424"/>
                    <a:pt x="10593" y="1375"/>
                    <a:pt x="10460" y="1188"/>
                  </a:cubicBezTo>
                  <a:cubicBezTo>
                    <a:pt x="10106" y="738"/>
                    <a:pt x="8660" y="0"/>
                    <a:pt x="6842"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89" name="Google Shape;2189;p38"/>
            <p:cNvSpPr/>
            <p:nvPr/>
          </p:nvSpPr>
          <p:spPr>
            <a:xfrm>
              <a:off x="3440300" y="3000850"/>
              <a:ext cx="279550" cy="128075"/>
            </a:xfrm>
            <a:custGeom>
              <a:avLst/>
              <a:gdLst/>
              <a:ahLst/>
              <a:cxnLst/>
              <a:rect l="l" t="t" r="r" b="b"/>
              <a:pathLst>
                <a:path w="11182" h="5123" extrusionOk="0">
                  <a:moveTo>
                    <a:pt x="7250" y="614"/>
                  </a:moveTo>
                  <a:cubicBezTo>
                    <a:pt x="8116" y="614"/>
                    <a:pt x="8873" y="758"/>
                    <a:pt x="9450" y="1011"/>
                  </a:cubicBezTo>
                  <a:cubicBezTo>
                    <a:pt x="9731" y="1116"/>
                    <a:pt x="9977" y="1221"/>
                    <a:pt x="10156" y="1359"/>
                  </a:cubicBezTo>
                  <a:lnTo>
                    <a:pt x="10156" y="1359"/>
                  </a:lnTo>
                  <a:cubicBezTo>
                    <a:pt x="9999" y="1349"/>
                    <a:pt x="9817" y="1335"/>
                    <a:pt x="9594" y="1335"/>
                  </a:cubicBezTo>
                  <a:cubicBezTo>
                    <a:pt x="9198" y="1335"/>
                    <a:pt x="8693" y="1371"/>
                    <a:pt x="8080" y="1443"/>
                  </a:cubicBezTo>
                  <a:cubicBezTo>
                    <a:pt x="6709" y="1552"/>
                    <a:pt x="5447" y="2201"/>
                    <a:pt x="4437" y="2886"/>
                  </a:cubicBezTo>
                  <a:cubicBezTo>
                    <a:pt x="3932" y="3247"/>
                    <a:pt x="3499" y="3571"/>
                    <a:pt x="3138" y="3860"/>
                  </a:cubicBezTo>
                  <a:cubicBezTo>
                    <a:pt x="2814" y="4148"/>
                    <a:pt x="2561" y="4401"/>
                    <a:pt x="2417" y="4509"/>
                  </a:cubicBezTo>
                  <a:lnTo>
                    <a:pt x="2309" y="4545"/>
                  </a:lnTo>
                  <a:cubicBezTo>
                    <a:pt x="2237" y="4545"/>
                    <a:pt x="2020" y="4473"/>
                    <a:pt x="1840" y="4365"/>
                  </a:cubicBezTo>
                  <a:cubicBezTo>
                    <a:pt x="1571" y="4197"/>
                    <a:pt x="1270" y="3965"/>
                    <a:pt x="1026" y="3730"/>
                  </a:cubicBezTo>
                  <a:lnTo>
                    <a:pt x="1026" y="3730"/>
                  </a:lnTo>
                  <a:cubicBezTo>
                    <a:pt x="1382" y="3678"/>
                    <a:pt x="1826" y="3579"/>
                    <a:pt x="2237" y="3391"/>
                  </a:cubicBezTo>
                  <a:cubicBezTo>
                    <a:pt x="2453" y="3247"/>
                    <a:pt x="2706" y="3030"/>
                    <a:pt x="2994" y="2778"/>
                  </a:cubicBezTo>
                  <a:cubicBezTo>
                    <a:pt x="3860" y="1984"/>
                    <a:pt x="5050" y="794"/>
                    <a:pt x="6529" y="650"/>
                  </a:cubicBezTo>
                  <a:cubicBezTo>
                    <a:pt x="6781" y="614"/>
                    <a:pt x="6998" y="614"/>
                    <a:pt x="7250" y="614"/>
                  </a:cubicBezTo>
                  <a:close/>
                  <a:moveTo>
                    <a:pt x="7250" y="1"/>
                  </a:moveTo>
                  <a:cubicBezTo>
                    <a:pt x="6998" y="1"/>
                    <a:pt x="6709" y="1"/>
                    <a:pt x="6457" y="37"/>
                  </a:cubicBezTo>
                  <a:cubicBezTo>
                    <a:pt x="5302" y="181"/>
                    <a:pt x="4329" y="830"/>
                    <a:pt x="3571" y="1443"/>
                  </a:cubicBezTo>
                  <a:cubicBezTo>
                    <a:pt x="3210" y="1768"/>
                    <a:pt x="2850" y="2093"/>
                    <a:pt x="2597" y="2345"/>
                  </a:cubicBezTo>
                  <a:cubicBezTo>
                    <a:pt x="2309" y="2598"/>
                    <a:pt x="2092" y="2778"/>
                    <a:pt x="1948" y="2850"/>
                  </a:cubicBezTo>
                  <a:cubicBezTo>
                    <a:pt x="1624" y="2994"/>
                    <a:pt x="1191" y="3102"/>
                    <a:pt x="866" y="3139"/>
                  </a:cubicBezTo>
                  <a:cubicBezTo>
                    <a:pt x="722" y="3175"/>
                    <a:pt x="578" y="3175"/>
                    <a:pt x="469" y="3175"/>
                  </a:cubicBezTo>
                  <a:lnTo>
                    <a:pt x="325" y="3175"/>
                  </a:lnTo>
                  <a:cubicBezTo>
                    <a:pt x="217" y="3175"/>
                    <a:pt x="109" y="3247"/>
                    <a:pt x="37" y="3355"/>
                  </a:cubicBezTo>
                  <a:cubicBezTo>
                    <a:pt x="0" y="3463"/>
                    <a:pt x="37" y="3607"/>
                    <a:pt x="109" y="3680"/>
                  </a:cubicBezTo>
                  <a:cubicBezTo>
                    <a:pt x="109" y="3716"/>
                    <a:pt x="433" y="4040"/>
                    <a:pt x="866" y="4401"/>
                  </a:cubicBezTo>
                  <a:cubicBezTo>
                    <a:pt x="1046" y="4581"/>
                    <a:pt x="1299" y="4762"/>
                    <a:pt x="1551" y="4870"/>
                  </a:cubicBezTo>
                  <a:cubicBezTo>
                    <a:pt x="1768" y="5014"/>
                    <a:pt x="2020" y="5122"/>
                    <a:pt x="2309" y="5122"/>
                  </a:cubicBezTo>
                  <a:cubicBezTo>
                    <a:pt x="2453" y="5122"/>
                    <a:pt x="2633" y="5086"/>
                    <a:pt x="2778" y="4978"/>
                  </a:cubicBezTo>
                  <a:cubicBezTo>
                    <a:pt x="2958" y="4834"/>
                    <a:pt x="3210" y="4617"/>
                    <a:pt x="3535" y="4329"/>
                  </a:cubicBezTo>
                  <a:cubicBezTo>
                    <a:pt x="4545" y="3463"/>
                    <a:pt x="6276" y="2201"/>
                    <a:pt x="8152" y="2020"/>
                  </a:cubicBezTo>
                  <a:cubicBezTo>
                    <a:pt x="8729" y="1984"/>
                    <a:pt x="9234" y="1948"/>
                    <a:pt x="9594" y="1948"/>
                  </a:cubicBezTo>
                  <a:cubicBezTo>
                    <a:pt x="9919" y="1948"/>
                    <a:pt x="10171" y="1948"/>
                    <a:pt x="10388" y="1984"/>
                  </a:cubicBezTo>
                  <a:cubicBezTo>
                    <a:pt x="10568" y="1984"/>
                    <a:pt x="10676" y="2020"/>
                    <a:pt x="10785" y="2020"/>
                  </a:cubicBezTo>
                  <a:cubicBezTo>
                    <a:pt x="10857" y="2020"/>
                    <a:pt x="10893" y="2020"/>
                    <a:pt x="10965" y="1984"/>
                  </a:cubicBezTo>
                  <a:cubicBezTo>
                    <a:pt x="11001" y="1984"/>
                    <a:pt x="11073" y="1948"/>
                    <a:pt x="11109" y="1876"/>
                  </a:cubicBezTo>
                  <a:cubicBezTo>
                    <a:pt x="11181" y="1804"/>
                    <a:pt x="11181" y="1732"/>
                    <a:pt x="11181" y="1660"/>
                  </a:cubicBezTo>
                  <a:cubicBezTo>
                    <a:pt x="11181" y="1588"/>
                    <a:pt x="11181" y="1552"/>
                    <a:pt x="11145" y="1515"/>
                  </a:cubicBezTo>
                  <a:cubicBezTo>
                    <a:pt x="11109" y="1407"/>
                    <a:pt x="11073" y="1371"/>
                    <a:pt x="11001" y="1299"/>
                  </a:cubicBezTo>
                  <a:cubicBezTo>
                    <a:pt x="10893" y="1155"/>
                    <a:pt x="10712" y="1011"/>
                    <a:pt x="10496" y="866"/>
                  </a:cubicBezTo>
                  <a:cubicBezTo>
                    <a:pt x="9811" y="433"/>
                    <a:pt x="8657" y="1"/>
                    <a:pt x="7250"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90" name="Google Shape;2190;p38"/>
            <p:cNvSpPr/>
            <p:nvPr/>
          </p:nvSpPr>
          <p:spPr>
            <a:xfrm>
              <a:off x="3222100" y="3043825"/>
              <a:ext cx="154200" cy="61775"/>
            </a:xfrm>
            <a:custGeom>
              <a:avLst/>
              <a:gdLst/>
              <a:ahLst/>
              <a:cxnLst/>
              <a:rect l="l" t="t" r="r" b="b"/>
              <a:pathLst>
                <a:path w="6168" h="2471" extrusionOk="0">
                  <a:moveTo>
                    <a:pt x="1786" y="0"/>
                  </a:moveTo>
                  <a:cubicBezTo>
                    <a:pt x="1695" y="0"/>
                    <a:pt x="1604" y="4"/>
                    <a:pt x="1515" y="13"/>
                  </a:cubicBezTo>
                  <a:cubicBezTo>
                    <a:pt x="0" y="121"/>
                    <a:pt x="108" y="1131"/>
                    <a:pt x="108" y="1131"/>
                  </a:cubicBezTo>
                  <a:cubicBezTo>
                    <a:pt x="108" y="1131"/>
                    <a:pt x="758" y="1275"/>
                    <a:pt x="2886" y="1888"/>
                  </a:cubicBezTo>
                  <a:cubicBezTo>
                    <a:pt x="4332" y="2330"/>
                    <a:pt x="4862" y="2471"/>
                    <a:pt x="5166" y="2471"/>
                  </a:cubicBezTo>
                  <a:cubicBezTo>
                    <a:pt x="5310" y="2471"/>
                    <a:pt x="5403" y="2440"/>
                    <a:pt x="5519" y="2393"/>
                  </a:cubicBezTo>
                  <a:cubicBezTo>
                    <a:pt x="5915" y="2285"/>
                    <a:pt x="6168" y="1275"/>
                    <a:pt x="6168" y="1275"/>
                  </a:cubicBezTo>
                  <a:lnTo>
                    <a:pt x="6168" y="1275"/>
                  </a:lnTo>
                  <a:cubicBezTo>
                    <a:pt x="6078" y="1357"/>
                    <a:pt x="5963" y="1389"/>
                    <a:pt x="5840" y="1389"/>
                  </a:cubicBezTo>
                  <a:cubicBezTo>
                    <a:pt x="5422" y="1389"/>
                    <a:pt x="4905" y="1023"/>
                    <a:pt x="4905" y="1023"/>
                  </a:cubicBezTo>
                  <a:cubicBezTo>
                    <a:pt x="4905" y="1023"/>
                    <a:pt x="3244" y="0"/>
                    <a:pt x="1786"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91" name="Google Shape;2191;p38"/>
            <p:cNvSpPr/>
            <p:nvPr/>
          </p:nvSpPr>
          <p:spPr>
            <a:xfrm>
              <a:off x="3217575" y="3036025"/>
              <a:ext cx="166850" cy="76650"/>
            </a:xfrm>
            <a:custGeom>
              <a:avLst/>
              <a:gdLst/>
              <a:ahLst/>
              <a:cxnLst/>
              <a:rect l="l" t="t" r="r" b="b"/>
              <a:pathLst>
                <a:path w="6674" h="3066" extrusionOk="0">
                  <a:moveTo>
                    <a:pt x="1912" y="613"/>
                  </a:moveTo>
                  <a:cubicBezTo>
                    <a:pt x="2598" y="613"/>
                    <a:pt x="3355" y="866"/>
                    <a:pt x="3932" y="1082"/>
                  </a:cubicBezTo>
                  <a:cubicBezTo>
                    <a:pt x="4221" y="1227"/>
                    <a:pt x="4473" y="1335"/>
                    <a:pt x="4654" y="1443"/>
                  </a:cubicBezTo>
                  <a:cubicBezTo>
                    <a:pt x="4726" y="1479"/>
                    <a:pt x="4798" y="1515"/>
                    <a:pt x="4870" y="1551"/>
                  </a:cubicBezTo>
                  <a:lnTo>
                    <a:pt x="4916" y="1574"/>
                  </a:lnTo>
                  <a:lnTo>
                    <a:pt x="4916" y="1574"/>
                  </a:lnTo>
                  <a:lnTo>
                    <a:pt x="4906" y="1587"/>
                  </a:lnTo>
                  <a:cubicBezTo>
                    <a:pt x="4906" y="1587"/>
                    <a:pt x="5050" y="1659"/>
                    <a:pt x="5267" y="1768"/>
                  </a:cubicBezTo>
                  <a:cubicBezTo>
                    <a:pt x="5418" y="1859"/>
                    <a:pt x="5647" y="1950"/>
                    <a:pt x="5887" y="1976"/>
                  </a:cubicBezTo>
                  <a:lnTo>
                    <a:pt x="5887" y="1976"/>
                  </a:lnTo>
                  <a:cubicBezTo>
                    <a:pt x="5874" y="2004"/>
                    <a:pt x="5859" y="2031"/>
                    <a:pt x="5844" y="2056"/>
                  </a:cubicBezTo>
                  <a:cubicBezTo>
                    <a:pt x="5808" y="2164"/>
                    <a:pt x="5736" y="2273"/>
                    <a:pt x="5700" y="2345"/>
                  </a:cubicBezTo>
                  <a:lnTo>
                    <a:pt x="5627" y="2417"/>
                  </a:lnTo>
                  <a:cubicBezTo>
                    <a:pt x="5483" y="2453"/>
                    <a:pt x="5447" y="2489"/>
                    <a:pt x="5375" y="2489"/>
                  </a:cubicBezTo>
                  <a:cubicBezTo>
                    <a:pt x="5159" y="2489"/>
                    <a:pt x="4618" y="2345"/>
                    <a:pt x="3139" y="1912"/>
                  </a:cubicBezTo>
                  <a:cubicBezTo>
                    <a:pt x="1749" y="1511"/>
                    <a:pt x="990" y="1311"/>
                    <a:pt x="631" y="1220"/>
                  </a:cubicBezTo>
                  <a:lnTo>
                    <a:pt x="631" y="1220"/>
                  </a:lnTo>
                  <a:cubicBezTo>
                    <a:pt x="645" y="1152"/>
                    <a:pt x="672" y="1077"/>
                    <a:pt x="722" y="1010"/>
                  </a:cubicBezTo>
                  <a:cubicBezTo>
                    <a:pt x="867" y="866"/>
                    <a:pt x="1119" y="686"/>
                    <a:pt x="1696" y="613"/>
                  </a:cubicBezTo>
                  <a:close/>
                  <a:moveTo>
                    <a:pt x="1912" y="0"/>
                  </a:moveTo>
                  <a:cubicBezTo>
                    <a:pt x="1840" y="0"/>
                    <a:pt x="1732" y="0"/>
                    <a:pt x="1660" y="36"/>
                  </a:cubicBezTo>
                  <a:cubicBezTo>
                    <a:pt x="939" y="72"/>
                    <a:pt x="506" y="325"/>
                    <a:pt x="253" y="613"/>
                  </a:cubicBezTo>
                  <a:cubicBezTo>
                    <a:pt x="37" y="938"/>
                    <a:pt x="1" y="1263"/>
                    <a:pt x="1" y="1407"/>
                  </a:cubicBezTo>
                  <a:lnTo>
                    <a:pt x="1" y="1479"/>
                  </a:lnTo>
                  <a:cubicBezTo>
                    <a:pt x="1" y="1623"/>
                    <a:pt x="109" y="1732"/>
                    <a:pt x="253" y="1732"/>
                  </a:cubicBezTo>
                  <a:lnTo>
                    <a:pt x="253" y="1768"/>
                  </a:lnTo>
                  <a:cubicBezTo>
                    <a:pt x="398" y="1768"/>
                    <a:pt x="1119" y="1948"/>
                    <a:pt x="2994" y="2489"/>
                  </a:cubicBezTo>
                  <a:cubicBezTo>
                    <a:pt x="4473" y="2922"/>
                    <a:pt x="4978" y="3066"/>
                    <a:pt x="5375" y="3066"/>
                  </a:cubicBezTo>
                  <a:cubicBezTo>
                    <a:pt x="5555" y="3066"/>
                    <a:pt x="5700" y="3030"/>
                    <a:pt x="5808" y="2994"/>
                  </a:cubicBezTo>
                  <a:cubicBezTo>
                    <a:pt x="5988" y="2922"/>
                    <a:pt x="6132" y="2777"/>
                    <a:pt x="6204" y="2633"/>
                  </a:cubicBezTo>
                  <a:cubicBezTo>
                    <a:pt x="6349" y="2453"/>
                    <a:pt x="6457" y="2200"/>
                    <a:pt x="6529" y="2020"/>
                  </a:cubicBezTo>
                  <a:cubicBezTo>
                    <a:pt x="6601" y="1804"/>
                    <a:pt x="6637" y="1659"/>
                    <a:pt x="6637" y="1659"/>
                  </a:cubicBezTo>
                  <a:cubicBezTo>
                    <a:pt x="6673" y="1515"/>
                    <a:pt x="6601" y="1371"/>
                    <a:pt x="6493" y="1335"/>
                  </a:cubicBezTo>
                  <a:cubicBezTo>
                    <a:pt x="6444" y="1302"/>
                    <a:pt x="6381" y="1285"/>
                    <a:pt x="6320" y="1285"/>
                  </a:cubicBezTo>
                  <a:cubicBezTo>
                    <a:pt x="6245" y="1285"/>
                    <a:pt x="6172" y="1311"/>
                    <a:pt x="6132" y="1371"/>
                  </a:cubicBezTo>
                  <a:cubicBezTo>
                    <a:pt x="6096" y="1371"/>
                    <a:pt x="6096" y="1407"/>
                    <a:pt x="6024" y="1407"/>
                  </a:cubicBezTo>
                  <a:cubicBezTo>
                    <a:pt x="5880" y="1407"/>
                    <a:pt x="5700" y="1335"/>
                    <a:pt x="5519" y="1263"/>
                  </a:cubicBezTo>
                  <a:cubicBezTo>
                    <a:pt x="5447" y="1191"/>
                    <a:pt x="5375" y="1154"/>
                    <a:pt x="5339" y="1118"/>
                  </a:cubicBezTo>
                  <a:lnTo>
                    <a:pt x="5267" y="1082"/>
                  </a:lnTo>
                  <a:lnTo>
                    <a:pt x="5231" y="1082"/>
                  </a:lnTo>
                  <a:cubicBezTo>
                    <a:pt x="5231" y="1046"/>
                    <a:pt x="4798" y="794"/>
                    <a:pt x="4149" y="541"/>
                  </a:cubicBezTo>
                  <a:cubicBezTo>
                    <a:pt x="3536" y="289"/>
                    <a:pt x="2742" y="0"/>
                    <a:pt x="1912"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92" name="Google Shape;2192;p38"/>
            <p:cNvSpPr/>
            <p:nvPr/>
          </p:nvSpPr>
          <p:spPr>
            <a:xfrm>
              <a:off x="3744175" y="2649575"/>
              <a:ext cx="185750" cy="297200"/>
            </a:xfrm>
            <a:custGeom>
              <a:avLst/>
              <a:gdLst/>
              <a:ahLst/>
              <a:cxnLst/>
              <a:rect l="l" t="t" r="r" b="b"/>
              <a:pathLst>
                <a:path w="7430" h="11888" extrusionOk="0">
                  <a:moveTo>
                    <a:pt x="712" y="1"/>
                  </a:moveTo>
                  <a:cubicBezTo>
                    <a:pt x="275" y="1"/>
                    <a:pt x="0" y="58"/>
                    <a:pt x="0" y="58"/>
                  </a:cubicBezTo>
                  <a:cubicBezTo>
                    <a:pt x="0" y="58"/>
                    <a:pt x="5663" y="2438"/>
                    <a:pt x="6168" y="11888"/>
                  </a:cubicBezTo>
                  <a:lnTo>
                    <a:pt x="7286" y="11743"/>
                  </a:lnTo>
                  <a:cubicBezTo>
                    <a:pt x="7286" y="11743"/>
                    <a:pt x="7430" y="7343"/>
                    <a:pt x="5518" y="3304"/>
                  </a:cubicBezTo>
                  <a:cubicBezTo>
                    <a:pt x="4158" y="399"/>
                    <a:pt x="1867" y="1"/>
                    <a:pt x="712"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193" name="Google Shape;2193;p38"/>
            <p:cNvSpPr/>
            <p:nvPr/>
          </p:nvSpPr>
          <p:spPr>
            <a:xfrm>
              <a:off x="3736050" y="2641975"/>
              <a:ext cx="198400" cy="312025"/>
            </a:xfrm>
            <a:custGeom>
              <a:avLst/>
              <a:gdLst/>
              <a:ahLst/>
              <a:cxnLst/>
              <a:rect l="l" t="t" r="r" b="b"/>
              <a:pathLst>
                <a:path w="7936" h="12481" extrusionOk="0">
                  <a:moveTo>
                    <a:pt x="1384" y="626"/>
                  </a:moveTo>
                  <a:cubicBezTo>
                    <a:pt x="1898" y="660"/>
                    <a:pt x="2554" y="777"/>
                    <a:pt x="3210" y="1119"/>
                  </a:cubicBezTo>
                  <a:cubicBezTo>
                    <a:pt x="4040" y="1552"/>
                    <a:pt x="4906" y="2345"/>
                    <a:pt x="5591" y="3752"/>
                  </a:cubicBezTo>
                  <a:cubicBezTo>
                    <a:pt x="7165" y="7109"/>
                    <a:pt x="7314" y="10806"/>
                    <a:pt x="7322" y="11783"/>
                  </a:cubicBezTo>
                  <a:lnTo>
                    <a:pt x="7322" y="11783"/>
                  </a:lnTo>
                  <a:lnTo>
                    <a:pt x="6762" y="11837"/>
                  </a:lnTo>
                  <a:lnTo>
                    <a:pt x="6762" y="11837"/>
                  </a:lnTo>
                  <a:cubicBezTo>
                    <a:pt x="6459" y="7259"/>
                    <a:pt x="4944" y="4324"/>
                    <a:pt x="3463" y="2526"/>
                  </a:cubicBezTo>
                  <a:cubicBezTo>
                    <a:pt x="2690" y="1626"/>
                    <a:pt x="1943" y="1014"/>
                    <a:pt x="1384" y="626"/>
                  </a:cubicBezTo>
                  <a:close/>
                  <a:moveTo>
                    <a:pt x="1010" y="1"/>
                  </a:moveTo>
                  <a:cubicBezTo>
                    <a:pt x="578" y="1"/>
                    <a:pt x="289" y="73"/>
                    <a:pt x="253" y="73"/>
                  </a:cubicBezTo>
                  <a:cubicBezTo>
                    <a:pt x="145" y="73"/>
                    <a:pt x="37" y="181"/>
                    <a:pt x="37" y="326"/>
                  </a:cubicBezTo>
                  <a:cubicBezTo>
                    <a:pt x="1" y="470"/>
                    <a:pt x="73" y="578"/>
                    <a:pt x="217" y="614"/>
                  </a:cubicBezTo>
                  <a:lnTo>
                    <a:pt x="217" y="650"/>
                  </a:lnTo>
                  <a:cubicBezTo>
                    <a:pt x="361" y="686"/>
                    <a:pt x="1732" y="1335"/>
                    <a:pt x="3102" y="3103"/>
                  </a:cubicBezTo>
                  <a:cubicBezTo>
                    <a:pt x="4509" y="4834"/>
                    <a:pt x="5952" y="7683"/>
                    <a:pt x="6204" y="12192"/>
                  </a:cubicBezTo>
                  <a:cubicBezTo>
                    <a:pt x="6204" y="12264"/>
                    <a:pt x="6240" y="12372"/>
                    <a:pt x="6276" y="12408"/>
                  </a:cubicBezTo>
                  <a:cubicBezTo>
                    <a:pt x="6348" y="12480"/>
                    <a:pt x="6420" y="12480"/>
                    <a:pt x="6529" y="12480"/>
                  </a:cubicBezTo>
                  <a:lnTo>
                    <a:pt x="7647" y="12336"/>
                  </a:lnTo>
                  <a:cubicBezTo>
                    <a:pt x="7791" y="12336"/>
                    <a:pt x="7899" y="12228"/>
                    <a:pt x="7935" y="12047"/>
                  </a:cubicBezTo>
                  <a:cubicBezTo>
                    <a:pt x="7935" y="12047"/>
                    <a:pt x="7935" y="12011"/>
                    <a:pt x="7935" y="11867"/>
                  </a:cubicBezTo>
                  <a:cubicBezTo>
                    <a:pt x="7935" y="11001"/>
                    <a:pt x="7827" y="7106"/>
                    <a:pt x="6132" y="3499"/>
                  </a:cubicBezTo>
                  <a:cubicBezTo>
                    <a:pt x="5411" y="1985"/>
                    <a:pt x="4437" y="1083"/>
                    <a:pt x="3499" y="614"/>
                  </a:cubicBezTo>
                  <a:cubicBezTo>
                    <a:pt x="2561" y="109"/>
                    <a:pt x="1624" y="1"/>
                    <a:pt x="1010"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94" name="Google Shape;2194;p38"/>
            <p:cNvSpPr/>
            <p:nvPr/>
          </p:nvSpPr>
          <p:spPr>
            <a:xfrm>
              <a:off x="3817200" y="2908125"/>
              <a:ext cx="233550" cy="136925"/>
            </a:xfrm>
            <a:custGeom>
              <a:avLst/>
              <a:gdLst/>
              <a:ahLst/>
              <a:cxnLst/>
              <a:rect l="l" t="t" r="r" b="b"/>
              <a:pathLst>
                <a:path w="9342" h="5477" extrusionOk="0">
                  <a:moveTo>
                    <a:pt x="7313" y="0"/>
                  </a:moveTo>
                  <a:cubicBezTo>
                    <a:pt x="7114" y="0"/>
                    <a:pt x="6910" y="34"/>
                    <a:pt x="6709" y="103"/>
                  </a:cubicBezTo>
                  <a:lnTo>
                    <a:pt x="1407" y="2015"/>
                  </a:lnTo>
                  <a:cubicBezTo>
                    <a:pt x="469" y="2339"/>
                    <a:pt x="1" y="3349"/>
                    <a:pt x="325" y="4287"/>
                  </a:cubicBezTo>
                  <a:cubicBezTo>
                    <a:pt x="578" y="5044"/>
                    <a:pt x="1263" y="5477"/>
                    <a:pt x="2020" y="5477"/>
                  </a:cubicBezTo>
                  <a:cubicBezTo>
                    <a:pt x="2201" y="5477"/>
                    <a:pt x="2417" y="5441"/>
                    <a:pt x="2633" y="5369"/>
                  </a:cubicBezTo>
                  <a:lnTo>
                    <a:pt x="7899" y="3493"/>
                  </a:lnTo>
                  <a:cubicBezTo>
                    <a:pt x="8837" y="3169"/>
                    <a:pt x="9342" y="2123"/>
                    <a:pt x="8981" y="1185"/>
                  </a:cubicBezTo>
                  <a:cubicBezTo>
                    <a:pt x="8726" y="448"/>
                    <a:pt x="8047" y="0"/>
                    <a:pt x="7313"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195" name="Google Shape;2195;p38"/>
            <p:cNvSpPr/>
            <p:nvPr/>
          </p:nvSpPr>
          <p:spPr>
            <a:xfrm>
              <a:off x="3815400" y="2900775"/>
              <a:ext cx="237175" cy="152400"/>
            </a:xfrm>
            <a:custGeom>
              <a:avLst/>
              <a:gdLst/>
              <a:ahLst/>
              <a:cxnLst/>
              <a:rect l="l" t="t" r="r" b="b"/>
              <a:pathLst>
                <a:path w="9487" h="6096" extrusionOk="0">
                  <a:moveTo>
                    <a:pt x="7394" y="613"/>
                  </a:moveTo>
                  <a:cubicBezTo>
                    <a:pt x="8007" y="613"/>
                    <a:pt x="8584" y="974"/>
                    <a:pt x="8801" y="1587"/>
                  </a:cubicBezTo>
                  <a:cubicBezTo>
                    <a:pt x="8837" y="1768"/>
                    <a:pt x="8873" y="1912"/>
                    <a:pt x="8873" y="2092"/>
                  </a:cubicBezTo>
                  <a:cubicBezTo>
                    <a:pt x="8873" y="2705"/>
                    <a:pt x="8476" y="3282"/>
                    <a:pt x="7899" y="3499"/>
                  </a:cubicBezTo>
                  <a:lnTo>
                    <a:pt x="2597" y="5410"/>
                  </a:lnTo>
                  <a:cubicBezTo>
                    <a:pt x="2417" y="5446"/>
                    <a:pt x="2237" y="5482"/>
                    <a:pt x="2092" y="5482"/>
                  </a:cubicBezTo>
                  <a:cubicBezTo>
                    <a:pt x="1479" y="5482"/>
                    <a:pt x="902" y="5086"/>
                    <a:pt x="686" y="4473"/>
                  </a:cubicBezTo>
                  <a:cubicBezTo>
                    <a:pt x="614" y="4328"/>
                    <a:pt x="577" y="4148"/>
                    <a:pt x="577" y="4004"/>
                  </a:cubicBezTo>
                  <a:cubicBezTo>
                    <a:pt x="577" y="3391"/>
                    <a:pt x="974" y="2813"/>
                    <a:pt x="1587" y="2597"/>
                  </a:cubicBezTo>
                  <a:lnTo>
                    <a:pt x="6889" y="686"/>
                  </a:lnTo>
                  <a:cubicBezTo>
                    <a:pt x="7033" y="613"/>
                    <a:pt x="7214" y="613"/>
                    <a:pt x="7394" y="613"/>
                  </a:cubicBezTo>
                  <a:close/>
                  <a:moveTo>
                    <a:pt x="7394" y="0"/>
                  </a:moveTo>
                  <a:cubicBezTo>
                    <a:pt x="7142" y="0"/>
                    <a:pt x="6889" y="36"/>
                    <a:pt x="6673" y="108"/>
                  </a:cubicBezTo>
                  <a:lnTo>
                    <a:pt x="1371" y="2020"/>
                  </a:lnTo>
                  <a:cubicBezTo>
                    <a:pt x="541" y="2309"/>
                    <a:pt x="0" y="3138"/>
                    <a:pt x="0" y="4004"/>
                  </a:cubicBezTo>
                  <a:cubicBezTo>
                    <a:pt x="0" y="4220"/>
                    <a:pt x="36" y="4473"/>
                    <a:pt x="109" y="4689"/>
                  </a:cubicBezTo>
                  <a:cubicBezTo>
                    <a:pt x="433" y="5555"/>
                    <a:pt x="1227" y="6096"/>
                    <a:pt x="2092" y="6096"/>
                  </a:cubicBezTo>
                  <a:cubicBezTo>
                    <a:pt x="2309" y="6096"/>
                    <a:pt x="2561" y="6060"/>
                    <a:pt x="2778" y="5951"/>
                  </a:cubicBezTo>
                  <a:lnTo>
                    <a:pt x="8079" y="4076"/>
                  </a:lnTo>
                  <a:cubicBezTo>
                    <a:pt x="8945" y="3751"/>
                    <a:pt x="9486" y="2958"/>
                    <a:pt x="9486" y="2092"/>
                  </a:cubicBezTo>
                  <a:cubicBezTo>
                    <a:pt x="9486" y="1876"/>
                    <a:pt x="9450" y="1623"/>
                    <a:pt x="9342" y="1371"/>
                  </a:cubicBezTo>
                  <a:cubicBezTo>
                    <a:pt x="9053" y="541"/>
                    <a:pt x="8224" y="0"/>
                    <a:pt x="7394"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96" name="Google Shape;2196;p38"/>
            <p:cNvSpPr/>
            <p:nvPr/>
          </p:nvSpPr>
          <p:spPr>
            <a:xfrm>
              <a:off x="3821700" y="2967975"/>
              <a:ext cx="66750" cy="73075"/>
            </a:xfrm>
            <a:custGeom>
              <a:avLst/>
              <a:gdLst/>
              <a:ahLst/>
              <a:cxnLst/>
              <a:rect l="l" t="t" r="r" b="b"/>
              <a:pathLst>
                <a:path w="2670" h="2923" extrusionOk="0">
                  <a:moveTo>
                    <a:pt x="1091" y="0"/>
                  </a:moveTo>
                  <a:cubicBezTo>
                    <a:pt x="990" y="0"/>
                    <a:pt x="890" y="17"/>
                    <a:pt x="794" y="53"/>
                  </a:cubicBezTo>
                  <a:cubicBezTo>
                    <a:pt x="217" y="270"/>
                    <a:pt x="1" y="1063"/>
                    <a:pt x="289" y="1857"/>
                  </a:cubicBezTo>
                  <a:cubicBezTo>
                    <a:pt x="528" y="2513"/>
                    <a:pt x="1062" y="2922"/>
                    <a:pt x="1566" y="2922"/>
                  </a:cubicBezTo>
                  <a:cubicBezTo>
                    <a:pt x="1672" y="2922"/>
                    <a:pt x="1776" y="2904"/>
                    <a:pt x="1876" y="2867"/>
                  </a:cubicBezTo>
                  <a:cubicBezTo>
                    <a:pt x="2453" y="2650"/>
                    <a:pt x="2670" y="1857"/>
                    <a:pt x="2381" y="1063"/>
                  </a:cubicBezTo>
                  <a:cubicBezTo>
                    <a:pt x="2141" y="431"/>
                    <a:pt x="1599" y="0"/>
                    <a:pt x="1091"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197" name="Google Shape;2197;p38"/>
            <p:cNvSpPr/>
            <p:nvPr/>
          </p:nvSpPr>
          <p:spPr>
            <a:xfrm>
              <a:off x="3818100" y="2960275"/>
              <a:ext cx="73975" cy="88400"/>
            </a:xfrm>
            <a:custGeom>
              <a:avLst/>
              <a:gdLst/>
              <a:ahLst/>
              <a:cxnLst/>
              <a:rect l="l" t="t" r="r" b="b"/>
              <a:pathLst>
                <a:path w="2959" h="3536" extrusionOk="0">
                  <a:moveTo>
                    <a:pt x="1263" y="614"/>
                  </a:moveTo>
                  <a:cubicBezTo>
                    <a:pt x="1407" y="614"/>
                    <a:pt x="1624" y="686"/>
                    <a:pt x="1804" y="830"/>
                  </a:cubicBezTo>
                  <a:cubicBezTo>
                    <a:pt x="1984" y="974"/>
                    <a:pt x="2129" y="1227"/>
                    <a:pt x="2237" y="1479"/>
                  </a:cubicBezTo>
                  <a:cubicBezTo>
                    <a:pt x="2309" y="1696"/>
                    <a:pt x="2345" y="1876"/>
                    <a:pt x="2345" y="2056"/>
                  </a:cubicBezTo>
                  <a:cubicBezTo>
                    <a:pt x="2345" y="2273"/>
                    <a:pt x="2309" y="2453"/>
                    <a:pt x="2201" y="2597"/>
                  </a:cubicBezTo>
                  <a:cubicBezTo>
                    <a:pt x="2129" y="2742"/>
                    <a:pt x="2020" y="2850"/>
                    <a:pt x="1912" y="2886"/>
                  </a:cubicBezTo>
                  <a:cubicBezTo>
                    <a:pt x="1840" y="2922"/>
                    <a:pt x="1768" y="2922"/>
                    <a:pt x="1696" y="2922"/>
                  </a:cubicBezTo>
                  <a:cubicBezTo>
                    <a:pt x="1551" y="2922"/>
                    <a:pt x="1335" y="2850"/>
                    <a:pt x="1155" y="2706"/>
                  </a:cubicBezTo>
                  <a:cubicBezTo>
                    <a:pt x="974" y="2561"/>
                    <a:pt x="830" y="2345"/>
                    <a:pt x="722" y="2056"/>
                  </a:cubicBezTo>
                  <a:cubicBezTo>
                    <a:pt x="650" y="1876"/>
                    <a:pt x="614" y="1660"/>
                    <a:pt x="614" y="1479"/>
                  </a:cubicBezTo>
                  <a:cubicBezTo>
                    <a:pt x="614" y="1263"/>
                    <a:pt x="650" y="1083"/>
                    <a:pt x="722" y="938"/>
                  </a:cubicBezTo>
                  <a:cubicBezTo>
                    <a:pt x="830" y="794"/>
                    <a:pt x="938" y="686"/>
                    <a:pt x="1047" y="650"/>
                  </a:cubicBezTo>
                  <a:cubicBezTo>
                    <a:pt x="1119" y="614"/>
                    <a:pt x="1191" y="614"/>
                    <a:pt x="1263" y="614"/>
                  </a:cubicBezTo>
                  <a:close/>
                  <a:moveTo>
                    <a:pt x="1263" y="1"/>
                  </a:moveTo>
                  <a:cubicBezTo>
                    <a:pt x="1119" y="1"/>
                    <a:pt x="974" y="37"/>
                    <a:pt x="830" y="73"/>
                  </a:cubicBezTo>
                  <a:cubicBezTo>
                    <a:pt x="578" y="181"/>
                    <a:pt x="361" y="397"/>
                    <a:pt x="217" y="650"/>
                  </a:cubicBezTo>
                  <a:cubicBezTo>
                    <a:pt x="73" y="902"/>
                    <a:pt x="1" y="1191"/>
                    <a:pt x="1" y="1479"/>
                  </a:cubicBezTo>
                  <a:cubicBezTo>
                    <a:pt x="1" y="1732"/>
                    <a:pt x="37" y="2020"/>
                    <a:pt x="145" y="2273"/>
                  </a:cubicBezTo>
                  <a:cubicBezTo>
                    <a:pt x="289" y="2634"/>
                    <a:pt x="506" y="2958"/>
                    <a:pt x="794" y="3175"/>
                  </a:cubicBezTo>
                  <a:cubicBezTo>
                    <a:pt x="1047" y="3391"/>
                    <a:pt x="1371" y="3535"/>
                    <a:pt x="1696" y="3535"/>
                  </a:cubicBezTo>
                  <a:cubicBezTo>
                    <a:pt x="1840" y="3535"/>
                    <a:pt x="1984" y="3499"/>
                    <a:pt x="2093" y="3463"/>
                  </a:cubicBezTo>
                  <a:cubicBezTo>
                    <a:pt x="2381" y="3355"/>
                    <a:pt x="2597" y="3138"/>
                    <a:pt x="2742" y="2922"/>
                  </a:cubicBezTo>
                  <a:cubicBezTo>
                    <a:pt x="2886" y="2670"/>
                    <a:pt x="2958" y="2381"/>
                    <a:pt x="2958" y="2056"/>
                  </a:cubicBezTo>
                  <a:cubicBezTo>
                    <a:pt x="2958" y="1804"/>
                    <a:pt x="2886" y="1552"/>
                    <a:pt x="2814" y="1263"/>
                  </a:cubicBezTo>
                  <a:cubicBezTo>
                    <a:pt x="2670" y="902"/>
                    <a:pt x="2453" y="614"/>
                    <a:pt x="2165" y="361"/>
                  </a:cubicBezTo>
                  <a:cubicBezTo>
                    <a:pt x="1912" y="145"/>
                    <a:pt x="1588" y="1"/>
                    <a:pt x="126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98" name="Google Shape;2198;p38"/>
            <p:cNvSpPr/>
            <p:nvPr/>
          </p:nvSpPr>
          <p:spPr>
            <a:xfrm>
              <a:off x="3797375" y="3155050"/>
              <a:ext cx="75750" cy="128050"/>
            </a:xfrm>
            <a:custGeom>
              <a:avLst/>
              <a:gdLst/>
              <a:ahLst/>
              <a:cxnLst/>
              <a:rect l="l" t="t" r="r" b="b"/>
              <a:pathLst>
                <a:path w="3030" h="5122" extrusionOk="0">
                  <a:moveTo>
                    <a:pt x="1516" y="1024"/>
                  </a:moveTo>
                  <a:cubicBezTo>
                    <a:pt x="1664" y="1404"/>
                    <a:pt x="1873" y="1892"/>
                    <a:pt x="2056" y="2381"/>
                  </a:cubicBezTo>
                  <a:cubicBezTo>
                    <a:pt x="2164" y="2633"/>
                    <a:pt x="2236" y="2922"/>
                    <a:pt x="2308" y="3138"/>
                  </a:cubicBezTo>
                  <a:cubicBezTo>
                    <a:pt x="2380" y="3354"/>
                    <a:pt x="2417" y="3535"/>
                    <a:pt x="2417" y="3607"/>
                  </a:cubicBezTo>
                  <a:cubicBezTo>
                    <a:pt x="2417" y="4112"/>
                    <a:pt x="2020" y="4509"/>
                    <a:pt x="1515" y="4509"/>
                  </a:cubicBezTo>
                  <a:cubicBezTo>
                    <a:pt x="1010" y="4509"/>
                    <a:pt x="613" y="4112"/>
                    <a:pt x="613" y="3607"/>
                  </a:cubicBezTo>
                  <a:cubicBezTo>
                    <a:pt x="613" y="3535"/>
                    <a:pt x="685" y="3210"/>
                    <a:pt x="794" y="2886"/>
                  </a:cubicBezTo>
                  <a:cubicBezTo>
                    <a:pt x="938" y="2417"/>
                    <a:pt x="1190" y="1767"/>
                    <a:pt x="1407" y="1263"/>
                  </a:cubicBezTo>
                  <a:cubicBezTo>
                    <a:pt x="1445" y="1180"/>
                    <a:pt x="1481" y="1100"/>
                    <a:pt x="1516" y="1024"/>
                  </a:cubicBezTo>
                  <a:close/>
                  <a:moveTo>
                    <a:pt x="1515" y="0"/>
                  </a:moveTo>
                  <a:cubicBezTo>
                    <a:pt x="1407" y="0"/>
                    <a:pt x="1298" y="36"/>
                    <a:pt x="1226" y="144"/>
                  </a:cubicBezTo>
                  <a:cubicBezTo>
                    <a:pt x="1226" y="144"/>
                    <a:pt x="938" y="830"/>
                    <a:pt x="649" y="1587"/>
                  </a:cubicBezTo>
                  <a:cubicBezTo>
                    <a:pt x="469" y="1948"/>
                    <a:pt x="325" y="2345"/>
                    <a:pt x="216" y="2705"/>
                  </a:cubicBezTo>
                  <a:cubicBezTo>
                    <a:pt x="108" y="3066"/>
                    <a:pt x="0" y="3354"/>
                    <a:pt x="0" y="3607"/>
                  </a:cubicBezTo>
                  <a:cubicBezTo>
                    <a:pt x="0" y="4436"/>
                    <a:pt x="685" y="5122"/>
                    <a:pt x="1515" y="5122"/>
                  </a:cubicBezTo>
                  <a:cubicBezTo>
                    <a:pt x="2344" y="5122"/>
                    <a:pt x="3030" y="4436"/>
                    <a:pt x="3030" y="3607"/>
                  </a:cubicBezTo>
                  <a:cubicBezTo>
                    <a:pt x="3030" y="3354"/>
                    <a:pt x="2922" y="3066"/>
                    <a:pt x="2813" y="2705"/>
                  </a:cubicBezTo>
                  <a:cubicBezTo>
                    <a:pt x="2453" y="1659"/>
                    <a:pt x="1803" y="180"/>
                    <a:pt x="1803" y="144"/>
                  </a:cubicBezTo>
                  <a:cubicBezTo>
                    <a:pt x="1731" y="36"/>
                    <a:pt x="1623" y="0"/>
                    <a:pt x="1515"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199" name="Google Shape;2199;p38"/>
            <p:cNvSpPr/>
            <p:nvPr/>
          </p:nvSpPr>
          <p:spPr>
            <a:xfrm>
              <a:off x="4011050" y="1025400"/>
              <a:ext cx="1925125" cy="2285650"/>
            </a:xfrm>
            <a:custGeom>
              <a:avLst/>
              <a:gdLst/>
              <a:ahLst/>
              <a:cxnLst/>
              <a:rect l="l" t="t" r="r" b="b"/>
              <a:pathLst>
                <a:path w="77005" h="91426" extrusionOk="0">
                  <a:moveTo>
                    <a:pt x="23983" y="0"/>
                  </a:moveTo>
                  <a:cubicBezTo>
                    <a:pt x="22904" y="0"/>
                    <a:pt x="21562" y="517"/>
                    <a:pt x="20271" y="969"/>
                  </a:cubicBezTo>
                  <a:cubicBezTo>
                    <a:pt x="17349" y="1979"/>
                    <a:pt x="9487" y="9626"/>
                    <a:pt x="7683" y="14422"/>
                  </a:cubicBezTo>
                  <a:cubicBezTo>
                    <a:pt x="5916" y="19255"/>
                    <a:pt x="7467" y="20842"/>
                    <a:pt x="10605" y="23728"/>
                  </a:cubicBezTo>
                  <a:cubicBezTo>
                    <a:pt x="13743" y="26649"/>
                    <a:pt x="17566" y="32600"/>
                    <a:pt x="19585" y="38227"/>
                  </a:cubicBezTo>
                  <a:cubicBezTo>
                    <a:pt x="21605" y="43817"/>
                    <a:pt x="24166" y="49191"/>
                    <a:pt x="28314" y="50670"/>
                  </a:cubicBezTo>
                  <a:cubicBezTo>
                    <a:pt x="28314" y="50670"/>
                    <a:pt x="21713" y="53808"/>
                    <a:pt x="17349" y="56946"/>
                  </a:cubicBezTo>
                  <a:cubicBezTo>
                    <a:pt x="12949" y="60083"/>
                    <a:pt x="10821" y="61526"/>
                    <a:pt x="10821" y="61526"/>
                  </a:cubicBezTo>
                  <a:cubicBezTo>
                    <a:pt x="10821" y="61526"/>
                    <a:pt x="4906" y="63221"/>
                    <a:pt x="2634" y="66143"/>
                  </a:cubicBezTo>
                  <a:cubicBezTo>
                    <a:pt x="1299" y="67874"/>
                    <a:pt x="470" y="69244"/>
                    <a:pt x="1" y="70074"/>
                  </a:cubicBezTo>
                  <a:cubicBezTo>
                    <a:pt x="1227" y="69625"/>
                    <a:pt x="3287" y="69061"/>
                    <a:pt x="5893" y="69061"/>
                  </a:cubicBezTo>
                  <a:cubicBezTo>
                    <a:pt x="8731" y="69061"/>
                    <a:pt x="12218" y="69731"/>
                    <a:pt x="15979" y="71950"/>
                  </a:cubicBezTo>
                  <a:cubicBezTo>
                    <a:pt x="24995" y="77251"/>
                    <a:pt x="26871" y="86016"/>
                    <a:pt x="26871" y="91426"/>
                  </a:cubicBezTo>
                  <a:lnTo>
                    <a:pt x="30442" y="88216"/>
                  </a:lnTo>
                  <a:cubicBezTo>
                    <a:pt x="30442" y="88216"/>
                    <a:pt x="39783" y="84537"/>
                    <a:pt x="47501" y="75989"/>
                  </a:cubicBezTo>
                  <a:cubicBezTo>
                    <a:pt x="55256" y="67477"/>
                    <a:pt x="56482" y="63329"/>
                    <a:pt x="57276" y="55719"/>
                  </a:cubicBezTo>
                  <a:cubicBezTo>
                    <a:pt x="58033" y="48073"/>
                    <a:pt x="61171" y="17921"/>
                    <a:pt x="61279" y="17452"/>
                  </a:cubicBezTo>
                  <a:cubicBezTo>
                    <a:pt x="61423" y="17019"/>
                    <a:pt x="62433" y="14783"/>
                    <a:pt x="63768" y="14567"/>
                  </a:cubicBezTo>
                  <a:cubicBezTo>
                    <a:pt x="63793" y="14562"/>
                    <a:pt x="63820" y="14560"/>
                    <a:pt x="63850" y="14560"/>
                  </a:cubicBezTo>
                  <a:cubicBezTo>
                    <a:pt x="65380" y="14560"/>
                    <a:pt x="72515" y="20855"/>
                    <a:pt x="73506" y="21492"/>
                  </a:cubicBezTo>
                  <a:cubicBezTo>
                    <a:pt x="73935" y="21783"/>
                    <a:pt x="74548" y="22009"/>
                    <a:pt x="75126" y="22009"/>
                  </a:cubicBezTo>
                  <a:cubicBezTo>
                    <a:pt x="75908" y="22009"/>
                    <a:pt x="76627" y="21596"/>
                    <a:pt x="76752" y="20374"/>
                  </a:cubicBezTo>
                  <a:cubicBezTo>
                    <a:pt x="77004" y="18246"/>
                    <a:pt x="75201" y="12980"/>
                    <a:pt x="69466" y="7245"/>
                  </a:cubicBezTo>
                  <a:cubicBezTo>
                    <a:pt x="65304" y="3083"/>
                    <a:pt x="61970" y="1480"/>
                    <a:pt x="59954" y="1480"/>
                  </a:cubicBezTo>
                  <a:cubicBezTo>
                    <a:pt x="59210" y="1480"/>
                    <a:pt x="58645" y="1698"/>
                    <a:pt x="58285" y="2087"/>
                  </a:cubicBezTo>
                  <a:cubicBezTo>
                    <a:pt x="56915" y="3566"/>
                    <a:pt x="57817" y="6704"/>
                    <a:pt x="56915" y="11285"/>
                  </a:cubicBezTo>
                  <a:cubicBezTo>
                    <a:pt x="56013" y="15901"/>
                    <a:pt x="50423" y="32492"/>
                    <a:pt x="47610" y="40355"/>
                  </a:cubicBezTo>
                  <a:cubicBezTo>
                    <a:pt x="44796" y="48181"/>
                    <a:pt x="45698" y="58857"/>
                    <a:pt x="45698" y="58857"/>
                  </a:cubicBezTo>
                  <a:cubicBezTo>
                    <a:pt x="45698" y="58857"/>
                    <a:pt x="41911" y="60192"/>
                    <a:pt x="39206" y="62211"/>
                  </a:cubicBezTo>
                  <a:cubicBezTo>
                    <a:pt x="36501" y="64231"/>
                    <a:pt x="32353" y="67044"/>
                    <a:pt x="32353" y="67044"/>
                  </a:cubicBezTo>
                  <a:lnTo>
                    <a:pt x="31235" y="66467"/>
                  </a:lnTo>
                  <a:cubicBezTo>
                    <a:pt x="31235" y="66467"/>
                    <a:pt x="37511" y="60192"/>
                    <a:pt x="39422" y="56585"/>
                  </a:cubicBezTo>
                  <a:cubicBezTo>
                    <a:pt x="41334" y="53014"/>
                    <a:pt x="41911" y="52798"/>
                    <a:pt x="40901" y="50670"/>
                  </a:cubicBezTo>
                  <a:cubicBezTo>
                    <a:pt x="39891" y="48542"/>
                    <a:pt x="31704" y="38227"/>
                    <a:pt x="28097" y="33610"/>
                  </a:cubicBezTo>
                  <a:cubicBezTo>
                    <a:pt x="24527" y="29030"/>
                    <a:pt x="20126" y="21275"/>
                    <a:pt x="19261" y="19039"/>
                  </a:cubicBezTo>
                  <a:cubicBezTo>
                    <a:pt x="18359" y="16803"/>
                    <a:pt x="18467" y="14567"/>
                    <a:pt x="19117" y="12980"/>
                  </a:cubicBezTo>
                  <a:cubicBezTo>
                    <a:pt x="19802" y="11393"/>
                    <a:pt x="26077" y="8255"/>
                    <a:pt x="26186" y="3458"/>
                  </a:cubicBezTo>
                  <a:cubicBezTo>
                    <a:pt x="26245" y="788"/>
                    <a:pt x="25315" y="0"/>
                    <a:pt x="2398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00" name="Google Shape;2200;p38"/>
            <p:cNvSpPr/>
            <p:nvPr/>
          </p:nvSpPr>
          <p:spPr>
            <a:xfrm>
              <a:off x="4002950" y="1018075"/>
              <a:ext cx="1935025" cy="2300275"/>
            </a:xfrm>
            <a:custGeom>
              <a:avLst/>
              <a:gdLst/>
              <a:ahLst/>
              <a:cxnLst/>
              <a:rect l="l" t="t" r="r" b="b"/>
              <a:pathLst>
                <a:path w="77401" h="92011" extrusionOk="0">
                  <a:moveTo>
                    <a:pt x="24310" y="613"/>
                  </a:moveTo>
                  <a:cubicBezTo>
                    <a:pt x="24634" y="613"/>
                    <a:pt x="24887" y="649"/>
                    <a:pt x="25103" y="721"/>
                  </a:cubicBezTo>
                  <a:cubicBezTo>
                    <a:pt x="25428" y="866"/>
                    <a:pt x="25680" y="1082"/>
                    <a:pt x="25897" y="1515"/>
                  </a:cubicBezTo>
                  <a:cubicBezTo>
                    <a:pt x="26113" y="1948"/>
                    <a:pt x="26221" y="2597"/>
                    <a:pt x="26221" y="3499"/>
                  </a:cubicBezTo>
                  <a:cubicBezTo>
                    <a:pt x="26221" y="3571"/>
                    <a:pt x="26221" y="3643"/>
                    <a:pt x="26221" y="3751"/>
                  </a:cubicBezTo>
                  <a:cubicBezTo>
                    <a:pt x="26185" y="4869"/>
                    <a:pt x="25788" y="5915"/>
                    <a:pt x="25211" y="6889"/>
                  </a:cubicBezTo>
                  <a:cubicBezTo>
                    <a:pt x="24310" y="8332"/>
                    <a:pt x="22975" y="9594"/>
                    <a:pt x="21749" y="10604"/>
                  </a:cubicBezTo>
                  <a:cubicBezTo>
                    <a:pt x="21172" y="11109"/>
                    <a:pt x="20595" y="11578"/>
                    <a:pt x="20162" y="12010"/>
                  </a:cubicBezTo>
                  <a:cubicBezTo>
                    <a:pt x="19693" y="12407"/>
                    <a:pt x="19332" y="12768"/>
                    <a:pt x="19188" y="13165"/>
                  </a:cubicBezTo>
                  <a:cubicBezTo>
                    <a:pt x="18827" y="13994"/>
                    <a:pt x="18611" y="14968"/>
                    <a:pt x="18611" y="16050"/>
                  </a:cubicBezTo>
                  <a:cubicBezTo>
                    <a:pt x="18611" y="17132"/>
                    <a:pt x="18827" y="18286"/>
                    <a:pt x="19296" y="19440"/>
                  </a:cubicBezTo>
                  <a:cubicBezTo>
                    <a:pt x="19765" y="20594"/>
                    <a:pt x="21064" y="23083"/>
                    <a:pt x="22723" y="25896"/>
                  </a:cubicBezTo>
                  <a:cubicBezTo>
                    <a:pt x="24382" y="28673"/>
                    <a:pt x="26401" y="31775"/>
                    <a:pt x="28205" y="34084"/>
                  </a:cubicBezTo>
                  <a:cubicBezTo>
                    <a:pt x="29972" y="36392"/>
                    <a:pt x="32930" y="40107"/>
                    <a:pt x="35563" y="43533"/>
                  </a:cubicBezTo>
                  <a:cubicBezTo>
                    <a:pt x="36861" y="45228"/>
                    <a:pt x="38087" y="46887"/>
                    <a:pt x="39061" y="48222"/>
                  </a:cubicBezTo>
                  <a:cubicBezTo>
                    <a:pt x="39999" y="49556"/>
                    <a:pt x="40720" y="50602"/>
                    <a:pt x="40937" y="51071"/>
                  </a:cubicBezTo>
                  <a:cubicBezTo>
                    <a:pt x="41261" y="51756"/>
                    <a:pt x="41405" y="52225"/>
                    <a:pt x="41405" y="52622"/>
                  </a:cubicBezTo>
                  <a:cubicBezTo>
                    <a:pt x="41405" y="53019"/>
                    <a:pt x="41261" y="53452"/>
                    <a:pt x="40937" y="54065"/>
                  </a:cubicBezTo>
                  <a:cubicBezTo>
                    <a:pt x="40612" y="54714"/>
                    <a:pt x="40143" y="55543"/>
                    <a:pt x="39494" y="56734"/>
                  </a:cubicBezTo>
                  <a:cubicBezTo>
                    <a:pt x="38556" y="58501"/>
                    <a:pt x="36536" y="60954"/>
                    <a:pt x="34733" y="62973"/>
                  </a:cubicBezTo>
                  <a:cubicBezTo>
                    <a:pt x="33831" y="63983"/>
                    <a:pt x="32966" y="64885"/>
                    <a:pt x="32353" y="65498"/>
                  </a:cubicBezTo>
                  <a:cubicBezTo>
                    <a:pt x="32064" y="65823"/>
                    <a:pt x="31812" y="66111"/>
                    <a:pt x="31631" y="66255"/>
                  </a:cubicBezTo>
                  <a:cubicBezTo>
                    <a:pt x="31451" y="66436"/>
                    <a:pt x="31343" y="66544"/>
                    <a:pt x="31343" y="66544"/>
                  </a:cubicBezTo>
                  <a:cubicBezTo>
                    <a:pt x="31271" y="66616"/>
                    <a:pt x="31271" y="66724"/>
                    <a:pt x="31271" y="66796"/>
                  </a:cubicBezTo>
                  <a:cubicBezTo>
                    <a:pt x="31271" y="66905"/>
                    <a:pt x="31343" y="66977"/>
                    <a:pt x="31451" y="67013"/>
                  </a:cubicBezTo>
                  <a:lnTo>
                    <a:pt x="32569" y="67590"/>
                  </a:lnTo>
                  <a:cubicBezTo>
                    <a:pt x="32599" y="67605"/>
                    <a:pt x="32641" y="67614"/>
                    <a:pt x="32685" y="67614"/>
                  </a:cubicBezTo>
                  <a:cubicBezTo>
                    <a:pt x="32748" y="67614"/>
                    <a:pt x="32815" y="67596"/>
                    <a:pt x="32857" y="67554"/>
                  </a:cubicBezTo>
                  <a:cubicBezTo>
                    <a:pt x="32857" y="67554"/>
                    <a:pt x="37005" y="64777"/>
                    <a:pt x="39710" y="62757"/>
                  </a:cubicBezTo>
                  <a:cubicBezTo>
                    <a:pt x="41009" y="61747"/>
                    <a:pt x="42632" y="60917"/>
                    <a:pt x="43930" y="60340"/>
                  </a:cubicBezTo>
                  <a:cubicBezTo>
                    <a:pt x="44543" y="60052"/>
                    <a:pt x="45120" y="59799"/>
                    <a:pt x="45517" y="59655"/>
                  </a:cubicBezTo>
                  <a:cubicBezTo>
                    <a:pt x="45697" y="59583"/>
                    <a:pt x="45878" y="59511"/>
                    <a:pt x="45986" y="59475"/>
                  </a:cubicBezTo>
                  <a:cubicBezTo>
                    <a:pt x="46094" y="59439"/>
                    <a:pt x="46130" y="59403"/>
                    <a:pt x="46130" y="59403"/>
                  </a:cubicBezTo>
                  <a:cubicBezTo>
                    <a:pt x="46274" y="59367"/>
                    <a:pt x="46347" y="59258"/>
                    <a:pt x="46347" y="59114"/>
                  </a:cubicBezTo>
                  <a:cubicBezTo>
                    <a:pt x="46347" y="59114"/>
                    <a:pt x="46311" y="59006"/>
                    <a:pt x="46311" y="58826"/>
                  </a:cubicBezTo>
                  <a:cubicBezTo>
                    <a:pt x="46274" y="58248"/>
                    <a:pt x="46202" y="56878"/>
                    <a:pt x="46202" y="55075"/>
                  </a:cubicBezTo>
                  <a:cubicBezTo>
                    <a:pt x="46202" y="51251"/>
                    <a:pt x="46527" y="45445"/>
                    <a:pt x="48222" y="40720"/>
                  </a:cubicBezTo>
                  <a:cubicBezTo>
                    <a:pt x="49629" y="36789"/>
                    <a:pt x="51721" y="30693"/>
                    <a:pt x="53596" y="24995"/>
                  </a:cubicBezTo>
                  <a:cubicBezTo>
                    <a:pt x="55472" y="19260"/>
                    <a:pt x="57095" y="13994"/>
                    <a:pt x="57527" y="11650"/>
                  </a:cubicBezTo>
                  <a:cubicBezTo>
                    <a:pt x="57996" y="9305"/>
                    <a:pt x="57996" y="7358"/>
                    <a:pt x="58068" y="5843"/>
                  </a:cubicBezTo>
                  <a:cubicBezTo>
                    <a:pt x="58068" y="5049"/>
                    <a:pt x="58104" y="4400"/>
                    <a:pt x="58249" y="3859"/>
                  </a:cubicBezTo>
                  <a:cubicBezTo>
                    <a:pt x="58357" y="3318"/>
                    <a:pt x="58537" y="2922"/>
                    <a:pt x="58826" y="2597"/>
                  </a:cubicBezTo>
                  <a:cubicBezTo>
                    <a:pt x="59114" y="2272"/>
                    <a:pt x="59583" y="2092"/>
                    <a:pt x="60268" y="2092"/>
                  </a:cubicBezTo>
                  <a:cubicBezTo>
                    <a:pt x="61206" y="2092"/>
                    <a:pt x="62505" y="2453"/>
                    <a:pt x="64092" y="3354"/>
                  </a:cubicBezTo>
                  <a:cubicBezTo>
                    <a:pt x="65679" y="4256"/>
                    <a:pt x="67518" y="5699"/>
                    <a:pt x="69610" y="7754"/>
                  </a:cubicBezTo>
                  <a:cubicBezTo>
                    <a:pt x="72279" y="10460"/>
                    <a:pt x="74082" y="13020"/>
                    <a:pt x="75236" y="15220"/>
                  </a:cubicBezTo>
                  <a:cubicBezTo>
                    <a:pt x="76354" y="17420"/>
                    <a:pt x="76823" y="19224"/>
                    <a:pt x="76823" y="20306"/>
                  </a:cubicBezTo>
                  <a:cubicBezTo>
                    <a:pt x="76823" y="20414"/>
                    <a:pt x="76787" y="20522"/>
                    <a:pt x="76787" y="20630"/>
                  </a:cubicBezTo>
                  <a:cubicBezTo>
                    <a:pt x="76751" y="21208"/>
                    <a:pt x="76535" y="21532"/>
                    <a:pt x="76318" y="21712"/>
                  </a:cubicBezTo>
                  <a:cubicBezTo>
                    <a:pt x="76102" y="21929"/>
                    <a:pt x="75813" y="22001"/>
                    <a:pt x="75453" y="22001"/>
                  </a:cubicBezTo>
                  <a:cubicBezTo>
                    <a:pt x="74948" y="22001"/>
                    <a:pt x="74371" y="21785"/>
                    <a:pt x="74010" y="21532"/>
                  </a:cubicBezTo>
                  <a:cubicBezTo>
                    <a:pt x="73902" y="21460"/>
                    <a:pt x="73685" y="21316"/>
                    <a:pt x="73397" y="21063"/>
                  </a:cubicBezTo>
                  <a:cubicBezTo>
                    <a:pt x="72351" y="20234"/>
                    <a:pt x="70439" y="18647"/>
                    <a:pt x="68600" y="17204"/>
                  </a:cubicBezTo>
                  <a:cubicBezTo>
                    <a:pt x="67662" y="16519"/>
                    <a:pt x="66761" y="15834"/>
                    <a:pt x="66003" y="15365"/>
                  </a:cubicBezTo>
                  <a:cubicBezTo>
                    <a:pt x="65606" y="15112"/>
                    <a:pt x="65282" y="14932"/>
                    <a:pt x="64957" y="14788"/>
                  </a:cubicBezTo>
                  <a:cubicBezTo>
                    <a:pt x="64669" y="14643"/>
                    <a:pt x="64416" y="14535"/>
                    <a:pt x="64164" y="14535"/>
                  </a:cubicBezTo>
                  <a:lnTo>
                    <a:pt x="64019" y="14535"/>
                  </a:lnTo>
                  <a:cubicBezTo>
                    <a:pt x="63226" y="14679"/>
                    <a:pt x="62613" y="15365"/>
                    <a:pt x="62144" y="16050"/>
                  </a:cubicBezTo>
                  <a:cubicBezTo>
                    <a:pt x="61928" y="16375"/>
                    <a:pt x="61711" y="16735"/>
                    <a:pt x="61603" y="17024"/>
                  </a:cubicBezTo>
                  <a:cubicBezTo>
                    <a:pt x="61459" y="17312"/>
                    <a:pt x="61350" y="17529"/>
                    <a:pt x="61314" y="17673"/>
                  </a:cubicBezTo>
                  <a:lnTo>
                    <a:pt x="61314" y="17745"/>
                  </a:lnTo>
                  <a:cubicBezTo>
                    <a:pt x="61278" y="18106"/>
                    <a:pt x="61026" y="20198"/>
                    <a:pt x="60701" y="23263"/>
                  </a:cubicBezTo>
                  <a:cubicBezTo>
                    <a:pt x="59727" y="32424"/>
                    <a:pt x="57852" y="50350"/>
                    <a:pt x="57275" y="55976"/>
                  </a:cubicBezTo>
                  <a:cubicBezTo>
                    <a:pt x="56878" y="59763"/>
                    <a:pt x="56409" y="62685"/>
                    <a:pt x="55039" y="65678"/>
                  </a:cubicBezTo>
                  <a:cubicBezTo>
                    <a:pt x="53668" y="68708"/>
                    <a:pt x="51468" y="71846"/>
                    <a:pt x="47609" y="76102"/>
                  </a:cubicBezTo>
                  <a:cubicBezTo>
                    <a:pt x="43750" y="80322"/>
                    <a:pt x="39530" y="83351"/>
                    <a:pt x="36248" y="85335"/>
                  </a:cubicBezTo>
                  <a:cubicBezTo>
                    <a:pt x="34625" y="86345"/>
                    <a:pt x="33218" y="87066"/>
                    <a:pt x="32244" y="87535"/>
                  </a:cubicBezTo>
                  <a:cubicBezTo>
                    <a:pt x="31739" y="87787"/>
                    <a:pt x="31343" y="87932"/>
                    <a:pt x="31090" y="88076"/>
                  </a:cubicBezTo>
                  <a:cubicBezTo>
                    <a:pt x="30946" y="88112"/>
                    <a:pt x="30838" y="88148"/>
                    <a:pt x="30766" y="88184"/>
                  </a:cubicBezTo>
                  <a:cubicBezTo>
                    <a:pt x="30693" y="88220"/>
                    <a:pt x="30657" y="88220"/>
                    <a:pt x="30657" y="88220"/>
                  </a:cubicBezTo>
                  <a:lnTo>
                    <a:pt x="30585" y="88292"/>
                  </a:lnTo>
                  <a:lnTo>
                    <a:pt x="27510" y="91057"/>
                  </a:lnTo>
                  <a:lnTo>
                    <a:pt x="27510" y="91057"/>
                  </a:lnTo>
                  <a:cubicBezTo>
                    <a:pt x="27433" y="88416"/>
                    <a:pt x="26887" y="85123"/>
                    <a:pt x="25392" y="81800"/>
                  </a:cubicBezTo>
                  <a:cubicBezTo>
                    <a:pt x="23769" y="78230"/>
                    <a:pt x="21027" y="74659"/>
                    <a:pt x="16483" y="71990"/>
                  </a:cubicBezTo>
                  <a:cubicBezTo>
                    <a:pt x="12624" y="69754"/>
                    <a:pt x="9089" y="69069"/>
                    <a:pt x="6204" y="69069"/>
                  </a:cubicBezTo>
                  <a:cubicBezTo>
                    <a:pt x="4025" y="69069"/>
                    <a:pt x="2231" y="69453"/>
                    <a:pt x="978" y="69830"/>
                  </a:cubicBezTo>
                  <a:lnTo>
                    <a:pt x="978" y="69830"/>
                  </a:lnTo>
                  <a:cubicBezTo>
                    <a:pt x="1473" y="69020"/>
                    <a:pt x="2195" y="67933"/>
                    <a:pt x="3210" y="66616"/>
                  </a:cubicBezTo>
                  <a:cubicBezTo>
                    <a:pt x="4256" y="65209"/>
                    <a:pt x="6276" y="64091"/>
                    <a:pt x="8043" y="63298"/>
                  </a:cubicBezTo>
                  <a:cubicBezTo>
                    <a:pt x="8909" y="62901"/>
                    <a:pt x="9702" y="62613"/>
                    <a:pt x="10279" y="62432"/>
                  </a:cubicBezTo>
                  <a:cubicBezTo>
                    <a:pt x="10604" y="62324"/>
                    <a:pt x="10820" y="62252"/>
                    <a:pt x="11001" y="62180"/>
                  </a:cubicBezTo>
                  <a:cubicBezTo>
                    <a:pt x="11145" y="62144"/>
                    <a:pt x="11253" y="62108"/>
                    <a:pt x="11253" y="62108"/>
                  </a:cubicBezTo>
                  <a:lnTo>
                    <a:pt x="11325" y="62072"/>
                  </a:lnTo>
                  <a:cubicBezTo>
                    <a:pt x="11325" y="62072"/>
                    <a:pt x="13453" y="60629"/>
                    <a:pt x="17854" y="57491"/>
                  </a:cubicBezTo>
                  <a:cubicBezTo>
                    <a:pt x="20018" y="55904"/>
                    <a:pt x="22759" y="54353"/>
                    <a:pt x="24923" y="53163"/>
                  </a:cubicBezTo>
                  <a:cubicBezTo>
                    <a:pt x="26041" y="52586"/>
                    <a:pt x="27015" y="52117"/>
                    <a:pt x="27700" y="51756"/>
                  </a:cubicBezTo>
                  <a:cubicBezTo>
                    <a:pt x="28385" y="51432"/>
                    <a:pt x="28782" y="51215"/>
                    <a:pt x="28782" y="51215"/>
                  </a:cubicBezTo>
                  <a:cubicBezTo>
                    <a:pt x="28890" y="51179"/>
                    <a:pt x="28962" y="51071"/>
                    <a:pt x="28962" y="50927"/>
                  </a:cubicBezTo>
                  <a:cubicBezTo>
                    <a:pt x="28962" y="50819"/>
                    <a:pt x="28854" y="50710"/>
                    <a:pt x="28746" y="50674"/>
                  </a:cubicBezTo>
                  <a:cubicBezTo>
                    <a:pt x="26762" y="49989"/>
                    <a:pt x="25139" y="48330"/>
                    <a:pt x="23733" y="46130"/>
                  </a:cubicBezTo>
                  <a:cubicBezTo>
                    <a:pt x="22326" y="43930"/>
                    <a:pt x="21208" y="41189"/>
                    <a:pt x="20198" y="38412"/>
                  </a:cubicBezTo>
                  <a:cubicBezTo>
                    <a:pt x="18142" y="32749"/>
                    <a:pt x="14319" y="26798"/>
                    <a:pt x="11145" y="23804"/>
                  </a:cubicBezTo>
                  <a:cubicBezTo>
                    <a:pt x="10027" y="22794"/>
                    <a:pt x="9125" y="21929"/>
                    <a:pt x="8512" y="21063"/>
                  </a:cubicBezTo>
                  <a:cubicBezTo>
                    <a:pt x="7899" y="20198"/>
                    <a:pt x="7574" y="19332"/>
                    <a:pt x="7574" y="18214"/>
                  </a:cubicBezTo>
                  <a:cubicBezTo>
                    <a:pt x="7574" y="17312"/>
                    <a:pt x="7791" y="16194"/>
                    <a:pt x="8296" y="14824"/>
                  </a:cubicBezTo>
                  <a:cubicBezTo>
                    <a:pt x="9161" y="12515"/>
                    <a:pt x="11578" y="9414"/>
                    <a:pt x="14103" y="6781"/>
                  </a:cubicBezTo>
                  <a:cubicBezTo>
                    <a:pt x="15365" y="5482"/>
                    <a:pt x="16663" y="4292"/>
                    <a:pt x="17818" y="3354"/>
                  </a:cubicBezTo>
                  <a:cubicBezTo>
                    <a:pt x="18972" y="2453"/>
                    <a:pt x="20018" y="1803"/>
                    <a:pt x="20667" y="1551"/>
                  </a:cubicBezTo>
                  <a:cubicBezTo>
                    <a:pt x="22001" y="1118"/>
                    <a:pt x="23336" y="613"/>
                    <a:pt x="24310" y="613"/>
                  </a:cubicBezTo>
                  <a:close/>
                  <a:moveTo>
                    <a:pt x="24310" y="0"/>
                  </a:moveTo>
                  <a:cubicBezTo>
                    <a:pt x="23155" y="0"/>
                    <a:pt x="21785" y="541"/>
                    <a:pt x="20486" y="974"/>
                  </a:cubicBezTo>
                  <a:cubicBezTo>
                    <a:pt x="19693" y="1262"/>
                    <a:pt x="18647" y="1948"/>
                    <a:pt x="17457" y="2885"/>
                  </a:cubicBezTo>
                  <a:cubicBezTo>
                    <a:pt x="15690" y="4292"/>
                    <a:pt x="13598" y="6312"/>
                    <a:pt x="11794" y="8440"/>
                  </a:cubicBezTo>
                  <a:cubicBezTo>
                    <a:pt x="9991" y="10532"/>
                    <a:pt x="8440" y="12768"/>
                    <a:pt x="7755" y="14643"/>
                  </a:cubicBezTo>
                  <a:cubicBezTo>
                    <a:pt x="7214" y="16050"/>
                    <a:pt x="6961" y="17204"/>
                    <a:pt x="6961" y="18214"/>
                  </a:cubicBezTo>
                  <a:cubicBezTo>
                    <a:pt x="6961" y="19440"/>
                    <a:pt x="7358" y="20486"/>
                    <a:pt x="8007" y="21388"/>
                  </a:cubicBezTo>
                  <a:cubicBezTo>
                    <a:pt x="8693" y="22362"/>
                    <a:pt x="9630" y="23227"/>
                    <a:pt x="10748" y="24273"/>
                  </a:cubicBezTo>
                  <a:cubicBezTo>
                    <a:pt x="13814" y="27123"/>
                    <a:pt x="17637" y="33038"/>
                    <a:pt x="19621" y="38592"/>
                  </a:cubicBezTo>
                  <a:cubicBezTo>
                    <a:pt x="20631" y="41405"/>
                    <a:pt x="21785" y="44182"/>
                    <a:pt x="23228" y="46455"/>
                  </a:cubicBezTo>
                  <a:cubicBezTo>
                    <a:pt x="24528" y="48469"/>
                    <a:pt x="26062" y="50104"/>
                    <a:pt x="27936" y="50961"/>
                  </a:cubicBezTo>
                  <a:lnTo>
                    <a:pt x="27936" y="50961"/>
                  </a:lnTo>
                  <a:cubicBezTo>
                    <a:pt x="26212" y="51806"/>
                    <a:pt x="21101" y="54384"/>
                    <a:pt x="17493" y="56986"/>
                  </a:cubicBezTo>
                  <a:cubicBezTo>
                    <a:pt x="15293" y="58537"/>
                    <a:pt x="13670" y="59691"/>
                    <a:pt x="12588" y="60449"/>
                  </a:cubicBezTo>
                  <a:cubicBezTo>
                    <a:pt x="12047" y="60845"/>
                    <a:pt x="11650" y="61134"/>
                    <a:pt x="11398" y="61314"/>
                  </a:cubicBezTo>
                  <a:cubicBezTo>
                    <a:pt x="11208" y="61432"/>
                    <a:pt x="11097" y="61504"/>
                    <a:pt x="11042" y="61540"/>
                  </a:cubicBezTo>
                  <a:lnTo>
                    <a:pt x="11042" y="61540"/>
                  </a:lnTo>
                  <a:cubicBezTo>
                    <a:pt x="10819" y="61605"/>
                    <a:pt x="9411" y="62029"/>
                    <a:pt x="7791" y="62757"/>
                  </a:cubicBezTo>
                  <a:cubicBezTo>
                    <a:pt x="5988" y="63550"/>
                    <a:pt x="3932" y="64704"/>
                    <a:pt x="2741" y="66255"/>
                  </a:cubicBezTo>
                  <a:cubicBezTo>
                    <a:pt x="1371" y="67987"/>
                    <a:pt x="541" y="69393"/>
                    <a:pt x="36" y="70223"/>
                  </a:cubicBezTo>
                  <a:cubicBezTo>
                    <a:pt x="0" y="70331"/>
                    <a:pt x="0" y="70475"/>
                    <a:pt x="73" y="70547"/>
                  </a:cubicBezTo>
                  <a:cubicBezTo>
                    <a:pt x="127" y="70629"/>
                    <a:pt x="221" y="70669"/>
                    <a:pt x="311" y="70669"/>
                  </a:cubicBezTo>
                  <a:cubicBezTo>
                    <a:pt x="341" y="70669"/>
                    <a:pt x="370" y="70665"/>
                    <a:pt x="397" y="70656"/>
                  </a:cubicBezTo>
                  <a:cubicBezTo>
                    <a:pt x="1623" y="70223"/>
                    <a:pt x="3643" y="69646"/>
                    <a:pt x="6204" y="69646"/>
                  </a:cubicBezTo>
                  <a:cubicBezTo>
                    <a:pt x="8981" y="69646"/>
                    <a:pt x="12444" y="70331"/>
                    <a:pt x="16158" y="72531"/>
                  </a:cubicBezTo>
                  <a:cubicBezTo>
                    <a:pt x="20595" y="75128"/>
                    <a:pt x="23264" y="78590"/>
                    <a:pt x="24851" y="82053"/>
                  </a:cubicBezTo>
                  <a:cubicBezTo>
                    <a:pt x="26438" y="85551"/>
                    <a:pt x="26906" y="89050"/>
                    <a:pt x="26906" y="91719"/>
                  </a:cubicBezTo>
                  <a:cubicBezTo>
                    <a:pt x="26906" y="91827"/>
                    <a:pt x="26979" y="91935"/>
                    <a:pt x="27087" y="91971"/>
                  </a:cubicBezTo>
                  <a:cubicBezTo>
                    <a:pt x="27128" y="91999"/>
                    <a:pt x="27175" y="92011"/>
                    <a:pt x="27221" y="92011"/>
                  </a:cubicBezTo>
                  <a:cubicBezTo>
                    <a:pt x="27295" y="92011"/>
                    <a:pt x="27367" y="91980"/>
                    <a:pt x="27411" y="91935"/>
                  </a:cubicBezTo>
                  <a:lnTo>
                    <a:pt x="30907" y="88792"/>
                  </a:lnTo>
                  <a:lnTo>
                    <a:pt x="30907" y="88792"/>
                  </a:lnTo>
                  <a:lnTo>
                    <a:pt x="30910" y="88797"/>
                  </a:lnTo>
                  <a:cubicBezTo>
                    <a:pt x="30910" y="88797"/>
                    <a:pt x="40251" y="85082"/>
                    <a:pt x="48042" y="76498"/>
                  </a:cubicBezTo>
                  <a:cubicBezTo>
                    <a:pt x="51937" y="72206"/>
                    <a:pt x="54209" y="69033"/>
                    <a:pt x="55580" y="65931"/>
                  </a:cubicBezTo>
                  <a:cubicBezTo>
                    <a:pt x="56986" y="62829"/>
                    <a:pt x="57491" y="59835"/>
                    <a:pt x="57888" y="56012"/>
                  </a:cubicBezTo>
                  <a:cubicBezTo>
                    <a:pt x="58285" y="52225"/>
                    <a:pt x="59259" y="42776"/>
                    <a:pt x="60160" y="34228"/>
                  </a:cubicBezTo>
                  <a:cubicBezTo>
                    <a:pt x="60593" y="29936"/>
                    <a:pt x="61026" y="25896"/>
                    <a:pt x="61350" y="22867"/>
                  </a:cubicBezTo>
                  <a:cubicBezTo>
                    <a:pt x="61495" y="21388"/>
                    <a:pt x="61639" y="20126"/>
                    <a:pt x="61747" y="19260"/>
                  </a:cubicBezTo>
                  <a:cubicBezTo>
                    <a:pt x="61783" y="18827"/>
                    <a:pt x="61819" y="18466"/>
                    <a:pt x="61855" y="18214"/>
                  </a:cubicBezTo>
                  <a:cubicBezTo>
                    <a:pt x="61892" y="18106"/>
                    <a:pt x="61892" y="17998"/>
                    <a:pt x="61892" y="17925"/>
                  </a:cubicBezTo>
                  <a:lnTo>
                    <a:pt x="61892" y="17853"/>
                  </a:lnTo>
                  <a:lnTo>
                    <a:pt x="61928" y="17817"/>
                  </a:lnTo>
                  <a:cubicBezTo>
                    <a:pt x="61928" y="17745"/>
                    <a:pt x="62000" y="17529"/>
                    <a:pt x="62144" y="17276"/>
                  </a:cubicBezTo>
                  <a:cubicBezTo>
                    <a:pt x="62324" y="16879"/>
                    <a:pt x="62613" y="16375"/>
                    <a:pt x="62974" y="15942"/>
                  </a:cubicBezTo>
                  <a:cubicBezTo>
                    <a:pt x="63334" y="15509"/>
                    <a:pt x="63731" y="15184"/>
                    <a:pt x="64128" y="15148"/>
                  </a:cubicBezTo>
                  <a:lnTo>
                    <a:pt x="64164" y="15148"/>
                  </a:lnTo>
                  <a:cubicBezTo>
                    <a:pt x="64236" y="15148"/>
                    <a:pt x="64524" y="15220"/>
                    <a:pt x="64849" y="15365"/>
                  </a:cubicBezTo>
                  <a:cubicBezTo>
                    <a:pt x="66003" y="15942"/>
                    <a:pt x="67987" y="17493"/>
                    <a:pt x="69790" y="18935"/>
                  </a:cubicBezTo>
                  <a:cubicBezTo>
                    <a:pt x="70692" y="19657"/>
                    <a:pt x="71557" y="20342"/>
                    <a:pt x="72243" y="20919"/>
                  </a:cubicBezTo>
                  <a:cubicBezTo>
                    <a:pt x="72928" y="21460"/>
                    <a:pt x="73433" y="21893"/>
                    <a:pt x="73685" y="22037"/>
                  </a:cubicBezTo>
                  <a:cubicBezTo>
                    <a:pt x="74154" y="22362"/>
                    <a:pt x="74804" y="22614"/>
                    <a:pt x="75453" y="22614"/>
                  </a:cubicBezTo>
                  <a:cubicBezTo>
                    <a:pt x="75922" y="22614"/>
                    <a:pt x="76354" y="22506"/>
                    <a:pt x="76715" y="22181"/>
                  </a:cubicBezTo>
                  <a:cubicBezTo>
                    <a:pt x="77076" y="21857"/>
                    <a:pt x="77328" y="21352"/>
                    <a:pt x="77400" y="20703"/>
                  </a:cubicBezTo>
                  <a:cubicBezTo>
                    <a:pt x="77400" y="20594"/>
                    <a:pt x="77400" y="20450"/>
                    <a:pt x="77400" y="20306"/>
                  </a:cubicBezTo>
                  <a:cubicBezTo>
                    <a:pt x="77400" y="19044"/>
                    <a:pt x="76931" y="17204"/>
                    <a:pt x="75741" y="14932"/>
                  </a:cubicBezTo>
                  <a:cubicBezTo>
                    <a:pt x="74587" y="12696"/>
                    <a:pt x="72748" y="10063"/>
                    <a:pt x="70007" y="7358"/>
                  </a:cubicBezTo>
                  <a:cubicBezTo>
                    <a:pt x="67915" y="5230"/>
                    <a:pt x="66039" y="3787"/>
                    <a:pt x="64380" y="2849"/>
                  </a:cubicBezTo>
                  <a:cubicBezTo>
                    <a:pt x="62757" y="1912"/>
                    <a:pt x="61387" y="1479"/>
                    <a:pt x="60268" y="1479"/>
                  </a:cubicBezTo>
                  <a:cubicBezTo>
                    <a:pt x="59475" y="1479"/>
                    <a:pt x="58790" y="1731"/>
                    <a:pt x="58357" y="2200"/>
                  </a:cubicBezTo>
                  <a:cubicBezTo>
                    <a:pt x="57996" y="2597"/>
                    <a:pt x="57780" y="3138"/>
                    <a:pt x="57636" y="3751"/>
                  </a:cubicBezTo>
                  <a:cubicBezTo>
                    <a:pt x="57455" y="4653"/>
                    <a:pt x="57455" y="5735"/>
                    <a:pt x="57419" y="7033"/>
                  </a:cubicBezTo>
                  <a:cubicBezTo>
                    <a:pt x="57383" y="8332"/>
                    <a:pt x="57275" y="9846"/>
                    <a:pt x="56950" y="11542"/>
                  </a:cubicBezTo>
                  <a:cubicBezTo>
                    <a:pt x="56518" y="13778"/>
                    <a:pt x="54894" y="19116"/>
                    <a:pt x="53019" y="24814"/>
                  </a:cubicBezTo>
                  <a:cubicBezTo>
                    <a:pt x="51144" y="30513"/>
                    <a:pt x="49052" y="36608"/>
                    <a:pt x="47645" y="40540"/>
                  </a:cubicBezTo>
                  <a:cubicBezTo>
                    <a:pt x="45914" y="45373"/>
                    <a:pt x="45589" y="51215"/>
                    <a:pt x="45589" y="55075"/>
                  </a:cubicBezTo>
                  <a:cubicBezTo>
                    <a:pt x="45589" y="57010"/>
                    <a:pt x="45679" y="58429"/>
                    <a:pt x="45717" y="58941"/>
                  </a:cubicBezTo>
                  <a:lnTo>
                    <a:pt x="45717" y="58941"/>
                  </a:lnTo>
                  <a:cubicBezTo>
                    <a:pt x="44844" y="59257"/>
                    <a:pt x="41699" y="60490"/>
                    <a:pt x="39350" y="62252"/>
                  </a:cubicBezTo>
                  <a:cubicBezTo>
                    <a:pt x="38015" y="63262"/>
                    <a:pt x="36284" y="64452"/>
                    <a:pt x="34913" y="65426"/>
                  </a:cubicBezTo>
                  <a:cubicBezTo>
                    <a:pt x="34228" y="65895"/>
                    <a:pt x="33651" y="66291"/>
                    <a:pt x="33218" y="66616"/>
                  </a:cubicBezTo>
                  <a:cubicBezTo>
                    <a:pt x="32981" y="66774"/>
                    <a:pt x="32798" y="66900"/>
                    <a:pt x="32681" y="66981"/>
                  </a:cubicBezTo>
                  <a:lnTo>
                    <a:pt x="32681" y="66981"/>
                  </a:lnTo>
                  <a:lnTo>
                    <a:pt x="32065" y="66683"/>
                  </a:lnTo>
                  <a:lnTo>
                    <a:pt x="32065" y="66683"/>
                  </a:lnTo>
                  <a:cubicBezTo>
                    <a:pt x="32604" y="66134"/>
                    <a:pt x="33825" y="64872"/>
                    <a:pt x="35166" y="63370"/>
                  </a:cubicBezTo>
                  <a:cubicBezTo>
                    <a:pt x="36969" y="61350"/>
                    <a:pt x="39025" y="58862"/>
                    <a:pt x="40035" y="57022"/>
                  </a:cubicBezTo>
                  <a:cubicBezTo>
                    <a:pt x="40648" y="55832"/>
                    <a:pt x="41153" y="55002"/>
                    <a:pt x="41478" y="54353"/>
                  </a:cubicBezTo>
                  <a:cubicBezTo>
                    <a:pt x="41802" y="53704"/>
                    <a:pt x="42019" y="53199"/>
                    <a:pt x="42019" y="52622"/>
                  </a:cubicBezTo>
                  <a:cubicBezTo>
                    <a:pt x="42019" y="52081"/>
                    <a:pt x="41802" y="51540"/>
                    <a:pt x="41478" y="50819"/>
                  </a:cubicBezTo>
                  <a:cubicBezTo>
                    <a:pt x="41189" y="50242"/>
                    <a:pt x="40504" y="49196"/>
                    <a:pt x="39530" y="47861"/>
                  </a:cubicBezTo>
                  <a:cubicBezTo>
                    <a:pt x="36645" y="43822"/>
                    <a:pt x="31343" y="37185"/>
                    <a:pt x="28674" y="33723"/>
                  </a:cubicBezTo>
                  <a:cubicBezTo>
                    <a:pt x="26870" y="31451"/>
                    <a:pt x="24887" y="28349"/>
                    <a:pt x="23264" y="25572"/>
                  </a:cubicBezTo>
                  <a:cubicBezTo>
                    <a:pt x="21605" y="22794"/>
                    <a:pt x="20270" y="20306"/>
                    <a:pt x="19837" y="19224"/>
                  </a:cubicBezTo>
                  <a:cubicBezTo>
                    <a:pt x="19404" y="18142"/>
                    <a:pt x="19224" y="17060"/>
                    <a:pt x="19224" y="16050"/>
                  </a:cubicBezTo>
                  <a:cubicBezTo>
                    <a:pt x="19224" y="15040"/>
                    <a:pt x="19404" y="14138"/>
                    <a:pt x="19729" y="13381"/>
                  </a:cubicBezTo>
                  <a:cubicBezTo>
                    <a:pt x="19801" y="13273"/>
                    <a:pt x="19945" y="13056"/>
                    <a:pt x="20162" y="12804"/>
                  </a:cubicBezTo>
                  <a:cubicBezTo>
                    <a:pt x="20955" y="12010"/>
                    <a:pt x="22578" y="10820"/>
                    <a:pt x="24021" y="9305"/>
                  </a:cubicBezTo>
                  <a:cubicBezTo>
                    <a:pt x="25464" y="7827"/>
                    <a:pt x="26762" y="5987"/>
                    <a:pt x="26834" y="3751"/>
                  </a:cubicBezTo>
                  <a:cubicBezTo>
                    <a:pt x="26834" y="3679"/>
                    <a:pt x="26834" y="3571"/>
                    <a:pt x="26834" y="3499"/>
                  </a:cubicBezTo>
                  <a:cubicBezTo>
                    <a:pt x="26834" y="2236"/>
                    <a:pt x="26582" y="1371"/>
                    <a:pt x="26149" y="794"/>
                  </a:cubicBezTo>
                  <a:cubicBezTo>
                    <a:pt x="25933" y="505"/>
                    <a:pt x="25644" y="289"/>
                    <a:pt x="25319" y="180"/>
                  </a:cubicBezTo>
                  <a:cubicBezTo>
                    <a:pt x="25031" y="36"/>
                    <a:pt x="24670" y="0"/>
                    <a:pt x="24310"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01" name="Google Shape;2201;p38"/>
            <p:cNvSpPr/>
            <p:nvPr/>
          </p:nvSpPr>
          <p:spPr>
            <a:xfrm>
              <a:off x="4489850" y="2578700"/>
              <a:ext cx="470700" cy="295075"/>
            </a:xfrm>
            <a:custGeom>
              <a:avLst/>
              <a:gdLst/>
              <a:ahLst/>
              <a:cxnLst/>
              <a:rect l="l" t="t" r="r" b="b"/>
              <a:pathLst>
                <a:path w="18828" h="11803" extrusionOk="0">
                  <a:moveTo>
                    <a:pt x="293" y="0"/>
                  </a:moveTo>
                  <a:cubicBezTo>
                    <a:pt x="146" y="0"/>
                    <a:pt x="37" y="103"/>
                    <a:pt x="37" y="260"/>
                  </a:cubicBezTo>
                  <a:cubicBezTo>
                    <a:pt x="1" y="440"/>
                    <a:pt x="109" y="584"/>
                    <a:pt x="289" y="584"/>
                  </a:cubicBezTo>
                  <a:cubicBezTo>
                    <a:pt x="289" y="584"/>
                    <a:pt x="325" y="584"/>
                    <a:pt x="397" y="620"/>
                  </a:cubicBezTo>
                  <a:cubicBezTo>
                    <a:pt x="1047" y="729"/>
                    <a:pt x="4076" y="1234"/>
                    <a:pt x="7647" y="2893"/>
                  </a:cubicBezTo>
                  <a:cubicBezTo>
                    <a:pt x="11217" y="4516"/>
                    <a:pt x="15329" y="7221"/>
                    <a:pt x="18214" y="11693"/>
                  </a:cubicBezTo>
                  <a:cubicBezTo>
                    <a:pt x="18284" y="11763"/>
                    <a:pt x="18384" y="11803"/>
                    <a:pt x="18485" y="11803"/>
                  </a:cubicBezTo>
                  <a:cubicBezTo>
                    <a:pt x="18541" y="11803"/>
                    <a:pt x="18596" y="11791"/>
                    <a:pt x="18647" y="11765"/>
                  </a:cubicBezTo>
                  <a:cubicBezTo>
                    <a:pt x="18792" y="11657"/>
                    <a:pt x="18828" y="11477"/>
                    <a:pt x="18719" y="11332"/>
                  </a:cubicBezTo>
                  <a:cubicBezTo>
                    <a:pt x="15546" y="6463"/>
                    <a:pt x="10965" y="3614"/>
                    <a:pt x="7178" y="2027"/>
                  </a:cubicBezTo>
                  <a:cubicBezTo>
                    <a:pt x="3355" y="404"/>
                    <a:pt x="361" y="7"/>
                    <a:pt x="361" y="7"/>
                  </a:cubicBezTo>
                  <a:cubicBezTo>
                    <a:pt x="338" y="3"/>
                    <a:pt x="315" y="0"/>
                    <a:pt x="293"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202" name="Google Shape;2202;p38"/>
            <p:cNvSpPr/>
            <p:nvPr/>
          </p:nvSpPr>
          <p:spPr>
            <a:xfrm>
              <a:off x="5419475" y="1062375"/>
              <a:ext cx="516700" cy="513275"/>
            </a:xfrm>
            <a:custGeom>
              <a:avLst/>
              <a:gdLst/>
              <a:ahLst/>
              <a:cxnLst/>
              <a:rect l="l" t="t" r="r" b="b"/>
              <a:pathLst>
                <a:path w="20668" h="20531" extrusionOk="0">
                  <a:moveTo>
                    <a:pt x="3617" y="1"/>
                  </a:moveTo>
                  <a:cubicBezTo>
                    <a:pt x="2873" y="1"/>
                    <a:pt x="2308" y="219"/>
                    <a:pt x="1948" y="608"/>
                  </a:cubicBezTo>
                  <a:cubicBezTo>
                    <a:pt x="578" y="2087"/>
                    <a:pt x="1480" y="5225"/>
                    <a:pt x="578" y="9806"/>
                  </a:cubicBezTo>
                  <a:cubicBezTo>
                    <a:pt x="470" y="10419"/>
                    <a:pt x="253" y="11284"/>
                    <a:pt x="1" y="12258"/>
                  </a:cubicBezTo>
                  <a:cubicBezTo>
                    <a:pt x="207" y="12224"/>
                    <a:pt x="438" y="12202"/>
                    <a:pt x="692" y="12202"/>
                  </a:cubicBezTo>
                  <a:cubicBezTo>
                    <a:pt x="1500" y="12202"/>
                    <a:pt x="2535" y="12427"/>
                    <a:pt x="3716" y="13196"/>
                  </a:cubicBezTo>
                  <a:cubicBezTo>
                    <a:pt x="4473" y="13665"/>
                    <a:pt x="5050" y="14206"/>
                    <a:pt x="5519" y="14783"/>
                  </a:cubicBezTo>
                  <a:cubicBezTo>
                    <a:pt x="5952" y="14025"/>
                    <a:pt x="6637" y="13196"/>
                    <a:pt x="7431" y="13088"/>
                  </a:cubicBezTo>
                  <a:cubicBezTo>
                    <a:pt x="7456" y="13083"/>
                    <a:pt x="7483" y="13081"/>
                    <a:pt x="7513" y="13081"/>
                  </a:cubicBezTo>
                  <a:cubicBezTo>
                    <a:pt x="9043" y="13081"/>
                    <a:pt x="16178" y="19376"/>
                    <a:pt x="17169" y="20013"/>
                  </a:cubicBezTo>
                  <a:cubicBezTo>
                    <a:pt x="17598" y="20304"/>
                    <a:pt x="18211" y="20530"/>
                    <a:pt x="18789" y="20530"/>
                  </a:cubicBezTo>
                  <a:cubicBezTo>
                    <a:pt x="19571" y="20530"/>
                    <a:pt x="20290" y="20117"/>
                    <a:pt x="20415" y="18895"/>
                  </a:cubicBezTo>
                  <a:cubicBezTo>
                    <a:pt x="20667" y="16767"/>
                    <a:pt x="18864" y="11501"/>
                    <a:pt x="13129" y="5766"/>
                  </a:cubicBezTo>
                  <a:cubicBezTo>
                    <a:pt x="8967" y="1604"/>
                    <a:pt x="5633" y="1"/>
                    <a:pt x="3617"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03" name="Google Shape;2203;p38"/>
            <p:cNvSpPr/>
            <p:nvPr/>
          </p:nvSpPr>
          <p:spPr>
            <a:xfrm>
              <a:off x="5411375" y="1055025"/>
              <a:ext cx="526600" cy="528425"/>
            </a:xfrm>
            <a:custGeom>
              <a:avLst/>
              <a:gdLst/>
              <a:ahLst/>
              <a:cxnLst/>
              <a:rect l="l" t="t" r="r" b="b"/>
              <a:pathLst>
                <a:path w="21064" h="21137" extrusionOk="0">
                  <a:moveTo>
                    <a:pt x="3931" y="614"/>
                  </a:moveTo>
                  <a:cubicBezTo>
                    <a:pt x="4869" y="614"/>
                    <a:pt x="6168" y="975"/>
                    <a:pt x="7755" y="1876"/>
                  </a:cubicBezTo>
                  <a:cubicBezTo>
                    <a:pt x="9342" y="2778"/>
                    <a:pt x="11181" y="4221"/>
                    <a:pt x="13273" y="6276"/>
                  </a:cubicBezTo>
                  <a:cubicBezTo>
                    <a:pt x="15942" y="8982"/>
                    <a:pt x="17745" y="11542"/>
                    <a:pt x="18899" y="13742"/>
                  </a:cubicBezTo>
                  <a:cubicBezTo>
                    <a:pt x="20017" y="15942"/>
                    <a:pt x="20486" y="17746"/>
                    <a:pt x="20486" y="18828"/>
                  </a:cubicBezTo>
                  <a:cubicBezTo>
                    <a:pt x="20486" y="18936"/>
                    <a:pt x="20450" y="19044"/>
                    <a:pt x="20450" y="19152"/>
                  </a:cubicBezTo>
                  <a:cubicBezTo>
                    <a:pt x="20414" y="19730"/>
                    <a:pt x="20198" y="20054"/>
                    <a:pt x="19981" y="20234"/>
                  </a:cubicBezTo>
                  <a:cubicBezTo>
                    <a:pt x="19765" y="20451"/>
                    <a:pt x="19476" y="20523"/>
                    <a:pt x="19116" y="20523"/>
                  </a:cubicBezTo>
                  <a:cubicBezTo>
                    <a:pt x="18611" y="20523"/>
                    <a:pt x="18034" y="20307"/>
                    <a:pt x="17673" y="20054"/>
                  </a:cubicBezTo>
                  <a:cubicBezTo>
                    <a:pt x="17565" y="19982"/>
                    <a:pt x="17348" y="19838"/>
                    <a:pt x="17060" y="19585"/>
                  </a:cubicBezTo>
                  <a:cubicBezTo>
                    <a:pt x="16014" y="18756"/>
                    <a:pt x="14102" y="17169"/>
                    <a:pt x="12263" y="15726"/>
                  </a:cubicBezTo>
                  <a:cubicBezTo>
                    <a:pt x="11325" y="15041"/>
                    <a:pt x="10424" y="14356"/>
                    <a:pt x="9666" y="13887"/>
                  </a:cubicBezTo>
                  <a:cubicBezTo>
                    <a:pt x="9269" y="13634"/>
                    <a:pt x="8945" y="13454"/>
                    <a:pt x="8620" y="13310"/>
                  </a:cubicBezTo>
                  <a:cubicBezTo>
                    <a:pt x="8332" y="13165"/>
                    <a:pt x="8079" y="13057"/>
                    <a:pt x="7827" y="13057"/>
                  </a:cubicBezTo>
                  <a:lnTo>
                    <a:pt x="7682" y="13057"/>
                  </a:lnTo>
                  <a:cubicBezTo>
                    <a:pt x="7214" y="13165"/>
                    <a:pt x="6817" y="13418"/>
                    <a:pt x="6456" y="13778"/>
                  </a:cubicBezTo>
                  <a:cubicBezTo>
                    <a:pt x="6199" y="14010"/>
                    <a:pt x="5979" y="14296"/>
                    <a:pt x="5795" y="14585"/>
                  </a:cubicBezTo>
                  <a:lnTo>
                    <a:pt x="5795" y="14585"/>
                  </a:lnTo>
                  <a:cubicBezTo>
                    <a:pt x="5367" y="14105"/>
                    <a:pt x="4842" y="13623"/>
                    <a:pt x="4220" y="13237"/>
                  </a:cubicBezTo>
                  <a:cubicBezTo>
                    <a:pt x="2994" y="12444"/>
                    <a:pt x="1876" y="12192"/>
                    <a:pt x="1010" y="12192"/>
                  </a:cubicBezTo>
                  <a:cubicBezTo>
                    <a:pt x="914" y="12192"/>
                    <a:pt x="818" y="12197"/>
                    <a:pt x="721" y="12205"/>
                  </a:cubicBezTo>
                  <a:lnTo>
                    <a:pt x="721" y="12205"/>
                  </a:lnTo>
                  <a:cubicBezTo>
                    <a:pt x="927" y="11403"/>
                    <a:pt x="1098" y="10695"/>
                    <a:pt x="1190" y="10172"/>
                  </a:cubicBezTo>
                  <a:cubicBezTo>
                    <a:pt x="1659" y="7827"/>
                    <a:pt x="1659" y="5880"/>
                    <a:pt x="1731" y="4365"/>
                  </a:cubicBezTo>
                  <a:cubicBezTo>
                    <a:pt x="1731" y="3571"/>
                    <a:pt x="1767" y="2922"/>
                    <a:pt x="1912" y="2381"/>
                  </a:cubicBezTo>
                  <a:cubicBezTo>
                    <a:pt x="2020" y="1840"/>
                    <a:pt x="2200" y="1444"/>
                    <a:pt x="2489" y="1119"/>
                  </a:cubicBezTo>
                  <a:cubicBezTo>
                    <a:pt x="2777" y="794"/>
                    <a:pt x="3246" y="614"/>
                    <a:pt x="3931" y="614"/>
                  </a:cubicBezTo>
                  <a:close/>
                  <a:moveTo>
                    <a:pt x="3931" y="1"/>
                  </a:moveTo>
                  <a:cubicBezTo>
                    <a:pt x="3138" y="1"/>
                    <a:pt x="2453" y="253"/>
                    <a:pt x="2020" y="722"/>
                  </a:cubicBezTo>
                  <a:cubicBezTo>
                    <a:pt x="1659" y="1119"/>
                    <a:pt x="1443" y="1660"/>
                    <a:pt x="1299" y="2273"/>
                  </a:cubicBezTo>
                  <a:cubicBezTo>
                    <a:pt x="1118" y="3175"/>
                    <a:pt x="1118" y="4257"/>
                    <a:pt x="1082" y="5555"/>
                  </a:cubicBezTo>
                  <a:cubicBezTo>
                    <a:pt x="1046" y="6854"/>
                    <a:pt x="938" y="8368"/>
                    <a:pt x="613" y="10064"/>
                  </a:cubicBezTo>
                  <a:cubicBezTo>
                    <a:pt x="505" y="10641"/>
                    <a:pt x="289" y="11506"/>
                    <a:pt x="36" y="12480"/>
                  </a:cubicBezTo>
                  <a:cubicBezTo>
                    <a:pt x="0" y="12588"/>
                    <a:pt x="36" y="12696"/>
                    <a:pt x="72" y="12769"/>
                  </a:cubicBezTo>
                  <a:cubicBezTo>
                    <a:pt x="125" y="12821"/>
                    <a:pt x="197" y="12855"/>
                    <a:pt x="275" y="12855"/>
                  </a:cubicBezTo>
                  <a:cubicBezTo>
                    <a:pt x="303" y="12855"/>
                    <a:pt x="332" y="12850"/>
                    <a:pt x="361" y="12841"/>
                  </a:cubicBezTo>
                  <a:cubicBezTo>
                    <a:pt x="541" y="12841"/>
                    <a:pt x="794" y="12805"/>
                    <a:pt x="1010" y="12805"/>
                  </a:cubicBezTo>
                  <a:cubicBezTo>
                    <a:pt x="1767" y="12805"/>
                    <a:pt x="2741" y="13021"/>
                    <a:pt x="3895" y="13742"/>
                  </a:cubicBezTo>
                  <a:cubicBezTo>
                    <a:pt x="4617" y="14175"/>
                    <a:pt x="5158" y="14716"/>
                    <a:pt x="5627" y="15257"/>
                  </a:cubicBezTo>
                  <a:cubicBezTo>
                    <a:pt x="5656" y="15316"/>
                    <a:pt x="5734" y="15375"/>
                    <a:pt x="5820" y="15375"/>
                  </a:cubicBezTo>
                  <a:cubicBezTo>
                    <a:pt x="5839" y="15375"/>
                    <a:pt x="5859" y="15372"/>
                    <a:pt x="5879" y="15365"/>
                  </a:cubicBezTo>
                  <a:cubicBezTo>
                    <a:pt x="5951" y="15365"/>
                    <a:pt x="6059" y="15329"/>
                    <a:pt x="6096" y="15221"/>
                  </a:cubicBezTo>
                  <a:cubicBezTo>
                    <a:pt x="6312" y="14860"/>
                    <a:pt x="6564" y="14500"/>
                    <a:pt x="6889" y="14211"/>
                  </a:cubicBezTo>
                  <a:cubicBezTo>
                    <a:pt x="7178" y="13923"/>
                    <a:pt x="7502" y="13706"/>
                    <a:pt x="7791" y="13670"/>
                  </a:cubicBezTo>
                  <a:lnTo>
                    <a:pt x="7827" y="13670"/>
                  </a:lnTo>
                  <a:cubicBezTo>
                    <a:pt x="7899" y="13670"/>
                    <a:pt x="8187" y="13742"/>
                    <a:pt x="8512" y="13887"/>
                  </a:cubicBezTo>
                  <a:cubicBezTo>
                    <a:pt x="9666" y="14464"/>
                    <a:pt x="11650" y="16015"/>
                    <a:pt x="13453" y="17457"/>
                  </a:cubicBezTo>
                  <a:cubicBezTo>
                    <a:pt x="14355" y="18179"/>
                    <a:pt x="15220" y="18864"/>
                    <a:pt x="15906" y="19441"/>
                  </a:cubicBezTo>
                  <a:cubicBezTo>
                    <a:pt x="16591" y="19982"/>
                    <a:pt x="17096" y="20415"/>
                    <a:pt x="17348" y="20559"/>
                  </a:cubicBezTo>
                  <a:cubicBezTo>
                    <a:pt x="17817" y="20884"/>
                    <a:pt x="18467" y="21136"/>
                    <a:pt x="19116" y="21136"/>
                  </a:cubicBezTo>
                  <a:cubicBezTo>
                    <a:pt x="19585" y="21136"/>
                    <a:pt x="20017" y="21028"/>
                    <a:pt x="20378" y="20703"/>
                  </a:cubicBezTo>
                  <a:cubicBezTo>
                    <a:pt x="20739" y="20379"/>
                    <a:pt x="20991" y="19874"/>
                    <a:pt x="21063" y="19225"/>
                  </a:cubicBezTo>
                  <a:cubicBezTo>
                    <a:pt x="21063" y="19116"/>
                    <a:pt x="21063" y="18972"/>
                    <a:pt x="21063" y="18828"/>
                  </a:cubicBezTo>
                  <a:cubicBezTo>
                    <a:pt x="21063" y="17566"/>
                    <a:pt x="20594" y="15726"/>
                    <a:pt x="19404" y="13454"/>
                  </a:cubicBezTo>
                  <a:cubicBezTo>
                    <a:pt x="18250" y="11218"/>
                    <a:pt x="16411" y="8585"/>
                    <a:pt x="13670" y="5880"/>
                  </a:cubicBezTo>
                  <a:cubicBezTo>
                    <a:pt x="11578" y="3752"/>
                    <a:pt x="9702" y="2309"/>
                    <a:pt x="8043" y="1371"/>
                  </a:cubicBezTo>
                  <a:cubicBezTo>
                    <a:pt x="6420" y="434"/>
                    <a:pt x="5050" y="1"/>
                    <a:pt x="3931"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04" name="Google Shape;2204;p38"/>
            <p:cNvSpPr/>
            <p:nvPr/>
          </p:nvSpPr>
          <p:spPr>
            <a:xfrm>
              <a:off x="4158925" y="1025400"/>
              <a:ext cx="508275" cy="645500"/>
            </a:xfrm>
            <a:custGeom>
              <a:avLst/>
              <a:gdLst/>
              <a:ahLst/>
              <a:cxnLst/>
              <a:rect l="l" t="t" r="r" b="b"/>
              <a:pathLst>
                <a:path w="20331" h="25820" extrusionOk="0">
                  <a:moveTo>
                    <a:pt x="18068" y="0"/>
                  </a:moveTo>
                  <a:cubicBezTo>
                    <a:pt x="16989" y="0"/>
                    <a:pt x="15647" y="517"/>
                    <a:pt x="14356" y="969"/>
                  </a:cubicBezTo>
                  <a:cubicBezTo>
                    <a:pt x="11434" y="1979"/>
                    <a:pt x="3572" y="9626"/>
                    <a:pt x="1768" y="14422"/>
                  </a:cubicBezTo>
                  <a:cubicBezTo>
                    <a:pt x="1" y="19255"/>
                    <a:pt x="1552" y="20842"/>
                    <a:pt x="4690" y="23728"/>
                  </a:cubicBezTo>
                  <a:cubicBezTo>
                    <a:pt x="5303" y="24305"/>
                    <a:pt x="5952" y="25026"/>
                    <a:pt x="6637" y="25820"/>
                  </a:cubicBezTo>
                  <a:cubicBezTo>
                    <a:pt x="8946" y="25784"/>
                    <a:pt x="12192" y="24954"/>
                    <a:pt x="14392" y="21239"/>
                  </a:cubicBezTo>
                  <a:cubicBezTo>
                    <a:pt x="13887" y="20301"/>
                    <a:pt x="13526" y="19544"/>
                    <a:pt x="13346" y="19039"/>
                  </a:cubicBezTo>
                  <a:cubicBezTo>
                    <a:pt x="12444" y="16803"/>
                    <a:pt x="12552" y="14567"/>
                    <a:pt x="13202" y="12980"/>
                  </a:cubicBezTo>
                  <a:cubicBezTo>
                    <a:pt x="13887" y="11393"/>
                    <a:pt x="20162" y="8255"/>
                    <a:pt x="20271" y="3458"/>
                  </a:cubicBezTo>
                  <a:cubicBezTo>
                    <a:pt x="20330" y="788"/>
                    <a:pt x="19400" y="0"/>
                    <a:pt x="18068"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05" name="Google Shape;2205;p38"/>
            <p:cNvSpPr/>
            <p:nvPr/>
          </p:nvSpPr>
          <p:spPr>
            <a:xfrm>
              <a:off x="4176975" y="1018075"/>
              <a:ext cx="496850" cy="660050"/>
            </a:xfrm>
            <a:custGeom>
              <a:avLst/>
              <a:gdLst/>
              <a:ahLst/>
              <a:cxnLst/>
              <a:rect l="l" t="t" r="r" b="b"/>
              <a:pathLst>
                <a:path w="19874" h="26402" extrusionOk="0">
                  <a:moveTo>
                    <a:pt x="17349" y="613"/>
                  </a:moveTo>
                  <a:cubicBezTo>
                    <a:pt x="17673" y="613"/>
                    <a:pt x="17926" y="649"/>
                    <a:pt x="18142" y="721"/>
                  </a:cubicBezTo>
                  <a:cubicBezTo>
                    <a:pt x="18467" y="866"/>
                    <a:pt x="18719" y="1082"/>
                    <a:pt x="18936" y="1515"/>
                  </a:cubicBezTo>
                  <a:cubicBezTo>
                    <a:pt x="19152" y="1948"/>
                    <a:pt x="19260" y="2597"/>
                    <a:pt x="19260" y="3499"/>
                  </a:cubicBezTo>
                  <a:cubicBezTo>
                    <a:pt x="19260" y="3571"/>
                    <a:pt x="19260" y="3643"/>
                    <a:pt x="19260" y="3751"/>
                  </a:cubicBezTo>
                  <a:cubicBezTo>
                    <a:pt x="19224" y="4869"/>
                    <a:pt x="18827" y="5915"/>
                    <a:pt x="18250" y="6889"/>
                  </a:cubicBezTo>
                  <a:cubicBezTo>
                    <a:pt x="17349" y="8332"/>
                    <a:pt x="16014" y="9594"/>
                    <a:pt x="14788" y="10604"/>
                  </a:cubicBezTo>
                  <a:cubicBezTo>
                    <a:pt x="14211" y="11109"/>
                    <a:pt x="13634" y="11578"/>
                    <a:pt x="13201" y="12010"/>
                  </a:cubicBezTo>
                  <a:cubicBezTo>
                    <a:pt x="12732" y="12407"/>
                    <a:pt x="12371" y="12768"/>
                    <a:pt x="12227" y="13165"/>
                  </a:cubicBezTo>
                  <a:cubicBezTo>
                    <a:pt x="11866" y="13994"/>
                    <a:pt x="11650" y="14968"/>
                    <a:pt x="11650" y="16050"/>
                  </a:cubicBezTo>
                  <a:cubicBezTo>
                    <a:pt x="11650" y="17132"/>
                    <a:pt x="11866" y="18286"/>
                    <a:pt x="12335" y="19440"/>
                  </a:cubicBezTo>
                  <a:cubicBezTo>
                    <a:pt x="12540" y="19917"/>
                    <a:pt x="12873" y="20652"/>
                    <a:pt x="13335" y="21523"/>
                  </a:cubicBezTo>
                  <a:lnTo>
                    <a:pt x="13335" y="21523"/>
                  </a:lnTo>
                  <a:cubicBezTo>
                    <a:pt x="12270" y="23245"/>
                    <a:pt x="11003" y="24290"/>
                    <a:pt x="9702" y="24922"/>
                  </a:cubicBezTo>
                  <a:cubicBezTo>
                    <a:pt x="8430" y="25542"/>
                    <a:pt x="7157" y="25767"/>
                    <a:pt x="6041" y="25787"/>
                  </a:cubicBezTo>
                  <a:lnTo>
                    <a:pt x="6041" y="25787"/>
                  </a:lnTo>
                  <a:cubicBezTo>
                    <a:pt x="5419" y="25039"/>
                    <a:pt x="4769" y="24389"/>
                    <a:pt x="4184" y="23804"/>
                  </a:cubicBezTo>
                  <a:cubicBezTo>
                    <a:pt x="3066" y="22794"/>
                    <a:pt x="2164" y="21929"/>
                    <a:pt x="1551" y="21063"/>
                  </a:cubicBezTo>
                  <a:cubicBezTo>
                    <a:pt x="938" y="20198"/>
                    <a:pt x="613" y="19332"/>
                    <a:pt x="613" y="18214"/>
                  </a:cubicBezTo>
                  <a:cubicBezTo>
                    <a:pt x="613" y="17312"/>
                    <a:pt x="830" y="16194"/>
                    <a:pt x="1335" y="14824"/>
                  </a:cubicBezTo>
                  <a:cubicBezTo>
                    <a:pt x="2200" y="12515"/>
                    <a:pt x="4617" y="9414"/>
                    <a:pt x="7142" y="6781"/>
                  </a:cubicBezTo>
                  <a:cubicBezTo>
                    <a:pt x="8404" y="5482"/>
                    <a:pt x="9702" y="4292"/>
                    <a:pt x="10857" y="3354"/>
                  </a:cubicBezTo>
                  <a:cubicBezTo>
                    <a:pt x="12011" y="2453"/>
                    <a:pt x="13057" y="1803"/>
                    <a:pt x="13706" y="1551"/>
                  </a:cubicBezTo>
                  <a:cubicBezTo>
                    <a:pt x="15040" y="1118"/>
                    <a:pt x="16375" y="613"/>
                    <a:pt x="17349" y="613"/>
                  </a:cubicBezTo>
                  <a:close/>
                  <a:moveTo>
                    <a:pt x="17349" y="0"/>
                  </a:moveTo>
                  <a:cubicBezTo>
                    <a:pt x="16194" y="0"/>
                    <a:pt x="14824" y="541"/>
                    <a:pt x="13525" y="974"/>
                  </a:cubicBezTo>
                  <a:cubicBezTo>
                    <a:pt x="12732" y="1262"/>
                    <a:pt x="11686" y="1948"/>
                    <a:pt x="10496" y="2885"/>
                  </a:cubicBezTo>
                  <a:cubicBezTo>
                    <a:pt x="8729" y="4292"/>
                    <a:pt x="6637" y="6312"/>
                    <a:pt x="4833" y="8440"/>
                  </a:cubicBezTo>
                  <a:cubicBezTo>
                    <a:pt x="3030" y="10532"/>
                    <a:pt x="1479" y="12768"/>
                    <a:pt x="794" y="14643"/>
                  </a:cubicBezTo>
                  <a:cubicBezTo>
                    <a:pt x="253" y="16050"/>
                    <a:pt x="0" y="17204"/>
                    <a:pt x="0" y="18214"/>
                  </a:cubicBezTo>
                  <a:cubicBezTo>
                    <a:pt x="0" y="19440"/>
                    <a:pt x="397" y="20486"/>
                    <a:pt x="1046" y="21388"/>
                  </a:cubicBezTo>
                  <a:cubicBezTo>
                    <a:pt x="1732" y="22362"/>
                    <a:pt x="2669" y="23227"/>
                    <a:pt x="3787" y="24273"/>
                  </a:cubicBezTo>
                  <a:cubicBezTo>
                    <a:pt x="4364" y="24814"/>
                    <a:pt x="5014" y="25500"/>
                    <a:pt x="5663" y="26293"/>
                  </a:cubicBezTo>
                  <a:cubicBezTo>
                    <a:pt x="5735" y="26365"/>
                    <a:pt x="5807" y="26401"/>
                    <a:pt x="5915" y="26401"/>
                  </a:cubicBezTo>
                  <a:cubicBezTo>
                    <a:pt x="7106" y="26401"/>
                    <a:pt x="8548" y="26185"/>
                    <a:pt x="9955" y="25463"/>
                  </a:cubicBezTo>
                  <a:cubicBezTo>
                    <a:pt x="11398" y="24778"/>
                    <a:pt x="12804" y="23588"/>
                    <a:pt x="13922" y="21676"/>
                  </a:cubicBezTo>
                  <a:cubicBezTo>
                    <a:pt x="13994" y="21604"/>
                    <a:pt x="13994" y="21460"/>
                    <a:pt x="13922" y="21388"/>
                  </a:cubicBezTo>
                  <a:cubicBezTo>
                    <a:pt x="13453" y="20450"/>
                    <a:pt x="13093" y="19693"/>
                    <a:pt x="12876" y="19224"/>
                  </a:cubicBezTo>
                  <a:cubicBezTo>
                    <a:pt x="12443" y="18142"/>
                    <a:pt x="12263" y="17060"/>
                    <a:pt x="12263" y="16050"/>
                  </a:cubicBezTo>
                  <a:cubicBezTo>
                    <a:pt x="12263" y="15040"/>
                    <a:pt x="12443" y="14138"/>
                    <a:pt x="12768" y="13381"/>
                  </a:cubicBezTo>
                  <a:cubicBezTo>
                    <a:pt x="12840" y="13273"/>
                    <a:pt x="12984" y="13056"/>
                    <a:pt x="13201" y="12804"/>
                  </a:cubicBezTo>
                  <a:cubicBezTo>
                    <a:pt x="13994" y="12010"/>
                    <a:pt x="15617" y="10820"/>
                    <a:pt x="17060" y="9305"/>
                  </a:cubicBezTo>
                  <a:cubicBezTo>
                    <a:pt x="18503" y="7827"/>
                    <a:pt x="19801" y="5987"/>
                    <a:pt x="19873" y="3751"/>
                  </a:cubicBezTo>
                  <a:cubicBezTo>
                    <a:pt x="19873" y="3679"/>
                    <a:pt x="19873" y="3571"/>
                    <a:pt x="19873" y="3499"/>
                  </a:cubicBezTo>
                  <a:cubicBezTo>
                    <a:pt x="19873" y="2236"/>
                    <a:pt x="19621" y="1371"/>
                    <a:pt x="19188" y="794"/>
                  </a:cubicBezTo>
                  <a:cubicBezTo>
                    <a:pt x="18972" y="505"/>
                    <a:pt x="18683" y="289"/>
                    <a:pt x="18358" y="180"/>
                  </a:cubicBezTo>
                  <a:cubicBezTo>
                    <a:pt x="18070" y="36"/>
                    <a:pt x="17709" y="0"/>
                    <a:pt x="17349"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06" name="Google Shape;2206;p38"/>
            <p:cNvSpPr/>
            <p:nvPr/>
          </p:nvSpPr>
          <p:spPr>
            <a:xfrm>
              <a:off x="4167950" y="1025400"/>
              <a:ext cx="499250" cy="549925"/>
            </a:xfrm>
            <a:custGeom>
              <a:avLst/>
              <a:gdLst/>
              <a:ahLst/>
              <a:cxnLst/>
              <a:rect l="l" t="t" r="r" b="b"/>
              <a:pathLst>
                <a:path w="19970" h="21997" extrusionOk="0">
                  <a:moveTo>
                    <a:pt x="17707" y="0"/>
                  </a:moveTo>
                  <a:cubicBezTo>
                    <a:pt x="16628" y="0"/>
                    <a:pt x="15286" y="517"/>
                    <a:pt x="13995" y="969"/>
                  </a:cubicBezTo>
                  <a:cubicBezTo>
                    <a:pt x="11073" y="1979"/>
                    <a:pt x="3211" y="9626"/>
                    <a:pt x="1407" y="14422"/>
                  </a:cubicBezTo>
                  <a:cubicBezTo>
                    <a:pt x="1" y="18210"/>
                    <a:pt x="686" y="20013"/>
                    <a:pt x="2561" y="21997"/>
                  </a:cubicBezTo>
                  <a:cubicBezTo>
                    <a:pt x="3211" y="21852"/>
                    <a:pt x="4004" y="21492"/>
                    <a:pt x="4906" y="20842"/>
                  </a:cubicBezTo>
                  <a:cubicBezTo>
                    <a:pt x="7575" y="18823"/>
                    <a:pt x="8693" y="15216"/>
                    <a:pt x="10388" y="13990"/>
                  </a:cubicBezTo>
                  <a:cubicBezTo>
                    <a:pt x="11362" y="13304"/>
                    <a:pt x="13057" y="12186"/>
                    <a:pt x="14824" y="11032"/>
                  </a:cubicBezTo>
                  <a:cubicBezTo>
                    <a:pt x="16880" y="9265"/>
                    <a:pt x="19838" y="6740"/>
                    <a:pt x="19910" y="3458"/>
                  </a:cubicBezTo>
                  <a:cubicBezTo>
                    <a:pt x="19969" y="788"/>
                    <a:pt x="19039" y="0"/>
                    <a:pt x="17707"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207" name="Google Shape;2207;p38"/>
            <p:cNvSpPr/>
            <p:nvPr/>
          </p:nvSpPr>
          <p:spPr>
            <a:xfrm>
              <a:off x="4176975" y="1018075"/>
              <a:ext cx="496850" cy="564825"/>
            </a:xfrm>
            <a:custGeom>
              <a:avLst/>
              <a:gdLst/>
              <a:ahLst/>
              <a:cxnLst/>
              <a:rect l="l" t="t" r="r" b="b"/>
              <a:pathLst>
                <a:path w="19874" h="22593" extrusionOk="0">
                  <a:moveTo>
                    <a:pt x="17349" y="613"/>
                  </a:moveTo>
                  <a:cubicBezTo>
                    <a:pt x="17673" y="613"/>
                    <a:pt x="17926" y="649"/>
                    <a:pt x="18142" y="721"/>
                  </a:cubicBezTo>
                  <a:cubicBezTo>
                    <a:pt x="18467" y="866"/>
                    <a:pt x="18719" y="1082"/>
                    <a:pt x="18936" y="1515"/>
                  </a:cubicBezTo>
                  <a:cubicBezTo>
                    <a:pt x="19152" y="1948"/>
                    <a:pt x="19260" y="2597"/>
                    <a:pt x="19260" y="3499"/>
                  </a:cubicBezTo>
                  <a:cubicBezTo>
                    <a:pt x="19260" y="3571"/>
                    <a:pt x="19260" y="3643"/>
                    <a:pt x="19260" y="3751"/>
                  </a:cubicBezTo>
                  <a:cubicBezTo>
                    <a:pt x="19224" y="5302"/>
                    <a:pt x="18503" y="6672"/>
                    <a:pt x="17529" y="7899"/>
                  </a:cubicBezTo>
                  <a:cubicBezTo>
                    <a:pt x="16519" y="9125"/>
                    <a:pt x="15293" y="10207"/>
                    <a:pt x="14247" y="11073"/>
                  </a:cubicBezTo>
                  <a:lnTo>
                    <a:pt x="14260" y="11088"/>
                  </a:lnTo>
                  <a:lnTo>
                    <a:pt x="14260" y="11088"/>
                  </a:lnTo>
                  <a:cubicBezTo>
                    <a:pt x="12536" y="12237"/>
                    <a:pt x="10816" y="13348"/>
                    <a:pt x="9847" y="14030"/>
                  </a:cubicBezTo>
                  <a:cubicBezTo>
                    <a:pt x="8945" y="14715"/>
                    <a:pt x="8224" y="15942"/>
                    <a:pt x="7394" y="17240"/>
                  </a:cubicBezTo>
                  <a:cubicBezTo>
                    <a:pt x="6601" y="18539"/>
                    <a:pt x="5663" y="19909"/>
                    <a:pt x="4364" y="20883"/>
                  </a:cubicBezTo>
                  <a:cubicBezTo>
                    <a:pt x="3571" y="21478"/>
                    <a:pt x="2869" y="21800"/>
                    <a:pt x="2286" y="21961"/>
                  </a:cubicBezTo>
                  <a:lnTo>
                    <a:pt x="2286" y="21961"/>
                  </a:lnTo>
                  <a:cubicBezTo>
                    <a:pt x="1769" y="21371"/>
                    <a:pt x="1349" y="20836"/>
                    <a:pt x="1082" y="20270"/>
                  </a:cubicBezTo>
                  <a:cubicBezTo>
                    <a:pt x="758" y="19657"/>
                    <a:pt x="613" y="18971"/>
                    <a:pt x="613" y="18214"/>
                  </a:cubicBezTo>
                  <a:cubicBezTo>
                    <a:pt x="613" y="17276"/>
                    <a:pt x="830" y="16194"/>
                    <a:pt x="1335" y="14824"/>
                  </a:cubicBezTo>
                  <a:cubicBezTo>
                    <a:pt x="2200" y="12515"/>
                    <a:pt x="4617" y="9414"/>
                    <a:pt x="7142" y="6781"/>
                  </a:cubicBezTo>
                  <a:cubicBezTo>
                    <a:pt x="8404" y="5482"/>
                    <a:pt x="9702" y="4292"/>
                    <a:pt x="10857" y="3354"/>
                  </a:cubicBezTo>
                  <a:cubicBezTo>
                    <a:pt x="12011" y="2453"/>
                    <a:pt x="13057" y="1803"/>
                    <a:pt x="13706" y="1551"/>
                  </a:cubicBezTo>
                  <a:cubicBezTo>
                    <a:pt x="15040" y="1118"/>
                    <a:pt x="16375" y="613"/>
                    <a:pt x="17349" y="613"/>
                  </a:cubicBezTo>
                  <a:close/>
                  <a:moveTo>
                    <a:pt x="17349" y="0"/>
                  </a:moveTo>
                  <a:cubicBezTo>
                    <a:pt x="16194" y="0"/>
                    <a:pt x="14824" y="541"/>
                    <a:pt x="13525" y="974"/>
                  </a:cubicBezTo>
                  <a:cubicBezTo>
                    <a:pt x="12732" y="1262"/>
                    <a:pt x="11686" y="1948"/>
                    <a:pt x="10496" y="2885"/>
                  </a:cubicBezTo>
                  <a:cubicBezTo>
                    <a:pt x="8729" y="4292"/>
                    <a:pt x="6637" y="6312"/>
                    <a:pt x="4833" y="8440"/>
                  </a:cubicBezTo>
                  <a:cubicBezTo>
                    <a:pt x="3030" y="10532"/>
                    <a:pt x="1479" y="12768"/>
                    <a:pt x="794" y="14643"/>
                  </a:cubicBezTo>
                  <a:cubicBezTo>
                    <a:pt x="253" y="16050"/>
                    <a:pt x="0" y="17204"/>
                    <a:pt x="0" y="18214"/>
                  </a:cubicBezTo>
                  <a:cubicBezTo>
                    <a:pt x="0" y="19080"/>
                    <a:pt x="181" y="19837"/>
                    <a:pt x="541" y="20522"/>
                  </a:cubicBezTo>
                  <a:cubicBezTo>
                    <a:pt x="866" y="21208"/>
                    <a:pt x="1371" y="21857"/>
                    <a:pt x="1984" y="22506"/>
                  </a:cubicBezTo>
                  <a:cubicBezTo>
                    <a:pt x="2037" y="22559"/>
                    <a:pt x="2109" y="22592"/>
                    <a:pt x="2186" y="22592"/>
                  </a:cubicBezTo>
                  <a:cubicBezTo>
                    <a:pt x="2215" y="22592"/>
                    <a:pt x="2244" y="22588"/>
                    <a:pt x="2273" y="22578"/>
                  </a:cubicBezTo>
                  <a:cubicBezTo>
                    <a:pt x="2958" y="22398"/>
                    <a:pt x="3823" y="22037"/>
                    <a:pt x="4725" y="21352"/>
                  </a:cubicBezTo>
                  <a:cubicBezTo>
                    <a:pt x="6096" y="20306"/>
                    <a:pt x="7069" y="18863"/>
                    <a:pt x="7899" y="17565"/>
                  </a:cubicBezTo>
                  <a:cubicBezTo>
                    <a:pt x="8729" y="16266"/>
                    <a:pt x="9450" y="15076"/>
                    <a:pt x="10207" y="14535"/>
                  </a:cubicBezTo>
                  <a:cubicBezTo>
                    <a:pt x="11145" y="13850"/>
                    <a:pt x="12876" y="12732"/>
                    <a:pt x="14607" y="11542"/>
                  </a:cubicBezTo>
                  <a:lnTo>
                    <a:pt x="14644" y="11542"/>
                  </a:lnTo>
                  <a:cubicBezTo>
                    <a:pt x="15690" y="10640"/>
                    <a:pt x="16952" y="9594"/>
                    <a:pt x="17998" y="8296"/>
                  </a:cubicBezTo>
                  <a:cubicBezTo>
                    <a:pt x="19008" y="6997"/>
                    <a:pt x="19837" y="5482"/>
                    <a:pt x="19873" y="3751"/>
                  </a:cubicBezTo>
                  <a:cubicBezTo>
                    <a:pt x="19873" y="3679"/>
                    <a:pt x="19873" y="3571"/>
                    <a:pt x="19873" y="3499"/>
                  </a:cubicBezTo>
                  <a:cubicBezTo>
                    <a:pt x="19873" y="2236"/>
                    <a:pt x="19621" y="1371"/>
                    <a:pt x="19188" y="794"/>
                  </a:cubicBezTo>
                  <a:cubicBezTo>
                    <a:pt x="18972" y="505"/>
                    <a:pt x="18683" y="289"/>
                    <a:pt x="18358" y="180"/>
                  </a:cubicBezTo>
                  <a:cubicBezTo>
                    <a:pt x="18070" y="36"/>
                    <a:pt x="17709" y="0"/>
                    <a:pt x="17349"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08" name="Google Shape;2208;p38"/>
            <p:cNvSpPr/>
            <p:nvPr/>
          </p:nvSpPr>
          <p:spPr>
            <a:xfrm>
              <a:off x="4178775" y="1025400"/>
              <a:ext cx="488425" cy="508700"/>
            </a:xfrm>
            <a:custGeom>
              <a:avLst/>
              <a:gdLst/>
              <a:ahLst/>
              <a:cxnLst/>
              <a:rect l="l" t="t" r="r" b="b"/>
              <a:pathLst>
                <a:path w="19537" h="20348" extrusionOk="0">
                  <a:moveTo>
                    <a:pt x="17274" y="0"/>
                  </a:moveTo>
                  <a:cubicBezTo>
                    <a:pt x="16195" y="0"/>
                    <a:pt x="14853" y="517"/>
                    <a:pt x="13562" y="969"/>
                  </a:cubicBezTo>
                  <a:cubicBezTo>
                    <a:pt x="10640" y="1979"/>
                    <a:pt x="2778" y="9626"/>
                    <a:pt x="974" y="14422"/>
                  </a:cubicBezTo>
                  <a:cubicBezTo>
                    <a:pt x="0" y="17127"/>
                    <a:pt x="37" y="18823"/>
                    <a:pt x="830" y="20265"/>
                  </a:cubicBezTo>
                  <a:cubicBezTo>
                    <a:pt x="1060" y="20318"/>
                    <a:pt x="1303" y="20348"/>
                    <a:pt x="1559" y="20348"/>
                  </a:cubicBezTo>
                  <a:cubicBezTo>
                    <a:pt x="2345" y="20348"/>
                    <a:pt x="3249" y="20071"/>
                    <a:pt x="4256" y="19364"/>
                  </a:cubicBezTo>
                  <a:cubicBezTo>
                    <a:pt x="7935" y="16695"/>
                    <a:pt x="6601" y="13881"/>
                    <a:pt x="9847" y="12294"/>
                  </a:cubicBezTo>
                  <a:cubicBezTo>
                    <a:pt x="12480" y="11032"/>
                    <a:pt x="16303" y="8580"/>
                    <a:pt x="18900" y="5838"/>
                  </a:cubicBezTo>
                  <a:cubicBezTo>
                    <a:pt x="19260" y="5081"/>
                    <a:pt x="19477" y="4288"/>
                    <a:pt x="19477" y="3458"/>
                  </a:cubicBezTo>
                  <a:cubicBezTo>
                    <a:pt x="19536" y="788"/>
                    <a:pt x="18606" y="0"/>
                    <a:pt x="17274"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209" name="Google Shape;2209;p38"/>
            <p:cNvSpPr/>
            <p:nvPr/>
          </p:nvSpPr>
          <p:spPr>
            <a:xfrm>
              <a:off x="4176975" y="1018075"/>
              <a:ext cx="496850" cy="523900"/>
            </a:xfrm>
            <a:custGeom>
              <a:avLst/>
              <a:gdLst/>
              <a:ahLst/>
              <a:cxnLst/>
              <a:rect l="l" t="t" r="r" b="b"/>
              <a:pathLst>
                <a:path w="19874" h="20956" extrusionOk="0">
                  <a:moveTo>
                    <a:pt x="17349" y="613"/>
                  </a:moveTo>
                  <a:cubicBezTo>
                    <a:pt x="17673" y="613"/>
                    <a:pt x="17926" y="649"/>
                    <a:pt x="18142" y="721"/>
                  </a:cubicBezTo>
                  <a:cubicBezTo>
                    <a:pt x="18467" y="866"/>
                    <a:pt x="18719" y="1082"/>
                    <a:pt x="18936" y="1515"/>
                  </a:cubicBezTo>
                  <a:cubicBezTo>
                    <a:pt x="19152" y="1948"/>
                    <a:pt x="19260" y="2597"/>
                    <a:pt x="19260" y="3499"/>
                  </a:cubicBezTo>
                  <a:cubicBezTo>
                    <a:pt x="19260" y="3571"/>
                    <a:pt x="19260" y="3643"/>
                    <a:pt x="19260" y="3751"/>
                  </a:cubicBezTo>
                  <a:cubicBezTo>
                    <a:pt x="19225" y="4519"/>
                    <a:pt x="19055" y="5253"/>
                    <a:pt x="18750" y="5920"/>
                  </a:cubicBezTo>
                  <a:lnTo>
                    <a:pt x="18750" y="5920"/>
                  </a:lnTo>
                  <a:cubicBezTo>
                    <a:pt x="16190" y="8623"/>
                    <a:pt x="12406" y="11073"/>
                    <a:pt x="9774" y="12335"/>
                  </a:cubicBezTo>
                  <a:cubicBezTo>
                    <a:pt x="8945" y="12732"/>
                    <a:pt x="8368" y="13237"/>
                    <a:pt x="7935" y="13814"/>
                  </a:cubicBezTo>
                  <a:cubicBezTo>
                    <a:pt x="7322" y="14643"/>
                    <a:pt x="7033" y="15581"/>
                    <a:pt x="6601" y="16519"/>
                  </a:cubicBezTo>
                  <a:cubicBezTo>
                    <a:pt x="6132" y="17457"/>
                    <a:pt x="5483" y="18430"/>
                    <a:pt x="4148" y="19404"/>
                  </a:cubicBezTo>
                  <a:cubicBezTo>
                    <a:pt x="3210" y="20089"/>
                    <a:pt x="2345" y="20342"/>
                    <a:pt x="1623" y="20342"/>
                  </a:cubicBezTo>
                  <a:cubicBezTo>
                    <a:pt x="1456" y="20342"/>
                    <a:pt x="1267" y="20320"/>
                    <a:pt x="1090" y="20294"/>
                  </a:cubicBezTo>
                  <a:lnTo>
                    <a:pt x="1090" y="20294"/>
                  </a:lnTo>
                  <a:cubicBezTo>
                    <a:pt x="772" y="19676"/>
                    <a:pt x="613" y="18993"/>
                    <a:pt x="613" y="18214"/>
                  </a:cubicBezTo>
                  <a:cubicBezTo>
                    <a:pt x="613" y="17276"/>
                    <a:pt x="830" y="16194"/>
                    <a:pt x="1335" y="14824"/>
                  </a:cubicBezTo>
                  <a:cubicBezTo>
                    <a:pt x="2200" y="12515"/>
                    <a:pt x="4617" y="9414"/>
                    <a:pt x="7142" y="6781"/>
                  </a:cubicBezTo>
                  <a:cubicBezTo>
                    <a:pt x="8404" y="5482"/>
                    <a:pt x="9702" y="4292"/>
                    <a:pt x="10857" y="3354"/>
                  </a:cubicBezTo>
                  <a:cubicBezTo>
                    <a:pt x="12011" y="2453"/>
                    <a:pt x="13057" y="1803"/>
                    <a:pt x="13706" y="1551"/>
                  </a:cubicBezTo>
                  <a:cubicBezTo>
                    <a:pt x="15040" y="1118"/>
                    <a:pt x="16375" y="613"/>
                    <a:pt x="17349" y="613"/>
                  </a:cubicBezTo>
                  <a:close/>
                  <a:moveTo>
                    <a:pt x="17349" y="0"/>
                  </a:moveTo>
                  <a:cubicBezTo>
                    <a:pt x="16194" y="0"/>
                    <a:pt x="14824" y="541"/>
                    <a:pt x="13525" y="974"/>
                  </a:cubicBezTo>
                  <a:cubicBezTo>
                    <a:pt x="12732" y="1262"/>
                    <a:pt x="11686" y="1948"/>
                    <a:pt x="10496" y="2885"/>
                  </a:cubicBezTo>
                  <a:cubicBezTo>
                    <a:pt x="8729" y="4292"/>
                    <a:pt x="6637" y="6312"/>
                    <a:pt x="4833" y="8440"/>
                  </a:cubicBezTo>
                  <a:cubicBezTo>
                    <a:pt x="3030" y="10532"/>
                    <a:pt x="1479" y="12768"/>
                    <a:pt x="794" y="14643"/>
                  </a:cubicBezTo>
                  <a:cubicBezTo>
                    <a:pt x="253" y="16050"/>
                    <a:pt x="0" y="17204"/>
                    <a:pt x="0" y="18214"/>
                  </a:cubicBezTo>
                  <a:cubicBezTo>
                    <a:pt x="0" y="19152"/>
                    <a:pt x="217" y="19945"/>
                    <a:pt x="613" y="20703"/>
                  </a:cubicBezTo>
                  <a:cubicBezTo>
                    <a:pt x="650" y="20775"/>
                    <a:pt x="758" y="20847"/>
                    <a:pt x="830" y="20847"/>
                  </a:cubicBezTo>
                  <a:cubicBezTo>
                    <a:pt x="1082" y="20919"/>
                    <a:pt x="1335" y="20955"/>
                    <a:pt x="1623" y="20955"/>
                  </a:cubicBezTo>
                  <a:cubicBezTo>
                    <a:pt x="2489" y="20955"/>
                    <a:pt x="3463" y="20667"/>
                    <a:pt x="4473" y="19909"/>
                  </a:cubicBezTo>
                  <a:cubicBezTo>
                    <a:pt x="6384" y="18539"/>
                    <a:pt x="7033" y="17060"/>
                    <a:pt x="7574" y="15834"/>
                  </a:cubicBezTo>
                  <a:cubicBezTo>
                    <a:pt x="7827" y="15220"/>
                    <a:pt x="8079" y="14643"/>
                    <a:pt x="8440" y="14174"/>
                  </a:cubicBezTo>
                  <a:cubicBezTo>
                    <a:pt x="8801" y="13670"/>
                    <a:pt x="9270" y="13237"/>
                    <a:pt x="10063" y="12876"/>
                  </a:cubicBezTo>
                  <a:cubicBezTo>
                    <a:pt x="12732" y="11578"/>
                    <a:pt x="16555" y="9125"/>
                    <a:pt x="19188" y="6348"/>
                  </a:cubicBezTo>
                  <a:lnTo>
                    <a:pt x="19260" y="6240"/>
                  </a:lnTo>
                  <a:cubicBezTo>
                    <a:pt x="19621" y="5482"/>
                    <a:pt x="19837" y="4653"/>
                    <a:pt x="19873" y="3751"/>
                  </a:cubicBezTo>
                  <a:cubicBezTo>
                    <a:pt x="19873" y="3679"/>
                    <a:pt x="19873" y="3571"/>
                    <a:pt x="19873" y="3499"/>
                  </a:cubicBezTo>
                  <a:cubicBezTo>
                    <a:pt x="19873" y="2236"/>
                    <a:pt x="19621" y="1371"/>
                    <a:pt x="19188" y="794"/>
                  </a:cubicBezTo>
                  <a:cubicBezTo>
                    <a:pt x="18972" y="505"/>
                    <a:pt x="18683" y="289"/>
                    <a:pt x="18358" y="180"/>
                  </a:cubicBezTo>
                  <a:cubicBezTo>
                    <a:pt x="18070" y="36"/>
                    <a:pt x="17709" y="0"/>
                    <a:pt x="17349"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10" name="Google Shape;2210;p38"/>
            <p:cNvSpPr/>
            <p:nvPr/>
          </p:nvSpPr>
          <p:spPr>
            <a:xfrm>
              <a:off x="5450150" y="1062375"/>
              <a:ext cx="486025" cy="512950"/>
            </a:xfrm>
            <a:custGeom>
              <a:avLst/>
              <a:gdLst/>
              <a:ahLst/>
              <a:cxnLst/>
              <a:rect l="l" t="t" r="r" b="b"/>
              <a:pathLst>
                <a:path w="19441" h="20518" extrusionOk="0">
                  <a:moveTo>
                    <a:pt x="2390" y="1"/>
                  </a:moveTo>
                  <a:cubicBezTo>
                    <a:pt x="1646" y="1"/>
                    <a:pt x="1081" y="219"/>
                    <a:pt x="721" y="608"/>
                  </a:cubicBezTo>
                  <a:cubicBezTo>
                    <a:pt x="325" y="1041"/>
                    <a:pt x="108" y="1618"/>
                    <a:pt x="0" y="2304"/>
                  </a:cubicBezTo>
                  <a:cubicBezTo>
                    <a:pt x="482" y="2137"/>
                    <a:pt x="1126" y="1994"/>
                    <a:pt x="1909" y="1994"/>
                  </a:cubicBezTo>
                  <a:cubicBezTo>
                    <a:pt x="2825" y="1994"/>
                    <a:pt x="3931" y="2190"/>
                    <a:pt x="5194" y="2773"/>
                  </a:cubicBezTo>
                  <a:cubicBezTo>
                    <a:pt x="9125" y="4540"/>
                    <a:pt x="16302" y="13521"/>
                    <a:pt x="17420" y="15973"/>
                  </a:cubicBezTo>
                  <a:cubicBezTo>
                    <a:pt x="18070" y="17416"/>
                    <a:pt x="17889" y="19219"/>
                    <a:pt x="17709" y="20518"/>
                  </a:cubicBezTo>
                  <a:cubicBezTo>
                    <a:pt x="18430" y="20481"/>
                    <a:pt x="19080" y="20049"/>
                    <a:pt x="19188" y="18895"/>
                  </a:cubicBezTo>
                  <a:cubicBezTo>
                    <a:pt x="19440" y="16767"/>
                    <a:pt x="17637" y="11501"/>
                    <a:pt x="11902" y="5766"/>
                  </a:cubicBezTo>
                  <a:cubicBezTo>
                    <a:pt x="7740" y="1604"/>
                    <a:pt x="4406" y="1"/>
                    <a:pt x="2390"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211" name="Google Shape;2211;p38"/>
            <p:cNvSpPr/>
            <p:nvPr/>
          </p:nvSpPr>
          <p:spPr>
            <a:xfrm>
              <a:off x="5442025" y="1055025"/>
              <a:ext cx="495950" cy="528425"/>
            </a:xfrm>
            <a:custGeom>
              <a:avLst/>
              <a:gdLst/>
              <a:ahLst/>
              <a:cxnLst/>
              <a:rect l="l" t="t" r="r" b="b"/>
              <a:pathLst>
                <a:path w="19838" h="21137" extrusionOk="0">
                  <a:moveTo>
                    <a:pt x="2705" y="614"/>
                  </a:moveTo>
                  <a:cubicBezTo>
                    <a:pt x="3643" y="614"/>
                    <a:pt x="4942" y="975"/>
                    <a:pt x="6529" y="1876"/>
                  </a:cubicBezTo>
                  <a:cubicBezTo>
                    <a:pt x="8116" y="2778"/>
                    <a:pt x="9955" y="4221"/>
                    <a:pt x="12047" y="6276"/>
                  </a:cubicBezTo>
                  <a:cubicBezTo>
                    <a:pt x="14716" y="8982"/>
                    <a:pt x="16519" y="11542"/>
                    <a:pt x="17673" y="13742"/>
                  </a:cubicBezTo>
                  <a:cubicBezTo>
                    <a:pt x="18791" y="15942"/>
                    <a:pt x="19260" y="17746"/>
                    <a:pt x="19260" y="18828"/>
                  </a:cubicBezTo>
                  <a:cubicBezTo>
                    <a:pt x="19260" y="18936"/>
                    <a:pt x="19224" y="19044"/>
                    <a:pt x="19224" y="19152"/>
                  </a:cubicBezTo>
                  <a:cubicBezTo>
                    <a:pt x="19188" y="19693"/>
                    <a:pt x="19008" y="20018"/>
                    <a:pt x="18791" y="20198"/>
                  </a:cubicBezTo>
                  <a:cubicBezTo>
                    <a:pt x="18690" y="20320"/>
                    <a:pt x="18555" y="20396"/>
                    <a:pt x="18404" y="20446"/>
                  </a:cubicBezTo>
                  <a:lnTo>
                    <a:pt x="18404" y="20446"/>
                  </a:lnTo>
                  <a:cubicBezTo>
                    <a:pt x="18458" y="19939"/>
                    <a:pt x="18503" y="19388"/>
                    <a:pt x="18503" y="18792"/>
                  </a:cubicBezTo>
                  <a:cubicBezTo>
                    <a:pt x="18503" y="17926"/>
                    <a:pt x="18395" y="16988"/>
                    <a:pt x="17998" y="16159"/>
                  </a:cubicBezTo>
                  <a:cubicBezTo>
                    <a:pt x="17709" y="15510"/>
                    <a:pt x="17060" y="14464"/>
                    <a:pt x="16159" y="13237"/>
                  </a:cubicBezTo>
                  <a:cubicBezTo>
                    <a:pt x="14788" y="11398"/>
                    <a:pt x="12949" y="9162"/>
                    <a:pt x="11037" y="7178"/>
                  </a:cubicBezTo>
                  <a:cubicBezTo>
                    <a:pt x="9125" y="5194"/>
                    <a:pt x="7178" y="3499"/>
                    <a:pt x="5627" y="2778"/>
                  </a:cubicBezTo>
                  <a:cubicBezTo>
                    <a:pt x="4365" y="2201"/>
                    <a:pt x="3210" y="1985"/>
                    <a:pt x="2273" y="1985"/>
                  </a:cubicBezTo>
                  <a:cubicBezTo>
                    <a:pt x="1678" y="1985"/>
                    <a:pt x="1158" y="2059"/>
                    <a:pt x="712" y="2167"/>
                  </a:cubicBezTo>
                  <a:lnTo>
                    <a:pt x="712" y="2167"/>
                  </a:lnTo>
                  <a:cubicBezTo>
                    <a:pt x="825" y="1737"/>
                    <a:pt x="994" y="1388"/>
                    <a:pt x="1263" y="1119"/>
                  </a:cubicBezTo>
                  <a:cubicBezTo>
                    <a:pt x="1551" y="794"/>
                    <a:pt x="2020" y="614"/>
                    <a:pt x="2705" y="614"/>
                  </a:cubicBezTo>
                  <a:close/>
                  <a:moveTo>
                    <a:pt x="2705" y="1"/>
                  </a:moveTo>
                  <a:cubicBezTo>
                    <a:pt x="1912" y="1"/>
                    <a:pt x="1227" y="253"/>
                    <a:pt x="794" y="722"/>
                  </a:cubicBezTo>
                  <a:cubicBezTo>
                    <a:pt x="361" y="1191"/>
                    <a:pt x="145" y="1840"/>
                    <a:pt x="37" y="2562"/>
                  </a:cubicBezTo>
                  <a:cubicBezTo>
                    <a:pt x="0" y="2670"/>
                    <a:pt x="73" y="2778"/>
                    <a:pt x="145" y="2850"/>
                  </a:cubicBezTo>
                  <a:cubicBezTo>
                    <a:pt x="196" y="2876"/>
                    <a:pt x="265" y="2901"/>
                    <a:pt x="339" y="2901"/>
                  </a:cubicBezTo>
                  <a:cubicBezTo>
                    <a:pt x="370" y="2901"/>
                    <a:pt x="402" y="2897"/>
                    <a:pt x="433" y="2886"/>
                  </a:cubicBezTo>
                  <a:cubicBezTo>
                    <a:pt x="902" y="2706"/>
                    <a:pt x="1515" y="2598"/>
                    <a:pt x="2273" y="2598"/>
                  </a:cubicBezTo>
                  <a:cubicBezTo>
                    <a:pt x="3138" y="2598"/>
                    <a:pt x="4184" y="2778"/>
                    <a:pt x="5374" y="3319"/>
                  </a:cubicBezTo>
                  <a:cubicBezTo>
                    <a:pt x="6312" y="3752"/>
                    <a:pt x="7502" y="4617"/>
                    <a:pt x="8729" y="5735"/>
                  </a:cubicBezTo>
                  <a:cubicBezTo>
                    <a:pt x="10568" y="7431"/>
                    <a:pt x="12552" y="9631"/>
                    <a:pt x="14175" y="11687"/>
                  </a:cubicBezTo>
                  <a:cubicBezTo>
                    <a:pt x="15004" y="12696"/>
                    <a:pt x="15726" y="13634"/>
                    <a:pt x="16267" y="14464"/>
                  </a:cubicBezTo>
                  <a:cubicBezTo>
                    <a:pt x="16844" y="15293"/>
                    <a:pt x="17277" y="15979"/>
                    <a:pt x="17457" y="16411"/>
                  </a:cubicBezTo>
                  <a:cubicBezTo>
                    <a:pt x="17782" y="17133"/>
                    <a:pt x="17890" y="17962"/>
                    <a:pt x="17890" y="18792"/>
                  </a:cubicBezTo>
                  <a:cubicBezTo>
                    <a:pt x="17890" y="19477"/>
                    <a:pt x="17818" y="20162"/>
                    <a:pt x="17745" y="20775"/>
                  </a:cubicBezTo>
                  <a:cubicBezTo>
                    <a:pt x="17745" y="20884"/>
                    <a:pt x="17782" y="20956"/>
                    <a:pt x="17818" y="21028"/>
                  </a:cubicBezTo>
                  <a:cubicBezTo>
                    <a:pt x="17890" y="21100"/>
                    <a:pt x="17998" y="21136"/>
                    <a:pt x="18070" y="21136"/>
                  </a:cubicBezTo>
                  <a:cubicBezTo>
                    <a:pt x="18467" y="21100"/>
                    <a:pt x="18900" y="20956"/>
                    <a:pt x="19224" y="20631"/>
                  </a:cubicBezTo>
                  <a:cubicBezTo>
                    <a:pt x="19549" y="20307"/>
                    <a:pt x="19765" y="19838"/>
                    <a:pt x="19837" y="19225"/>
                  </a:cubicBezTo>
                  <a:cubicBezTo>
                    <a:pt x="19837" y="19116"/>
                    <a:pt x="19837" y="18972"/>
                    <a:pt x="19837" y="18828"/>
                  </a:cubicBezTo>
                  <a:cubicBezTo>
                    <a:pt x="19837" y="17566"/>
                    <a:pt x="19368" y="15726"/>
                    <a:pt x="18178" y="13454"/>
                  </a:cubicBezTo>
                  <a:cubicBezTo>
                    <a:pt x="17024" y="11218"/>
                    <a:pt x="15185" y="8585"/>
                    <a:pt x="12444" y="5880"/>
                  </a:cubicBezTo>
                  <a:cubicBezTo>
                    <a:pt x="10352" y="3752"/>
                    <a:pt x="8476" y="2309"/>
                    <a:pt x="6817" y="1371"/>
                  </a:cubicBezTo>
                  <a:cubicBezTo>
                    <a:pt x="5194" y="434"/>
                    <a:pt x="3824" y="1"/>
                    <a:pt x="2705"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12" name="Google Shape;2212;p38"/>
            <p:cNvSpPr/>
            <p:nvPr/>
          </p:nvSpPr>
          <p:spPr>
            <a:xfrm>
              <a:off x="4674700" y="3104025"/>
              <a:ext cx="162325" cy="244525"/>
            </a:xfrm>
            <a:custGeom>
              <a:avLst/>
              <a:gdLst/>
              <a:ahLst/>
              <a:cxnLst/>
              <a:rect l="l" t="t" r="r" b="b"/>
              <a:pathLst>
                <a:path w="6493" h="9781" extrusionOk="0">
                  <a:moveTo>
                    <a:pt x="5667" y="0"/>
                  </a:moveTo>
                  <a:cubicBezTo>
                    <a:pt x="5576" y="0"/>
                    <a:pt x="5485" y="29"/>
                    <a:pt x="5410" y="94"/>
                  </a:cubicBezTo>
                  <a:lnTo>
                    <a:pt x="145" y="4386"/>
                  </a:lnTo>
                  <a:cubicBezTo>
                    <a:pt x="36" y="4458"/>
                    <a:pt x="0" y="4602"/>
                    <a:pt x="0" y="4746"/>
                  </a:cubicBezTo>
                  <a:lnTo>
                    <a:pt x="181" y="9363"/>
                  </a:lnTo>
                  <a:cubicBezTo>
                    <a:pt x="181" y="9616"/>
                    <a:pt x="395" y="9781"/>
                    <a:pt x="622" y="9781"/>
                  </a:cubicBezTo>
                  <a:cubicBezTo>
                    <a:pt x="718" y="9781"/>
                    <a:pt x="816" y="9752"/>
                    <a:pt x="902" y="9687"/>
                  </a:cubicBezTo>
                  <a:lnTo>
                    <a:pt x="6312" y="5323"/>
                  </a:lnTo>
                  <a:cubicBezTo>
                    <a:pt x="6420" y="5251"/>
                    <a:pt x="6492" y="5107"/>
                    <a:pt x="6456" y="4963"/>
                  </a:cubicBezTo>
                  <a:lnTo>
                    <a:pt x="6096" y="418"/>
                  </a:lnTo>
                  <a:cubicBezTo>
                    <a:pt x="6096" y="164"/>
                    <a:pt x="5882" y="0"/>
                    <a:pt x="5667"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13" name="Google Shape;2213;p38"/>
            <p:cNvSpPr/>
            <p:nvPr/>
          </p:nvSpPr>
          <p:spPr>
            <a:xfrm>
              <a:off x="4667475" y="3096425"/>
              <a:ext cx="176750" cy="259725"/>
            </a:xfrm>
            <a:custGeom>
              <a:avLst/>
              <a:gdLst/>
              <a:ahLst/>
              <a:cxnLst/>
              <a:rect l="l" t="t" r="r" b="b"/>
              <a:pathLst>
                <a:path w="7070" h="10389" extrusionOk="0">
                  <a:moveTo>
                    <a:pt x="5952" y="614"/>
                  </a:moveTo>
                  <a:lnTo>
                    <a:pt x="6060" y="650"/>
                  </a:lnTo>
                  <a:lnTo>
                    <a:pt x="6096" y="722"/>
                  </a:lnTo>
                  <a:lnTo>
                    <a:pt x="6457" y="5303"/>
                  </a:lnTo>
                  <a:lnTo>
                    <a:pt x="6421" y="5411"/>
                  </a:lnTo>
                  <a:lnTo>
                    <a:pt x="975" y="9775"/>
                  </a:lnTo>
                  <a:lnTo>
                    <a:pt x="902" y="9811"/>
                  </a:lnTo>
                  <a:lnTo>
                    <a:pt x="794" y="9775"/>
                  </a:lnTo>
                  <a:lnTo>
                    <a:pt x="758" y="9667"/>
                  </a:lnTo>
                  <a:lnTo>
                    <a:pt x="578" y="5014"/>
                  </a:lnTo>
                  <a:lnTo>
                    <a:pt x="650" y="4906"/>
                  </a:lnTo>
                  <a:lnTo>
                    <a:pt x="5880" y="650"/>
                  </a:lnTo>
                  <a:lnTo>
                    <a:pt x="5952" y="614"/>
                  </a:lnTo>
                  <a:close/>
                  <a:moveTo>
                    <a:pt x="5952" y="1"/>
                  </a:moveTo>
                  <a:cubicBezTo>
                    <a:pt x="5808" y="1"/>
                    <a:pt x="5627" y="73"/>
                    <a:pt x="5519" y="181"/>
                  </a:cubicBezTo>
                  <a:lnTo>
                    <a:pt x="253" y="4437"/>
                  </a:lnTo>
                  <a:cubicBezTo>
                    <a:pt x="73" y="4581"/>
                    <a:pt x="1" y="4798"/>
                    <a:pt x="1" y="5014"/>
                  </a:cubicBezTo>
                  <a:lnTo>
                    <a:pt x="1" y="5086"/>
                  </a:lnTo>
                  <a:lnTo>
                    <a:pt x="2" y="5086"/>
                  </a:lnTo>
                  <a:lnTo>
                    <a:pt x="2" y="5086"/>
                  </a:lnTo>
                  <a:lnTo>
                    <a:pt x="181" y="9703"/>
                  </a:lnTo>
                  <a:cubicBezTo>
                    <a:pt x="181" y="9883"/>
                    <a:pt x="253" y="10064"/>
                    <a:pt x="398" y="10208"/>
                  </a:cubicBezTo>
                  <a:cubicBezTo>
                    <a:pt x="542" y="10316"/>
                    <a:pt x="722" y="10388"/>
                    <a:pt x="902" y="10388"/>
                  </a:cubicBezTo>
                  <a:cubicBezTo>
                    <a:pt x="1047" y="10388"/>
                    <a:pt x="1227" y="10352"/>
                    <a:pt x="1371" y="10244"/>
                  </a:cubicBezTo>
                  <a:lnTo>
                    <a:pt x="6781" y="5880"/>
                  </a:lnTo>
                  <a:cubicBezTo>
                    <a:pt x="6962" y="5735"/>
                    <a:pt x="7070" y="5519"/>
                    <a:pt x="7070" y="5303"/>
                  </a:cubicBezTo>
                  <a:lnTo>
                    <a:pt x="7070" y="5231"/>
                  </a:lnTo>
                  <a:lnTo>
                    <a:pt x="6709" y="686"/>
                  </a:lnTo>
                  <a:cubicBezTo>
                    <a:pt x="6673" y="470"/>
                    <a:pt x="6601" y="325"/>
                    <a:pt x="6457" y="181"/>
                  </a:cubicBezTo>
                  <a:cubicBezTo>
                    <a:pt x="6313" y="73"/>
                    <a:pt x="6132" y="1"/>
                    <a:pt x="5952"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14" name="Google Shape;2214;p38"/>
            <p:cNvSpPr/>
            <p:nvPr/>
          </p:nvSpPr>
          <p:spPr>
            <a:xfrm>
              <a:off x="4739591" y="-166683"/>
              <a:ext cx="18104" cy="2089879"/>
            </a:xfrm>
            <a:custGeom>
              <a:avLst/>
              <a:gdLst/>
              <a:ahLst/>
              <a:cxnLst/>
              <a:rect l="l" t="t" r="r" b="b"/>
              <a:pathLst>
                <a:path w="722" h="67410" extrusionOk="0">
                  <a:moveTo>
                    <a:pt x="433" y="0"/>
                  </a:moveTo>
                  <a:cubicBezTo>
                    <a:pt x="253" y="0"/>
                    <a:pt x="108" y="144"/>
                    <a:pt x="108" y="289"/>
                  </a:cubicBezTo>
                  <a:cubicBezTo>
                    <a:pt x="36" y="11325"/>
                    <a:pt x="0" y="22362"/>
                    <a:pt x="0" y="33506"/>
                  </a:cubicBezTo>
                  <a:cubicBezTo>
                    <a:pt x="0" y="44651"/>
                    <a:pt x="36" y="55832"/>
                    <a:pt x="108" y="67085"/>
                  </a:cubicBezTo>
                  <a:cubicBezTo>
                    <a:pt x="108" y="67265"/>
                    <a:pt x="253" y="67409"/>
                    <a:pt x="433" y="67409"/>
                  </a:cubicBezTo>
                  <a:cubicBezTo>
                    <a:pt x="577" y="67409"/>
                    <a:pt x="722" y="67265"/>
                    <a:pt x="722" y="67085"/>
                  </a:cubicBezTo>
                  <a:cubicBezTo>
                    <a:pt x="649" y="55832"/>
                    <a:pt x="613" y="44651"/>
                    <a:pt x="613" y="33506"/>
                  </a:cubicBezTo>
                  <a:cubicBezTo>
                    <a:pt x="613" y="22362"/>
                    <a:pt x="649" y="11325"/>
                    <a:pt x="722" y="289"/>
                  </a:cubicBezTo>
                  <a:cubicBezTo>
                    <a:pt x="722" y="144"/>
                    <a:pt x="577" y="0"/>
                    <a:pt x="43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15" name="Google Shape;2215;p38"/>
            <p:cNvSpPr/>
            <p:nvPr/>
          </p:nvSpPr>
          <p:spPr>
            <a:xfrm>
              <a:off x="4742325" y="1908025"/>
              <a:ext cx="15350" cy="1251550"/>
            </a:xfrm>
            <a:custGeom>
              <a:avLst/>
              <a:gdLst/>
              <a:ahLst/>
              <a:cxnLst/>
              <a:rect l="l" t="t" r="r" b="b"/>
              <a:pathLst>
                <a:path w="614" h="50062" extrusionOk="0">
                  <a:moveTo>
                    <a:pt x="325" y="0"/>
                  </a:moveTo>
                  <a:cubicBezTo>
                    <a:pt x="145" y="0"/>
                    <a:pt x="0" y="145"/>
                    <a:pt x="0" y="289"/>
                  </a:cubicBezTo>
                  <a:lnTo>
                    <a:pt x="0" y="49773"/>
                  </a:lnTo>
                  <a:cubicBezTo>
                    <a:pt x="0" y="49953"/>
                    <a:pt x="145" y="50061"/>
                    <a:pt x="325" y="50061"/>
                  </a:cubicBezTo>
                  <a:cubicBezTo>
                    <a:pt x="469" y="50061"/>
                    <a:pt x="614" y="49953"/>
                    <a:pt x="614" y="49773"/>
                  </a:cubicBezTo>
                  <a:lnTo>
                    <a:pt x="614" y="289"/>
                  </a:lnTo>
                  <a:cubicBezTo>
                    <a:pt x="614" y="145"/>
                    <a:pt x="469" y="0"/>
                    <a:pt x="325"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216" name="Google Shape;2216;p38"/>
            <p:cNvSpPr/>
            <p:nvPr/>
          </p:nvSpPr>
          <p:spPr>
            <a:xfrm>
              <a:off x="3923552" y="-166737"/>
              <a:ext cx="18104" cy="2984732"/>
            </a:xfrm>
            <a:custGeom>
              <a:avLst/>
              <a:gdLst/>
              <a:ahLst/>
              <a:cxnLst/>
              <a:rect l="l" t="t" r="r" b="b"/>
              <a:pathLst>
                <a:path w="722" h="103153" extrusionOk="0">
                  <a:moveTo>
                    <a:pt x="325" y="0"/>
                  </a:moveTo>
                  <a:cubicBezTo>
                    <a:pt x="145" y="0"/>
                    <a:pt x="0" y="108"/>
                    <a:pt x="0" y="289"/>
                  </a:cubicBezTo>
                  <a:cubicBezTo>
                    <a:pt x="73" y="17312"/>
                    <a:pt x="109" y="34372"/>
                    <a:pt x="109" y="51468"/>
                  </a:cubicBezTo>
                  <a:cubicBezTo>
                    <a:pt x="109" y="68564"/>
                    <a:pt x="73" y="85696"/>
                    <a:pt x="0" y="102864"/>
                  </a:cubicBezTo>
                  <a:cubicBezTo>
                    <a:pt x="0" y="103008"/>
                    <a:pt x="145" y="103152"/>
                    <a:pt x="325" y="103152"/>
                  </a:cubicBezTo>
                  <a:cubicBezTo>
                    <a:pt x="469" y="103152"/>
                    <a:pt x="614" y="103008"/>
                    <a:pt x="614" y="102864"/>
                  </a:cubicBezTo>
                  <a:cubicBezTo>
                    <a:pt x="686" y="85696"/>
                    <a:pt x="722" y="68564"/>
                    <a:pt x="722" y="51468"/>
                  </a:cubicBezTo>
                  <a:cubicBezTo>
                    <a:pt x="722" y="34372"/>
                    <a:pt x="686" y="17312"/>
                    <a:pt x="614" y="289"/>
                  </a:cubicBezTo>
                  <a:cubicBezTo>
                    <a:pt x="614" y="108"/>
                    <a:pt x="469" y="0"/>
                    <a:pt x="325"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17" name="Google Shape;2217;p38"/>
            <p:cNvSpPr/>
            <p:nvPr/>
          </p:nvSpPr>
          <p:spPr>
            <a:xfrm>
              <a:off x="3599900" y="4261400"/>
              <a:ext cx="339050" cy="267825"/>
            </a:xfrm>
            <a:custGeom>
              <a:avLst/>
              <a:gdLst/>
              <a:ahLst/>
              <a:cxnLst/>
              <a:rect l="l" t="t" r="r" b="b"/>
              <a:pathLst>
                <a:path w="13562" h="10713" extrusionOk="0">
                  <a:moveTo>
                    <a:pt x="3102" y="1"/>
                  </a:moveTo>
                  <a:cubicBezTo>
                    <a:pt x="2128" y="1732"/>
                    <a:pt x="1010" y="3607"/>
                    <a:pt x="0" y="5375"/>
                  </a:cubicBezTo>
                  <a:cubicBezTo>
                    <a:pt x="1840" y="5663"/>
                    <a:pt x="4617" y="6348"/>
                    <a:pt x="6312" y="7863"/>
                  </a:cubicBezTo>
                  <a:cubicBezTo>
                    <a:pt x="7466" y="8909"/>
                    <a:pt x="8260" y="9883"/>
                    <a:pt x="8801" y="10712"/>
                  </a:cubicBezTo>
                  <a:cubicBezTo>
                    <a:pt x="10207" y="9847"/>
                    <a:pt x="11830" y="8909"/>
                    <a:pt x="13562" y="8007"/>
                  </a:cubicBezTo>
                  <a:cubicBezTo>
                    <a:pt x="12588" y="6132"/>
                    <a:pt x="10748" y="3210"/>
                    <a:pt x="7899" y="1696"/>
                  </a:cubicBezTo>
                  <a:cubicBezTo>
                    <a:pt x="5266" y="325"/>
                    <a:pt x="3860" y="37"/>
                    <a:pt x="3102"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18" name="Google Shape;2218;p38"/>
            <p:cNvSpPr/>
            <p:nvPr/>
          </p:nvSpPr>
          <p:spPr>
            <a:xfrm>
              <a:off x="3591775" y="4254175"/>
              <a:ext cx="355300" cy="282700"/>
            </a:xfrm>
            <a:custGeom>
              <a:avLst/>
              <a:gdLst/>
              <a:ahLst/>
              <a:cxnLst/>
              <a:rect l="l" t="t" r="r" b="b"/>
              <a:pathLst>
                <a:path w="14212" h="11308" extrusionOk="0">
                  <a:moveTo>
                    <a:pt x="3576" y="618"/>
                  </a:moveTo>
                  <a:cubicBezTo>
                    <a:pt x="4280" y="655"/>
                    <a:pt x="5666" y="966"/>
                    <a:pt x="8080" y="2273"/>
                  </a:cubicBezTo>
                  <a:cubicBezTo>
                    <a:pt x="10683" y="3643"/>
                    <a:pt x="12473" y="6282"/>
                    <a:pt x="13480" y="8150"/>
                  </a:cubicBezTo>
                  <a:lnTo>
                    <a:pt x="13480" y="8150"/>
                  </a:lnTo>
                  <a:cubicBezTo>
                    <a:pt x="11945" y="8987"/>
                    <a:pt x="10500" y="9821"/>
                    <a:pt x="9223" y="10601"/>
                  </a:cubicBezTo>
                  <a:lnTo>
                    <a:pt x="9223" y="10601"/>
                  </a:lnTo>
                  <a:cubicBezTo>
                    <a:pt x="8661" y="9816"/>
                    <a:pt x="7907" y="8891"/>
                    <a:pt x="6854" y="7936"/>
                  </a:cubicBezTo>
                  <a:cubicBezTo>
                    <a:pt x="5187" y="6469"/>
                    <a:pt x="2659" y="5773"/>
                    <a:pt x="804" y="5419"/>
                  </a:cubicBezTo>
                  <a:lnTo>
                    <a:pt x="804" y="5419"/>
                  </a:lnTo>
                  <a:cubicBezTo>
                    <a:pt x="1717" y="3856"/>
                    <a:pt x="2700" y="2171"/>
                    <a:pt x="3576" y="618"/>
                  </a:cubicBezTo>
                  <a:close/>
                  <a:moveTo>
                    <a:pt x="3427" y="1"/>
                  </a:moveTo>
                  <a:cubicBezTo>
                    <a:pt x="3319" y="1"/>
                    <a:pt x="3211" y="73"/>
                    <a:pt x="3175" y="145"/>
                  </a:cubicBezTo>
                  <a:cubicBezTo>
                    <a:pt x="2201" y="1840"/>
                    <a:pt x="1083" y="3752"/>
                    <a:pt x="73" y="5483"/>
                  </a:cubicBezTo>
                  <a:cubicBezTo>
                    <a:pt x="1" y="5591"/>
                    <a:pt x="1" y="5700"/>
                    <a:pt x="37" y="5772"/>
                  </a:cubicBezTo>
                  <a:cubicBezTo>
                    <a:pt x="73" y="5880"/>
                    <a:pt x="181" y="5916"/>
                    <a:pt x="253" y="5952"/>
                  </a:cubicBezTo>
                  <a:cubicBezTo>
                    <a:pt x="2093" y="6241"/>
                    <a:pt x="4834" y="6926"/>
                    <a:pt x="6421" y="8405"/>
                  </a:cubicBezTo>
                  <a:cubicBezTo>
                    <a:pt x="7539" y="9378"/>
                    <a:pt x="8332" y="10352"/>
                    <a:pt x="8873" y="11182"/>
                  </a:cubicBezTo>
                  <a:cubicBezTo>
                    <a:pt x="8920" y="11252"/>
                    <a:pt x="9013" y="11307"/>
                    <a:pt x="9112" y="11307"/>
                  </a:cubicBezTo>
                  <a:cubicBezTo>
                    <a:pt x="9165" y="11307"/>
                    <a:pt x="9220" y="11292"/>
                    <a:pt x="9270" y="11254"/>
                  </a:cubicBezTo>
                  <a:cubicBezTo>
                    <a:pt x="10713" y="10388"/>
                    <a:pt x="12300" y="9487"/>
                    <a:pt x="14031" y="8549"/>
                  </a:cubicBezTo>
                  <a:cubicBezTo>
                    <a:pt x="14175" y="8477"/>
                    <a:pt x="14211" y="8296"/>
                    <a:pt x="14139" y="8152"/>
                  </a:cubicBezTo>
                  <a:cubicBezTo>
                    <a:pt x="13165" y="6241"/>
                    <a:pt x="11290" y="3319"/>
                    <a:pt x="8332" y="1732"/>
                  </a:cubicBezTo>
                  <a:cubicBezTo>
                    <a:pt x="5735" y="326"/>
                    <a:pt x="4257" y="1"/>
                    <a:pt x="3427"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19" name="Google Shape;2219;p38"/>
            <p:cNvSpPr/>
            <p:nvPr/>
          </p:nvSpPr>
          <p:spPr>
            <a:xfrm>
              <a:off x="3592675" y="4213600"/>
              <a:ext cx="394975" cy="349875"/>
            </a:xfrm>
            <a:custGeom>
              <a:avLst/>
              <a:gdLst/>
              <a:ahLst/>
              <a:cxnLst/>
              <a:rect l="l" t="t" r="r" b="b"/>
              <a:pathLst>
                <a:path w="15799" h="13995" extrusionOk="0">
                  <a:moveTo>
                    <a:pt x="8801" y="1"/>
                  </a:moveTo>
                  <a:lnTo>
                    <a:pt x="1" y="10569"/>
                  </a:lnTo>
                  <a:lnTo>
                    <a:pt x="5375" y="13995"/>
                  </a:lnTo>
                  <a:lnTo>
                    <a:pt x="15798" y="3572"/>
                  </a:lnTo>
                  <a:lnTo>
                    <a:pt x="8801" y="1"/>
                  </a:ln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20" name="Google Shape;2220;p38"/>
            <p:cNvSpPr/>
            <p:nvPr/>
          </p:nvSpPr>
          <p:spPr>
            <a:xfrm>
              <a:off x="3584575" y="4205450"/>
              <a:ext cx="411175" cy="365600"/>
            </a:xfrm>
            <a:custGeom>
              <a:avLst/>
              <a:gdLst/>
              <a:ahLst/>
              <a:cxnLst/>
              <a:rect l="l" t="t" r="r" b="b"/>
              <a:pathLst>
                <a:path w="16447" h="14624" extrusionOk="0">
                  <a:moveTo>
                    <a:pt x="9192" y="687"/>
                  </a:moveTo>
                  <a:lnTo>
                    <a:pt x="15617" y="3970"/>
                  </a:lnTo>
                  <a:lnTo>
                    <a:pt x="5663" y="13960"/>
                  </a:lnTo>
                  <a:lnTo>
                    <a:pt x="758" y="10822"/>
                  </a:lnTo>
                  <a:lnTo>
                    <a:pt x="9192" y="687"/>
                  </a:lnTo>
                  <a:close/>
                  <a:moveTo>
                    <a:pt x="9118" y="1"/>
                  </a:moveTo>
                  <a:cubicBezTo>
                    <a:pt x="9028" y="1"/>
                    <a:pt x="8943" y="41"/>
                    <a:pt x="8873" y="111"/>
                  </a:cubicBezTo>
                  <a:lnTo>
                    <a:pt x="72" y="10714"/>
                  </a:lnTo>
                  <a:cubicBezTo>
                    <a:pt x="36" y="10786"/>
                    <a:pt x="0" y="10859"/>
                    <a:pt x="36" y="10967"/>
                  </a:cubicBezTo>
                  <a:cubicBezTo>
                    <a:pt x="36" y="11039"/>
                    <a:pt x="72" y="11111"/>
                    <a:pt x="145" y="11147"/>
                  </a:cubicBezTo>
                  <a:lnTo>
                    <a:pt x="5555" y="14573"/>
                  </a:lnTo>
                  <a:cubicBezTo>
                    <a:pt x="5603" y="14606"/>
                    <a:pt x="5659" y="14624"/>
                    <a:pt x="5716" y="14624"/>
                  </a:cubicBezTo>
                  <a:cubicBezTo>
                    <a:pt x="5785" y="14624"/>
                    <a:pt x="5856" y="14597"/>
                    <a:pt x="5915" y="14537"/>
                  </a:cubicBezTo>
                  <a:lnTo>
                    <a:pt x="16339" y="4114"/>
                  </a:lnTo>
                  <a:cubicBezTo>
                    <a:pt x="16411" y="4042"/>
                    <a:pt x="16447" y="3934"/>
                    <a:pt x="16411" y="3862"/>
                  </a:cubicBezTo>
                  <a:cubicBezTo>
                    <a:pt x="16411" y="3753"/>
                    <a:pt x="16339" y="3681"/>
                    <a:pt x="16266" y="3645"/>
                  </a:cubicBezTo>
                  <a:lnTo>
                    <a:pt x="9269" y="38"/>
                  </a:lnTo>
                  <a:cubicBezTo>
                    <a:pt x="9218" y="13"/>
                    <a:pt x="9167" y="1"/>
                    <a:pt x="9118"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21" name="Google Shape;2221;p38"/>
            <p:cNvSpPr/>
            <p:nvPr/>
          </p:nvSpPr>
          <p:spPr>
            <a:xfrm>
              <a:off x="3659400" y="4259600"/>
              <a:ext cx="255200" cy="233550"/>
            </a:xfrm>
            <a:custGeom>
              <a:avLst/>
              <a:gdLst/>
              <a:ahLst/>
              <a:cxnLst/>
              <a:rect l="l" t="t" r="r" b="b"/>
              <a:pathLst>
                <a:path w="10208" h="9342" extrusionOk="0">
                  <a:moveTo>
                    <a:pt x="6601" y="0"/>
                  </a:moveTo>
                  <a:lnTo>
                    <a:pt x="1" y="7827"/>
                  </a:lnTo>
                  <a:lnTo>
                    <a:pt x="2598" y="9342"/>
                  </a:lnTo>
                  <a:lnTo>
                    <a:pt x="10208" y="1623"/>
                  </a:lnTo>
                  <a:lnTo>
                    <a:pt x="6601" y="0"/>
                  </a:ln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222" name="Google Shape;2222;p38"/>
            <p:cNvSpPr/>
            <p:nvPr/>
          </p:nvSpPr>
          <p:spPr>
            <a:xfrm>
              <a:off x="3651300" y="4252025"/>
              <a:ext cx="271425" cy="248425"/>
            </a:xfrm>
            <a:custGeom>
              <a:avLst/>
              <a:gdLst/>
              <a:ahLst/>
              <a:cxnLst/>
              <a:rect l="l" t="t" r="r" b="b"/>
              <a:pathLst>
                <a:path w="10857" h="9937" extrusionOk="0">
                  <a:moveTo>
                    <a:pt x="7032" y="655"/>
                  </a:moveTo>
                  <a:lnTo>
                    <a:pt x="10027" y="2035"/>
                  </a:lnTo>
                  <a:lnTo>
                    <a:pt x="2886" y="9284"/>
                  </a:lnTo>
                  <a:lnTo>
                    <a:pt x="758" y="8058"/>
                  </a:lnTo>
                  <a:lnTo>
                    <a:pt x="7032" y="655"/>
                  </a:lnTo>
                  <a:close/>
                  <a:moveTo>
                    <a:pt x="6955" y="1"/>
                  </a:moveTo>
                  <a:cubicBezTo>
                    <a:pt x="6853" y="1"/>
                    <a:pt x="6761" y="34"/>
                    <a:pt x="6709" y="87"/>
                  </a:cubicBezTo>
                  <a:lnTo>
                    <a:pt x="72" y="7914"/>
                  </a:lnTo>
                  <a:cubicBezTo>
                    <a:pt x="36" y="7986"/>
                    <a:pt x="0" y="8094"/>
                    <a:pt x="0" y="8166"/>
                  </a:cubicBezTo>
                  <a:cubicBezTo>
                    <a:pt x="36" y="8274"/>
                    <a:pt x="72" y="8346"/>
                    <a:pt x="144" y="8382"/>
                  </a:cubicBezTo>
                  <a:lnTo>
                    <a:pt x="2777" y="9897"/>
                  </a:lnTo>
                  <a:cubicBezTo>
                    <a:pt x="2819" y="9925"/>
                    <a:pt x="2865" y="9937"/>
                    <a:pt x="2913" y="9937"/>
                  </a:cubicBezTo>
                  <a:cubicBezTo>
                    <a:pt x="2991" y="9937"/>
                    <a:pt x="3071" y="9906"/>
                    <a:pt x="3138" y="9861"/>
                  </a:cubicBezTo>
                  <a:lnTo>
                    <a:pt x="10748" y="2143"/>
                  </a:lnTo>
                  <a:cubicBezTo>
                    <a:pt x="10820" y="2071"/>
                    <a:pt x="10856" y="1962"/>
                    <a:pt x="10820" y="1890"/>
                  </a:cubicBezTo>
                  <a:cubicBezTo>
                    <a:pt x="10820" y="1782"/>
                    <a:pt x="10748" y="1710"/>
                    <a:pt x="10640" y="1638"/>
                  </a:cubicBezTo>
                  <a:lnTo>
                    <a:pt x="7069" y="15"/>
                  </a:lnTo>
                  <a:cubicBezTo>
                    <a:pt x="7031" y="5"/>
                    <a:pt x="6992" y="1"/>
                    <a:pt x="6955"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23" name="Google Shape;2223;p38"/>
            <p:cNvSpPr/>
            <p:nvPr/>
          </p:nvSpPr>
          <p:spPr>
            <a:xfrm>
              <a:off x="2214925" y="4282725"/>
              <a:ext cx="151500" cy="319300"/>
            </a:xfrm>
            <a:custGeom>
              <a:avLst/>
              <a:gdLst/>
              <a:ahLst/>
              <a:cxnLst/>
              <a:rect l="l" t="t" r="r" b="b"/>
              <a:pathLst>
                <a:path w="6060" h="12772" extrusionOk="0">
                  <a:moveTo>
                    <a:pt x="2113" y="0"/>
                  </a:moveTo>
                  <a:cubicBezTo>
                    <a:pt x="1723" y="0"/>
                    <a:pt x="1333" y="155"/>
                    <a:pt x="974" y="482"/>
                  </a:cubicBezTo>
                  <a:cubicBezTo>
                    <a:pt x="0" y="1384"/>
                    <a:pt x="577" y="3440"/>
                    <a:pt x="830" y="4522"/>
                  </a:cubicBezTo>
                  <a:cubicBezTo>
                    <a:pt x="1227" y="6469"/>
                    <a:pt x="1551" y="8453"/>
                    <a:pt x="2200" y="10328"/>
                  </a:cubicBezTo>
                  <a:cubicBezTo>
                    <a:pt x="2489" y="11086"/>
                    <a:pt x="2814" y="12528"/>
                    <a:pt x="3751" y="12709"/>
                  </a:cubicBezTo>
                  <a:cubicBezTo>
                    <a:pt x="3943" y="12751"/>
                    <a:pt x="4121" y="12772"/>
                    <a:pt x="4285" y="12772"/>
                  </a:cubicBezTo>
                  <a:cubicBezTo>
                    <a:pt x="5503" y="12772"/>
                    <a:pt x="5956" y="11638"/>
                    <a:pt x="5987" y="10112"/>
                  </a:cubicBezTo>
                  <a:cubicBezTo>
                    <a:pt x="6060" y="7371"/>
                    <a:pt x="4761" y="3295"/>
                    <a:pt x="4473" y="2430"/>
                  </a:cubicBezTo>
                  <a:cubicBezTo>
                    <a:pt x="3988" y="899"/>
                    <a:pt x="3053" y="0"/>
                    <a:pt x="2113"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224" name="Google Shape;2224;p38"/>
            <p:cNvSpPr/>
            <p:nvPr/>
          </p:nvSpPr>
          <p:spPr>
            <a:xfrm>
              <a:off x="2218525" y="4275825"/>
              <a:ext cx="153300" cy="333650"/>
            </a:xfrm>
            <a:custGeom>
              <a:avLst/>
              <a:gdLst/>
              <a:ahLst/>
              <a:cxnLst/>
              <a:rect l="l" t="t" r="r" b="b"/>
              <a:pathLst>
                <a:path w="6132" h="13346" extrusionOk="0">
                  <a:moveTo>
                    <a:pt x="1984" y="578"/>
                  </a:moveTo>
                  <a:cubicBezTo>
                    <a:pt x="2345" y="578"/>
                    <a:pt x="2742" y="758"/>
                    <a:pt x="3102" y="1119"/>
                  </a:cubicBezTo>
                  <a:cubicBezTo>
                    <a:pt x="3463" y="1515"/>
                    <a:pt x="3824" y="2056"/>
                    <a:pt x="4040" y="2814"/>
                  </a:cubicBezTo>
                  <a:cubicBezTo>
                    <a:pt x="4329" y="3643"/>
                    <a:pt x="5555" y="7539"/>
                    <a:pt x="5555" y="10208"/>
                  </a:cubicBezTo>
                  <a:cubicBezTo>
                    <a:pt x="5555" y="10280"/>
                    <a:pt x="5555" y="10316"/>
                    <a:pt x="5555" y="10388"/>
                  </a:cubicBezTo>
                  <a:cubicBezTo>
                    <a:pt x="5519" y="11145"/>
                    <a:pt x="5411" y="11758"/>
                    <a:pt x="5194" y="12155"/>
                  </a:cubicBezTo>
                  <a:cubicBezTo>
                    <a:pt x="5050" y="12336"/>
                    <a:pt x="4942" y="12480"/>
                    <a:pt x="4761" y="12588"/>
                  </a:cubicBezTo>
                  <a:cubicBezTo>
                    <a:pt x="4581" y="12696"/>
                    <a:pt x="4401" y="12768"/>
                    <a:pt x="4112" y="12768"/>
                  </a:cubicBezTo>
                  <a:cubicBezTo>
                    <a:pt x="4004" y="12768"/>
                    <a:pt x="3824" y="12732"/>
                    <a:pt x="3679" y="12696"/>
                  </a:cubicBezTo>
                  <a:cubicBezTo>
                    <a:pt x="3499" y="12660"/>
                    <a:pt x="3355" y="12588"/>
                    <a:pt x="3211" y="12444"/>
                  </a:cubicBezTo>
                  <a:cubicBezTo>
                    <a:pt x="3030" y="12227"/>
                    <a:pt x="2850" y="11903"/>
                    <a:pt x="2706" y="11542"/>
                  </a:cubicBezTo>
                  <a:cubicBezTo>
                    <a:pt x="2561" y="11181"/>
                    <a:pt x="2453" y="10785"/>
                    <a:pt x="2345" y="10496"/>
                  </a:cubicBezTo>
                  <a:cubicBezTo>
                    <a:pt x="1696" y="8657"/>
                    <a:pt x="1371" y="6709"/>
                    <a:pt x="974" y="4761"/>
                  </a:cubicBezTo>
                  <a:cubicBezTo>
                    <a:pt x="830" y="4112"/>
                    <a:pt x="578" y="3175"/>
                    <a:pt x="578" y="2345"/>
                  </a:cubicBezTo>
                  <a:cubicBezTo>
                    <a:pt x="578" y="1768"/>
                    <a:pt x="722" y="1299"/>
                    <a:pt x="1047" y="1010"/>
                  </a:cubicBezTo>
                  <a:cubicBezTo>
                    <a:pt x="1371" y="722"/>
                    <a:pt x="1660" y="578"/>
                    <a:pt x="1984" y="578"/>
                  </a:cubicBezTo>
                  <a:close/>
                  <a:moveTo>
                    <a:pt x="1984" y="1"/>
                  </a:moveTo>
                  <a:cubicBezTo>
                    <a:pt x="1515" y="1"/>
                    <a:pt x="1047" y="181"/>
                    <a:pt x="650" y="542"/>
                  </a:cubicBezTo>
                  <a:cubicBezTo>
                    <a:pt x="109" y="1010"/>
                    <a:pt x="1" y="1696"/>
                    <a:pt x="1" y="2345"/>
                  </a:cubicBezTo>
                  <a:cubicBezTo>
                    <a:pt x="1" y="3283"/>
                    <a:pt x="253" y="4257"/>
                    <a:pt x="397" y="4870"/>
                  </a:cubicBezTo>
                  <a:cubicBezTo>
                    <a:pt x="794" y="6817"/>
                    <a:pt x="1083" y="8801"/>
                    <a:pt x="1804" y="10713"/>
                  </a:cubicBezTo>
                  <a:cubicBezTo>
                    <a:pt x="1912" y="11073"/>
                    <a:pt x="2056" y="11614"/>
                    <a:pt x="2309" y="12155"/>
                  </a:cubicBezTo>
                  <a:cubicBezTo>
                    <a:pt x="2453" y="12408"/>
                    <a:pt x="2597" y="12660"/>
                    <a:pt x="2778" y="12840"/>
                  </a:cubicBezTo>
                  <a:cubicBezTo>
                    <a:pt x="2994" y="13057"/>
                    <a:pt x="3247" y="13237"/>
                    <a:pt x="3535" y="13309"/>
                  </a:cubicBezTo>
                  <a:cubicBezTo>
                    <a:pt x="3752" y="13345"/>
                    <a:pt x="3932" y="13345"/>
                    <a:pt x="4112" y="13345"/>
                  </a:cubicBezTo>
                  <a:cubicBezTo>
                    <a:pt x="4473" y="13345"/>
                    <a:pt x="4798" y="13273"/>
                    <a:pt x="5086" y="13129"/>
                  </a:cubicBezTo>
                  <a:cubicBezTo>
                    <a:pt x="5483" y="12877"/>
                    <a:pt x="5735" y="12480"/>
                    <a:pt x="5916" y="12011"/>
                  </a:cubicBezTo>
                  <a:cubicBezTo>
                    <a:pt x="6060" y="11542"/>
                    <a:pt x="6132" y="11001"/>
                    <a:pt x="6132" y="10424"/>
                  </a:cubicBezTo>
                  <a:cubicBezTo>
                    <a:pt x="6132" y="10352"/>
                    <a:pt x="6132" y="10280"/>
                    <a:pt x="6132" y="10208"/>
                  </a:cubicBezTo>
                  <a:cubicBezTo>
                    <a:pt x="6132" y="7358"/>
                    <a:pt x="4906" y="3499"/>
                    <a:pt x="4617" y="2633"/>
                  </a:cubicBezTo>
                  <a:cubicBezTo>
                    <a:pt x="4365" y="1804"/>
                    <a:pt x="4004" y="1155"/>
                    <a:pt x="3535" y="722"/>
                  </a:cubicBezTo>
                  <a:cubicBezTo>
                    <a:pt x="3102" y="253"/>
                    <a:pt x="2561" y="1"/>
                    <a:pt x="1984"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25" name="Google Shape;2225;p38"/>
            <p:cNvSpPr/>
            <p:nvPr/>
          </p:nvSpPr>
          <p:spPr>
            <a:xfrm>
              <a:off x="2166225" y="4403450"/>
              <a:ext cx="113650" cy="239800"/>
            </a:xfrm>
            <a:custGeom>
              <a:avLst/>
              <a:gdLst/>
              <a:ahLst/>
              <a:cxnLst/>
              <a:rect l="l" t="t" r="r" b="b"/>
              <a:pathLst>
                <a:path w="4546" h="9592" extrusionOk="0">
                  <a:moveTo>
                    <a:pt x="1591" y="1"/>
                  </a:moveTo>
                  <a:cubicBezTo>
                    <a:pt x="1297" y="1"/>
                    <a:pt x="1000" y="121"/>
                    <a:pt x="722" y="378"/>
                  </a:cubicBezTo>
                  <a:cubicBezTo>
                    <a:pt x="1" y="1063"/>
                    <a:pt x="433" y="2578"/>
                    <a:pt x="614" y="3407"/>
                  </a:cubicBezTo>
                  <a:cubicBezTo>
                    <a:pt x="902" y="4850"/>
                    <a:pt x="1155" y="6329"/>
                    <a:pt x="1660" y="7772"/>
                  </a:cubicBezTo>
                  <a:cubicBezTo>
                    <a:pt x="1876" y="8313"/>
                    <a:pt x="2093" y="9395"/>
                    <a:pt x="2814" y="9539"/>
                  </a:cubicBezTo>
                  <a:cubicBezTo>
                    <a:pt x="2965" y="9574"/>
                    <a:pt x="3104" y="9591"/>
                    <a:pt x="3231" y="9591"/>
                  </a:cubicBezTo>
                  <a:cubicBezTo>
                    <a:pt x="4141" y="9591"/>
                    <a:pt x="4477" y="8730"/>
                    <a:pt x="4509" y="7591"/>
                  </a:cubicBezTo>
                  <a:cubicBezTo>
                    <a:pt x="4545" y="5535"/>
                    <a:pt x="3571" y="2470"/>
                    <a:pt x="3355" y="1820"/>
                  </a:cubicBezTo>
                  <a:cubicBezTo>
                    <a:pt x="2974" y="679"/>
                    <a:pt x="2290" y="1"/>
                    <a:pt x="1591"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226" name="Google Shape;2226;p38"/>
            <p:cNvSpPr/>
            <p:nvPr/>
          </p:nvSpPr>
          <p:spPr>
            <a:xfrm>
              <a:off x="2166225" y="4395750"/>
              <a:ext cx="119950" cy="255200"/>
            </a:xfrm>
            <a:custGeom>
              <a:avLst/>
              <a:gdLst/>
              <a:ahLst/>
              <a:cxnLst/>
              <a:rect l="l" t="t" r="r" b="b"/>
              <a:pathLst>
                <a:path w="4798" h="10208" extrusionOk="0">
                  <a:moveTo>
                    <a:pt x="1588" y="614"/>
                  </a:moveTo>
                  <a:cubicBezTo>
                    <a:pt x="1840" y="614"/>
                    <a:pt x="2129" y="722"/>
                    <a:pt x="2381" y="1010"/>
                  </a:cubicBezTo>
                  <a:cubicBezTo>
                    <a:pt x="2670" y="1263"/>
                    <a:pt x="2886" y="1696"/>
                    <a:pt x="3066" y="2237"/>
                  </a:cubicBezTo>
                  <a:cubicBezTo>
                    <a:pt x="3283" y="2850"/>
                    <a:pt x="4184" y="5771"/>
                    <a:pt x="4184" y="7755"/>
                  </a:cubicBezTo>
                  <a:lnTo>
                    <a:pt x="4184" y="7899"/>
                  </a:lnTo>
                  <a:cubicBezTo>
                    <a:pt x="4184" y="8440"/>
                    <a:pt x="4076" y="8909"/>
                    <a:pt x="3932" y="9198"/>
                  </a:cubicBezTo>
                  <a:cubicBezTo>
                    <a:pt x="3860" y="9342"/>
                    <a:pt x="3752" y="9414"/>
                    <a:pt x="3643" y="9486"/>
                  </a:cubicBezTo>
                  <a:cubicBezTo>
                    <a:pt x="3535" y="9558"/>
                    <a:pt x="3391" y="9594"/>
                    <a:pt x="3211" y="9594"/>
                  </a:cubicBezTo>
                  <a:cubicBezTo>
                    <a:pt x="3102" y="9594"/>
                    <a:pt x="2994" y="9594"/>
                    <a:pt x="2886" y="9558"/>
                  </a:cubicBezTo>
                  <a:cubicBezTo>
                    <a:pt x="2778" y="9558"/>
                    <a:pt x="2670" y="9486"/>
                    <a:pt x="2561" y="9378"/>
                  </a:cubicBezTo>
                  <a:cubicBezTo>
                    <a:pt x="2453" y="9234"/>
                    <a:pt x="2309" y="8981"/>
                    <a:pt x="2201" y="8729"/>
                  </a:cubicBezTo>
                  <a:cubicBezTo>
                    <a:pt x="2093" y="8476"/>
                    <a:pt x="2020" y="8188"/>
                    <a:pt x="1948" y="7971"/>
                  </a:cubicBezTo>
                  <a:cubicBezTo>
                    <a:pt x="1443" y="6601"/>
                    <a:pt x="1227" y="5122"/>
                    <a:pt x="902" y="3643"/>
                  </a:cubicBezTo>
                  <a:cubicBezTo>
                    <a:pt x="794" y="3174"/>
                    <a:pt x="614" y="2453"/>
                    <a:pt x="614" y="1876"/>
                  </a:cubicBezTo>
                  <a:cubicBezTo>
                    <a:pt x="614" y="1443"/>
                    <a:pt x="722" y="1083"/>
                    <a:pt x="938" y="902"/>
                  </a:cubicBezTo>
                  <a:cubicBezTo>
                    <a:pt x="1155" y="686"/>
                    <a:pt x="1371" y="614"/>
                    <a:pt x="1588" y="614"/>
                  </a:cubicBezTo>
                  <a:close/>
                  <a:moveTo>
                    <a:pt x="1588" y="1"/>
                  </a:moveTo>
                  <a:cubicBezTo>
                    <a:pt x="1227" y="1"/>
                    <a:pt x="830" y="181"/>
                    <a:pt x="542" y="469"/>
                  </a:cubicBezTo>
                  <a:cubicBezTo>
                    <a:pt x="109" y="830"/>
                    <a:pt x="1" y="1371"/>
                    <a:pt x="1" y="1876"/>
                  </a:cubicBezTo>
                  <a:cubicBezTo>
                    <a:pt x="1" y="2561"/>
                    <a:pt x="217" y="3319"/>
                    <a:pt x="325" y="3788"/>
                  </a:cubicBezTo>
                  <a:cubicBezTo>
                    <a:pt x="614" y="5230"/>
                    <a:pt x="866" y="6709"/>
                    <a:pt x="1371" y="8152"/>
                  </a:cubicBezTo>
                  <a:cubicBezTo>
                    <a:pt x="1479" y="8440"/>
                    <a:pt x="1588" y="8873"/>
                    <a:pt x="1768" y="9234"/>
                  </a:cubicBezTo>
                  <a:cubicBezTo>
                    <a:pt x="1876" y="9450"/>
                    <a:pt x="1984" y="9630"/>
                    <a:pt x="2129" y="9811"/>
                  </a:cubicBezTo>
                  <a:cubicBezTo>
                    <a:pt x="2309" y="9955"/>
                    <a:pt x="2489" y="10099"/>
                    <a:pt x="2742" y="10171"/>
                  </a:cubicBezTo>
                  <a:cubicBezTo>
                    <a:pt x="2922" y="10171"/>
                    <a:pt x="3066" y="10208"/>
                    <a:pt x="3211" y="10208"/>
                  </a:cubicBezTo>
                  <a:cubicBezTo>
                    <a:pt x="3499" y="10208"/>
                    <a:pt x="3752" y="10135"/>
                    <a:pt x="3932" y="10027"/>
                  </a:cubicBezTo>
                  <a:cubicBezTo>
                    <a:pt x="4257" y="9811"/>
                    <a:pt x="4473" y="9486"/>
                    <a:pt x="4617" y="9126"/>
                  </a:cubicBezTo>
                  <a:cubicBezTo>
                    <a:pt x="4725" y="8765"/>
                    <a:pt x="4798" y="8368"/>
                    <a:pt x="4798" y="7899"/>
                  </a:cubicBezTo>
                  <a:lnTo>
                    <a:pt x="4798" y="7755"/>
                  </a:lnTo>
                  <a:cubicBezTo>
                    <a:pt x="4798" y="5627"/>
                    <a:pt x="3860" y="2706"/>
                    <a:pt x="3643" y="2056"/>
                  </a:cubicBezTo>
                  <a:cubicBezTo>
                    <a:pt x="3463" y="1443"/>
                    <a:pt x="3175" y="938"/>
                    <a:pt x="2814" y="578"/>
                  </a:cubicBezTo>
                  <a:cubicBezTo>
                    <a:pt x="2453" y="217"/>
                    <a:pt x="2057" y="1"/>
                    <a:pt x="1588"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27" name="Google Shape;2227;p38"/>
            <p:cNvSpPr/>
            <p:nvPr/>
          </p:nvSpPr>
          <p:spPr>
            <a:xfrm>
              <a:off x="2527800" y="4365100"/>
              <a:ext cx="239875" cy="326075"/>
            </a:xfrm>
            <a:custGeom>
              <a:avLst/>
              <a:gdLst/>
              <a:ahLst/>
              <a:cxnLst/>
              <a:rect l="l" t="t" r="r" b="b"/>
              <a:pathLst>
                <a:path w="9595" h="13043" extrusionOk="0">
                  <a:moveTo>
                    <a:pt x="289" y="0"/>
                  </a:moveTo>
                  <a:cubicBezTo>
                    <a:pt x="289" y="1"/>
                    <a:pt x="1" y="5302"/>
                    <a:pt x="686" y="5699"/>
                  </a:cubicBezTo>
                  <a:cubicBezTo>
                    <a:pt x="1371" y="6096"/>
                    <a:pt x="3896" y="6781"/>
                    <a:pt x="4220" y="6853"/>
                  </a:cubicBezTo>
                  <a:cubicBezTo>
                    <a:pt x="4509" y="6961"/>
                    <a:pt x="4293" y="7358"/>
                    <a:pt x="3896" y="8728"/>
                  </a:cubicBezTo>
                  <a:cubicBezTo>
                    <a:pt x="3535" y="10099"/>
                    <a:pt x="3896" y="11975"/>
                    <a:pt x="5086" y="12660"/>
                  </a:cubicBezTo>
                  <a:cubicBezTo>
                    <a:pt x="5525" y="12913"/>
                    <a:pt x="5920" y="13043"/>
                    <a:pt x="6250" y="13043"/>
                  </a:cubicBezTo>
                  <a:cubicBezTo>
                    <a:pt x="6812" y="13043"/>
                    <a:pt x="7182" y="12663"/>
                    <a:pt x="7250" y="11866"/>
                  </a:cubicBezTo>
                  <a:cubicBezTo>
                    <a:pt x="7358" y="10604"/>
                    <a:pt x="9594" y="6961"/>
                    <a:pt x="8909" y="5879"/>
                  </a:cubicBezTo>
                  <a:cubicBezTo>
                    <a:pt x="8224" y="4797"/>
                    <a:pt x="7142" y="3715"/>
                    <a:pt x="4978" y="3427"/>
                  </a:cubicBezTo>
                  <a:cubicBezTo>
                    <a:pt x="2850" y="3138"/>
                    <a:pt x="289" y="0"/>
                    <a:pt x="289"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228" name="Google Shape;2228;p38"/>
            <p:cNvSpPr/>
            <p:nvPr/>
          </p:nvSpPr>
          <p:spPr>
            <a:xfrm>
              <a:off x="2526000" y="4357550"/>
              <a:ext cx="235350" cy="341200"/>
            </a:xfrm>
            <a:custGeom>
              <a:avLst/>
              <a:gdLst/>
              <a:ahLst/>
              <a:cxnLst/>
              <a:rect l="l" t="t" r="r" b="b"/>
              <a:pathLst>
                <a:path w="9414" h="13648" extrusionOk="0">
                  <a:moveTo>
                    <a:pt x="613" y="1069"/>
                  </a:moveTo>
                  <a:cubicBezTo>
                    <a:pt x="885" y="1369"/>
                    <a:pt x="1254" y="1751"/>
                    <a:pt x="1696" y="2142"/>
                  </a:cubicBezTo>
                  <a:cubicBezTo>
                    <a:pt x="2633" y="2971"/>
                    <a:pt x="3824" y="3873"/>
                    <a:pt x="5014" y="4053"/>
                  </a:cubicBezTo>
                  <a:cubicBezTo>
                    <a:pt x="6060" y="4161"/>
                    <a:pt x="6817" y="4486"/>
                    <a:pt x="7394" y="4919"/>
                  </a:cubicBezTo>
                  <a:cubicBezTo>
                    <a:pt x="7971" y="5316"/>
                    <a:pt x="8404" y="5821"/>
                    <a:pt x="8729" y="6362"/>
                  </a:cubicBezTo>
                  <a:cubicBezTo>
                    <a:pt x="8765" y="6434"/>
                    <a:pt x="8801" y="6542"/>
                    <a:pt x="8801" y="6722"/>
                  </a:cubicBezTo>
                  <a:cubicBezTo>
                    <a:pt x="8801" y="7047"/>
                    <a:pt x="8729" y="7480"/>
                    <a:pt x="8548" y="7948"/>
                  </a:cubicBezTo>
                  <a:cubicBezTo>
                    <a:pt x="8332" y="8670"/>
                    <a:pt x="7971" y="9463"/>
                    <a:pt x="7647" y="10221"/>
                  </a:cubicBezTo>
                  <a:cubicBezTo>
                    <a:pt x="7502" y="10617"/>
                    <a:pt x="7358" y="10942"/>
                    <a:pt x="7214" y="11267"/>
                  </a:cubicBezTo>
                  <a:cubicBezTo>
                    <a:pt x="7106" y="11591"/>
                    <a:pt x="7034" y="11880"/>
                    <a:pt x="7034" y="12132"/>
                  </a:cubicBezTo>
                  <a:cubicBezTo>
                    <a:pt x="6997" y="12493"/>
                    <a:pt x="6889" y="12745"/>
                    <a:pt x="6781" y="12854"/>
                  </a:cubicBezTo>
                  <a:cubicBezTo>
                    <a:pt x="6673" y="12998"/>
                    <a:pt x="6529" y="13034"/>
                    <a:pt x="6312" y="13034"/>
                  </a:cubicBezTo>
                  <a:cubicBezTo>
                    <a:pt x="6060" y="13034"/>
                    <a:pt x="5735" y="12926"/>
                    <a:pt x="5302" y="12709"/>
                  </a:cubicBezTo>
                  <a:cubicBezTo>
                    <a:pt x="4942" y="12493"/>
                    <a:pt x="4653" y="12096"/>
                    <a:pt x="4437" y="11663"/>
                  </a:cubicBezTo>
                  <a:cubicBezTo>
                    <a:pt x="4256" y="11195"/>
                    <a:pt x="4148" y="10654"/>
                    <a:pt x="4148" y="10113"/>
                  </a:cubicBezTo>
                  <a:cubicBezTo>
                    <a:pt x="4148" y="9788"/>
                    <a:pt x="4184" y="9427"/>
                    <a:pt x="4256" y="9103"/>
                  </a:cubicBezTo>
                  <a:cubicBezTo>
                    <a:pt x="4401" y="8670"/>
                    <a:pt x="4509" y="8309"/>
                    <a:pt x="4581" y="8057"/>
                  </a:cubicBezTo>
                  <a:cubicBezTo>
                    <a:pt x="4653" y="7768"/>
                    <a:pt x="4725" y="7588"/>
                    <a:pt x="4725" y="7407"/>
                  </a:cubicBezTo>
                  <a:cubicBezTo>
                    <a:pt x="4725" y="7299"/>
                    <a:pt x="4689" y="7191"/>
                    <a:pt x="4653" y="7083"/>
                  </a:cubicBezTo>
                  <a:cubicBezTo>
                    <a:pt x="4581" y="6975"/>
                    <a:pt x="4473" y="6903"/>
                    <a:pt x="4365" y="6866"/>
                  </a:cubicBezTo>
                  <a:cubicBezTo>
                    <a:pt x="4292" y="6866"/>
                    <a:pt x="4076" y="6794"/>
                    <a:pt x="3788" y="6722"/>
                  </a:cubicBezTo>
                  <a:cubicBezTo>
                    <a:pt x="3355" y="6578"/>
                    <a:pt x="2742" y="6398"/>
                    <a:pt x="2164" y="6217"/>
                  </a:cubicBezTo>
                  <a:cubicBezTo>
                    <a:pt x="1623" y="6037"/>
                    <a:pt x="1119" y="5857"/>
                    <a:pt x="902" y="5748"/>
                  </a:cubicBezTo>
                  <a:cubicBezTo>
                    <a:pt x="902" y="5712"/>
                    <a:pt x="830" y="5604"/>
                    <a:pt x="794" y="5388"/>
                  </a:cubicBezTo>
                  <a:cubicBezTo>
                    <a:pt x="650" y="4811"/>
                    <a:pt x="578" y="3693"/>
                    <a:pt x="578" y="2683"/>
                  </a:cubicBezTo>
                  <a:cubicBezTo>
                    <a:pt x="578" y="2091"/>
                    <a:pt x="611" y="1499"/>
                    <a:pt x="613" y="1069"/>
                  </a:cubicBezTo>
                  <a:close/>
                  <a:moveTo>
                    <a:pt x="354" y="0"/>
                  </a:moveTo>
                  <a:cubicBezTo>
                    <a:pt x="323" y="0"/>
                    <a:pt x="289" y="5"/>
                    <a:pt x="253" y="14"/>
                  </a:cubicBezTo>
                  <a:cubicBezTo>
                    <a:pt x="145" y="50"/>
                    <a:pt x="73" y="158"/>
                    <a:pt x="73" y="302"/>
                  </a:cubicBezTo>
                  <a:cubicBezTo>
                    <a:pt x="73" y="302"/>
                    <a:pt x="0" y="1420"/>
                    <a:pt x="0" y="2683"/>
                  </a:cubicBezTo>
                  <a:cubicBezTo>
                    <a:pt x="0" y="3440"/>
                    <a:pt x="0" y="4197"/>
                    <a:pt x="73" y="4847"/>
                  </a:cubicBezTo>
                  <a:cubicBezTo>
                    <a:pt x="109" y="5171"/>
                    <a:pt x="181" y="5460"/>
                    <a:pt x="217" y="5676"/>
                  </a:cubicBezTo>
                  <a:cubicBezTo>
                    <a:pt x="253" y="5784"/>
                    <a:pt x="289" y="5893"/>
                    <a:pt x="361" y="6001"/>
                  </a:cubicBezTo>
                  <a:cubicBezTo>
                    <a:pt x="397" y="6109"/>
                    <a:pt x="469" y="6181"/>
                    <a:pt x="614" y="6253"/>
                  </a:cubicBezTo>
                  <a:cubicBezTo>
                    <a:pt x="794" y="6362"/>
                    <a:pt x="1082" y="6470"/>
                    <a:pt x="1443" y="6614"/>
                  </a:cubicBezTo>
                  <a:cubicBezTo>
                    <a:pt x="1984" y="6794"/>
                    <a:pt x="2597" y="6975"/>
                    <a:pt x="3138" y="7155"/>
                  </a:cubicBezTo>
                  <a:cubicBezTo>
                    <a:pt x="3565" y="7277"/>
                    <a:pt x="3940" y="7373"/>
                    <a:pt x="4111" y="7422"/>
                  </a:cubicBezTo>
                  <a:lnTo>
                    <a:pt x="4111" y="7422"/>
                  </a:lnTo>
                  <a:cubicBezTo>
                    <a:pt x="4105" y="7478"/>
                    <a:pt x="4069" y="7648"/>
                    <a:pt x="4004" y="7876"/>
                  </a:cubicBezTo>
                  <a:cubicBezTo>
                    <a:pt x="3932" y="8129"/>
                    <a:pt x="3824" y="8489"/>
                    <a:pt x="3679" y="8958"/>
                  </a:cubicBezTo>
                  <a:cubicBezTo>
                    <a:pt x="3571" y="9319"/>
                    <a:pt x="3535" y="9716"/>
                    <a:pt x="3535" y="10113"/>
                  </a:cubicBezTo>
                  <a:cubicBezTo>
                    <a:pt x="3535" y="10726"/>
                    <a:pt x="3643" y="11339"/>
                    <a:pt x="3896" y="11880"/>
                  </a:cubicBezTo>
                  <a:cubicBezTo>
                    <a:pt x="4148" y="12421"/>
                    <a:pt x="4509" y="12926"/>
                    <a:pt x="5014" y="13214"/>
                  </a:cubicBezTo>
                  <a:cubicBezTo>
                    <a:pt x="5483" y="13467"/>
                    <a:pt x="5915" y="13647"/>
                    <a:pt x="6312" y="13647"/>
                  </a:cubicBezTo>
                  <a:cubicBezTo>
                    <a:pt x="6673" y="13647"/>
                    <a:pt x="6997" y="13503"/>
                    <a:pt x="7250" y="13250"/>
                  </a:cubicBezTo>
                  <a:cubicBezTo>
                    <a:pt x="7466" y="12998"/>
                    <a:pt x="7575" y="12637"/>
                    <a:pt x="7611" y="12204"/>
                  </a:cubicBezTo>
                  <a:cubicBezTo>
                    <a:pt x="7647" y="11988"/>
                    <a:pt x="7755" y="11591"/>
                    <a:pt x="7899" y="11158"/>
                  </a:cubicBezTo>
                  <a:cubicBezTo>
                    <a:pt x="8152" y="10509"/>
                    <a:pt x="8548" y="9680"/>
                    <a:pt x="8837" y="8922"/>
                  </a:cubicBezTo>
                  <a:cubicBezTo>
                    <a:pt x="9162" y="8129"/>
                    <a:pt x="9414" y="7371"/>
                    <a:pt x="9414" y="6722"/>
                  </a:cubicBezTo>
                  <a:cubicBezTo>
                    <a:pt x="9414" y="6470"/>
                    <a:pt x="9378" y="6253"/>
                    <a:pt x="9234" y="6037"/>
                  </a:cubicBezTo>
                  <a:cubicBezTo>
                    <a:pt x="8873" y="5460"/>
                    <a:pt x="8404" y="4883"/>
                    <a:pt x="7755" y="4414"/>
                  </a:cubicBezTo>
                  <a:cubicBezTo>
                    <a:pt x="7070" y="3945"/>
                    <a:pt x="6240" y="3584"/>
                    <a:pt x="5086" y="3440"/>
                  </a:cubicBezTo>
                  <a:cubicBezTo>
                    <a:pt x="4148" y="3332"/>
                    <a:pt x="2994" y="2502"/>
                    <a:pt x="2092" y="1673"/>
                  </a:cubicBezTo>
                  <a:cubicBezTo>
                    <a:pt x="1660" y="1276"/>
                    <a:pt x="1263" y="879"/>
                    <a:pt x="1010" y="591"/>
                  </a:cubicBezTo>
                  <a:cubicBezTo>
                    <a:pt x="866" y="447"/>
                    <a:pt x="758" y="338"/>
                    <a:pt x="686" y="230"/>
                  </a:cubicBezTo>
                  <a:cubicBezTo>
                    <a:pt x="614" y="158"/>
                    <a:pt x="578" y="122"/>
                    <a:pt x="578" y="122"/>
                  </a:cubicBezTo>
                  <a:cubicBezTo>
                    <a:pt x="523" y="41"/>
                    <a:pt x="449" y="0"/>
                    <a:pt x="354"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29" name="Google Shape;2229;p38"/>
            <p:cNvSpPr/>
            <p:nvPr/>
          </p:nvSpPr>
          <p:spPr>
            <a:xfrm>
              <a:off x="2313200" y="4261075"/>
              <a:ext cx="151500" cy="319325"/>
            </a:xfrm>
            <a:custGeom>
              <a:avLst/>
              <a:gdLst/>
              <a:ahLst/>
              <a:cxnLst/>
              <a:rect l="l" t="t" r="r" b="b"/>
              <a:pathLst>
                <a:path w="6060" h="12773" extrusionOk="0">
                  <a:moveTo>
                    <a:pt x="2142" y="1"/>
                  </a:moveTo>
                  <a:cubicBezTo>
                    <a:pt x="1757" y="1"/>
                    <a:pt x="1370" y="155"/>
                    <a:pt x="1011" y="482"/>
                  </a:cubicBezTo>
                  <a:cubicBezTo>
                    <a:pt x="1" y="1384"/>
                    <a:pt x="614" y="3440"/>
                    <a:pt x="830" y="4522"/>
                  </a:cubicBezTo>
                  <a:cubicBezTo>
                    <a:pt x="1263" y="6470"/>
                    <a:pt x="1552" y="8453"/>
                    <a:pt x="2237" y="10329"/>
                  </a:cubicBezTo>
                  <a:cubicBezTo>
                    <a:pt x="2525" y="11086"/>
                    <a:pt x="2850" y="12529"/>
                    <a:pt x="3788" y="12709"/>
                  </a:cubicBezTo>
                  <a:cubicBezTo>
                    <a:pt x="3980" y="12752"/>
                    <a:pt x="4157" y="12772"/>
                    <a:pt x="4321" y="12772"/>
                  </a:cubicBezTo>
                  <a:cubicBezTo>
                    <a:pt x="5540" y="12772"/>
                    <a:pt x="5992" y="11639"/>
                    <a:pt x="6024" y="10112"/>
                  </a:cubicBezTo>
                  <a:cubicBezTo>
                    <a:pt x="6060" y="7371"/>
                    <a:pt x="4798" y="3296"/>
                    <a:pt x="4509" y="2430"/>
                  </a:cubicBezTo>
                  <a:cubicBezTo>
                    <a:pt x="3999" y="900"/>
                    <a:pt x="3074" y="1"/>
                    <a:pt x="2142"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230" name="Google Shape;2230;p38"/>
            <p:cNvSpPr/>
            <p:nvPr/>
          </p:nvSpPr>
          <p:spPr>
            <a:xfrm>
              <a:off x="2316800" y="4254175"/>
              <a:ext cx="154225" cy="333650"/>
            </a:xfrm>
            <a:custGeom>
              <a:avLst/>
              <a:gdLst/>
              <a:ahLst/>
              <a:cxnLst/>
              <a:rect l="l" t="t" r="r" b="b"/>
              <a:pathLst>
                <a:path w="6169" h="13346" extrusionOk="0">
                  <a:moveTo>
                    <a:pt x="2021" y="578"/>
                  </a:moveTo>
                  <a:cubicBezTo>
                    <a:pt x="2381" y="578"/>
                    <a:pt x="2778" y="758"/>
                    <a:pt x="3139" y="1119"/>
                  </a:cubicBezTo>
                  <a:cubicBezTo>
                    <a:pt x="3499" y="1516"/>
                    <a:pt x="3824" y="2057"/>
                    <a:pt x="4076" y="2814"/>
                  </a:cubicBezTo>
                  <a:cubicBezTo>
                    <a:pt x="4365" y="3644"/>
                    <a:pt x="5591" y="7539"/>
                    <a:pt x="5555" y="10208"/>
                  </a:cubicBezTo>
                  <a:cubicBezTo>
                    <a:pt x="5555" y="10280"/>
                    <a:pt x="5555" y="10316"/>
                    <a:pt x="5555" y="10388"/>
                  </a:cubicBezTo>
                  <a:cubicBezTo>
                    <a:pt x="5555" y="11146"/>
                    <a:pt x="5447" y="11759"/>
                    <a:pt x="5195" y="12156"/>
                  </a:cubicBezTo>
                  <a:cubicBezTo>
                    <a:pt x="5086" y="12336"/>
                    <a:pt x="4942" y="12516"/>
                    <a:pt x="4798" y="12588"/>
                  </a:cubicBezTo>
                  <a:cubicBezTo>
                    <a:pt x="4617" y="12697"/>
                    <a:pt x="4401" y="12769"/>
                    <a:pt x="4149" y="12769"/>
                  </a:cubicBezTo>
                  <a:cubicBezTo>
                    <a:pt x="4004" y="12769"/>
                    <a:pt x="3860" y="12733"/>
                    <a:pt x="3680" y="12697"/>
                  </a:cubicBezTo>
                  <a:cubicBezTo>
                    <a:pt x="3535" y="12661"/>
                    <a:pt x="3391" y="12588"/>
                    <a:pt x="3247" y="12444"/>
                  </a:cubicBezTo>
                  <a:cubicBezTo>
                    <a:pt x="3031" y="12228"/>
                    <a:pt x="2886" y="11903"/>
                    <a:pt x="2742" y="11542"/>
                  </a:cubicBezTo>
                  <a:cubicBezTo>
                    <a:pt x="2598" y="11182"/>
                    <a:pt x="2490" y="10785"/>
                    <a:pt x="2381" y="10497"/>
                  </a:cubicBezTo>
                  <a:cubicBezTo>
                    <a:pt x="1696" y="8657"/>
                    <a:pt x="1408" y="6709"/>
                    <a:pt x="975" y="4762"/>
                  </a:cubicBezTo>
                  <a:cubicBezTo>
                    <a:pt x="867" y="4113"/>
                    <a:pt x="614" y="3175"/>
                    <a:pt x="614" y="2345"/>
                  </a:cubicBezTo>
                  <a:cubicBezTo>
                    <a:pt x="614" y="1768"/>
                    <a:pt x="722" y="1299"/>
                    <a:pt x="1047" y="1011"/>
                  </a:cubicBezTo>
                  <a:cubicBezTo>
                    <a:pt x="1371" y="722"/>
                    <a:pt x="1696" y="578"/>
                    <a:pt x="2021" y="578"/>
                  </a:cubicBezTo>
                  <a:close/>
                  <a:moveTo>
                    <a:pt x="2021" y="1"/>
                  </a:moveTo>
                  <a:cubicBezTo>
                    <a:pt x="1516" y="1"/>
                    <a:pt x="1047" y="181"/>
                    <a:pt x="650" y="542"/>
                  </a:cubicBezTo>
                  <a:cubicBezTo>
                    <a:pt x="145" y="1011"/>
                    <a:pt x="1" y="1696"/>
                    <a:pt x="1" y="2345"/>
                  </a:cubicBezTo>
                  <a:cubicBezTo>
                    <a:pt x="1" y="3283"/>
                    <a:pt x="289" y="4257"/>
                    <a:pt x="398" y="4870"/>
                  </a:cubicBezTo>
                  <a:cubicBezTo>
                    <a:pt x="830" y="6818"/>
                    <a:pt x="1119" y="8801"/>
                    <a:pt x="1804" y="10713"/>
                  </a:cubicBezTo>
                  <a:cubicBezTo>
                    <a:pt x="1949" y="11074"/>
                    <a:pt x="2093" y="11615"/>
                    <a:pt x="2345" y="12156"/>
                  </a:cubicBezTo>
                  <a:cubicBezTo>
                    <a:pt x="2453" y="12408"/>
                    <a:pt x="2634" y="12661"/>
                    <a:pt x="2814" y="12841"/>
                  </a:cubicBezTo>
                  <a:cubicBezTo>
                    <a:pt x="2994" y="13057"/>
                    <a:pt x="3247" y="13238"/>
                    <a:pt x="3572" y="13274"/>
                  </a:cubicBezTo>
                  <a:cubicBezTo>
                    <a:pt x="3788" y="13346"/>
                    <a:pt x="3968" y="13346"/>
                    <a:pt x="4149" y="13346"/>
                  </a:cubicBezTo>
                  <a:cubicBezTo>
                    <a:pt x="4509" y="13346"/>
                    <a:pt x="4834" y="13274"/>
                    <a:pt x="5086" y="13129"/>
                  </a:cubicBezTo>
                  <a:cubicBezTo>
                    <a:pt x="5483" y="12877"/>
                    <a:pt x="5772" y="12480"/>
                    <a:pt x="5916" y="12011"/>
                  </a:cubicBezTo>
                  <a:cubicBezTo>
                    <a:pt x="6096" y="11542"/>
                    <a:pt x="6168" y="11001"/>
                    <a:pt x="6168" y="10424"/>
                  </a:cubicBezTo>
                  <a:cubicBezTo>
                    <a:pt x="6168" y="10352"/>
                    <a:pt x="6168" y="10280"/>
                    <a:pt x="6168" y="10208"/>
                  </a:cubicBezTo>
                  <a:cubicBezTo>
                    <a:pt x="6168" y="7359"/>
                    <a:pt x="4942" y="3499"/>
                    <a:pt x="4654" y="2634"/>
                  </a:cubicBezTo>
                  <a:cubicBezTo>
                    <a:pt x="4401" y="1804"/>
                    <a:pt x="4004" y="1155"/>
                    <a:pt x="3572" y="722"/>
                  </a:cubicBezTo>
                  <a:cubicBezTo>
                    <a:pt x="3103" y="253"/>
                    <a:pt x="2562" y="1"/>
                    <a:pt x="2021"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31" name="Google Shape;2231;p38"/>
            <p:cNvSpPr/>
            <p:nvPr/>
          </p:nvSpPr>
          <p:spPr>
            <a:xfrm>
              <a:off x="2431325" y="4289025"/>
              <a:ext cx="151500" cy="319325"/>
            </a:xfrm>
            <a:custGeom>
              <a:avLst/>
              <a:gdLst/>
              <a:ahLst/>
              <a:cxnLst/>
              <a:rect l="l" t="t" r="r" b="b"/>
              <a:pathLst>
                <a:path w="6060" h="12773" extrusionOk="0">
                  <a:moveTo>
                    <a:pt x="2113" y="1"/>
                  </a:moveTo>
                  <a:cubicBezTo>
                    <a:pt x="1723" y="1"/>
                    <a:pt x="1333" y="155"/>
                    <a:pt x="974" y="482"/>
                  </a:cubicBezTo>
                  <a:cubicBezTo>
                    <a:pt x="0" y="1384"/>
                    <a:pt x="577" y="3440"/>
                    <a:pt x="830" y="4522"/>
                  </a:cubicBezTo>
                  <a:cubicBezTo>
                    <a:pt x="1227" y="6470"/>
                    <a:pt x="1515" y="8453"/>
                    <a:pt x="2201" y="10329"/>
                  </a:cubicBezTo>
                  <a:cubicBezTo>
                    <a:pt x="2489" y="11086"/>
                    <a:pt x="2814" y="12493"/>
                    <a:pt x="3751" y="12709"/>
                  </a:cubicBezTo>
                  <a:cubicBezTo>
                    <a:pt x="3944" y="12752"/>
                    <a:pt x="4121" y="12772"/>
                    <a:pt x="4285" y="12772"/>
                  </a:cubicBezTo>
                  <a:cubicBezTo>
                    <a:pt x="5503" y="12772"/>
                    <a:pt x="5956" y="11639"/>
                    <a:pt x="5988" y="10112"/>
                  </a:cubicBezTo>
                  <a:cubicBezTo>
                    <a:pt x="6060" y="7335"/>
                    <a:pt x="4761" y="3296"/>
                    <a:pt x="4473" y="2430"/>
                  </a:cubicBezTo>
                  <a:cubicBezTo>
                    <a:pt x="3988" y="900"/>
                    <a:pt x="3053" y="1"/>
                    <a:pt x="2113"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232" name="Google Shape;2232;p38"/>
            <p:cNvSpPr/>
            <p:nvPr/>
          </p:nvSpPr>
          <p:spPr>
            <a:xfrm>
              <a:off x="2434025" y="4281225"/>
              <a:ext cx="154225" cy="334550"/>
            </a:xfrm>
            <a:custGeom>
              <a:avLst/>
              <a:gdLst/>
              <a:ahLst/>
              <a:cxnLst/>
              <a:rect l="l" t="t" r="r" b="b"/>
              <a:pathLst>
                <a:path w="6169" h="13382" extrusionOk="0">
                  <a:moveTo>
                    <a:pt x="2020" y="614"/>
                  </a:moveTo>
                  <a:cubicBezTo>
                    <a:pt x="2381" y="614"/>
                    <a:pt x="2778" y="794"/>
                    <a:pt x="3138" y="1155"/>
                  </a:cubicBezTo>
                  <a:cubicBezTo>
                    <a:pt x="3499" y="1516"/>
                    <a:pt x="3860" y="2093"/>
                    <a:pt x="4076" y="2814"/>
                  </a:cubicBezTo>
                  <a:cubicBezTo>
                    <a:pt x="4365" y="3680"/>
                    <a:pt x="5591" y="7539"/>
                    <a:pt x="5591" y="10208"/>
                  </a:cubicBezTo>
                  <a:cubicBezTo>
                    <a:pt x="5591" y="10280"/>
                    <a:pt x="5591" y="10352"/>
                    <a:pt x="5591" y="10424"/>
                  </a:cubicBezTo>
                  <a:cubicBezTo>
                    <a:pt x="5555" y="11146"/>
                    <a:pt x="5447" y="11759"/>
                    <a:pt x="5230" y="12192"/>
                  </a:cubicBezTo>
                  <a:cubicBezTo>
                    <a:pt x="5086" y="12372"/>
                    <a:pt x="4978" y="12516"/>
                    <a:pt x="4798" y="12624"/>
                  </a:cubicBezTo>
                  <a:cubicBezTo>
                    <a:pt x="4617" y="12733"/>
                    <a:pt x="4437" y="12769"/>
                    <a:pt x="4148" y="12769"/>
                  </a:cubicBezTo>
                  <a:cubicBezTo>
                    <a:pt x="4040" y="12769"/>
                    <a:pt x="3860" y="12769"/>
                    <a:pt x="3716" y="12733"/>
                  </a:cubicBezTo>
                  <a:cubicBezTo>
                    <a:pt x="3535" y="12697"/>
                    <a:pt x="3391" y="12588"/>
                    <a:pt x="3247" y="12444"/>
                  </a:cubicBezTo>
                  <a:cubicBezTo>
                    <a:pt x="3066" y="12264"/>
                    <a:pt x="2886" y="11903"/>
                    <a:pt x="2742" y="11542"/>
                  </a:cubicBezTo>
                  <a:cubicBezTo>
                    <a:pt x="2597" y="11182"/>
                    <a:pt x="2489" y="10821"/>
                    <a:pt x="2381" y="10533"/>
                  </a:cubicBezTo>
                  <a:cubicBezTo>
                    <a:pt x="1732" y="8693"/>
                    <a:pt x="1407" y="6746"/>
                    <a:pt x="1010" y="4762"/>
                  </a:cubicBezTo>
                  <a:cubicBezTo>
                    <a:pt x="866" y="4113"/>
                    <a:pt x="614" y="3175"/>
                    <a:pt x="614" y="2381"/>
                  </a:cubicBezTo>
                  <a:cubicBezTo>
                    <a:pt x="614" y="1804"/>
                    <a:pt x="758" y="1299"/>
                    <a:pt x="1083" y="1011"/>
                  </a:cubicBezTo>
                  <a:cubicBezTo>
                    <a:pt x="1407" y="722"/>
                    <a:pt x="1696" y="614"/>
                    <a:pt x="2020" y="614"/>
                  </a:cubicBezTo>
                  <a:close/>
                  <a:moveTo>
                    <a:pt x="2020" y="1"/>
                  </a:moveTo>
                  <a:cubicBezTo>
                    <a:pt x="1551" y="1"/>
                    <a:pt x="1083" y="217"/>
                    <a:pt x="650" y="578"/>
                  </a:cubicBezTo>
                  <a:cubicBezTo>
                    <a:pt x="145" y="1047"/>
                    <a:pt x="1" y="1732"/>
                    <a:pt x="1" y="2381"/>
                  </a:cubicBezTo>
                  <a:cubicBezTo>
                    <a:pt x="37" y="3319"/>
                    <a:pt x="289" y="4257"/>
                    <a:pt x="397" y="4906"/>
                  </a:cubicBezTo>
                  <a:cubicBezTo>
                    <a:pt x="830" y="6818"/>
                    <a:pt x="1119" y="8801"/>
                    <a:pt x="1840" y="10749"/>
                  </a:cubicBezTo>
                  <a:cubicBezTo>
                    <a:pt x="1948" y="11074"/>
                    <a:pt x="2093" y="11651"/>
                    <a:pt x="2345" y="12156"/>
                  </a:cubicBezTo>
                  <a:cubicBezTo>
                    <a:pt x="2489" y="12408"/>
                    <a:pt x="2634" y="12661"/>
                    <a:pt x="2814" y="12877"/>
                  </a:cubicBezTo>
                  <a:cubicBezTo>
                    <a:pt x="3030" y="13093"/>
                    <a:pt x="3283" y="13238"/>
                    <a:pt x="3571" y="13310"/>
                  </a:cubicBezTo>
                  <a:cubicBezTo>
                    <a:pt x="3788" y="13346"/>
                    <a:pt x="3968" y="13382"/>
                    <a:pt x="4148" y="13382"/>
                  </a:cubicBezTo>
                  <a:cubicBezTo>
                    <a:pt x="4509" y="13382"/>
                    <a:pt x="4834" y="13310"/>
                    <a:pt x="5122" y="13129"/>
                  </a:cubicBezTo>
                  <a:cubicBezTo>
                    <a:pt x="5519" y="12877"/>
                    <a:pt x="5771" y="12480"/>
                    <a:pt x="5916" y="12047"/>
                  </a:cubicBezTo>
                  <a:cubicBezTo>
                    <a:pt x="6096" y="11579"/>
                    <a:pt x="6168" y="11038"/>
                    <a:pt x="6168" y="10424"/>
                  </a:cubicBezTo>
                  <a:cubicBezTo>
                    <a:pt x="6168" y="10352"/>
                    <a:pt x="6168" y="10280"/>
                    <a:pt x="6168" y="10208"/>
                  </a:cubicBezTo>
                  <a:cubicBezTo>
                    <a:pt x="6168" y="7395"/>
                    <a:pt x="4942" y="3500"/>
                    <a:pt x="4653" y="2634"/>
                  </a:cubicBezTo>
                  <a:cubicBezTo>
                    <a:pt x="4401" y="1840"/>
                    <a:pt x="4040" y="1191"/>
                    <a:pt x="3571" y="722"/>
                  </a:cubicBezTo>
                  <a:cubicBezTo>
                    <a:pt x="3138" y="290"/>
                    <a:pt x="2597" y="1"/>
                    <a:pt x="2020"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33" name="Google Shape;2233;p38"/>
            <p:cNvSpPr/>
            <p:nvPr/>
          </p:nvSpPr>
          <p:spPr>
            <a:xfrm>
              <a:off x="3493500" y="4624625"/>
              <a:ext cx="241675" cy="332750"/>
            </a:xfrm>
            <a:custGeom>
              <a:avLst/>
              <a:gdLst/>
              <a:ahLst/>
              <a:cxnLst/>
              <a:rect l="l" t="t" r="r" b="b"/>
              <a:pathLst>
                <a:path w="9667" h="13310" extrusionOk="0">
                  <a:moveTo>
                    <a:pt x="7152" y="0"/>
                  </a:moveTo>
                  <a:cubicBezTo>
                    <a:pt x="6332" y="0"/>
                    <a:pt x="5421" y="554"/>
                    <a:pt x="4653" y="1630"/>
                  </a:cubicBezTo>
                  <a:cubicBezTo>
                    <a:pt x="4076" y="2459"/>
                    <a:pt x="1371" y="6246"/>
                    <a:pt x="541" y="9312"/>
                  </a:cubicBezTo>
                  <a:cubicBezTo>
                    <a:pt x="0" y="11223"/>
                    <a:pt x="181" y="12846"/>
                    <a:pt x="2020" y="13279"/>
                  </a:cubicBezTo>
                  <a:cubicBezTo>
                    <a:pt x="2105" y="13300"/>
                    <a:pt x="2188" y="13309"/>
                    <a:pt x="2269" y="13309"/>
                  </a:cubicBezTo>
                  <a:cubicBezTo>
                    <a:pt x="3193" y="13309"/>
                    <a:pt x="3903" y="12070"/>
                    <a:pt x="4401" y="11440"/>
                  </a:cubicBezTo>
                  <a:cubicBezTo>
                    <a:pt x="5735" y="9709"/>
                    <a:pt x="6709" y="7725"/>
                    <a:pt x="7791" y="5777"/>
                  </a:cubicBezTo>
                  <a:cubicBezTo>
                    <a:pt x="8368" y="4695"/>
                    <a:pt x="9666" y="2784"/>
                    <a:pt x="8945" y="1305"/>
                  </a:cubicBezTo>
                  <a:cubicBezTo>
                    <a:pt x="8523" y="428"/>
                    <a:pt x="7873" y="0"/>
                    <a:pt x="7152"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234" name="Google Shape;2234;p38"/>
            <p:cNvSpPr/>
            <p:nvPr/>
          </p:nvSpPr>
          <p:spPr>
            <a:xfrm>
              <a:off x="3492600" y="4617575"/>
              <a:ext cx="237175" cy="347150"/>
            </a:xfrm>
            <a:custGeom>
              <a:avLst/>
              <a:gdLst/>
              <a:ahLst/>
              <a:cxnLst/>
              <a:rect l="l" t="t" r="r" b="b"/>
              <a:pathLst>
                <a:path w="9487" h="13886" extrusionOk="0">
                  <a:moveTo>
                    <a:pt x="7178" y="577"/>
                  </a:moveTo>
                  <a:cubicBezTo>
                    <a:pt x="7502" y="577"/>
                    <a:pt x="7755" y="685"/>
                    <a:pt x="8007" y="866"/>
                  </a:cubicBezTo>
                  <a:cubicBezTo>
                    <a:pt x="8260" y="1046"/>
                    <a:pt x="8512" y="1298"/>
                    <a:pt x="8693" y="1695"/>
                  </a:cubicBezTo>
                  <a:cubicBezTo>
                    <a:pt x="8837" y="1984"/>
                    <a:pt x="8909" y="2236"/>
                    <a:pt x="8909" y="2561"/>
                  </a:cubicBezTo>
                  <a:cubicBezTo>
                    <a:pt x="8909" y="3138"/>
                    <a:pt x="8693" y="3751"/>
                    <a:pt x="8404" y="4364"/>
                  </a:cubicBezTo>
                  <a:cubicBezTo>
                    <a:pt x="8115" y="4941"/>
                    <a:pt x="7791" y="5482"/>
                    <a:pt x="7538" y="5915"/>
                  </a:cubicBezTo>
                  <a:cubicBezTo>
                    <a:pt x="6456" y="7863"/>
                    <a:pt x="5519" y="9846"/>
                    <a:pt x="4220" y="11542"/>
                  </a:cubicBezTo>
                  <a:cubicBezTo>
                    <a:pt x="3932" y="11866"/>
                    <a:pt x="3643" y="12335"/>
                    <a:pt x="3319" y="12696"/>
                  </a:cubicBezTo>
                  <a:cubicBezTo>
                    <a:pt x="3138" y="12876"/>
                    <a:pt x="2958" y="13020"/>
                    <a:pt x="2814" y="13128"/>
                  </a:cubicBezTo>
                  <a:cubicBezTo>
                    <a:pt x="2633" y="13237"/>
                    <a:pt x="2453" y="13309"/>
                    <a:pt x="2309" y="13309"/>
                  </a:cubicBezTo>
                  <a:cubicBezTo>
                    <a:pt x="2237" y="13309"/>
                    <a:pt x="2200" y="13273"/>
                    <a:pt x="2128" y="13273"/>
                  </a:cubicBezTo>
                  <a:cubicBezTo>
                    <a:pt x="1551" y="13128"/>
                    <a:pt x="1191" y="12876"/>
                    <a:pt x="974" y="12551"/>
                  </a:cubicBezTo>
                  <a:cubicBezTo>
                    <a:pt x="722" y="12227"/>
                    <a:pt x="614" y="11758"/>
                    <a:pt x="614" y="11253"/>
                  </a:cubicBezTo>
                  <a:cubicBezTo>
                    <a:pt x="614" y="10784"/>
                    <a:pt x="722" y="10243"/>
                    <a:pt x="866" y="9666"/>
                  </a:cubicBezTo>
                  <a:cubicBezTo>
                    <a:pt x="1696" y="6709"/>
                    <a:pt x="4328" y="2885"/>
                    <a:pt x="4942" y="2092"/>
                  </a:cubicBezTo>
                  <a:cubicBezTo>
                    <a:pt x="5663" y="1082"/>
                    <a:pt x="6529" y="577"/>
                    <a:pt x="7178" y="577"/>
                  </a:cubicBezTo>
                  <a:close/>
                  <a:moveTo>
                    <a:pt x="7178" y="0"/>
                  </a:moveTo>
                  <a:cubicBezTo>
                    <a:pt x="6240" y="0"/>
                    <a:pt x="5266" y="613"/>
                    <a:pt x="4437" y="1731"/>
                  </a:cubicBezTo>
                  <a:cubicBezTo>
                    <a:pt x="3860" y="2597"/>
                    <a:pt x="1155" y="6348"/>
                    <a:pt x="289" y="9522"/>
                  </a:cubicBezTo>
                  <a:cubicBezTo>
                    <a:pt x="109" y="10099"/>
                    <a:pt x="0" y="10712"/>
                    <a:pt x="0" y="11253"/>
                  </a:cubicBezTo>
                  <a:cubicBezTo>
                    <a:pt x="0" y="11866"/>
                    <a:pt x="145" y="12407"/>
                    <a:pt x="469" y="12876"/>
                  </a:cubicBezTo>
                  <a:cubicBezTo>
                    <a:pt x="794" y="13345"/>
                    <a:pt x="1299" y="13669"/>
                    <a:pt x="1984" y="13850"/>
                  </a:cubicBezTo>
                  <a:cubicBezTo>
                    <a:pt x="2092" y="13886"/>
                    <a:pt x="2200" y="13886"/>
                    <a:pt x="2309" y="13886"/>
                  </a:cubicBezTo>
                  <a:cubicBezTo>
                    <a:pt x="2597" y="13886"/>
                    <a:pt x="2886" y="13778"/>
                    <a:pt x="3102" y="13633"/>
                  </a:cubicBezTo>
                  <a:cubicBezTo>
                    <a:pt x="3463" y="13417"/>
                    <a:pt x="3787" y="13092"/>
                    <a:pt x="4040" y="12768"/>
                  </a:cubicBezTo>
                  <a:cubicBezTo>
                    <a:pt x="4292" y="12443"/>
                    <a:pt x="4509" y="12119"/>
                    <a:pt x="4689" y="11902"/>
                  </a:cubicBezTo>
                  <a:cubicBezTo>
                    <a:pt x="6024" y="10135"/>
                    <a:pt x="6997" y="8151"/>
                    <a:pt x="8079" y="6204"/>
                  </a:cubicBezTo>
                  <a:cubicBezTo>
                    <a:pt x="8296" y="5807"/>
                    <a:pt x="8656" y="5230"/>
                    <a:pt x="8945" y="4617"/>
                  </a:cubicBezTo>
                  <a:cubicBezTo>
                    <a:pt x="9234" y="3967"/>
                    <a:pt x="9486" y="3282"/>
                    <a:pt x="9486" y="2561"/>
                  </a:cubicBezTo>
                  <a:cubicBezTo>
                    <a:pt x="9486" y="2164"/>
                    <a:pt x="9414" y="1803"/>
                    <a:pt x="9234" y="1443"/>
                  </a:cubicBezTo>
                  <a:cubicBezTo>
                    <a:pt x="9017" y="974"/>
                    <a:pt x="8729" y="613"/>
                    <a:pt x="8368" y="361"/>
                  </a:cubicBezTo>
                  <a:cubicBezTo>
                    <a:pt x="8007" y="108"/>
                    <a:pt x="7611" y="0"/>
                    <a:pt x="7178"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35" name="Google Shape;2235;p38"/>
            <p:cNvSpPr/>
            <p:nvPr/>
          </p:nvSpPr>
          <p:spPr>
            <a:xfrm>
              <a:off x="3610725" y="4730250"/>
              <a:ext cx="182150" cy="250325"/>
            </a:xfrm>
            <a:custGeom>
              <a:avLst/>
              <a:gdLst/>
              <a:ahLst/>
              <a:cxnLst/>
              <a:rect l="l" t="t" r="r" b="b"/>
              <a:pathLst>
                <a:path w="7286" h="10013" extrusionOk="0">
                  <a:moveTo>
                    <a:pt x="5370" y="1"/>
                  </a:moveTo>
                  <a:cubicBezTo>
                    <a:pt x="4757" y="1"/>
                    <a:pt x="4076" y="419"/>
                    <a:pt x="3499" y="1228"/>
                  </a:cubicBezTo>
                  <a:cubicBezTo>
                    <a:pt x="3066" y="1841"/>
                    <a:pt x="1046" y="4690"/>
                    <a:pt x="397" y="6998"/>
                  </a:cubicBezTo>
                  <a:cubicBezTo>
                    <a:pt x="0" y="8441"/>
                    <a:pt x="144" y="9631"/>
                    <a:pt x="1515" y="9992"/>
                  </a:cubicBezTo>
                  <a:cubicBezTo>
                    <a:pt x="1577" y="10006"/>
                    <a:pt x="1637" y="10013"/>
                    <a:pt x="1697" y="10013"/>
                  </a:cubicBezTo>
                  <a:cubicBezTo>
                    <a:pt x="2403" y="10013"/>
                    <a:pt x="2952" y="9084"/>
                    <a:pt x="3318" y="8585"/>
                  </a:cubicBezTo>
                  <a:cubicBezTo>
                    <a:pt x="4328" y="7323"/>
                    <a:pt x="5050" y="5808"/>
                    <a:pt x="5843" y="4366"/>
                  </a:cubicBezTo>
                  <a:cubicBezTo>
                    <a:pt x="6312" y="3536"/>
                    <a:pt x="7286" y="2093"/>
                    <a:pt x="6709" y="975"/>
                  </a:cubicBezTo>
                  <a:cubicBezTo>
                    <a:pt x="6389" y="320"/>
                    <a:pt x="5905" y="1"/>
                    <a:pt x="5370"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236" name="Google Shape;2236;p38"/>
            <p:cNvSpPr/>
            <p:nvPr/>
          </p:nvSpPr>
          <p:spPr>
            <a:xfrm>
              <a:off x="3608925" y="4723050"/>
              <a:ext cx="181250" cy="265125"/>
            </a:xfrm>
            <a:custGeom>
              <a:avLst/>
              <a:gdLst/>
              <a:ahLst/>
              <a:cxnLst/>
              <a:rect l="l" t="t" r="r" b="b"/>
              <a:pathLst>
                <a:path w="7250" h="10605" extrusionOk="0">
                  <a:moveTo>
                    <a:pt x="5446" y="614"/>
                  </a:moveTo>
                  <a:cubicBezTo>
                    <a:pt x="5663" y="614"/>
                    <a:pt x="5843" y="650"/>
                    <a:pt x="6023" y="794"/>
                  </a:cubicBezTo>
                  <a:cubicBezTo>
                    <a:pt x="6204" y="903"/>
                    <a:pt x="6384" y="1119"/>
                    <a:pt x="6528" y="1408"/>
                  </a:cubicBezTo>
                  <a:cubicBezTo>
                    <a:pt x="6600" y="1588"/>
                    <a:pt x="6672" y="1804"/>
                    <a:pt x="6672" y="2021"/>
                  </a:cubicBezTo>
                  <a:cubicBezTo>
                    <a:pt x="6672" y="2417"/>
                    <a:pt x="6492" y="2886"/>
                    <a:pt x="6312" y="3319"/>
                  </a:cubicBezTo>
                  <a:cubicBezTo>
                    <a:pt x="6095" y="3752"/>
                    <a:pt x="5843" y="4185"/>
                    <a:pt x="5663" y="4509"/>
                  </a:cubicBezTo>
                  <a:cubicBezTo>
                    <a:pt x="4833" y="5952"/>
                    <a:pt x="4112" y="7467"/>
                    <a:pt x="3138" y="8693"/>
                  </a:cubicBezTo>
                  <a:cubicBezTo>
                    <a:pt x="2958" y="8946"/>
                    <a:pt x="2741" y="9306"/>
                    <a:pt x="2489" y="9559"/>
                  </a:cubicBezTo>
                  <a:cubicBezTo>
                    <a:pt x="2344" y="9703"/>
                    <a:pt x="2236" y="9811"/>
                    <a:pt x="2128" y="9883"/>
                  </a:cubicBezTo>
                  <a:cubicBezTo>
                    <a:pt x="1984" y="9955"/>
                    <a:pt x="1876" y="9991"/>
                    <a:pt x="1767" y="9991"/>
                  </a:cubicBezTo>
                  <a:lnTo>
                    <a:pt x="1659" y="9991"/>
                  </a:lnTo>
                  <a:cubicBezTo>
                    <a:pt x="1226" y="9883"/>
                    <a:pt x="1010" y="9703"/>
                    <a:pt x="830" y="9450"/>
                  </a:cubicBezTo>
                  <a:cubicBezTo>
                    <a:pt x="685" y="9234"/>
                    <a:pt x="577" y="8909"/>
                    <a:pt x="577" y="8549"/>
                  </a:cubicBezTo>
                  <a:cubicBezTo>
                    <a:pt x="577" y="8188"/>
                    <a:pt x="649" y="7791"/>
                    <a:pt x="757" y="7359"/>
                  </a:cubicBezTo>
                  <a:cubicBezTo>
                    <a:pt x="1371" y="5158"/>
                    <a:pt x="3390" y="2309"/>
                    <a:pt x="3823" y="1696"/>
                  </a:cubicBezTo>
                  <a:cubicBezTo>
                    <a:pt x="4364" y="939"/>
                    <a:pt x="4977" y="614"/>
                    <a:pt x="5446" y="614"/>
                  </a:cubicBezTo>
                  <a:close/>
                  <a:moveTo>
                    <a:pt x="5446" y="1"/>
                  </a:moveTo>
                  <a:cubicBezTo>
                    <a:pt x="4689" y="1"/>
                    <a:pt x="3931" y="506"/>
                    <a:pt x="3318" y="1371"/>
                  </a:cubicBezTo>
                  <a:cubicBezTo>
                    <a:pt x="2885" y="1985"/>
                    <a:pt x="866" y="4834"/>
                    <a:pt x="180" y="7214"/>
                  </a:cubicBezTo>
                  <a:cubicBezTo>
                    <a:pt x="72" y="7683"/>
                    <a:pt x="0" y="8116"/>
                    <a:pt x="0" y="8549"/>
                  </a:cubicBezTo>
                  <a:cubicBezTo>
                    <a:pt x="0" y="8982"/>
                    <a:pt x="72" y="9450"/>
                    <a:pt x="325" y="9811"/>
                  </a:cubicBezTo>
                  <a:cubicBezTo>
                    <a:pt x="577" y="10172"/>
                    <a:pt x="1010" y="10424"/>
                    <a:pt x="1515" y="10569"/>
                  </a:cubicBezTo>
                  <a:cubicBezTo>
                    <a:pt x="1623" y="10569"/>
                    <a:pt x="1695" y="10605"/>
                    <a:pt x="1767" y="10605"/>
                  </a:cubicBezTo>
                  <a:cubicBezTo>
                    <a:pt x="2020" y="10605"/>
                    <a:pt x="2236" y="10496"/>
                    <a:pt x="2417" y="10388"/>
                  </a:cubicBezTo>
                  <a:cubicBezTo>
                    <a:pt x="2705" y="10208"/>
                    <a:pt x="2921" y="9955"/>
                    <a:pt x="3138" y="9739"/>
                  </a:cubicBezTo>
                  <a:cubicBezTo>
                    <a:pt x="3318" y="9487"/>
                    <a:pt x="3499" y="9234"/>
                    <a:pt x="3607" y="9054"/>
                  </a:cubicBezTo>
                  <a:cubicBezTo>
                    <a:pt x="4653" y="7755"/>
                    <a:pt x="5374" y="6241"/>
                    <a:pt x="6168" y="4798"/>
                  </a:cubicBezTo>
                  <a:cubicBezTo>
                    <a:pt x="6348" y="4473"/>
                    <a:pt x="6600" y="4040"/>
                    <a:pt x="6853" y="3572"/>
                  </a:cubicBezTo>
                  <a:cubicBezTo>
                    <a:pt x="7069" y="3103"/>
                    <a:pt x="7250" y="2562"/>
                    <a:pt x="7250" y="2021"/>
                  </a:cubicBezTo>
                  <a:cubicBezTo>
                    <a:pt x="7250" y="1732"/>
                    <a:pt x="7213" y="1408"/>
                    <a:pt x="7069" y="1119"/>
                  </a:cubicBezTo>
                  <a:cubicBezTo>
                    <a:pt x="6889" y="758"/>
                    <a:pt x="6636" y="506"/>
                    <a:pt x="6384" y="289"/>
                  </a:cubicBezTo>
                  <a:cubicBezTo>
                    <a:pt x="6095" y="109"/>
                    <a:pt x="5771" y="1"/>
                    <a:pt x="5446"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37" name="Google Shape;2237;p38"/>
            <p:cNvSpPr/>
            <p:nvPr/>
          </p:nvSpPr>
          <p:spPr>
            <a:xfrm>
              <a:off x="3129225" y="4525600"/>
              <a:ext cx="300275" cy="286350"/>
            </a:xfrm>
            <a:custGeom>
              <a:avLst/>
              <a:gdLst/>
              <a:ahLst/>
              <a:cxnLst/>
              <a:rect l="l" t="t" r="r" b="b"/>
              <a:pathLst>
                <a:path w="12011" h="11454" extrusionOk="0">
                  <a:moveTo>
                    <a:pt x="12011" y="0"/>
                  </a:moveTo>
                  <a:cubicBezTo>
                    <a:pt x="12010" y="0"/>
                    <a:pt x="9320" y="1568"/>
                    <a:pt x="7073" y="1568"/>
                  </a:cubicBezTo>
                  <a:cubicBezTo>
                    <a:pt x="6680" y="1568"/>
                    <a:pt x="6301" y="1520"/>
                    <a:pt x="5951" y="1407"/>
                  </a:cubicBezTo>
                  <a:cubicBezTo>
                    <a:pt x="5202" y="1153"/>
                    <a:pt x="4541" y="1047"/>
                    <a:pt x="3953" y="1047"/>
                  </a:cubicBezTo>
                  <a:cubicBezTo>
                    <a:pt x="2702" y="1047"/>
                    <a:pt x="1782" y="1528"/>
                    <a:pt x="1046" y="2092"/>
                  </a:cubicBezTo>
                  <a:cubicBezTo>
                    <a:pt x="0" y="2922"/>
                    <a:pt x="1154" y="8043"/>
                    <a:pt x="830" y="9486"/>
                  </a:cubicBezTo>
                  <a:cubicBezTo>
                    <a:pt x="535" y="10797"/>
                    <a:pt x="1223" y="11453"/>
                    <a:pt x="2435" y="11453"/>
                  </a:cubicBezTo>
                  <a:cubicBezTo>
                    <a:pt x="2556" y="11453"/>
                    <a:pt x="2682" y="11447"/>
                    <a:pt x="2814" y="11433"/>
                  </a:cubicBezTo>
                  <a:cubicBezTo>
                    <a:pt x="4256" y="11289"/>
                    <a:pt x="5302" y="9450"/>
                    <a:pt x="5338" y="7719"/>
                  </a:cubicBezTo>
                  <a:cubicBezTo>
                    <a:pt x="5373" y="6079"/>
                    <a:pt x="5307" y="5553"/>
                    <a:pt x="5596" y="5553"/>
                  </a:cubicBezTo>
                  <a:cubicBezTo>
                    <a:pt x="5606" y="5553"/>
                    <a:pt x="5616" y="5553"/>
                    <a:pt x="5627" y="5555"/>
                  </a:cubicBezTo>
                  <a:cubicBezTo>
                    <a:pt x="5955" y="5587"/>
                    <a:pt x="8371" y="6038"/>
                    <a:pt x="9430" y="6038"/>
                  </a:cubicBezTo>
                  <a:cubicBezTo>
                    <a:pt x="9535" y="6038"/>
                    <a:pt x="9627" y="6033"/>
                    <a:pt x="9702" y="6023"/>
                  </a:cubicBezTo>
                  <a:cubicBezTo>
                    <a:pt x="10568" y="5951"/>
                    <a:pt x="12011" y="0"/>
                    <a:pt x="12011"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238" name="Google Shape;2238;p38"/>
            <p:cNvSpPr/>
            <p:nvPr/>
          </p:nvSpPr>
          <p:spPr>
            <a:xfrm>
              <a:off x="3136425" y="4518300"/>
              <a:ext cx="300300" cy="301275"/>
            </a:xfrm>
            <a:custGeom>
              <a:avLst/>
              <a:gdLst/>
              <a:ahLst/>
              <a:cxnLst/>
              <a:rect l="l" t="t" r="r" b="b"/>
              <a:pathLst>
                <a:path w="12012" h="12051" extrusionOk="0">
                  <a:moveTo>
                    <a:pt x="11248" y="899"/>
                  </a:moveTo>
                  <a:cubicBezTo>
                    <a:pt x="11228" y="980"/>
                    <a:pt x="11206" y="1067"/>
                    <a:pt x="11182" y="1158"/>
                  </a:cubicBezTo>
                  <a:cubicBezTo>
                    <a:pt x="10965" y="1987"/>
                    <a:pt x="10605" y="3250"/>
                    <a:pt x="10244" y="4296"/>
                  </a:cubicBezTo>
                  <a:cubicBezTo>
                    <a:pt x="10064" y="4801"/>
                    <a:pt x="9847" y="5269"/>
                    <a:pt x="9667" y="5594"/>
                  </a:cubicBezTo>
                  <a:cubicBezTo>
                    <a:pt x="9595" y="5774"/>
                    <a:pt x="9523" y="5883"/>
                    <a:pt x="9450" y="5955"/>
                  </a:cubicBezTo>
                  <a:lnTo>
                    <a:pt x="9378" y="6027"/>
                  </a:lnTo>
                  <a:lnTo>
                    <a:pt x="9198" y="6027"/>
                  </a:lnTo>
                  <a:cubicBezTo>
                    <a:pt x="8729" y="6027"/>
                    <a:pt x="7827" y="5919"/>
                    <a:pt x="7070" y="5810"/>
                  </a:cubicBezTo>
                  <a:cubicBezTo>
                    <a:pt x="6673" y="5738"/>
                    <a:pt x="6277" y="5702"/>
                    <a:pt x="5988" y="5630"/>
                  </a:cubicBezTo>
                  <a:cubicBezTo>
                    <a:pt x="5699" y="5594"/>
                    <a:pt x="5483" y="5558"/>
                    <a:pt x="5375" y="5558"/>
                  </a:cubicBezTo>
                  <a:lnTo>
                    <a:pt x="5303" y="5522"/>
                  </a:lnTo>
                  <a:cubicBezTo>
                    <a:pt x="5231" y="5522"/>
                    <a:pt x="5122" y="5558"/>
                    <a:pt x="5050" y="5630"/>
                  </a:cubicBezTo>
                  <a:cubicBezTo>
                    <a:pt x="4906" y="5702"/>
                    <a:pt x="4870" y="5847"/>
                    <a:pt x="4834" y="5991"/>
                  </a:cubicBezTo>
                  <a:cubicBezTo>
                    <a:pt x="4798" y="6171"/>
                    <a:pt x="4762" y="6424"/>
                    <a:pt x="4762" y="6748"/>
                  </a:cubicBezTo>
                  <a:cubicBezTo>
                    <a:pt x="4762" y="7073"/>
                    <a:pt x="4762" y="7470"/>
                    <a:pt x="4762" y="8011"/>
                  </a:cubicBezTo>
                  <a:cubicBezTo>
                    <a:pt x="4726" y="8804"/>
                    <a:pt x="4473" y="9670"/>
                    <a:pt x="4076" y="10283"/>
                  </a:cubicBezTo>
                  <a:cubicBezTo>
                    <a:pt x="3644" y="10932"/>
                    <a:pt x="3103" y="11365"/>
                    <a:pt x="2490" y="11437"/>
                  </a:cubicBezTo>
                  <a:lnTo>
                    <a:pt x="2129" y="11437"/>
                  </a:lnTo>
                  <a:cubicBezTo>
                    <a:pt x="1660" y="11437"/>
                    <a:pt x="1299" y="11329"/>
                    <a:pt x="1119" y="11148"/>
                  </a:cubicBezTo>
                  <a:cubicBezTo>
                    <a:pt x="903" y="11004"/>
                    <a:pt x="758" y="10752"/>
                    <a:pt x="758" y="10355"/>
                  </a:cubicBezTo>
                  <a:cubicBezTo>
                    <a:pt x="758" y="10211"/>
                    <a:pt x="794" y="10030"/>
                    <a:pt x="830" y="9850"/>
                  </a:cubicBezTo>
                  <a:cubicBezTo>
                    <a:pt x="866" y="9634"/>
                    <a:pt x="903" y="9345"/>
                    <a:pt x="903" y="9057"/>
                  </a:cubicBezTo>
                  <a:cubicBezTo>
                    <a:pt x="903" y="7794"/>
                    <a:pt x="614" y="5847"/>
                    <a:pt x="614" y="4368"/>
                  </a:cubicBezTo>
                  <a:cubicBezTo>
                    <a:pt x="614" y="3899"/>
                    <a:pt x="650" y="3502"/>
                    <a:pt x="686" y="3178"/>
                  </a:cubicBezTo>
                  <a:cubicBezTo>
                    <a:pt x="758" y="2889"/>
                    <a:pt x="866" y="2709"/>
                    <a:pt x="975" y="2637"/>
                  </a:cubicBezTo>
                  <a:cubicBezTo>
                    <a:pt x="1660" y="2096"/>
                    <a:pt x="2490" y="1663"/>
                    <a:pt x="3680" y="1627"/>
                  </a:cubicBezTo>
                  <a:cubicBezTo>
                    <a:pt x="4221" y="1627"/>
                    <a:pt x="4870" y="1735"/>
                    <a:pt x="5591" y="1987"/>
                  </a:cubicBezTo>
                  <a:cubicBezTo>
                    <a:pt x="5952" y="2096"/>
                    <a:pt x="6385" y="2168"/>
                    <a:pt x="6818" y="2168"/>
                  </a:cubicBezTo>
                  <a:cubicBezTo>
                    <a:pt x="8008" y="2168"/>
                    <a:pt x="9234" y="1735"/>
                    <a:pt x="10208" y="1338"/>
                  </a:cubicBezTo>
                  <a:cubicBezTo>
                    <a:pt x="10615" y="1187"/>
                    <a:pt x="10971" y="1031"/>
                    <a:pt x="11248" y="899"/>
                  </a:cubicBezTo>
                  <a:close/>
                  <a:moveTo>
                    <a:pt x="11678" y="0"/>
                  </a:moveTo>
                  <a:cubicBezTo>
                    <a:pt x="11630" y="0"/>
                    <a:pt x="11584" y="12"/>
                    <a:pt x="11542" y="40"/>
                  </a:cubicBezTo>
                  <a:cubicBezTo>
                    <a:pt x="11542" y="40"/>
                    <a:pt x="11506" y="76"/>
                    <a:pt x="11434" y="112"/>
                  </a:cubicBezTo>
                  <a:cubicBezTo>
                    <a:pt x="11182" y="256"/>
                    <a:pt x="10496" y="617"/>
                    <a:pt x="9631" y="941"/>
                  </a:cubicBezTo>
                  <a:cubicBezTo>
                    <a:pt x="8765" y="1266"/>
                    <a:pt x="7719" y="1555"/>
                    <a:pt x="6818" y="1555"/>
                  </a:cubicBezTo>
                  <a:cubicBezTo>
                    <a:pt x="6421" y="1555"/>
                    <a:pt x="6096" y="1518"/>
                    <a:pt x="5772" y="1410"/>
                  </a:cubicBezTo>
                  <a:cubicBezTo>
                    <a:pt x="4978" y="1158"/>
                    <a:pt x="4293" y="1050"/>
                    <a:pt x="3680" y="1050"/>
                  </a:cubicBezTo>
                  <a:cubicBezTo>
                    <a:pt x="2345" y="1050"/>
                    <a:pt x="1335" y="1555"/>
                    <a:pt x="578" y="2168"/>
                  </a:cubicBezTo>
                  <a:cubicBezTo>
                    <a:pt x="325" y="2384"/>
                    <a:pt x="181" y="2709"/>
                    <a:pt x="109" y="3069"/>
                  </a:cubicBezTo>
                  <a:cubicBezTo>
                    <a:pt x="37" y="3430"/>
                    <a:pt x="1" y="3863"/>
                    <a:pt x="1" y="4368"/>
                  </a:cubicBezTo>
                  <a:cubicBezTo>
                    <a:pt x="1" y="5883"/>
                    <a:pt x="289" y="7866"/>
                    <a:pt x="289" y="9057"/>
                  </a:cubicBezTo>
                  <a:cubicBezTo>
                    <a:pt x="289" y="9345"/>
                    <a:pt x="289" y="9561"/>
                    <a:pt x="253" y="9706"/>
                  </a:cubicBezTo>
                  <a:cubicBezTo>
                    <a:pt x="181" y="9922"/>
                    <a:pt x="181" y="10139"/>
                    <a:pt x="181" y="10355"/>
                  </a:cubicBezTo>
                  <a:cubicBezTo>
                    <a:pt x="181" y="10860"/>
                    <a:pt x="362" y="11329"/>
                    <a:pt x="722" y="11617"/>
                  </a:cubicBezTo>
                  <a:cubicBezTo>
                    <a:pt x="1083" y="11906"/>
                    <a:pt x="1552" y="12050"/>
                    <a:pt x="2129" y="12050"/>
                  </a:cubicBezTo>
                  <a:cubicBezTo>
                    <a:pt x="2273" y="12050"/>
                    <a:pt x="2417" y="12050"/>
                    <a:pt x="2562" y="12014"/>
                  </a:cubicBezTo>
                  <a:cubicBezTo>
                    <a:pt x="3391" y="11942"/>
                    <a:pt x="4076" y="11365"/>
                    <a:pt x="4581" y="10607"/>
                  </a:cubicBezTo>
                  <a:cubicBezTo>
                    <a:pt x="5050" y="9886"/>
                    <a:pt x="5303" y="8948"/>
                    <a:pt x="5339" y="8047"/>
                  </a:cubicBezTo>
                  <a:cubicBezTo>
                    <a:pt x="5375" y="7217"/>
                    <a:pt x="5375" y="6640"/>
                    <a:pt x="5375" y="6351"/>
                  </a:cubicBezTo>
                  <a:cubicBezTo>
                    <a:pt x="5394" y="6256"/>
                    <a:pt x="5403" y="6191"/>
                    <a:pt x="5407" y="6145"/>
                  </a:cubicBezTo>
                  <a:lnTo>
                    <a:pt x="5407" y="6145"/>
                  </a:lnTo>
                  <a:cubicBezTo>
                    <a:pt x="5514" y="6160"/>
                    <a:pt x="5679" y="6193"/>
                    <a:pt x="5880" y="6243"/>
                  </a:cubicBezTo>
                  <a:cubicBezTo>
                    <a:pt x="6782" y="6388"/>
                    <a:pt x="8368" y="6640"/>
                    <a:pt x="9198" y="6640"/>
                  </a:cubicBezTo>
                  <a:lnTo>
                    <a:pt x="9450" y="6640"/>
                  </a:lnTo>
                  <a:cubicBezTo>
                    <a:pt x="9595" y="6604"/>
                    <a:pt x="9703" y="6568"/>
                    <a:pt x="9775" y="6496"/>
                  </a:cubicBezTo>
                  <a:cubicBezTo>
                    <a:pt x="9955" y="6351"/>
                    <a:pt x="10064" y="6171"/>
                    <a:pt x="10172" y="5919"/>
                  </a:cubicBezTo>
                  <a:cubicBezTo>
                    <a:pt x="10605" y="5125"/>
                    <a:pt x="11073" y="3755"/>
                    <a:pt x="11398" y="2564"/>
                  </a:cubicBezTo>
                  <a:cubicBezTo>
                    <a:pt x="11759" y="1374"/>
                    <a:pt x="12011" y="364"/>
                    <a:pt x="12011" y="364"/>
                  </a:cubicBezTo>
                  <a:cubicBezTo>
                    <a:pt x="12011" y="256"/>
                    <a:pt x="11975" y="148"/>
                    <a:pt x="11903" y="76"/>
                  </a:cubicBezTo>
                  <a:cubicBezTo>
                    <a:pt x="11836" y="31"/>
                    <a:pt x="11756" y="0"/>
                    <a:pt x="11678"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39" name="Google Shape;2239;p38"/>
            <p:cNvSpPr/>
            <p:nvPr/>
          </p:nvSpPr>
          <p:spPr>
            <a:xfrm>
              <a:off x="3441200" y="4492850"/>
              <a:ext cx="241675" cy="331975"/>
            </a:xfrm>
            <a:custGeom>
              <a:avLst/>
              <a:gdLst/>
              <a:ahLst/>
              <a:cxnLst/>
              <a:rect l="l" t="t" r="r" b="b"/>
              <a:pathLst>
                <a:path w="9667" h="13279" extrusionOk="0">
                  <a:moveTo>
                    <a:pt x="7141" y="0"/>
                  </a:moveTo>
                  <a:cubicBezTo>
                    <a:pt x="6323" y="0"/>
                    <a:pt x="5408" y="554"/>
                    <a:pt x="4617" y="1635"/>
                  </a:cubicBezTo>
                  <a:cubicBezTo>
                    <a:pt x="4040" y="2428"/>
                    <a:pt x="1371" y="6215"/>
                    <a:pt x="542" y="9281"/>
                  </a:cubicBezTo>
                  <a:cubicBezTo>
                    <a:pt x="1" y="11193"/>
                    <a:pt x="181" y="12816"/>
                    <a:pt x="2020" y="13248"/>
                  </a:cubicBezTo>
                  <a:cubicBezTo>
                    <a:pt x="2102" y="13269"/>
                    <a:pt x="2182" y="13278"/>
                    <a:pt x="2261" y="13278"/>
                  </a:cubicBezTo>
                  <a:cubicBezTo>
                    <a:pt x="3162" y="13278"/>
                    <a:pt x="3903" y="12039"/>
                    <a:pt x="4401" y="11409"/>
                  </a:cubicBezTo>
                  <a:cubicBezTo>
                    <a:pt x="5735" y="9714"/>
                    <a:pt x="6673" y="7694"/>
                    <a:pt x="7755" y="5783"/>
                  </a:cubicBezTo>
                  <a:cubicBezTo>
                    <a:pt x="8368" y="4701"/>
                    <a:pt x="9667" y="2753"/>
                    <a:pt x="8909" y="1274"/>
                  </a:cubicBezTo>
                  <a:cubicBezTo>
                    <a:pt x="8490" y="419"/>
                    <a:pt x="7852" y="0"/>
                    <a:pt x="7141" y="0"/>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240" name="Google Shape;2240;p38"/>
            <p:cNvSpPr/>
            <p:nvPr/>
          </p:nvSpPr>
          <p:spPr>
            <a:xfrm>
              <a:off x="3440300" y="4485025"/>
              <a:ext cx="237175" cy="348075"/>
            </a:xfrm>
            <a:custGeom>
              <a:avLst/>
              <a:gdLst/>
              <a:ahLst/>
              <a:cxnLst/>
              <a:rect l="l" t="t" r="r" b="b"/>
              <a:pathLst>
                <a:path w="9487" h="13923" extrusionOk="0">
                  <a:moveTo>
                    <a:pt x="7178" y="613"/>
                  </a:moveTo>
                  <a:cubicBezTo>
                    <a:pt x="7466" y="613"/>
                    <a:pt x="7755" y="685"/>
                    <a:pt x="8007" y="866"/>
                  </a:cubicBezTo>
                  <a:cubicBezTo>
                    <a:pt x="8260" y="1046"/>
                    <a:pt x="8512" y="1335"/>
                    <a:pt x="8693" y="1731"/>
                  </a:cubicBezTo>
                  <a:cubicBezTo>
                    <a:pt x="8837" y="1984"/>
                    <a:pt x="8873" y="2272"/>
                    <a:pt x="8873" y="2561"/>
                  </a:cubicBezTo>
                  <a:cubicBezTo>
                    <a:pt x="8873" y="3138"/>
                    <a:pt x="8657" y="3751"/>
                    <a:pt x="8404" y="4364"/>
                  </a:cubicBezTo>
                  <a:cubicBezTo>
                    <a:pt x="8116" y="4941"/>
                    <a:pt x="7791" y="5518"/>
                    <a:pt x="7539" y="5951"/>
                  </a:cubicBezTo>
                  <a:cubicBezTo>
                    <a:pt x="6457" y="7863"/>
                    <a:pt x="5483" y="9883"/>
                    <a:pt x="4184" y="11542"/>
                  </a:cubicBezTo>
                  <a:cubicBezTo>
                    <a:pt x="3932" y="11866"/>
                    <a:pt x="3643" y="12335"/>
                    <a:pt x="3283" y="12696"/>
                  </a:cubicBezTo>
                  <a:cubicBezTo>
                    <a:pt x="3138" y="12876"/>
                    <a:pt x="2958" y="13056"/>
                    <a:pt x="2778" y="13129"/>
                  </a:cubicBezTo>
                  <a:cubicBezTo>
                    <a:pt x="2597" y="13237"/>
                    <a:pt x="2453" y="13309"/>
                    <a:pt x="2273" y="13309"/>
                  </a:cubicBezTo>
                  <a:cubicBezTo>
                    <a:pt x="2237" y="13309"/>
                    <a:pt x="2165" y="13309"/>
                    <a:pt x="2128" y="13273"/>
                  </a:cubicBezTo>
                  <a:cubicBezTo>
                    <a:pt x="1551" y="13129"/>
                    <a:pt x="1191" y="12876"/>
                    <a:pt x="938" y="12552"/>
                  </a:cubicBezTo>
                  <a:cubicBezTo>
                    <a:pt x="722" y="12227"/>
                    <a:pt x="614" y="11794"/>
                    <a:pt x="614" y="11253"/>
                  </a:cubicBezTo>
                  <a:cubicBezTo>
                    <a:pt x="614" y="10784"/>
                    <a:pt x="686" y="10243"/>
                    <a:pt x="866" y="9666"/>
                  </a:cubicBezTo>
                  <a:cubicBezTo>
                    <a:pt x="1660" y="6709"/>
                    <a:pt x="4329" y="2922"/>
                    <a:pt x="4906" y="2128"/>
                  </a:cubicBezTo>
                  <a:cubicBezTo>
                    <a:pt x="5663" y="1082"/>
                    <a:pt x="6493" y="613"/>
                    <a:pt x="7178" y="613"/>
                  </a:cubicBezTo>
                  <a:close/>
                  <a:moveTo>
                    <a:pt x="7178" y="0"/>
                  </a:moveTo>
                  <a:cubicBezTo>
                    <a:pt x="6204" y="0"/>
                    <a:pt x="5230" y="649"/>
                    <a:pt x="4437" y="1767"/>
                  </a:cubicBezTo>
                  <a:cubicBezTo>
                    <a:pt x="3824" y="2597"/>
                    <a:pt x="1155" y="6384"/>
                    <a:pt x="253" y="9522"/>
                  </a:cubicBezTo>
                  <a:cubicBezTo>
                    <a:pt x="109" y="10135"/>
                    <a:pt x="0" y="10712"/>
                    <a:pt x="0" y="11253"/>
                  </a:cubicBezTo>
                  <a:cubicBezTo>
                    <a:pt x="0" y="11866"/>
                    <a:pt x="145" y="12443"/>
                    <a:pt x="433" y="12912"/>
                  </a:cubicBezTo>
                  <a:cubicBezTo>
                    <a:pt x="758" y="13345"/>
                    <a:pt x="1299" y="13706"/>
                    <a:pt x="1984" y="13850"/>
                  </a:cubicBezTo>
                  <a:cubicBezTo>
                    <a:pt x="2092" y="13886"/>
                    <a:pt x="2201" y="13922"/>
                    <a:pt x="2273" y="13922"/>
                  </a:cubicBezTo>
                  <a:cubicBezTo>
                    <a:pt x="2597" y="13922"/>
                    <a:pt x="2850" y="13814"/>
                    <a:pt x="3102" y="13670"/>
                  </a:cubicBezTo>
                  <a:cubicBezTo>
                    <a:pt x="3463" y="13417"/>
                    <a:pt x="3751" y="13129"/>
                    <a:pt x="4004" y="12804"/>
                  </a:cubicBezTo>
                  <a:cubicBezTo>
                    <a:pt x="4256" y="12479"/>
                    <a:pt x="4509" y="12155"/>
                    <a:pt x="4653" y="11902"/>
                  </a:cubicBezTo>
                  <a:cubicBezTo>
                    <a:pt x="6024" y="10171"/>
                    <a:pt x="6998" y="8151"/>
                    <a:pt x="8043" y="6240"/>
                  </a:cubicBezTo>
                  <a:cubicBezTo>
                    <a:pt x="8296" y="5807"/>
                    <a:pt x="8657" y="5266"/>
                    <a:pt x="8945" y="4617"/>
                  </a:cubicBezTo>
                  <a:cubicBezTo>
                    <a:pt x="9234" y="3968"/>
                    <a:pt x="9486" y="3282"/>
                    <a:pt x="9486" y="2561"/>
                  </a:cubicBezTo>
                  <a:cubicBezTo>
                    <a:pt x="9486" y="2200"/>
                    <a:pt x="9414" y="1804"/>
                    <a:pt x="9234" y="1443"/>
                  </a:cubicBezTo>
                  <a:cubicBezTo>
                    <a:pt x="9017" y="974"/>
                    <a:pt x="8693" y="613"/>
                    <a:pt x="8368" y="361"/>
                  </a:cubicBezTo>
                  <a:cubicBezTo>
                    <a:pt x="8007" y="144"/>
                    <a:pt x="7611" y="0"/>
                    <a:pt x="7178"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41" name="Google Shape;2241;p38"/>
            <p:cNvSpPr/>
            <p:nvPr/>
          </p:nvSpPr>
          <p:spPr>
            <a:xfrm>
              <a:off x="3309550" y="4463625"/>
              <a:ext cx="241675" cy="332350"/>
            </a:xfrm>
            <a:custGeom>
              <a:avLst/>
              <a:gdLst/>
              <a:ahLst/>
              <a:cxnLst/>
              <a:rect l="l" t="t" r="r" b="b"/>
              <a:pathLst>
                <a:path w="9667" h="13294" extrusionOk="0">
                  <a:moveTo>
                    <a:pt x="7156" y="1"/>
                  </a:moveTo>
                  <a:cubicBezTo>
                    <a:pt x="6330" y="1"/>
                    <a:pt x="5411" y="565"/>
                    <a:pt x="4617" y="1650"/>
                  </a:cubicBezTo>
                  <a:cubicBezTo>
                    <a:pt x="4040" y="2443"/>
                    <a:pt x="1371" y="6230"/>
                    <a:pt x="542" y="9296"/>
                  </a:cubicBezTo>
                  <a:cubicBezTo>
                    <a:pt x="1" y="11207"/>
                    <a:pt x="181" y="12830"/>
                    <a:pt x="2021" y="13263"/>
                  </a:cubicBezTo>
                  <a:cubicBezTo>
                    <a:pt x="2102" y="13284"/>
                    <a:pt x="2182" y="13293"/>
                    <a:pt x="2262" y="13293"/>
                  </a:cubicBezTo>
                  <a:cubicBezTo>
                    <a:pt x="3163" y="13293"/>
                    <a:pt x="3904" y="12054"/>
                    <a:pt x="4401" y="11424"/>
                  </a:cubicBezTo>
                  <a:cubicBezTo>
                    <a:pt x="5735" y="9729"/>
                    <a:pt x="6673" y="7709"/>
                    <a:pt x="7755" y="5797"/>
                  </a:cubicBezTo>
                  <a:cubicBezTo>
                    <a:pt x="8368" y="4715"/>
                    <a:pt x="9667" y="2768"/>
                    <a:pt x="8945" y="1289"/>
                  </a:cubicBezTo>
                  <a:cubicBezTo>
                    <a:pt x="8511" y="421"/>
                    <a:pt x="7868" y="1"/>
                    <a:pt x="7156" y="1"/>
                  </a:cubicBezTo>
                  <a:close/>
                </a:path>
              </a:pathLst>
            </a:custGeom>
            <a:solidFill>
              <a:srgbClr val="FFFFFF"/>
            </a:solidFill>
            <a:ln>
              <a:noFill/>
            </a:ln>
          </p:spPr>
          <p:txBody>
            <a:bodyPr spcFirstLastPara="1" wrap="square" lIns="182850" tIns="182850" rIns="182850" bIns="182850" anchor="ctr" anchorCtr="0">
              <a:noAutofit/>
            </a:bodyPr>
            <a:lstStyle/>
            <a:p>
              <a:endParaRPr sz="3600"/>
            </a:p>
          </p:txBody>
        </p:sp>
        <p:sp>
          <p:nvSpPr>
            <p:cNvPr id="2242" name="Google Shape;2242;p38"/>
            <p:cNvSpPr/>
            <p:nvPr/>
          </p:nvSpPr>
          <p:spPr>
            <a:xfrm>
              <a:off x="3308650" y="4456175"/>
              <a:ext cx="237175" cy="347150"/>
            </a:xfrm>
            <a:custGeom>
              <a:avLst/>
              <a:gdLst/>
              <a:ahLst/>
              <a:cxnLst/>
              <a:rect l="l" t="t" r="r" b="b"/>
              <a:pathLst>
                <a:path w="9487" h="13886" extrusionOk="0">
                  <a:moveTo>
                    <a:pt x="7109" y="611"/>
                  </a:moveTo>
                  <a:cubicBezTo>
                    <a:pt x="7132" y="611"/>
                    <a:pt x="7155" y="612"/>
                    <a:pt x="7178" y="613"/>
                  </a:cubicBezTo>
                  <a:cubicBezTo>
                    <a:pt x="7467" y="613"/>
                    <a:pt x="7755" y="685"/>
                    <a:pt x="8008" y="866"/>
                  </a:cubicBezTo>
                  <a:cubicBezTo>
                    <a:pt x="8260" y="1046"/>
                    <a:pt x="8513" y="1298"/>
                    <a:pt x="8693" y="1695"/>
                  </a:cubicBezTo>
                  <a:cubicBezTo>
                    <a:pt x="8837" y="1984"/>
                    <a:pt x="8873" y="2272"/>
                    <a:pt x="8873" y="2561"/>
                  </a:cubicBezTo>
                  <a:cubicBezTo>
                    <a:pt x="8873" y="3138"/>
                    <a:pt x="8657" y="3751"/>
                    <a:pt x="8404" y="4364"/>
                  </a:cubicBezTo>
                  <a:cubicBezTo>
                    <a:pt x="8116" y="4941"/>
                    <a:pt x="7791" y="5482"/>
                    <a:pt x="7539" y="5951"/>
                  </a:cubicBezTo>
                  <a:cubicBezTo>
                    <a:pt x="6457" y="7863"/>
                    <a:pt x="5483" y="9846"/>
                    <a:pt x="4184" y="11542"/>
                  </a:cubicBezTo>
                  <a:cubicBezTo>
                    <a:pt x="3932" y="11866"/>
                    <a:pt x="3643" y="12335"/>
                    <a:pt x="3319" y="12696"/>
                  </a:cubicBezTo>
                  <a:cubicBezTo>
                    <a:pt x="3139" y="12876"/>
                    <a:pt x="2958" y="13020"/>
                    <a:pt x="2778" y="13128"/>
                  </a:cubicBezTo>
                  <a:cubicBezTo>
                    <a:pt x="2634" y="13237"/>
                    <a:pt x="2453" y="13309"/>
                    <a:pt x="2309" y="13309"/>
                  </a:cubicBezTo>
                  <a:cubicBezTo>
                    <a:pt x="2237" y="13309"/>
                    <a:pt x="2165" y="13309"/>
                    <a:pt x="2129" y="13273"/>
                  </a:cubicBezTo>
                  <a:cubicBezTo>
                    <a:pt x="1552" y="13128"/>
                    <a:pt x="1191" y="12876"/>
                    <a:pt x="938" y="12551"/>
                  </a:cubicBezTo>
                  <a:cubicBezTo>
                    <a:pt x="722" y="12227"/>
                    <a:pt x="614" y="11794"/>
                    <a:pt x="614" y="11253"/>
                  </a:cubicBezTo>
                  <a:cubicBezTo>
                    <a:pt x="614" y="10784"/>
                    <a:pt x="686" y="10243"/>
                    <a:pt x="866" y="9666"/>
                  </a:cubicBezTo>
                  <a:cubicBezTo>
                    <a:pt x="1660" y="6709"/>
                    <a:pt x="4329" y="2921"/>
                    <a:pt x="4906" y="2092"/>
                  </a:cubicBezTo>
                  <a:cubicBezTo>
                    <a:pt x="5638" y="1116"/>
                    <a:pt x="6437" y="611"/>
                    <a:pt x="7109" y="611"/>
                  </a:cubicBezTo>
                  <a:close/>
                  <a:moveTo>
                    <a:pt x="7178" y="0"/>
                  </a:moveTo>
                  <a:cubicBezTo>
                    <a:pt x="6204" y="0"/>
                    <a:pt x="5230" y="613"/>
                    <a:pt x="4437" y="1767"/>
                  </a:cubicBezTo>
                  <a:cubicBezTo>
                    <a:pt x="3824" y="2597"/>
                    <a:pt x="1155" y="6384"/>
                    <a:pt x="289" y="9522"/>
                  </a:cubicBezTo>
                  <a:cubicBezTo>
                    <a:pt x="109" y="10135"/>
                    <a:pt x="1" y="10712"/>
                    <a:pt x="1" y="11253"/>
                  </a:cubicBezTo>
                  <a:cubicBezTo>
                    <a:pt x="1" y="11866"/>
                    <a:pt x="145" y="12443"/>
                    <a:pt x="470" y="12876"/>
                  </a:cubicBezTo>
                  <a:cubicBezTo>
                    <a:pt x="758" y="13345"/>
                    <a:pt x="1299" y="13706"/>
                    <a:pt x="1984" y="13850"/>
                  </a:cubicBezTo>
                  <a:cubicBezTo>
                    <a:pt x="2093" y="13886"/>
                    <a:pt x="2201" y="13886"/>
                    <a:pt x="2309" y="13886"/>
                  </a:cubicBezTo>
                  <a:cubicBezTo>
                    <a:pt x="2598" y="13886"/>
                    <a:pt x="2850" y="13814"/>
                    <a:pt x="3102" y="13633"/>
                  </a:cubicBezTo>
                  <a:cubicBezTo>
                    <a:pt x="3463" y="13417"/>
                    <a:pt x="3752" y="13092"/>
                    <a:pt x="4004" y="12768"/>
                  </a:cubicBezTo>
                  <a:cubicBezTo>
                    <a:pt x="4257" y="12443"/>
                    <a:pt x="4509" y="12119"/>
                    <a:pt x="4653" y="11902"/>
                  </a:cubicBezTo>
                  <a:cubicBezTo>
                    <a:pt x="6024" y="10171"/>
                    <a:pt x="6998" y="8151"/>
                    <a:pt x="8044" y="6240"/>
                  </a:cubicBezTo>
                  <a:cubicBezTo>
                    <a:pt x="8296" y="5807"/>
                    <a:pt x="8657" y="5230"/>
                    <a:pt x="8945" y="4617"/>
                  </a:cubicBezTo>
                  <a:cubicBezTo>
                    <a:pt x="9234" y="3967"/>
                    <a:pt x="9486" y="3282"/>
                    <a:pt x="9486" y="2561"/>
                  </a:cubicBezTo>
                  <a:cubicBezTo>
                    <a:pt x="9486" y="2200"/>
                    <a:pt x="9414" y="1803"/>
                    <a:pt x="9234" y="1443"/>
                  </a:cubicBezTo>
                  <a:cubicBezTo>
                    <a:pt x="9017" y="974"/>
                    <a:pt x="8693" y="613"/>
                    <a:pt x="8368" y="361"/>
                  </a:cubicBezTo>
                  <a:cubicBezTo>
                    <a:pt x="8008" y="108"/>
                    <a:pt x="7611" y="0"/>
                    <a:pt x="7178"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43" name="Google Shape;2243;p38"/>
            <p:cNvSpPr/>
            <p:nvPr/>
          </p:nvSpPr>
          <p:spPr>
            <a:xfrm>
              <a:off x="1841625" y="4237050"/>
              <a:ext cx="1703300" cy="1232625"/>
            </a:xfrm>
            <a:custGeom>
              <a:avLst/>
              <a:gdLst/>
              <a:ahLst/>
              <a:cxnLst/>
              <a:rect l="l" t="t" r="r" b="b"/>
              <a:pathLst>
                <a:path w="68132" h="49305" extrusionOk="0">
                  <a:moveTo>
                    <a:pt x="1" y="1"/>
                  </a:moveTo>
                  <a:lnTo>
                    <a:pt x="10712" y="29287"/>
                  </a:lnTo>
                  <a:lnTo>
                    <a:pt x="68131" y="49304"/>
                  </a:lnTo>
                  <a:lnTo>
                    <a:pt x="64849" y="21352"/>
                  </a:lnTo>
                  <a:lnTo>
                    <a:pt x="1" y="1"/>
                  </a:ln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2244" name="Google Shape;2244;p38"/>
            <p:cNvSpPr/>
            <p:nvPr/>
          </p:nvSpPr>
          <p:spPr>
            <a:xfrm>
              <a:off x="1833500" y="4229500"/>
              <a:ext cx="1718625" cy="1247750"/>
            </a:xfrm>
            <a:custGeom>
              <a:avLst/>
              <a:gdLst/>
              <a:ahLst/>
              <a:cxnLst/>
              <a:rect l="l" t="t" r="r" b="b"/>
              <a:pathLst>
                <a:path w="68745" h="49910" extrusionOk="0">
                  <a:moveTo>
                    <a:pt x="828" y="780"/>
                  </a:moveTo>
                  <a:lnTo>
                    <a:pt x="64886" y="21871"/>
                  </a:lnTo>
                  <a:lnTo>
                    <a:pt x="68096" y="49174"/>
                  </a:lnTo>
                  <a:lnTo>
                    <a:pt x="11254" y="29337"/>
                  </a:lnTo>
                  <a:lnTo>
                    <a:pt x="828" y="780"/>
                  </a:lnTo>
                  <a:close/>
                  <a:moveTo>
                    <a:pt x="341" y="0"/>
                  </a:moveTo>
                  <a:cubicBezTo>
                    <a:pt x="253" y="0"/>
                    <a:pt x="162" y="34"/>
                    <a:pt x="109" y="86"/>
                  </a:cubicBezTo>
                  <a:cubicBezTo>
                    <a:pt x="37" y="195"/>
                    <a:pt x="1" y="303"/>
                    <a:pt x="37" y="411"/>
                  </a:cubicBezTo>
                  <a:lnTo>
                    <a:pt x="10749" y="29697"/>
                  </a:lnTo>
                  <a:cubicBezTo>
                    <a:pt x="10785" y="29770"/>
                    <a:pt x="10857" y="29842"/>
                    <a:pt x="10929" y="29878"/>
                  </a:cubicBezTo>
                  <a:lnTo>
                    <a:pt x="68348" y="49895"/>
                  </a:lnTo>
                  <a:cubicBezTo>
                    <a:pt x="68380" y="49906"/>
                    <a:pt x="68411" y="49910"/>
                    <a:pt x="68442" y="49910"/>
                  </a:cubicBezTo>
                  <a:cubicBezTo>
                    <a:pt x="68517" y="49910"/>
                    <a:pt x="68586" y="49884"/>
                    <a:pt x="68637" y="49859"/>
                  </a:cubicBezTo>
                  <a:cubicBezTo>
                    <a:pt x="68709" y="49787"/>
                    <a:pt x="68745" y="49679"/>
                    <a:pt x="68745" y="49570"/>
                  </a:cubicBezTo>
                  <a:lnTo>
                    <a:pt x="65463" y="21618"/>
                  </a:lnTo>
                  <a:cubicBezTo>
                    <a:pt x="65427" y="21510"/>
                    <a:pt x="65355" y="21402"/>
                    <a:pt x="65246" y="21366"/>
                  </a:cubicBezTo>
                  <a:lnTo>
                    <a:pt x="434" y="14"/>
                  </a:lnTo>
                  <a:cubicBezTo>
                    <a:pt x="405" y="5"/>
                    <a:pt x="373" y="0"/>
                    <a:pt x="341"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45" name="Google Shape;2245;p38"/>
            <p:cNvSpPr/>
            <p:nvPr/>
          </p:nvSpPr>
          <p:spPr>
            <a:xfrm>
              <a:off x="5068725" y="3813275"/>
              <a:ext cx="471600" cy="14450"/>
            </a:xfrm>
            <a:custGeom>
              <a:avLst/>
              <a:gdLst/>
              <a:ahLst/>
              <a:cxnLst/>
              <a:rect l="l" t="t" r="r" b="b"/>
              <a:pathLst>
                <a:path w="18864" h="578" extrusionOk="0">
                  <a:moveTo>
                    <a:pt x="325" y="0"/>
                  </a:moveTo>
                  <a:cubicBezTo>
                    <a:pt x="145" y="0"/>
                    <a:pt x="1" y="108"/>
                    <a:pt x="1" y="289"/>
                  </a:cubicBezTo>
                  <a:cubicBezTo>
                    <a:pt x="1" y="469"/>
                    <a:pt x="145" y="577"/>
                    <a:pt x="325" y="577"/>
                  </a:cubicBezTo>
                  <a:lnTo>
                    <a:pt x="18539" y="577"/>
                  </a:lnTo>
                  <a:cubicBezTo>
                    <a:pt x="18719" y="577"/>
                    <a:pt x="18864" y="469"/>
                    <a:pt x="18864" y="289"/>
                  </a:cubicBezTo>
                  <a:cubicBezTo>
                    <a:pt x="18864" y="108"/>
                    <a:pt x="18719" y="0"/>
                    <a:pt x="18539"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46" name="Google Shape;2246;p38"/>
            <p:cNvSpPr/>
            <p:nvPr/>
          </p:nvSpPr>
          <p:spPr>
            <a:xfrm>
              <a:off x="4743225" y="3813275"/>
              <a:ext cx="174050" cy="14450"/>
            </a:xfrm>
            <a:custGeom>
              <a:avLst/>
              <a:gdLst/>
              <a:ahLst/>
              <a:cxnLst/>
              <a:rect l="l" t="t" r="r" b="b"/>
              <a:pathLst>
                <a:path w="6962" h="578" extrusionOk="0">
                  <a:moveTo>
                    <a:pt x="289" y="0"/>
                  </a:moveTo>
                  <a:cubicBezTo>
                    <a:pt x="145" y="0"/>
                    <a:pt x="0" y="108"/>
                    <a:pt x="0" y="289"/>
                  </a:cubicBezTo>
                  <a:cubicBezTo>
                    <a:pt x="0" y="469"/>
                    <a:pt x="145" y="577"/>
                    <a:pt x="289" y="577"/>
                  </a:cubicBezTo>
                  <a:lnTo>
                    <a:pt x="6673" y="577"/>
                  </a:lnTo>
                  <a:cubicBezTo>
                    <a:pt x="6853" y="577"/>
                    <a:pt x="6961" y="469"/>
                    <a:pt x="6961" y="289"/>
                  </a:cubicBezTo>
                  <a:cubicBezTo>
                    <a:pt x="6961" y="108"/>
                    <a:pt x="6853" y="0"/>
                    <a:pt x="667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47" name="Google Shape;2247;p38"/>
            <p:cNvSpPr/>
            <p:nvPr/>
          </p:nvSpPr>
          <p:spPr>
            <a:xfrm>
              <a:off x="5445625" y="3896225"/>
              <a:ext cx="94700" cy="15350"/>
            </a:xfrm>
            <a:custGeom>
              <a:avLst/>
              <a:gdLst/>
              <a:ahLst/>
              <a:cxnLst/>
              <a:rect l="l" t="t" r="r" b="b"/>
              <a:pathLst>
                <a:path w="3788" h="614" extrusionOk="0">
                  <a:moveTo>
                    <a:pt x="289" y="0"/>
                  </a:moveTo>
                  <a:cubicBezTo>
                    <a:pt x="145" y="0"/>
                    <a:pt x="1" y="145"/>
                    <a:pt x="1" y="289"/>
                  </a:cubicBezTo>
                  <a:cubicBezTo>
                    <a:pt x="1" y="469"/>
                    <a:pt x="145" y="613"/>
                    <a:pt x="289" y="613"/>
                  </a:cubicBezTo>
                  <a:lnTo>
                    <a:pt x="3463" y="613"/>
                  </a:lnTo>
                  <a:cubicBezTo>
                    <a:pt x="3643" y="613"/>
                    <a:pt x="3788" y="469"/>
                    <a:pt x="3788" y="289"/>
                  </a:cubicBezTo>
                  <a:cubicBezTo>
                    <a:pt x="3788" y="145"/>
                    <a:pt x="3643" y="0"/>
                    <a:pt x="346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48" name="Google Shape;2248;p38"/>
            <p:cNvSpPr/>
            <p:nvPr/>
          </p:nvSpPr>
          <p:spPr>
            <a:xfrm>
              <a:off x="5221125" y="3896225"/>
              <a:ext cx="174025" cy="15350"/>
            </a:xfrm>
            <a:custGeom>
              <a:avLst/>
              <a:gdLst/>
              <a:ahLst/>
              <a:cxnLst/>
              <a:rect l="l" t="t" r="r" b="b"/>
              <a:pathLst>
                <a:path w="6961" h="614" extrusionOk="0">
                  <a:moveTo>
                    <a:pt x="289" y="0"/>
                  </a:moveTo>
                  <a:cubicBezTo>
                    <a:pt x="144" y="0"/>
                    <a:pt x="0" y="145"/>
                    <a:pt x="0" y="289"/>
                  </a:cubicBezTo>
                  <a:cubicBezTo>
                    <a:pt x="0" y="469"/>
                    <a:pt x="144" y="613"/>
                    <a:pt x="289" y="613"/>
                  </a:cubicBezTo>
                  <a:lnTo>
                    <a:pt x="6672" y="613"/>
                  </a:lnTo>
                  <a:cubicBezTo>
                    <a:pt x="6817" y="613"/>
                    <a:pt x="6961" y="469"/>
                    <a:pt x="6961" y="289"/>
                  </a:cubicBezTo>
                  <a:cubicBezTo>
                    <a:pt x="6961" y="145"/>
                    <a:pt x="6817" y="0"/>
                    <a:pt x="6672"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49" name="Google Shape;2249;p38"/>
            <p:cNvSpPr/>
            <p:nvPr/>
          </p:nvSpPr>
          <p:spPr>
            <a:xfrm>
              <a:off x="4743225" y="3896225"/>
              <a:ext cx="384150" cy="15350"/>
            </a:xfrm>
            <a:custGeom>
              <a:avLst/>
              <a:gdLst/>
              <a:ahLst/>
              <a:cxnLst/>
              <a:rect l="l" t="t" r="r" b="b"/>
              <a:pathLst>
                <a:path w="15366" h="614" extrusionOk="0">
                  <a:moveTo>
                    <a:pt x="289" y="0"/>
                  </a:moveTo>
                  <a:cubicBezTo>
                    <a:pt x="145" y="0"/>
                    <a:pt x="0" y="145"/>
                    <a:pt x="0" y="289"/>
                  </a:cubicBezTo>
                  <a:cubicBezTo>
                    <a:pt x="0" y="469"/>
                    <a:pt x="145" y="613"/>
                    <a:pt x="289" y="613"/>
                  </a:cubicBezTo>
                  <a:lnTo>
                    <a:pt x="15077" y="613"/>
                  </a:lnTo>
                  <a:cubicBezTo>
                    <a:pt x="15221" y="613"/>
                    <a:pt x="15365" y="469"/>
                    <a:pt x="15365" y="289"/>
                  </a:cubicBezTo>
                  <a:cubicBezTo>
                    <a:pt x="15365" y="145"/>
                    <a:pt x="15221" y="0"/>
                    <a:pt x="15077"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50" name="Google Shape;2250;p38"/>
            <p:cNvSpPr/>
            <p:nvPr/>
          </p:nvSpPr>
          <p:spPr>
            <a:xfrm>
              <a:off x="5120125" y="3979175"/>
              <a:ext cx="420200" cy="15350"/>
            </a:xfrm>
            <a:custGeom>
              <a:avLst/>
              <a:gdLst/>
              <a:ahLst/>
              <a:cxnLst/>
              <a:rect l="l" t="t" r="r" b="b"/>
              <a:pathLst>
                <a:path w="16808" h="614" extrusionOk="0">
                  <a:moveTo>
                    <a:pt x="289" y="1"/>
                  </a:moveTo>
                  <a:cubicBezTo>
                    <a:pt x="109" y="1"/>
                    <a:pt x="1" y="145"/>
                    <a:pt x="1" y="325"/>
                  </a:cubicBezTo>
                  <a:cubicBezTo>
                    <a:pt x="1" y="469"/>
                    <a:pt x="109" y="614"/>
                    <a:pt x="289" y="614"/>
                  </a:cubicBezTo>
                  <a:lnTo>
                    <a:pt x="16483" y="614"/>
                  </a:lnTo>
                  <a:cubicBezTo>
                    <a:pt x="16663" y="614"/>
                    <a:pt x="16808" y="469"/>
                    <a:pt x="16808" y="325"/>
                  </a:cubicBezTo>
                  <a:cubicBezTo>
                    <a:pt x="16808" y="145"/>
                    <a:pt x="16663" y="1"/>
                    <a:pt x="1648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51" name="Google Shape;2251;p38"/>
            <p:cNvSpPr/>
            <p:nvPr/>
          </p:nvSpPr>
          <p:spPr>
            <a:xfrm>
              <a:off x="4743225" y="3979175"/>
              <a:ext cx="304800" cy="15350"/>
            </a:xfrm>
            <a:custGeom>
              <a:avLst/>
              <a:gdLst/>
              <a:ahLst/>
              <a:cxnLst/>
              <a:rect l="l" t="t" r="r" b="b"/>
              <a:pathLst>
                <a:path w="12192" h="614" extrusionOk="0">
                  <a:moveTo>
                    <a:pt x="289" y="1"/>
                  </a:moveTo>
                  <a:cubicBezTo>
                    <a:pt x="145" y="1"/>
                    <a:pt x="0" y="145"/>
                    <a:pt x="0" y="325"/>
                  </a:cubicBezTo>
                  <a:cubicBezTo>
                    <a:pt x="0" y="469"/>
                    <a:pt x="145" y="614"/>
                    <a:pt x="289" y="614"/>
                  </a:cubicBezTo>
                  <a:lnTo>
                    <a:pt x="11903" y="614"/>
                  </a:lnTo>
                  <a:cubicBezTo>
                    <a:pt x="12047" y="614"/>
                    <a:pt x="12191" y="469"/>
                    <a:pt x="12191" y="325"/>
                  </a:cubicBezTo>
                  <a:cubicBezTo>
                    <a:pt x="12191" y="145"/>
                    <a:pt x="12047" y="1"/>
                    <a:pt x="1190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52" name="Google Shape;2252;p38"/>
            <p:cNvSpPr/>
            <p:nvPr/>
          </p:nvSpPr>
          <p:spPr>
            <a:xfrm>
              <a:off x="5350950" y="4062125"/>
              <a:ext cx="189375" cy="15350"/>
            </a:xfrm>
            <a:custGeom>
              <a:avLst/>
              <a:gdLst/>
              <a:ahLst/>
              <a:cxnLst/>
              <a:rect l="l" t="t" r="r" b="b"/>
              <a:pathLst>
                <a:path w="7575" h="614" extrusionOk="0">
                  <a:moveTo>
                    <a:pt x="325" y="1"/>
                  </a:moveTo>
                  <a:cubicBezTo>
                    <a:pt x="145" y="1"/>
                    <a:pt x="1" y="145"/>
                    <a:pt x="1" y="325"/>
                  </a:cubicBezTo>
                  <a:cubicBezTo>
                    <a:pt x="1" y="470"/>
                    <a:pt x="145" y="614"/>
                    <a:pt x="325" y="614"/>
                  </a:cubicBezTo>
                  <a:lnTo>
                    <a:pt x="7250" y="614"/>
                  </a:lnTo>
                  <a:cubicBezTo>
                    <a:pt x="7430" y="614"/>
                    <a:pt x="7575" y="470"/>
                    <a:pt x="7575" y="325"/>
                  </a:cubicBezTo>
                  <a:cubicBezTo>
                    <a:pt x="7575" y="145"/>
                    <a:pt x="7430" y="1"/>
                    <a:pt x="7250"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53" name="Google Shape;2253;p38"/>
            <p:cNvSpPr/>
            <p:nvPr/>
          </p:nvSpPr>
          <p:spPr>
            <a:xfrm>
              <a:off x="4917250" y="4062125"/>
              <a:ext cx="376925" cy="15350"/>
            </a:xfrm>
            <a:custGeom>
              <a:avLst/>
              <a:gdLst/>
              <a:ahLst/>
              <a:cxnLst/>
              <a:rect l="l" t="t" r="r" b="b"/>
              <a:pathLst>
                <a:path w="15077" h="614" extrusionOk="0">
                  <a:moveTo>
                    <a:pt x="289" y="1"/>
                  </a:moveTo>
                  <a:cubicBezTo>
                    <a:pt x="109" y="1"/>
                    <a:pt x="0" y="145"/>
                    <a:pt x="0" y="325"/>
                  </a:cubicBezTo>
                  <a:cubicBezTo>
                    <a:pt x="0" y="470"/>
                    <a:pt x="109" y="614"/>
                    <a:pt x="289" y="614"/>
                  </a:cubicBezTo>
                  <a:lnTo>
                    <a:pt x="14752" y="614"/>
                  </a:lnTo>
                  <a:cubicBezTo>
                    <a:pt x="14932" y="614"/>
                    <a:pt x="15076" y="470"/>
                    <a:pt x="15076" y="325"/>
                  </a:cubicBezTo>
                  <a:cubicBezTo>
                    <a:pt x="15076" y="145"/>
                    <a:pt x="14932" y="1"/>
                    <a:pt x="14752"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54" name="Google Shape;2254;p38"/>
            <p:cNvSpPr/>
            <p:nvPr/>
          </p:nvSpPr>
          <p:spPr>
            <a:xfrm>
              <a:off x="4743225" y="4062125"/>
              <a:ext cx="109125" cy="15350"/>
            </a:xfrm>
            <a:custGeom>
              <a:avLst/>
              <a:gdLst/>
              <a:ahLst/>
              <a:cxnLst/>
              <a:rect l="l" t="t" r="r" b="b"/>
              <a:pathLst>
                <a:path w="4365" h="614" extrusionOk="0">
                  <a:moveTo>
                    <a:pt x="289" y="1"/>
                  </a:moveTo>
                  <a:cubicBezTo>
                    <a:pt x="145" y="1"/>
                    <a:pt x="0" y="145"/>
                    <a:pt x="0" y="325"/>
                  </a:cubicBezTo>
                  <a:cubicBezTo>
                    <a:pt x="0" y="470"/>
                    <a:pt x="145" y="614"/>
                    <a:pt x="289" y="614"/>
                  </a:cubicBezTo>
                  <a:lnTo>
                    <a:pt x="4076" y="614"/>
                  </a:lnTo>
                  <a:cubicBezTo>
                    <a:pt x="4220" y="614"/>
                    <a:pt x="4365" y="470"/>
                    <a:pt x="4365" y="325"/>
                  </a:cubicBezTo>
                  <a:cubicBezTo>
                    <a:pt x="4365" y="145"/>
                    <a:pt x="4220" y="1"/>
                    <a:pt x="4076"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55" name="Google Shape;2255;p38"/>
            <p:cNvSpPr/>
            <p:nvPr/>
          </p:nvSpPr>
          <p:spPr>
            <a:xfrm>
              <a:off x="5068725" y="4135175"/>
              <a:ext cx="471600" cy="15350"/>
            </a:xfrm>
            <a:custGeom>
              <a:avLst/>
              <a:gdLst/>
              <a:ahLst/>
              <a:cxnLst/>
              <a:rect l="l" t="t" r="r" b="b"/>
              <a:pathLst>
                <a:path w="18864" h="614" extrusionOk="0">
                  <a:moveTo>
                    <a:pt x="325" y="0"/>
                  </a:moveTo>
                  <a:cubicBezTo>
                    <a:pt x="145" y="0"/>
                    <a:pt x="1" y="144"/>
                    <a:pt x="1" y="325"/>
                  </a:cubicBezTo>
                  <a:cubicBezTo>
                    <a:pt x="1" y="469"/>
                    <a:pt x="145" y="613"/>
                    <a:pt x="325" y="613"/>
                  </a:cubicBezTo>
                  <a:lnTo>
                    <a:pt x="18539" y="613"/>
                  </a:lnTo>
                  <a:cubicBezTo>
                    <a:pt x="18719" y="613"/>
                    <a:pt x="18864" y="469"/>
                    <a:pt x="18864" y="325"/>
                  </a:cubicBezTo>
                  <a:cubicBezTo>
                    <a:pt x="18864" y="144"/>
                    <a:pt x="18719" y="0"/>
                    <a:pt x="18539"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56" name="Google Shape;2256;p38"/>
            <p:cNvSpPr/>
            <p:nvPr/>
          </p:nvSpPr>
          <p:spPr>
            <a:xfrm>
              <a:off x="4743225" y="4135175"/>
              <a:ext cx="174050" cy="15350"/>
            </a:xfrm>
            <a:custGeom>
              <a:avLst/>
              <a:gdLst/>
              <a:ahLst/>
              <a:cxnLst/>
              <a:rect l="l" t="t" r="r" b="b"/>
              <a:pathLst>
                <a:path w="6962" h="614" extrusionOk="0">
                  <a:moveTo>
                    <a:pt x="289" y="0"/>
                  </a:moveTo>
                  <a:cubicBezTo>
                    <a:pt x="145" y="0"/>
                    <a:pt x="0" y="144"/>
                    <a:pt x="0" y="325"/>
                  </a:cubicBezTo>
                  <a:cubicBezTo>
                    <a:pt x="0" y="469"/>
                    <a:pt x="145" y="613"/>
                    <a:pt x="289" y="613"/>
                  </a:cubicBezTo>
                  <a:lnTo>
                    <a:pt x="6673" y="613"/>
                  </a:lnTo>
                  <a:cubicBezTo>
                    <a:pt x="6853" y="613"/>
                    <a:pt x="6961" y="469"/>
                    <a:pt x="6961" y="325"/>
                  </a:cubicBezTo>
                  <a:cubicBezTo>
                    <a:pt x="6961" y="144"/>
                    <a:pt x="6853" y="0"/>
                    <a:pt x="667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57" name="Google Shape;2257;p38"/>
            <p:cNvSpPr/>
            <p:nvPr/>
          </p:nvSpPr>
          <p:spPr>
            <a:xfrm>
              <a:off x="5445625" y="4218125"/>
              <a:ext cx="94700" cy="15350"/>
            </a:xfrm>
            <a:custGeom>
              <a:avLst/>
              <a:gdLst/>
              <a:ahLst/>
              <a:cxnLst/>
              <a:rect l="l" t="t" r="r" b="b"/>
              <a:pathLst>
                <a:path w="3788" h="614" extrusionOk="0">
                  <a:moveTo>
                    <a:pt x="289" y="0"/>
                  </a:moveTo>
                  <a:cubicBezTo>
                    <a:pt x="145" y="0"/>
                    <a:pt x="1" y="145"/>
                    <a:pt x="1" y="325"/>
                  </a:cubicBezTo>
                  <a:cubicBezTo>
                    <a:pt x="1" y="469"/>
                    <a:pt x="145" y="613"/>
                    <a:pt x="289" y="613"/>
                  </a:cubicBezTo>
                  <a:lnTo>
                    <a:pt x="3463" y="613"/>
                  </a:lnTo>
                  <a:cubicBezTo>
                    <a:pt x="3643" y="613"/>
                    <a:pt x="3788" y="469"/>
                    <a:pt x="3788" y="325"/>
                  </a:cubicBezTo>
                  <a:cubicBezTo>
                    <a:pt x="3788" y="145"/>
                    <a:pt x="3643" y="0"/>
                    <a:pt x="346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58" name="Google Shape;2258;p38"/>
            <p:cNvSpPr/>
            <p:nvPr/>
          </p:nvSpPr>
          <p:spPr>
            <a:xfrm>
              <a:off x="5221125" y="4218125"/>
              <a:ext cx="174025" cy="15350"/>
            </a:xfrm>
            <a:custGeom>
              <a:avLst/>
              <a:gdLst/>
              <a:ahLst/>
              <a:cxnLst/>
              <a:rect l="l" t="t" r="r" b="b"/>
              <a:pathLst>
                <a:path w="6961" h="614" extrusionOk="0">
                  <a:moveTo>
                    <a:pt x="289" y="0"/>
                  </a:moveTo>
                  <a:cubicBezTo>
                    <a:pt x="144" y="0"/>
                    <a:pt x="0" y="145"/>
                    <a:pt x="0" y="325"/>
                  </a:cubicBezTo>
                  <a:cubicBezTo>
                    <a:pt x="0" y="469"/>
                    <a:pt x="144" y="613"/>
                    <a:pt x="289" y="613"/>
                  </a:cubicBezTo>
                  <a:lnTo>
                    <a:pt x="6672" y="613"/>
                  </a:lnTo>
                  <a:cubicBezTo>
                    <a:pt x="6817" y="613"/>
                    <a:pt x="6961" y="469"/>
                    <a:pt x="6961" y="325"/>
                  </a:cubicBezTo>
                  <a:cubicBezTo>
                    <a:pt x="6961" y="145"/>
                    <a:pt x="6817" y="0"/>
                    <a:pt x="6672"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59" name="Google Shape;2259;p38"/>
            <p:cNvSpPr/>
            <p:nvPr/>
          </p:nvSpPr>
          <p:spPr>
            <a:xfrm>
              <a:off x="4743225" y="4218125"/>
              <a:ext cx="384150" cy="15350"/>
            </a:xfrm>
            <a:custGeom>
              <a:avLst/>
              <a:gdLst/>
              <a:ahLst/>
              <a:cxnLst/>
              <a:rect l="l" t="t" r="r" b="b"/>
              <a:pathLst>
                <a:path w="15366" h="614" extrusionOk="0">
                  <a:moveTo>
                    <a:pt x="289" y="0"/>
                  </a:moveTo>
                  <a:cubicBezTo>
                    <a:pt x="145" y="0"/>
                    <a:pt x="0" y="145"/>
                    <a:pt x="0" y="325"/>
                  </a:cubicBezTo>
                  <a:cubicBezTo>
                    <a:pt x="0" y="469"/>
                    <a:pt x="145" y="613"/>
                    <a:pt x="289" y="613"/>
                  </a:cubicBezTo>
                  <a:lnTo>
                    <a:pt x="15077" y="613"/>
                  </a:lnTo>
                  <a:cubicBezTo>
                    <a:pt x="15221" y="613"/>
                    <a:pt x="15365" y="469"/>
                    <a:pt x="15365" y="325"/>
                  </a:cubicBezTo>
                  <a:cubicBezTo>
                    <a:pt x="15365" y="145"/>
                    <a:pt x="15221" y="0"/>
                    <a:pt x="15077"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60" name="Google Shape;2260;p38"/>
            <p:cNvSpPr/>
            <p:nvPr/>
          </p:nvSpPr>
          <p:spPr>
            <a:xfrm>
              <a:off x="5120125" y="4301975"/>
              <a:ext cx="420200" cy="14450"/>
            </a:xfrm>
            <a:custGeom>
              <a:avLst/>
              <a:gdLst/>
              <a:ahLst/>
              <a:cxnLst/>
              <a:rect l="l" t="t" r="r" b="b"/>
              <a:pathLst>
                <a:path w="16808" h="578" extrusionOk="0">
                  <a:moveTo>
                    <a:pt x="289" y="1"/>
                  </a:moveTo>
                  <a:cubicBezTo>
                    <a:pt x="109" y="1"/>
                    <a:pt x="1" y="109"/>
                    <a:pt x="1" y="289"/>
                  </a:cubicBezTo>
                  <a:cubicBezTo>
                    <a:pt x="1" y="469"/>
                    <a:pt x="109" y="578"/>
                    <a:pt x="289" y="578"/>
                  </a:cubicBezTo>
                  <a:lnTo>
                    <a:pt x="16483" y="578"/>
                  </a:lnTo>
                  <a:cubicBezTo>
                    <a:pt x="16663" y="578"/>
                    <a:pt x="16808" y="469"/>
                    <a:pt x="16808" y="289"/>
                  </a:cubicBezTo>
                  <a:cubicBezTo>
                    <a:pt x="16808" y="109"/>
                    <a:pt x="16663" y="1"/>
                    <a:pt x="1648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61" name="Google Shape;2261;p38"/>
            <p:cNvSpPr/>
            <p:nvPr/>
          </p:nvSpPr>
          <p:spPr>
            <a:xfrm>
              <a:off x="4743225" y="4301975"/>
              <a:ext cx="304800" cy="14450"/>
            </a:xfrm>
            <a:custGeom>
              <a:avLst/>
              <a:gdLst/>
              <a:ahLst/>
              <a:cxnLst/>
              <a:rect l="l" t="t" r="r" b="b"/>
              <a:pathLst>
                <a:path w="12192" h="578" extrusionOk="0">
                  <a:moveTo>
                    <a:pt x="289" y="1"/>
                  </a:moveTo>
                  <a:cubicBezTo>
                    <a:pt x="145" y="1"/>
                    <a:pt x="0" y="109"/>
                    <a:pt x="0" y="289"/>
                  </a:cubicBezTo>
                  <a:cubicBezTo>
                    <a:pt x="0" y="469"/>
                    <a:pt x="145" y="578"/>
                    <a:pt x="289" y="578"/>
                  </a:cubicBezTo>
                  <a:lnTo>
                    <a:pt x="11903" y="578"/>
                  </a:lnTo>
                  <a:cubicBezTo>
                    <a:pt x="12047" y="578"/>
                    <a:pt x="12191" y="469"/>
                    <a:pt x="12191" y="289"/>
                  </a:cubicBezTo>
                  <a:cubicBezTo>
                    <a:pt x="12191" y="109"/>
                    <a:pt x="12047" y="1"/>
                    <a:pt x="1190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62" name="Google Shape;2262;p38"/>
            <p:cNvSpPr/>
            <p:nvPr/>
          </p:nvSpPr>
          <p:spPr>
            <a:xfrm>
              <a:off x="5445625" y="4457975"/>
              <a:ext cx="94700" cy="15350"/>
            </a:xfrm>
            <a:custGeom>
              <a:avLst/>
              <a:gdLst/>
              <a:ahLst/>
              <a:cxnLst/>
              <a:rect l="l" t="t" r="r" b="b"/>
              <a:pathLst>
                <a:path w="3788" h="614" extrusionOk="0">
                  <a:moveTo>
                    <a:pt x="289" y="0"/>
                  </a:moveTo>
                  <a:cubicBezTo>
                    <a:pt x="145" y="0"/>
                    <a:pt x="1" y="144"/>
                    <a:pt x="1" y="289"/>
                  </a:cubicBezTo>
                  <a:cubicBezTo>
                    <a:pt x="1" y="469"/>
                    <a:pt x="145" y="613"/>
                    <a:pt x="289" y="613"/>
                  </a:cubicBezTo>
                  <a:lnTo>
                    <a:pt x="3463" y="613"/>
                  </a:lnTo>
                  <a:cubicBezTo>
                    <a:pt x="3643" y="613"/>
                    <a:pt x="3788" y="469"/>
                    <a:pt x="3788" y="289"/>
                  </a:cubicBezTo>
                  <a:cubicBezTo>
                    <a:pt x="3788" y="144"/>
                    <a:pt x="3643" y="0"/>
                    <a:pt x="346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63" name="Google Shape;2263;p38"/>
            <p:cNvSpPr/>
            <p:nvPr/>
          </p:nvSpPr>
          <p:spPr>
            <a:xfrm>
              <a:off x="5221125" y="4457975"/>
              <a:ext cx="174025" cy="15350"/>
            </a:xfrm>
            <a:custGeom>
              <a:avLst/>
              <a:gdLst/>
              <a:ahLst/>
              <a:cxnLst/>
              <a:rect l="l" t="t" r="r" b="b"/>
              <a:pathLst>
                <a:path w="6961" h="614" extrusionOk="0">
                  <a:moveTo>
                    <a:pt x="289" y="0"/>
                  </a:moveTo>
                  <a:cubicBezTo>
                    <a:pt x="144" y="0"/>
                    <a:pt x="0" y="144"/>
                    <a:pt x="0" y="289"/>
                  </a:cubicBezTo>
                  <a:cubicBezTo>
                    <a:pt x="0" y="469"/>
                    <a:pt x="144" y="613"/>
                    <a:pt x="289" y="613"/>
                  </a:cubicBezTo>
                  <a:lnTo>
                    <a:pt x="6672" y="613"/>
                  </a:lnTo>
                  <a:cubicBezTo>
                    <a:pt x="6817" y="613"/>
                    <a:pt x="6961" y="469"/>
                    <a:pt x="6961" y="289"/>
                  </a:cubicBezTo>
                  <a:cubicBezTo>
                    <a:pt x="6961" y="144"/>
                    <a:pt x="6817" y="0"/>
                    <a:pt x="6672"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64" name="Google Shape;2264;p38"/>
            <p:cNvSpPr/>
            <p:nvPr/>
          </p:nvSpPr>
          <p:spPr>
            <a:xfrm>
              <a:off x="4743225" y="4457975"/>
              <a:ext cx="384150" cy="15350"/>
            </a:xfrm>
            <a:custGeom>
              <a:avLst/>
              <a:gdLst/>
              <a:ahLst/>
              <a:cxnLst/>
              <a:rect l="l" t="t" r="r" b="b"/>
              <a:pathLst>
                <a:path w="15366" h="614" extrusionOk="0">
                  <a:moveTo>
                    <a:pt x="289" y="0"/>
                  </a:moveTo>
                  <a:cubicBezTo>
                    <a:pt x="145" y="0"/>
                    <a:pt x="0" y="144"/>
                    <a:pt x="0" y="289"/>
                  </a:cubicBezTo>
                  <a:cubicBezTo>
                    <a:pt x="0" y="469"/>
                    <a:pt x="145" y="613"/>
                    <a:pt x="289" y="613"/>
                  </a:cubicBezTo>
                  <a:lnTo>
                    <a:pt x="15077" y="613"/>
                  </a:lnTo>
                  <a:cubicBezTo>
                    <a:pt x="15221" y="613"/>
                    <a:pt x="15365" y="469"/>
                    <a:pt x="15365" y="289"/>
                  </a:cubicBezTo>
                  <a:cubicBezTo>
                    <a:pt x="15365" y="144"/>
                    <a:pt x="15221" y="0"/>
                    <a:pt x="15077"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65" name="Google Shape;2265;p38"/>
            <p:cNvSpPr/>
            <p:nvPr/>
          </p:nvSpPr>
          <p:spPr>
            <a:xfrm>
              <a:off x="5120125" y="4540925"/>
              <a:ext cx="420200" cy="15350"/>
            </a:xfrm>
            <a:custGeom>
              <a:avLst/>
              <a:gdLst/>
              <a:ahLst/>
              <a:cxnLst/>
              <a:rect l="l" t="t" r="r" b="b"/>
              <a:pathLst>
                <a:path w="16808" h="614" extrusionOk="0">
                  <a:moveTo>
                    <a:pt x="289" y="0"/>
                  </a:moveTo>
                  <a:cubicBezTo>
                    <a:pt x="109" y="0"/>
                    <a:pt x="1" y="145"/>
                    <a:pt x="1" y="325"/>
                  </a:cubicBezTo>
                  <a:cubicBezTo>
                    <a:pt x="1" y="469"/>
                    <a:pt x="109" y="613"/>
                    <a:pt x="289" y="613"/>
                  </a:cubicBezTo>
                  <a:lnTo>
                    <a:pt x="16483" y="613"/>
                  </a:lnTo>
                  <a:cubicBezTo>
                    <a:pt x="16663" y="613"/>
                    <a:pt x="16808" y="469"/>
                    <a:pt x="16808" y="325"/>
                  </a:cubicBezTo>
                  <a:cubicBezTo>
                    <a:pt x="16808" y="145"/>
                    <a:pt x="16663" y="0"/>
                    <a:pt x="1648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66" name="Google Shape;2266;p38"/>
            <p:cNvSpPr/>
            <p:nvPr/>
          </p:nvSpPr>
          <p:spPr>
            <a:xfrm>
              <a:off x="4743225" y="4540925"/>
              <a:ext cx="304800" cy="15350"/>
            </a:xfrm>
            <a:custGeom>
              <a:avLst/>
              <a:gdLst/>
              <a:ahLst/>
              <a:cxnLst/>
              <a:rect l="l" t="t" r="r" b="b"/>
              <a:pathLst>
                <a:path w="12192" h="614" extrusionOk="0">
                  <a:moveTo>
                    <a:pt x="289" y="0"/>
                  </a:moveTo>
                  <a:cubicBezTo>
                    <a:pt x="145" y="0"/>
                    <a:pt x="0" y="145"/>
                    <a:pt x="0" y="325"/>
                  </a:cubicBezTo>
                  <a:cubicBezTo>
                    <a:pt x="0" y="469"/>
                    <a:pt x="145" y="613"/>
                    <a:pt x="289" y="613"/>
                  </a:cubicBezTo>
                  <a:lnTo>
                    <a:pt x="11903" y="613"/>
                  </a:lnTo>
                  <a:cubicBezTo>
                    <a:pt x="12047" y="613"/>
                    <a:pt x="12191" y="469"/>
                    <a:pt x="12191" y="325"/>
                  </a:cubicBezTo>
                  <a:cubicBezTo>
                    <a:pt x="12191" y="145"/>
                    <a:pt x="12047" y="0"/>
                    <a:pt x="1190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67" name="Google Shape;2267;p38"/>
            <p:cNvSpPr/>
            <p:nvPr/>
          </p:nvSpPr>
          <p:spPr>
            <a:xfrm>
              <a:off x="5350950" y="4623875"/>
              <a:ext cx="189375" cy="15350"/>
            </a:xfrm>
            <a:custGeom>
              <a:avLst/>
              <a:gdLst/>
              <a:ahLst/>
              <a:cxnLst/>
              <a:rect l="l" t="t" r="r" b="b"/>
              <a:pathLst>
                <a:path w="7575" h="614" extrusionOk="0">
                  <a:moveTo>
                    <a:pt x="325" y="1"/>
                  </a:moveTo>
                  <a:cubicBezTo>
                    <a:pt x="145" y="1"/>
                    <a:pt x="1" y="145"/>
                    <a:pt x="1" y="325"/>
                  </a:cubicBezTo>
                  <a:cubicBezTo>
                    <a:pt x="1" y="469"/>
                    <a:pt x="145" y="614"/>
                    <a:pt x="325" y="614"/>
                  </a:cubicBezTo>
                  <a:lnTo>
                    <a:pt x="7250" y="614"/>
                  </a:lnTo>
                  <a:cubicBezTo>
                    <a:pt x="7430" y="614"/>
                    <a:pt x="7575" y="469"/>
                    <a:pt x="7575" y="325"/>
                  </a:cubicBezTo>
                  <a:cubicBezTo>
                    <a:pt x="7575" y="145"/>
                    <a:pt x="7430" y="1"/>
                    <a:pt x="7250"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68" name="Google Shape;2268;p38"/>
            <p:cNvSpPr/>
            <p:nvPr/>
          </p:nvSpPr>
          <p:spPr>
            <a:xfrm>
              <a:off x="4917250" y="4623875"/>
              <a:ext cx="376925" cy="15350"/>
            </a:xfrm>
            <a:custGeom>
              <a:avLst/>
              <a:gdLst/>
              <a:ahLst/>
              <a:cxnLst/>
              <a:rect l="l" t="t" r="r" b="b"/>
              <a:pathLst>
                <a:path w="15077" h="614" extrusionOk="0">
                  <a:moveTo>
                    <a:pt x="289" y="1"/>
                  </a:moveTo>
                  <a:cubicBezTo>
                    <a:pt x="109" y="1"/>
                    <a:pt x="0" y="145"/>
                    <a:pt x="0" y="325"/>
                  </a:cubicBezTo>
                  <a:cubicBezTo>
                    <a:pt x="0" y="469"/>
                    <a:pt x="109" y="614"/>
                    <a:pt x="289" y="614"/>
                  </a:cubicBezTo>
                  <a:lnTo>
                    <a:pt x="14752" y="614"/>
                  </a:lnTo>
                  <a:cubicBezTo>
                    <a:pt x="14932" y="614"/>
                    <a:pt x="15076" y="469"/>
                    <a:pt x="15076" y="325"/>
                  </a:cubicBezTo>
                  <a:cubicBezTo>
                    <a:pt x="15076" y="145"/>
                    <a:pt x="14932" y="1"/>
                    <a:pt x="14752"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69" name="Google Shape;2269;p38"/>
            <p:cNvSpPr/>
            <p:nvPr/>
          </p:nvSpPr>
          <p:spPr>
            <a:xfrm>
              <a:off x="4743225" y="4623875"/>
              <a:ext cx="109125" cy="15350"/>
            </a:xfrm>
            <a:custGeom>
              <a:avLst/>
              <a:gdLst/>
              <a:ahLst/>
              <a:cxnLst/>
              <a:rect l="l" t="t" r="r" b="b"/>
              <a:pathLst>
                <a:path w="4365" h="614" extrusionOk="0">
                  <a:moveTo>
                    <a:pt x="289" y="1"/>
                  </a:moveTo>
                  <a:cubicBezTo>
                    <a:pt x="145" y="1"/>
                    <a:pt x="0" y="145"/>
                    <a:pt x="0" y="325"/>
                  </a:cubicBezTo>
                  <a:cubicBezTo>
                    <a:pt x="0" y="469"/>
                    <a:pt x="145" y="614"/>
                    <a:pt x="289" y="614"/>
                  </a:cubicBezTo>
                  <a:lnTo>
                    <a:pt x="4076" y="614"/>
                  </a:lnTo>
                  <a:cubicBezTo>
                    <a:pt x="4220" y="614"/>
                    <a:pt x="4365" y="469"/>
                    <a:pt x="4365" y="325"/>
                  </a:cubicBezTo>
                  <a:cubicBezTo>
                    <a:pt x="4365" y="145"/>
                    <a:pt x="4220" y="1"/>
                    <a:pt x="4076"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70" name="Google Shape;2270;p38"/>
            <p:cNvSpPr/>
            <p:nvPr/>
          </p:nvSpPr>
          <p:spPr>
            <a:xfrm>
              <a:off x="5068725" y="4696900"/>
              <a:ext cx="471600" cy="15375"/>
            </a:xfrm>
            <a:custGeom>
              <a:avLst/>
              <a:gdLst/>
              <a:ahLst/>
              <a:cxnLst/>
              <a:rect l="l" t="t" r="r" b="b"/>
              <a:pathLst>
                <a:path w="18864" h="615" extrusionOk="0">
                  <a:moveTo>
                    <a:pt x="325" y="1"/>
                  </a:moveTo>
                  <a:cubicBezTo>
                    <a:pt x="145" y="1"/>
                    <a:pt x="1" y="145"/>
                    <a:pt x="1" y="289"/>
                  </a:cubicBezTo>
                  <a:cubicBezTo>
                    <a:pt x="1" y="470"/>
                    <a:pt x="145" y="614"/>
                    <a:pt x="325" y="614"/>
                  </a:cubicBezTo>
                  <a:lnTo>
                    <a:pt x="18539" y="614"/>
                  </a:lnTo>
                  <a:cubicBezTo>
                    <a:pt x="18719" y="614"/>
                    <a:pt x="18864" y="470"/>
                    <a:pt x="18864" y="289"/>
                  </a:cubicBezTo>
                  <a:cubicBezTo>
                    <a:pt x="18864" y="145"/>
                    <a:pt x="18719" y="1"/>
                    <a:pt x="18539"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71" name="Google Shape;2271;p38"/>
            <p:cNvSpPr/>
            <p:nvPr/>
          </p:nvSpPr>
          <p:spPr>
            <a:xfrm>
              <a:off x="4743225" y="4696900"/>
              <a:ext cx="174050" cy="15375"/>
            </a:xfrm>
            <a:custGeom>
              <a:avLst/>
              <a:gdLst/>
              <a:ahLst/>
              <a:cxnLst/>
              <a:rect l="l" t="t" r="r" b="b"/>
              <a:pathLst>
                <a:path w="6962" h="615" extrusionOk="0">
                  <a:moveTo>
                    <a:pt x="289" y="1"/>
                  </a:moveTo>
                  <a:cubicBezTo>
                    <a:pt x="145" y="1"/>
                    <a:pt x="0" y="145"/>
                    <a:pt x="0" y="289"/>
                  </a:cubicBezTo>
                  <a:cubicBezTo>
                    <a:pt x="0" y="470"/>
                    <a:pt x="145" y="614"/>
                    <a:pt x="289" y="614"/>
                  </a:cubicBezTo>
                  <a:lnTo>
                    <a:pt x="6673" y="614"/>
                  </a:lnTo>
                  <a:cubicBezTo>
                    <a:pt x="6853" y="614"/>
                    <a:pt x="6961" y="470"/>
                    <a:pt x="6961" y="289"/>
                  </a:cubicBezTo>
                  <a:cubicBezTo>
                    <a:pt x="6961" y="145"/>
                    <a:pt x="6853" y="1"/>
                    <a:pt x="667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72" name="Google Shape;2272;p38"/>
            <p:cNvSpPr/>
            <p:nvPr/>
          </p:nvSpPr>
          <p:spPr>
            <a:xfrm>
              <a:off x="5445625" y="4779875"/>
              <a:ext cx="94700" cy="15350"/>
            </a:xfrm>
            <a:custGeom>
              <a:avLst/>
              <a:gdLst/>
              <a:ahLst/>
              <a:cxnLst/>
              <a:rect l="l" t="t" r="r" b="b"/>
              <a:pathLst>
                <a:path w="3788" h="614" extrusionOk="0">
                  <a:moveTo>
                    <a:pt x="289" y="0"/>
                  </a:moveTo>
                  <a:cubicBezTo>
                    <a:pt x="145" y="0"/>
                    <a:pt x="1" y="144"/>
                    <a:pt x="1" y="325"/>
                  </a:cubicBezTo>
                  <a:cubicBezTo>
                    <a:pt x="1" y="469"/>
                    <a:pt x="145" y="613"/>
                    <a:pt x="289" y="613"/>
                  </a:cubicBezTo>
                  <a:lnTo>
                    <a:pt x="3463" y="613"/>
                  </a:lnTo>
                  <a:cubicBezTo>
                    <a:pt x="3643" y="613"/>
                    <a:pt x="3788" y="469"/>
                    <a:pt x="3788" y="325"/>
                  </a:cubicBezTo>
                  <a:cubicBezTo>
                    <a:pt x="3788" y="144"/>
                    <a:pt x="3643" y="0"/>
                    <a:pt x="346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73" name="Google Shape;2273;p38"/>
            <p:cNvSpPr/>
            <p:nvPr/>
          </p:nvSpPr>
          <p:spPr>
            <a:xfrm>
              <a:off x="5221125" y="4779875"/>
              <a:ext cx="174025" cy="15350"/>
            </a:xfrm>
            <a:custGeom>
              <a:avLst/>
              <a:gdLst/>
              <a:ahLst/>
              <a:cxnLst/>
              <a:rect l="l" t="t" r="r" b="b"/>
              <a:pathLst>
                <a:path w="6961" h="614" extrusionOk="0">
                  <a:moveTo>
                    <a:pt x="289" y="0"/>
                  </a:moveTo>
                  <a:cubicBezTo>
                    <a:pt x="144" y="0"/>
                    <a:pt x="0" y="144"/>
                    <a:pt x="0" y="325"/>
                  </a:cubicBezTo>
                  <a:cubicBezTo>
                    <a:pt x="0" y="469"/>
                    <a:pt x="144" y="613"/>
                    <a:pt x="289" y="613"/>
                  </a:cubicBezTo>
                  <a:lnTo>
                    <a:pt x="6672" y="613"/>
                  </a:lnTo>
                  <a:cubicBezTo>
                    <a:pt x="6817" y="613"/>
                    <a:pt x="6961" y="469"/>
                    <a:pt x="6961" y="325"/>
                  </a:cubicBezTo>
                  <a:cubicBezTo>
                    <a:pt x="6961" y="144"/>
                    <a:pt x="6817" y="0"/>
                    <a:pt x="6672"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74" name="Google Shape;2274;p38"/>
            <p:cNvSpPr/>
            <p:nvPr/>
          </p:nvSpPr>
          <p:spPr>
            <a:xfrm>
              <a:off x="4743225" y="4779875"/>
              <a:ext cx="384150" cy="15350"/>
            </a:xfrm>
            <a:custGeom>
              <a:avLst/>
              <a:gdLst/>
              <a:ahLst/>
              <a:cxnLst/>
              <a:rect l="l" t="t" r="r" b="b"/>
              <a:pathLst>
                <a:path w="15366" h="614" extrusionOk="0">
                  <a:moveTo>
                    <a:pt x="289" y="0"/>
                  </a:moveTo>
                  <a:cubicBezTo>
                    <a:pt x="145" y="0"/>
                    <a:pt x="0" y="144"/>
                    <a:pt x="0" y="325"/>
                  </a:cubicBezTo>
                  <a:cubicBezTo>
                    <a:pt x="0" y="469"/>
                    <a:pt x="145" y="613"/>
                    <a:pt x="289" y="613"/>
                  </a:cubicBezTo>
                  <a:lnTo>
                    <a:pt x="15077" y="613"/>
                  </a:lnTo>
                  <a:cubicBezTo>
                    <a:pt x="15221" y="613"/>
                    <a:pt x="15365" y="469"/>
                    <a:pt x="15365" y="325"/>
                  </a:cubicBezTo>
                  <a:cubicBezTo>
                    <a:pt x="15365" y="144"/>
                    <a:pt x="15221" y="0"/>
                    <a:pt x="15077"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75" name="Google Shape;2275;p38"/>
            <p:cNvSpPr/>
            <p:nvPr/>
          </p:nvSpPr>
          <p:spPr>
            <a:xfrm>
              <a:off x="5451898" y="4467920"/>
              <a:ext cx="671775" cy="1228275"/>
            </a:xfrm>
            <a:custGeom>
              <a:avLst/>
              <a:gdLst/>
              <a:ahLst/>
              <a:cxnLst/>
              <a:rect l="l" t="t" r="r" b="b"/>
              <a:pathLst>
                <a:path w="26871" h="49131" extrusionOk="0">
                  <a:moveTo>
                    <a:pt x="17529" y="0"/>
                  </a:moveTo>
                  <a:cubicBezTo>
                    <a:pt x="17385" y="0"/>
                    <a:pt x="17277" y="108"/>
                    <a:pt x="17241" y="253"/>
                  </a:cubicBezTo>
                  <a:lnTo>
                    <a:pt x="12408" y="36428"/>
                  </a:lnTo>
                  <a:lnTo>
                    <a:pt x="8440" y="16302"/>
                  </a:lnTo>
                  <a:cubicBezTo>
                    <a:pt x="8404" y="16158"/>
                    <a:pt x="8296" y="16050"/>
                    <a:pt x="8152" y="16050"/>
                  </a:cubicBezTo>
                  <a:cubicBezTo>
                    <a:pt x="7972" y="16050"/>
                    <a:pt x="7863" y="16158"/>
                    <a:pt x="7863" y="16302"/>
                  </a:cubicBezTo>
                  <a:lnTo>
                    <a:pt x="4870" y="43569"/>
                  </a:lnTo>
                  <a:lnTo>
                    <a:pt x="2958" y="38159"/>
                  </a:lnTo>
                  <a:cubicBezTo>
                    <a:pt x="2927" y="38065"/>
                    <a:pt x="2815" y="37972"/>
                    <a:pt x="2691" y="37972"/>
                  </a:cubicBezTo>
                  <a:cubicBezTo>
                    <a:pt x="2672" y="37972"/>
                    <a:pt x="2653" y="37974"/>
                    <a:pt x="2634" y="37979"/>
                  </a:cubicBezTo>
                  <a:cubicBezTo>
                    <a:pt x="2525" y="37979"/>
                    <a:pt x="2417" y="38087"/>
                    <a:pt x="2381" y="38195"/>
                  </a:cubicBezTo>
                  <a:lnTo>
                    <a:pt x="37" y="48763"/>
                  </a:lnTo>
                  <a:cubicBezTo>
                    <a:pt x="1" y="48943"/>
                    <a:pt x="109" y="49087"/>
                    <a:pt x="253" y="49124"/>
                  </a:cubicBezTo>
                  <a:cubicBezTo>
                    <a:pt x="277" y="49128"/>
                    <a:pt x="300" y="49131"/>
                    <a:pt x="322" y="49131"/>
                  </a:cubicBezTo>
                  <a:cubicBezTo>
                    <a:pt x="470" y="49131"/>
                    <a:pt x="582" y="49032"/>
                    <a:pt x="614" y="48907"/>
                  </a:cubicBezTo>
                  <a:lnTo>
                    <a:pt x="2742" y="39349"/>
                  </a:lnTo>
                  <a:lnTo>
                    <a:pt x="4725" y="45012"/>
                  </a:lnTo>
                  <a:cubicBezTo>
                    <a:pt x="4798" y="45156"/>
                    <a:pt x="4906" y="45228"/>
                    <a:pt x="5050" y="45228"/>
                  </a:cubicBezTo>
                  <a:cubicBezTo>
                    <a:pt x="5194" y="45192"/>
                    <a:pt x="5303" y="45084"/>
                    <a:pt x="5303" y="44940"/>
                  </a:cubicBezTo>
                  <a:lnTo>
                    <a:pt x="8224" y="18358"/>
                  </a:lnTo>
                  <a:lnTo>
                    <a:pt x="12155" y="38339"/>
                  </a:lnTo>
                  <a:cubicBezTo>
                    <a:pt x="12191" y="38484"/>
                    <a:pt x="12300" y="38556"/>
                    <a:pt x="12444" y="38556"/>
                  </a:cubicBezTo>
                  <a:cubicBezTo>
                    <a:pt x="12624" y="38556"/>
                    <a:pt x="12732" y="38448"/>
                    <a:pt x="12732" y="38303"/>
                  </a:cubicBezTo>
                  <a:lnTo>
                    <a:pt x="17529" y="2633"/>
                  </a:lnTo>
                  <a:lnTo>
                    <a:pt x="22723" y="44182"/>
                  </a:lnTo>
                  <a:cubicBezTo>
                    <a:pt x="22723" y="44291"/>
                    <a:pt x="22831" y="44399"/>
                    <a:pt x="22975" y="44435"/>
                  </a:cubicBezTo>
                  <a:cubicBezTo>
                    <a:pt x="22995" y="44441"/>
                    <a:pt x="23015" y="44444"/>
                    <a:pt x="23036" y="44444"/>
                  </a:cubicBezTo>
                  <a:cubicBezTo>
                    <a:pt x="23131" y="44444"/>
                    <a:pt x="23234" y="44380"/>
                    <a:pt x="23264" y="44291"/>
                  </a:cubicBezTo>
                  <a:lnTo>
                    <a:pt x="25176" y="40792"/>
                  </a:lnTo>
                  <a:lnTo>
                    <a:pt x="26258" y="48474"/>
                  </a:lnTo>
                  <a:cubicBezTo>
                    <a:pt x="26258" y="48631"/>
                    <a:pt x="26367" y="48734"/>
                    <a:pt x="26514" y="48734"/>
                  </a:cubicBezTo>
                  <a:cubicBezTo>
                    <a:pt x="26536" y="48734"/>
                    <a:pt x="26559" y="48731"/>
                    <a:pt x="26582" y="48727"/>
                  </a:cubicBezTo>
                  <a:cubicBezTo>
                    <a:pt x="26726" y="48727"/>
                    <a:pt x="26871" y="48583"/>
                    <a:pt x="26835" y="48402"/>
                  </a:cubicBezTo>
                  <a:lnTo>
                    <a:pt x="25680" y="39782"/>
                  </a:lnTo>
                  <a:cubicBezTo>
                    <a:pt x="25644" y="39674"/>
                    <a:pt x="25536" y="39566"/>
                    <a:pt x="25428" y="39530"/>
                  </a:cubicBezTo>
                  <a:cubicBezTo>
                    <a:pt x="25284" y="39530"/>
                    <a:pt x="25176" y="39566"/>
                    <a:pt x="25103" y="39674"/>
                  </a:cubicBezTo>
                  <a:lnTo>
                    <a:pt x="23192" y="43172"/>
                  </a:lnTo>
                  <a:lnTo>
                    <a:pt x="17854" y="289"/>
                  </a:lnTo>
                  <a:cubicBezTo>
                    <a:pt x="17818" y="108"/>
                    <a:pt x="17710" y="0"/>
                    <a:pt x="17529"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76" name="Google Shape;2276;p38"/>
            <p:cNvSpPr/>
            <p:nvPr/>
          </p:nvSpPr>
          <p:spPr>
            <a:xfrm>
              <a:off x="4803625" y="3226950"/>
              <a:ext cx="1458050" cy="440500"/>
            </a:xfrm>
            <a:custGeom>
              <a:avLst/>
              <a:gdLst/>
              <a:ahLst/>
              <a:cxnLst/>
              <a:rect l="l" t="t" r="r" b="b"/>
              <a:pathLst>
                <a:path w="58322" h="17620" extrusionOk="0">
                  <a:moveTo>
                    <a:pt x="57979" y="1"/>
                  </a:moveTo>
                  <a:cubicBezTo>
                    <a:pt x="57907" y="1"/>
                    <a:pt x="57835" y="28"/>
                    <a:pt x="57780" y="82"/>
                  </a:cubicBezTo>
                  <a:lnTo>
                    <a:pt x="44508" y="14112"/>
                  </a:lnTo>
                  <a:lnTo>
                    <a:pt x="32281" y="4879"/>
                  </a:lnTo>
                  <a:cubicBezTo>
                    <a:pt x="32216" y="4846"/>
                    <a:pt x="32151" y="4828"/>
                    <a:pt x="32090" y="4828"/>
                  </a:cubicBezTo>
                  <a:cubicBezTo>
                    <a:pt x="32014" y="4828"/>
                    <a:pt x="31944" y="4855"/>
                    <a:pt x="31884" y="4915"/>
                  </a:cubicBezTo>
                  <a:lnTo>
                    <a:pt x="23697" y="12344"/>
                  </a:lnTo>
                  <a:lnTo>
                    <a:pt x="13995" y="3652"/>
                  </a:lnTo>
                  <a:cubicBezTo>
                    <a:pt x="13941" y="3598"/>
                    <a:pt x="13869" y="3571"/>
                    <a:pt x="13797" y="3571"/>
                  </a:cubicBezTo>
                  <a:cubicBezTo>
                    <a:pt x="13724" y="3571"/>
                    <a:pt x="13652" y="3598"/>
                    <a:pt x="13598" y="3652"/>
                  </a:cubicBezTo>
                  <a:lnTo>
                    <a:pt x="145" y="17105"/>
                  </a:lnTo>
                  <a:cubicBezTo>
                    <a:pt x="1" y="17214"/>
                    <a:pt x="1" y="17430"/>
                    <a:pt x="145" y="17538"/>
                  </a:cubicBezTo>
                  <a:cubicBezTo>
                    <a:pt x="199" y="17592"/>
                    <a:pt x="271" y="17619"/>
                    <a:pt x="344" y="17619"/>
                  </a:cubicBezTo>
                  <a:cubicBezTo>
                    <a:pt x="416" y="17619"/>
                    <a:pt x="488" y="17592"/>
                    <a:pt x="542" y="17538"/>
                  </a:cubicBezTo>
                  <a:lnTo>
                    <a:pt x="13815" y="4265"/>
                  </a:lnTo>
                  <a:lnTo>
                    <a:pt x="23517" y="12958"/>
                  </a:lnTo>
                  <a:cubicBezTo>
                    <a:pt x="23571" y="13012"/>
                    <a:pt x="23643" y="13039"/>
                    <a:pt x="23715" y="13039"/>
                  </a:cubicBezTo>
                  <a:cubicBezTo>
                    <a:pt x="23787" y="13039"/>
                    <a:pt x="23859" y="13012"/>
                    <a:pt x="23913" y="12958"/>
                  </a:cubicBezTo>
                  <a:lnTo>
                    <a:pt x="32101" y="5528"/>
                  </a:lnTo>
                  <a:lnTo>
                    <a:pt x="44327" y="14761"/>
                  </a:lnTo>
                  <a:cubicBezTo>
                    <a:pt x="44388" y="14806"/>
                    <a:pt x="44455" y="14826"/>
                    <a:pt x="44520" y="14826"/>
                  </a:cubicBezTo>
                  <a:cubicBezTo>
                    <a:pt x="44610" y="14826"/>
                    <a:pt x="44697" y="14788"/>
                    <a:pt x="44760" y="14725"/>
                  </a:cubicBezTo>
                  <a:lnTo>
                    <a:pt x="58213" y="514"/>
                  </a:lnTo>
                  <a:cubicBezTo>
                    <a:pt x="58321" y="406"/>
                    <a:pt x="58321" y="190"/>
                    <a:pt x="58177" y="82"/>
                  </a:cubicBezTo>
                  <a:cubicBezTo>
                    <a:pt x="58123" y="28"/>
                    <a:pt x="58051" y="1"/>
                    <a:pt x="57979"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77" name="Google Shape;2277;p38"/>
            <p:cNvSpPr/>
            <p:nvPr/>
          </p:nvSpPr>
          <p:spPr>
            <a:xfrm>
              <a:off x="5103900" y="3278575"/>
              <a:ext cx="89275" cy="89275"/>
            </a:xfrm>
            <a:custGeom>
              <a:avLst/>
              <a:gdLst/>
              <a:ahLst/>
              <a:cxnLst/>
              <a:rect l="l" t="t" r="r" b="b"/>
              <a:pathLst>
                <a:path w="3571" h="3571" extrusionOk="0">
                  <a:moveTo>
                    <a:pt x="1804" y="0"/>
                  </a:moveTo>
                  <a:cubicBezTo>
                    <a:pt x="794" y="0"/>
                    <a:pt x="0" y="830"/>
                    <a:pt x="0" y="1804"/>
                  </a:cubicBezTo>
                  <a:cubicBezTo>
                    <a:pt x="0" y="2778"/>
                    <a:pt x="794" y="3571"/>
                    <a:pt x="1804" y="3571"/>
                  </a:cubicBezTo>
                  <a:cubicBezTo>
                    <a:pt x="2777" y="3571"/>
                    <a:pt x="3571" y="2778"/>
                    <a:pt x="3571" y="1804"/>
                  </a:cubicBezTo>
                  <a:cubicBezTo>
                    <a:pt x="3571" y="830"/>
                    <a:pt x="2777" y="0"/>
                    <a:pt x="1804" y="0"/>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2278" name="Google Shape;2278;p38"/>
            <p:cNvSpPr/>
            <p:nvPr/>
          </p:nvSpPr>
          <p:spPr>
            <a:xfrm>
              <a:off x="5096675" y="3271350"/>
              <a:ext cx="103725" cy="103725"/>
            </a:xfrm>
            <a:custGeom>
              <a:avLst/>
              <a:gdLst/>
              <a:ahLst/>
              <a:cxnLst/>
              <a:rect l="l" t="t" r="r" b="b"/>
              <a:pathLst>
                <a:path w="4149" h="4149" extrusionOk="0">
                  <a:moveTo>
                    <a:pt x="2093" y="614"/>
                  </a:moveTo>
                  <a:cubicBezTo>
                    <a:pt x="2886" y="614"/>
                    <a:pt x="3571" y="1263"/>
                    <a:pt x="3571" y="2093"/>
                  </a:cubicBezTo>
                  <a:cubicBezTo>
                    <a:pt x="3571" y="2886"/>
                    <a:pt x="2886" y="3571"/>
                    <a:pt x="2093" y="3571"/>
                  </a:cubicBezTo>
                  <a:cubicBezTo>
                    <a:pt x="1263" y="3571"/>
                    <a:pt x="614" y="2886"/>
                    <a:pt x="614" y="2093"/>
                  </a:cubicBezTo>
                  <a:cubicBezTo>
                    <a:pt x="614" y="1263"/>
                    <a:pt x="1263" y="614"/>
                    <a:pt x="2093" y="614"/>
                  </a:cubicBezTo>
                  <a:close/>
                  <a:moveTo>
                    <a:pt x="2093" y="1"/>
                  </a:moveTo>
                  <a:cubicBezTo>
                    <a:pt x="939" y="1"/>
                    <a:pt x="1" y="939"/>
                    <a:pt x="1" y="2093"/>
                  </a:cubicBezTo>
                  <a:cubicBezTo>
                    <a:pt x="1" y="3247"/>
                    <a:pt x="939" y="4149"/>
                    <a:pt x="2093" y="4149"/>
                  </a:cubicBezTo>
                  <a:cubicBezTo>
                    <a:pt x="3211" y="4149"/>
                    <a:pt x="4148" y="3247"/>
                    <a:pt x="4148" y="2093"/>
                  </a:cubicBezTo>
                  <a:cubicBezTo>
                    <a:pt x="4148" y="939"/>
                    <a:pt x="3211" y="1"/>
                    <a:pt x="209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79" name="Google Shape;2279;p38"/>
            <p:cNvSpPr/>
            <p:nvPr/>
          </p:nvSpPr>
          <p:spPr>
            <a:xfrm>
              <a:off x="5561050" y="3311025"/>
              <a:ext cx="89275" cy="88400"/>
            </a:xfrm>
            <a:custGeom>
              <a:avLst/>
              <a:gdLst/>
              <a:ahLst/>
              <a:cxnLst/>
              <a:rect l="l" t="t" r="r" b="b"/>
              <a:pathLst>
                <a:path w="3571" h="3536" extrusionOk="0">
                  <a:moveTo>
                    <a:pt x="1804" y="1"/>
                  </a:moveTo>
                  <a:cubicBezTo>
                    <a:pt x="794" y="1"/>
                    <a:pt x="0" y="794"/>
                    <a:pt x="0" y="1768"/>
                  </a:cubicBezTo>
                  <a:cubicBezTo>
                    <a:pt x="0" y="2742"/>
                    <a:pt x="794" y="3535"/>
                    <a:pt x="1804" y="3535"/>
                  </a:cubicBezTo>
                  <a:cubicBezTo>
                    <a:pt x="2777" y="3535"/>
                    <a:pt x="3571" y="2742"/>
                    <a:pt x="3571" y="1768"/>
                  </a:cubicBezTo>
                  <a:cubicBezTo>
                    <a:pt x="3571" y="794"/>
                    <a:pt x="2777" y="1"/>
                    <a:pt x="1804" y="1"/>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2280" name="Google Shape;2280;p38"/>
            <p:cNvSpPr/>
            <p:nvPr/>
          </p:nvSpPr>
          <p:spPr>
            <a:xfrm>
              <a:off x="5553825" y="3302925"/>
              <a:ext cx="103725" cy="104600"/>
            </a:xfrm>
            <a:custGeom>
              <a:avLst/>
              <a:gdLst/>
              <a:ahLst/>
              <a:cxnLst/>
              <a:rect l="l" t="t" r="r" b="b"/>
              <a:pathLst>
                <a:path w="4149" h="4184" extrusionOk="0">
                  <a:moveTo>
                    <a:pt x="2093" y="613"/>
                  </a:moveTo>
                  <a:cubicBezTo>
                    <a:pt x="2886" y="613"/>
                    <a:pt x="3535" y="1263"/>
                    <a:pt x="3535" y="2092"/>
                  </a:cubicBezTo>
                  <a:cubicBezTo>
                    <a:pt x="3535" y="2922"/>
                    <a:pt x="2886" y="3571"/>
                    <a:pt x="2093" y="3571"/>
                  </a:cubicBezTo>
                  <a:cubicBezTo>
                    <a:pt x="1263" y="3571"/>
                    <a:pt x="614" y="2922"/>
                    <a:pt x="614" y="2092"/>
                  </a:cubicBezTo>
                  <a:cubicBezTo>
                    <a:pt x="614" y="1263"/>
                    <a:pt x="1263" y="613"/>
                    <a:pt x="2093" y="613"/>
                  </a:cubicBezTo>
                  <a:close/>
                  <a:moveTo>
                    <a:pt x="2093" y="0"/>
                  </a:moveTo>
                  <a:cubicBezTo>
                    <a:pt x="939" y="0"/>
                    <a:pt x="1" y="938"/>
                    <a:pt x="1" y="2092"/>
                  </a:cubicBezTo>
                  <a:cubicBezTo>
                    <a:pt x="1" y="3246"/>
                    <a:pt x="939" y="4184"/>
                    <a:pt x="2093" y="4184"/>
                  </a:cubicBezTo>
                  <a:cubicBezTo>
                    <a:pt x="3211" y="4184"/>
                    <a:pt x="4148" y="3246"/>
                    <a:pt x="4148" y="2092"/>
                  </a:cubicBezTo>
                  <a:cubicBezTo>
                    <a:pt x="4148" y="938"/>
                    <a:pt x="3211" y="0"/>
                    <a:pt x="209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81" name="Google Shape;2281;p38"/>
            <p:cNvSpPr/>
            <p:nvPr/>
          </p:nvSpPr>
          <p:spPr>
            <a:xfrm>
              <a:off x="5872125" y="3545475"/>
              <a:ext cx="89300" cy="89275"/>
            </a:xfrm>
            <a:custGeom>
              <a:avLst/>
              <a:gdLst/>
              <a:ahLst/>
              <a:cxnLst/>
              <a:rect l="l" t="t" r="r" b="b"/>
              <a:pathLst>
                <a:path w="3572" h="3571" extrusionOk="0">
                  <a:moveTo>
                    <a:pt x="1768" y="0"/>
                  </a:moveTo>
                  <a:cubicBezTo>
                    <a:pt x="794" y="0"/>
                    <a:pt x="0" y="794"/>
                    <a:pt x="0" y="1768"/>
                  </a:cubicBezTo>
                  <a:cubicBezTo>
                    <a:pt x="0" y="2777"/>
                    <a:pt x="794" y="3571"/>
                    <a:pt x="1768" y="3571"/>
                  </a:cubicBezTo>
                  <a:cubicBezTo>
                    <a:pt x="2778" y="3571"/>
                    <a:pt x="3571" y="2777"/>
                    <a:pt x="3571" y="1768"/>
                  </a:cubicBezTo>
                  <a:cubicBezTo>
                    <a:pt x="3571" y="794"/>
                    <a:pt x="2778" y="0"/>
                    <a:pt x="1768" y="0"/>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2282" name="Google Shape;2282;p38"/>
            <p:cNvSpPr/>
            <p:nvPr/>
          </p:nvSpPr>
          <p:spPr>
            <a:xfrm>
              <a:off x="5864900" y="3538250"/>
              <a:ext cx="103725" cy="103725"/>
            </a:xfrm>
            <a:custGeom>
              <a:avLst/>
              <a:gdLst/>
              <a:ahLst/>
              <a:cxnLst/>
              <a:rect l="l" t="t" r="r" b="b"/>
              <a:pathLst>
                <a:path w="4149" h="4149" extrusionOk="0">
                  <a:moveTo>
                    <a:pt x="2057" y="578"/>
                  </a:moveTo>
                  <a:cubicBezTo>
                    <a:pt x="2886" y="614"/>
                    <a:pt x="3535" y="1263"/>
                    <a:pt x="3535" y="2057"/>
                  </a:cubicBezTo>
                  <a:cubicBezTo>
                    <a:pt x="3535" y="2886"/>
                    <a:pt x="2886" y="3535"/>
                    <a:pt x="2057" y="3535"/>
                  </a:cubicBezTo>
                  <a:cubicBezTo>
                    <a:pt x="1263" y="3535"/>
                    <a:pt x="614" y="2886"/>
                    <a:pt x="614" y="2057"/>
                  </a:cubicBezTo>
                  <a:cubicBezTo>
                    <a:pt x="614" y="1263"/>
                    <a:pt x="1263" y="614"/>
                    <a:pt x="2057" y="578"/>
                  </a:cubicBezTo>
                  <a:close/>
                  <a:moveTo>
                    <a:pt x="2057" y="1"/>
                  </a:moveTo>
                  <a:cubicBezTo>
                    <a:pt x="939" y="1"/>
                    <a:pt x="1" y="938"/>
                    <a:pt x="1" y="2057"/>
                  </a:cubicBezTo>
                  <a:cubicBezTo>
                    <a:pt x="1" y="3211"/>
                    <a:pt x="939" y="4148"/>
                    <a:pt x="2057" y="4148"/>
                  </a:cubicBezTo>
                  <a:cubicBezTo>
                    <a:pt x="3211" y="4148"/>
                    <a:pt x="4149" y="3211"/>
                    <a:pt x="4149" y="2057"/>
                  </a:cubicBezTo>
                  <a:cubicBezTo>
                    <a:pt x="4149" y="938"/>
                    <a:pt x="3211" y="1"/>
                    <a:pt x="2057"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83" name="Google Shape;2283;p38"/>
            <p:cNvSpPr/>
            <p:nvPr/>
          </p:nvSpPr>
          <p:spPr>
            <a:xfrm>
              <a:off x="6202150" y="3190200"/>
              <a:ext cx="89275" cy="88400"/>
            </a:xfrm>
            <a:custGeom>
              <a:avLst/>
              <a:gdLst/>
              <a:ahLst/>
              <a:cxnLst/>
              <a:rect l="l" t="t" r="r" b="b"/>
              <a:pathLst>
                <a:path w="3571" h="3536" extrusionOk="0">
                  <a:moveTo>
                    <a:pt x="1803" y="1"/>
                  </a:moveTo>
                  <a:cubicBezTo>
                    <a:pt x="793" y="1"/>
                    <a:pt x="0" y="794"/>
                    <a:pt x="0" y="1768"/>
                  </a:cubicBezTo>
                  <a:cubicBezTo>
                    <a:pt x="0" y="2742"/>
                    <a:pt x="793" y="3535"/>
                    <a:pt x="1803" y="3535"/>
                  </a:cubicBezTo>
                  <a:cubicBezTo>
                    <a:pt x="2777" y="3535"/>
                    <a:pt x="3571" y="2742"/>
                    <a:pt x="3571" y="1768"/>
                  </a:cubicBezTo>
                  <a:cubicBezTo>
                    <a:pt x="3571" y="794"/>
                    <a:pt x="2777" y="1"/>
                    <a:pt x="1803" y="1"/>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2284" name="Google Shape;2284;p38"/>
            <p:cNvSpPr/>
            <p:nvPr/>
          </p:nvSpPr>
          <p:spPr>
            <a:xfrm>
              <a:off x="6194925" y="3183000"/>
              <a:ext cx="103725" cy="103700"/>
            </a:xfrm>
            <a:custGeom>
              <a:avLst/>
              <a:gdLst/>
              <a:ahLst/>
              <a:cxnLst/>
              <a:rect l="l" t="t" r="r" b="b"/>
              <a:pathLst>
                <a:path w="4149" h="4148" extrusionOk="0">
                  <a:moveTo>
                    <a:pt x="2092" y="577"/>
                  </a:moveTo>
                  <a:cubicBezTo>
                    <a:pt x="2886" y="577"/>
                    <a:pt x="3535" y="1263"/>
                    <a:pt x="3535" y="2056"/>
                  </a:cubicBezTo>
                  <a:cubicBezTo>
                    <a:pt x="3535" y="2886"/>
                    <a:pt x="2886" y="3535"/>
                    <a:pt x="2092" y="3535"/>
                  </a:cubicBezTo>
                  <a:cubicBezTo>
                    <a:pt x="1263" y="3535"/>
                    <a:pt x="614" y="2886"/>
                    <a:pt x="614" y="2056"/>
                  </a:cubicBezTo>
                  <a:cubicBezTo>
                    <a:pt x="614" y="1263"/>
                    <a:pt x="1263" y="577"/>
                    <a:pt x="2092" y="577"/>
                  </a:cubicBezTo>
                  <a:close/>
                  <a:moveTo>
                    <a:pt x="2092" y="0"/>
                  </a:moveTo>
                  <a:cubicBezTo>
                    <a:pt x="938" y="0"/>
                    <a:pt x="0" y="902"/>
                    <a:pt x="0" y="2056"/>
                  </a:cubicBezTo>
                  <a:cubicBezTo>
                    <a:pt x="0" y="3210"/>
                    <a:pt x="938" y="4148"/>
                    <a:pt x="2092" y="4148"/>
                  </a:cubicBezTo>
                  <a:cubicBezTo>
                    <a:pt x="3210" y="4148"/>
                    <a:pt x="4148" y="3210"/>
                    <a:pt x="4148" y="2056"/>
                  </a:cubicBezTo>
                  <a:cubicBezTo>
                    <a:pt x="4148" y="902"/>
                    <a:pt x="3210" y="0"/>
                    <a:pt x="2092"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85" name="Google Shape;2285;p38"/>
            <p:cNvSpPr/>
            <p:nvPr/>
          </p:nvSpPr>
          <p:spPr>
            <a:xfrm>
              <a:off x="4767575" y="3615800"/>
              <a:ext cx="89275" cy="88400"/>
            </a:xfrm>
            <a:custGeom>
              <a:avLst/>
              <a:gdLst/>
              <a:ahLst/>
              <a:cxnLst/>
              <a:rect l="l" t="t" r="r" b="b"/>
              <a:pathLst>
                <a:path w="3571" h="3536" extrusionOk="0">
                  <a:moveTo>
                    <a:pt x="1804" y="0"/>
                  </a:moveTo>
                  <a:cubicBezTo>
                    <a:pt x="794" y="0"/>
                    <a:pt x="0" y="794"/>
                    <a:pt x="0" y="1768"/>
                  </a:cubicBezTo>
                  <a:cubicBezTo>
                    <a:pt x="0" y="2742"/>
                    <a:pt x="794" y="3535"/>
                    <a:pt x="1804" y="3535"/>
                  </a:cubicBezTo>
                  <a:cubicBezTo>
                    <a:pt x="2777" y="3535"/>
                    <a:pt x="3571" y="2742"/>
                    <a:pt x="3571" y="1768"/>
                  </a:cubicBezTo>
                  <a:cubicBezTo>
                    <a:pt x="3571" y="794"/>
                    <a:pt x="2777" y="0"/>
                    <a:pt x="1804" y="0"/>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2286" name="Google Shape;2286;p38"/>
            <p:cNvSpPr/>
            <p:nvPr/>
          </p:nvSpPr>
          <p:spPr>
            <a:xfrm>
              <a:off x="4760350" y="3607675"/>
              <a:ext cx="103725" cy="103725"/>
            </a:xfrm>
            <a:custGeom>
              <a:avLst/>
              <a:gdLst/>
              <a:ahLst/>
              <a:cxnLst/>
              <a:rect l="l" t="t" r="r" b="b"/>
              <a:pathLst>
                <a:path w="4149" h="4149" extrusionOk="0">
                  <a:moveTo>
                    <a:pt x="2093" y="614"/>
                  </a:moveTo>
                  <a:cubicBezTo>
                    <a:pt x="2886" y="614"/>
                    <a:pt x="3535" y="1263"/>
                    <a:pt x="3571" y="2093"/>
                  </a:cubicBezTo>
                  <a:cubicBezTo>
                    <a:pt x="3535" y="2886"/>
                    <a:pt x="2886" y="3572"/>
                    <a:pt x="2093" y="3572"/>
                  </a:cubicBezTo>
                  <a:cubicBezTo>
                    <a:pt x="1263" y="3572"/>
                    <a:pt x="614" y="2886"/>
                    <a:pt x="614" y="2093"/>
                  </a:cubicBezTo>
                  <a:cubicBezTo>
                    <a:pt x="614" y="1263"/>
                    <a:pt x="1263" y="614"/>
                    <a:pt x="2093" y="614"/>
                  </a:cubicBezTo>
                  <a:close/>
                  <a:moveTo>
                    <a:pt x="2093" y="1"/>
                  </a:moveTo>
                  <a:cubicBezTo>
                    <a:pt x="938" y="1"/>
                    <a:pt x="1" y="939"/>
                    <a:pt x="1" y="2093"/>
                  </a:cubicBezTo>
                  <a:cubicBezTo>
                    <a:pt x="1" y="3247"/>
                    <a:pt x="938" y="4149"/>
                    <a:pt x="2093" y="4149"/>
                  </a:cubicBezTo>
                  <a:cubicBezTo>
                    <a:pt x="3211" y="4149"/>
                    <a:pt x="4148" y="3247"/>
                    <a:pt x="4148" y="2093"/>
                  </a:cubicBezTo>
                  <a:cubicBezTo>
                    <a:pt x="4148" y="939"/>
                    <a:pt x="3211" y="1"/>
                    <a:pt x="209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87" name="Google Shape;2287;p38"/>
            <p:cNvSpPr/>
            <p:nvPr/>
          </p:nvSpPr>
          <p:spPr>
            <a:xfrm>
              <a:off x="5351850" y="3488650"/>
              <a:ext cx="89300" cy="88400"/>
            </a:xfrm>
            <a:custGeom>
              <a:avLst/>
              <a:gdLst/>
              <a:ahLst/>
              <a:cxnLst/>
              <a:rect l="l" t="t" r="r" b="b"/>
              <a:pathLst>
                <a:path w="3572" h="3536" extrusionOk="0">
                  <a:moveTo>
                    <a:pt x="1768" y="1"/>
                  </a:moveTo>
                  <a:cubicBezTo>
                    <a:pt x="794" y="1"/>
                    <a:pt x="1" y="794"/>
                    <a:pt x="1" y="1768"/>
                  </a:cubicBezTo>
                  <a:cubicBezTo>
                    <a:pt x="1" y="2742"/>
                    <a:pt x="794" y="3536"/>
                    <a:pt x="1768" y="3536"/>
                  </a:cubicBezTo>
                  <a:cubicBezTo>
                    <a:pt x="2742" y="3536"/>
                    <a:pt x="3571" y="2742"/>
                    <a:pt x="3571" y="1768"/>
                  </a:cubicBezTo>
                  <a:cubicBezTo>
                    <a:pt x="3571" y="794"/>
                    <a:pt x="2742" y="1"/>
                    <a:pt x="1768" y="1"/>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2288" name="Google Shape;2288;p38"/>
            <p:cNvSpPr/>
            <p:nvPr/>
          </p:nvSpPr>
          <p:spPr>
            <a:xfrm>
              <a:off x="5344650" y="3480550"/>
              <a:ext cx="103700" cy="104625"/>
            </a:xfrm>
            <a:custGeom>
              <a:avLst/>
              <a:gdLst/>
              <a:ahLst/>
              <a:cxnLst/>
              <a:rect l="l" t="t" r="r" b="b"/>
              <a:pathLst>
                <a:path w="4148" h="4185" extrusionOk="0">
                  <a:moveTo>
                    <a:pt x="2056" y="614"/>
                  </a:moveTo>
                  <a:cubicBezTo>
                    <a:pt x="2886" y="614"/>
                    <a:pt x="3535" y="1263"/>
                    <a:pt x="3535" y="2092"/>
                  </a:cubicBezTo>
                  <a:cubicBezTo>
                    <a:pt x="3535" y="2922"/>
                    <a:pt x="2886" y="3571"/>
                    <a:pt x="2056" y="3571"/>
                  </a:cubicBezTo>
                  <a:cubicBezTo>
                    <a:pt x="1263" y="3571"/>
                    <a:pt x="577" y="2922"/>
                    <a:pt x="577" y="2092"/>
                  </a:cubicBezTo>
                  <a:cubicBezTo>
                    <a:pt x="577" y="1263"/>
                    <a:pt x="1263" y="614"/>
                    <a:pt x="2056" y="614"/>
                  </a:cubicBezTo>
                  <a:close/>
                  <a:moveTo>
                    <a:pt x="2056" y="0"/>
                  </a:moveTo>
                  <a:cubicBezTo>
                    <a:pt x="902" y="0"/>
                    <a:pt x="0" y="938"/>
                    <a:pt x="0" y="2092"/>
                  </a:cubicBezTo>
                  <a:cubicBezTo>
                    <a:pt x="0" y="3246"/>
                    <a:pt x="902" y="4184"/>
                    <a:pt x="2056" y="4184"/>
                  </a:cubicBezTo>
                  <a:cubicBezTo>
                    <a:pt x="3210" y="4184"/>
                    <a:pt x="4148" y="3246"/>
                    <a:pt x="4148" y="2092"/>
                  </a:cubicBezTo>
                  <a:cubicBezTo>
                    <a:pt x="4148" y="938"/>
                    <a:pt x="3210" y="0"/>
                    <a:pt x="2056"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89" name="Google Shape;2289;p38"/>
            <p:cNvSpPr/>
            <p:nvPr/>
          </p:nvSpPr>
          <p:spPr>
            <a:xfrm>
              <a:off x="2393450" y="2124425"/>
              <a:ext cx="147900" cy="90200"/>
            </a:xfrm>
            <a:custGeom>
              <a:avLst/>
              <a:gdLst/>
              <a:ahLst/>
              <a:cxnLst/>
              <a:rect l="l" t="t" r="r" b="b"/>
              <a:pathLst>
                <a:path w="5916" h="3608" extrusionOk="0">
                  <a:moveTo>
                    <a:pt x="5563" y="0"/>
                  </a:moveTo>
                  <a:cubicBezTo>
                    <a:pt x="5511" y="0"/>
                    <a:pt x="5459" y="12"/>
                    <a:pt x="5411" y="36"/>
                  </a:cubicBezTo>
                  <a:lnTo>
                    <a:pt x="181" y="3066"/>
                  </a:lnTo>
                  <a:cubicBezTo>
                    <a:pt x="37" y="3138"/>
                    <a:pt x="1" y="3319"/>
                    <a:pt x="73" y="3463"/>
                  </a:cubicBezTo>
                  <a:cubicBezTo>
                    <a:pt x="145" y="3559"/>
                    <a:pt x="249" y="3607"/>
                    <a:pt x="353" y="3607"/>
                  </a:cubicBezTo>
                  <a:cubicBezTo>
                    <a:pt x="405" y="3607"/>
                    <a:pt x="457" y="3595"/>
                    <a:pt x="506" y="3571"/>
                  </a:cubicBezTo>
                  <a:lnTo>
                    <a:pt x="5735" y="578"/>
                  </a:lnTo>
                  <a:cubicBezTo>
                    <a:pt x="5880" y="469"/>
                    <a:pt x="5916" y="289"/>
                    <a:pt x="5843" y="145"/>
                  </a:cubicBezTo>
                  <a:cubicBezTo>
                    <a:pt x="5771" y="49"/>
                    <a:pt x="5667" y="0"/>
                    <a:pt x="556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90" name="Google Shape;2290;p38"/>
            <p:cNvSpPr/>
            <p:nvPr/>
          </p:nvSpPr>
          <p:spPr>
            <a:xfrm>
              <a:off x="1756875" y="1902825"/>
              <a:ext cx="783575" cy="901950"/>
            </a:xfrm>
            <a:custGeom>
              <a:avLst/>
              <a:gdLst/>
              <a:ahLst/>
              <a:cxnLst/>
              <a:rect l="l" t="t" r="r" b="b"/>
              <a:pathLst>
                <a:path w="31343" h="36078" extrusionOk="0">
                  <a:moveTo>
                    <a:pt x="15653" y="641"/>
                  </a:moveTo>
                  <a:lnTo>
                    <a:pt x="30729" y="9333"/>
                  </a:lnTo>
                  <a:lnTo>
                    <a:pt x="30729" y="26718"/>
                  </a:lnTo>
                  <a:lnTo>
                    <a:pt x="15653" y="35446"/>
                  </a:lnTo>
                  <a:lnTo>
                    <a:pt x="613" y="26718"/>
                  </a:lnTo>
                  <a:lnTo>
                    <a:pt x="613" y="9358"/>
                  </a:lnTo>
                  <a:lnTo>
                    <a:pt x="15653" y="641"/>
                  </a:lnTo>
                  <a:close/>
                  <a:moveTo>
                    <a:pt x="15671" y="1"/>
                  </a:moveTo>
                  <a:cubicBezTo>
                    <a:pt x="15617" y="1"/>
                    <a:pt x="15563" y="10"/>
                    <a:pt x="15509" y="28"/>
                  </a:cubicBezTo>
                  <a:lnTo>
                    <a:pt x="144" y="8900"/>
                  </a:lnTo>
                  <a:cubicBezTo>
                    <a:pt x="72" y="8973"/>
                    <a:pt x="0" y="9045"/>
                    <a:pt x="0" y="9153"/>
                  </a:cubicBezTo>
                  <a:lnTo>
                    <a:pt x="0" y="26898"/>
                  </a:lnTo>
                  <a:cubicBezTo>
                    <a:pt x="0" y="27006"/>
                    <a:pt x="72" y="27114"/>
                    <a:pt x="144" y="27150"/>
                  </a:cubicBezTo>
                  <a:lnTo>
                    <a:pt x="15509" y="36023"/>
                  </a:lnTo>
                  <a:cubicBezTo>
                    <a:pt x="15563" y="36059"/>
                    <a:pt x="15617" y="36077"/>
                    <a:pt x="15671" y="36077"/>
                  </a:cubicBezTo>
                  <a:cubicBezTo>
                    <a:pt x="15725" y="36077"/>
                    <a:pt x="15780" y="36059"/>
                    <a:pt x="15834" y="36023"/>
                  </a:cubicBezTo>
                  <a:lnTo>
                    <a:pt x="31198" y="27150"/>
                  </a:lnTo>
                  <a:cubicBezTo>
                    <a:pt x="31270" y="27114"/>
                    <a:pt x="31343" y="27006"/>
                    <a:pt x="31343" y="26898"/>
                  </a:cubicBezTo>
                  <a:lnTo>
                    <a:pt x="31343" y="9153"/>
                  </a:lnTo>
                  <a:cubicBezTo>
                    <a:pt x="31343" y="9045"/>
                    <a:pt x="31270" y="8973"/>
                    <a:pt x="31198" y="8900"/>
                  </a:cubicBezTo>
                  <a:lnTo>
                    <a:pt x="15834" y="28"/>
                  </a:lnTo>
                  <a:cubicBezTo>
                    <a:pt x="15780" y="10"/>
                    <a:pt x="15725" y="1"/>
                    <a:pt x="15671"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91" name="Google Shape;2291;p38"/>
            <p:cNvSpPr/>
            <p:nvPr/>
          </p:nvSpPr>
          <p:spPr>
            <a:xfrm>
              <a:off x="1887600" y="2053425"/>
              <a:ext cx="522100" cy="600750"/>
            </a:xfrm>
            <a:custGeom>
              <a:avLst/>
              <a:gdLst/>
              <a:ahLst/>
              <a:cxnLst/>
              <a:rect l="l" t="t" r="r" b="b"/>
              <a:pathLst>
                <a:path w="20884" h="24030" extrusionOk="0">
                  <a:moveTo>
                    <a:pt x="10424" y="640"/>
                  </a:moveTo>
                  <a:lnTo>
                    <a:pt x="20271" y="6339"/>
                  </a:lnTo>
                  <a:lnTo>
                    <a:pt x="20271" y="17700"/>
                  </a:lnTo>
                  <a:lnTo>
                    <a:pt x="10424" y="23363"/>
                  </a:lnTo>
                  <a:lnTo>
                    <a:pt x="614" y="17700"/>
                  </a:lnTo>
                  <a:lnTo>
                    <a:pt x="614" y="6307"/>
                  </a:lnTo>
                  <a:lnTo>
                    <a:pt x="10424" y="640"/>
                  </a:lnTo>
                  <a:close/>
                  <a:moveTo>
                    <a:pt x="10442" y="0"/>
                  </a:moveTo>
                  <a:cubicBezTo>
                    <a:pt x="10388" y="0"/>
                    <a:pt x="10334" y="9"/>
                    <a:pt x="10280" y="27"/>
                  </a:cubicBezTo>
                  <a:lnTo>
                    <a:pt x="145" y="5906"/>
                  </a:lnTo>
                  <a:cubicBezTo>
                    <a:pt x="73" y="5942"/>
                    <a:pt x="1" y="6050"/>
                    <a:pt x="1" y="6159"/>
                  </a:cubicBezTo>
                  <a:lnTo>
                    <a:pt x="1" y="17880"/>
                  </a:lnTo>
                  <a:cubicBezTo>
                    <a:pt x="1" y="17989"/>
                    <a:pt x="73" y="18061"/>
                    <a:pt x="145" y="18133"/>
                  </a:cubicBezTo>
                  <a:lnTo>
                    <a:pt x="10280" y="23976"/>
                  </a:lnTo>
                  <a:cubicBezTo>
                    <a:pt x="10334" y="24012"/>
                    <a:pt x="10388" y="24030"/>
                    <a:pt x="10442" y="24030"/>
                  </a:cubicBezTo>
                  <a:cubicBezTo>
                    <a:pt x="10496" y="24030"/>
                    <a:pt x="10551" y="24012"/>
                    <a:pt x="10605" y="23976"/>
                  </a:cubicBezTo>
                  <a:lnTo>
                    <a:pt x="20740" y="18133"/>
                  </a:lnTo>
                  <a:cubicBezTo>
                    <a:pt x="20812" y="18061"/>
                    <a:pt x="20884" y="17989"/>
                    <a:pt x="20884" y="17880"/>
                  </a:cubicBezTo>
                  <a:lnTo>
                    <a:pt x="20884" y="6159"/>
                  </a:lnTo>
                  <a:cubicBezTo>
                    <a:pt x="20884" y="6050"/>
                    <a:pt x="20812" y="5942"/>
                    <a:pt x="20740" y="5906"/>
                  </a:cubicBezTo>
                  <a:lnTo>
                    <a:pt x="10605" y="27"/>
                  </a:lnTo>
                  <a:cubicBezTo>
                    <a:pt x="10551" y="9"/>
                    <a:pt x="10496" y="0"/>
                    <a:pt x="10442"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92" name="Google Shape;2292;p38"/>
            <p:cNvSpPr/>
            <p:nvPr/>
          </p:nvSpPr>
          <p:spPr>
            <a:xfrm>
              <a:off x="2140975" y="1573500"/>
              <a:ext cx="15350" cy="344475"/>
            </a:xfrm>
            <a:custGeom>
              <a:avLst/>
              <a:gdLst/>
              <a:ahLst/>
              <a:cxnLst/>
              <a:rect l="l" t="t" r="r" b="b"/>
              <a:pathLst>
                <a:path w="614" h="13779" extrusionOk="0">
                  <a:moveTo>
                    <a:pt x="289" y="0"/>
                  </a:moveTo>
                  <a:cubicBezTo>
                    <a:pt x="145" y="0"/>
                    <a:pt x="1" y="109"/>
                    <a:pt x="1" y="289"/>
                  </a:cubicBezTo>
                  <a:lnTo>
                    <a:pt x="1" y="13453"/>
                  </a:lnTo>
                  <a:cubicBezTo>
                    <a:pt x="1" y="13634"/>
                    <a:pt x="145" y="13778"/>
                    <a:pt x="289" y="13778"/>
                  </a:cubicBezTo>
                  <a:cubicBezTo>
                    <a:pt x="470" y="13778"/>
                    <a:pt x="614" y="13634"/>
                    <a:pt x="614" y="13453"/>
                  </a:cubicBezTo>
                  <a:lnTo>
                    <a:pt x="614" y="289"/>
                  </a:lnTo>
                  <a:cubicBezTo>
                    <a:pt x="614" y="109"/>
                    <a:pt x="470" y="0"/>
                    <a:pt x="289"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93" name="Google Shape;2293;p38"/>
            <p:cNvSpPr/>
            <p:nvPr/>
          </p:nvSpPr>
          <p:spPr>
            <a:xfrm>
              <a:off x="2083275" y="1499550"/>
              <a:ext cx="129875" cy="129875"/>
            </a:xfrm>
            <a:custGeom>
              <a:avLst/>
              <a:gdLst/>
              <a:ahLst/>
              <a:cxnLst/>
              <a:rect l="l" t="t" r="r" b="b"/>
              <a:pathLst>
                <a:path w="5195" h="5195" extrusionOk="0">
                  <a:moveTo>
                    <a:pt x="2597" y="1"/>
                  </a:moveTo>
                  <a:cubicBezTo>
                    <a:pt x="1191" y="1"/>
                    <a:pt x="1" y="1155"/>
                    <a:pt x="1" y="2598"/>
                  </a:cubicBezTo>
                  <a:cubicBezTo>
                    <a:pt x="1" y="4040"/>
                    <a:pt x="1191" y="5195"/>
                    <a:pt x="2597" y="5195"/>
                  </a:cubicBezTo>
                  <a:cubicBezTo>
                    <a:pt x="4040" y="5195"/>
                    <a:pt x="5194" y="4040"/>
                    <a:pt x="5194" y="2598"/>
                  </a:cubicBezTo>
                  <a:cubicBezTo>
                    <a:pt x="5194" y="1155"/>
                    <a:pt x="4040" y="1"/>
                    <a:pt x="2597" y="1"/>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2294" name="Google Shape;2294;p38"/>
            <p:cNvSpPr/>
            <p:nvPr/>
          </p:nvSpPr>
          <p:spPr>
            <a:xfrm>
              <a:off x="2076050" y="1492350"/>
              <a:ext cx="145200" cy="144300"/>
            </a:xfrm>
            <a:custGeom>
              <a:avLst/>
              <a:gdLst/>
              <a:ahLst/>
              <a:cxnLst/>
              <a:rect l="l" t="t" r="r" b="b"/>
              <a:pathLst>
                <a:path w="5808" h="5772" extrusionOk="0">
                  <a:moveTo>
                    <a:pt x="2886" y="577"/>
                  </a:moveTo>
                  <a:cubicBezTo>
                    <a:pt x="3536" y="577"/>
                    <a:pt x="4113" y="830"/>
                    <a:pt x="4509" y="1263"/>
                  </a:cubicBezTo>
                  <a:cubicBezTo>
                    <a:pt x="4942" y="1659"/>
                    <a:pt x="5195" y="2237"/>
                    <a:pt x="5195" y="2886"/>
                  </a:cubicBezTo>
                  <a:cubicBezTo>
                    <a:pt x="5195" y="3499"/>
                    <a:pt x="4942" y="4076"/>
                    <a:pt x="4509" y="4509"/>
                  </a:cubicBezTo>
                  <a:cubicBezTo>
                    <a:pt x="4113" y="4906"/>
                    <a:pt x="3536" y="5158"/>
                    <a:pt x="2886" y="5158"/>
                  </a:cubicBezTo>
                  <a:cubicBezTo>
                    <a:pt x="2273" y="5158"/>
                    <a:pt x="1696" y="4906"/>
                    <a:pt x="1263" y="4509"/>
                  </a:cubicBezTo>
                  <a:cubicBezTo>
                    <a:pt x="867" y="4076"/>
                    <a:pt x="614" y="3499"/>
                    <a:pt x="614" y="2886"/>
                  </a:cubicBezTo>
                  <a:cubicBezTo>
                    <a:pt x="614" y="2237"/>
                    <a:pt x="867" y="1659"/>
                    <a:pt x="1263" y="1263"/>
                  </a:cubicBezTo>
                  <a:cubicBezTo>
                    <a:pt x="1696" y="830"/>
                    <a:pt x="2273" y="577"/>
                    <a:pt x="2886" y="577"/>
                  </a:cubicBezTo>
                  <a:close/>
                  <a:moveTo>
                    <a:pt x="2886" y="0"/>
                  </a:moveTo>
                  <a:cubicBezTo>
                    <a:pt x="1299" y="0"/>
                    <a:pt x="1" y="1299"/>
                    <a:pt x="1" y="2886"/>
                  </a:cubicBezTo>
                  <a:cubicBezTo>
                    <a:pt x="1" y="4473"/>
                    <a:pt x="1299" y="5771"/>
                    <a:pt x="2886" y="5771"/>
                  </a:cubicBezTo>
                  <a:cubicBezTo>
                    <a:pt x="4509" y="5771"/>
                    <a:pt x="5808" y="4473"/>
                    <a:pt x="5808" y="2886"/>
                  </a:cubicBezTo>
                  <a:cubicBezTo>
                    <a:pt x="5808" y="1299"/>
                    <a:pt x="4509" y="0"/>
                    <a:pt x="2886"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95" name="Google Shape;2295;p38"/>
            <p:cNvSpPr/>
            <p:nvPr/>
          </p:nvSpPr>
          <p:spPr>
            <a:xfrm>
              <a:off x="2140975" y="2779950"/>
              <a:ext cx="15350" cy="345350"/>
            </a:xfrm>
            <a:custGeom>
              <a:avLst/>
              <a:gdLst/>
              <a:ahLst/>
              <a:cxnLst/>
              <a:rect l="l" t="t" r="r" b="b"/>
              <a:pathLst>
                <a:path w="614" h="13814" extrusionOk="0">
                  <a:moveTo>
                    <a:pt x="289" y="0"/>
                  </a:moveTo>
                  <a:cubicBezTo>
                    <a:pt x="145" y="0"/>
                    <a:pt x="1" y="144"/>
                    <a:pt x="1" y="325"/>
                  </a:cubicBezTo>
                  <a:lnTo>
                    <a:pt x="1" y="13489"/>
                  </a:lnTo>
                  <a:cubicBezTo>
                    <a:pt x="1" y="13670"/>
                    <a:pt x="145" y="13814"/>
                    <a:pt x="289" y="13814"/>
                  </a:cubicBezTo>
                  <a:cubicBezTo>
                    <a:pt x="470" y="13814"/>
                    <a:pt x="614" y="13670"/>
                    <a:pt x="614" y="13489"/>
                  </a:cubicBezTo>
                  <a:lnTo>
                    <a:pt x="614" y="325"/>
                  </a:lnTo>
                  <a:cubicBezTo>
                    <a:pt x="614" y="144"/>
                    <a:pt x="470" y="0"/>
                    <a:pt x="289"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96" name="Google Shape;2296;p38"/>
            <p:cNvSpPr/>
            <p:nvPr/>
          </p:nvSpPr>
          <p:spPr>
            <a:xfrm>
              <a:off x="2083275" y="3068475"/>
              <a:ext cx="129875" cy="129875"/>
            </a:xfrm>
            <a:custGeom>
              <a:avLst/>
              <a:gdLst/>
              <a:ahLst/>
              <a:cxnLst/>
              <a:rect l="l" t="t" r="r" b="b"/>
              <a:pathLst>
                <a:path w="5195" h="5195" extrusionOk="0">
                  <a:moveTo>
                    <a:pt x="2597" y="1"/>
                  </a:moveTo>
                  <a:cubicBezTo>
                    <a:pt x="1191" y="1"/>
                    <a:pt x="1" y="1191"/>
                    <a:pt x="1" y="2598"/>
                  </a:cubicBezTo>
                  <a:cubicBezTo>
                    <a:pt x="1" y="4040"/>
                    <a:pt x="1191" y="5194"/>
                    <a:pt x="2597" y="5194"/>
                  </a:cubicBezTo>
                  <a:cubicBezTo>
                    <a:pt x="4040" y="5194"/>
                    <a:pt x="5194" y="4040"/>
                    <a:pt x="5194" y="2598"/>
                  </a:cubicBezTo>
                  <a:cubicBezTo>
                    <a:pt x="5194" y="1191"/>
                    <a:pt x="4040" y="1"/>
                    <a:pt x="2597" y="1"/>
                  </a:cubicBezTo>
                  <a:close/>
                </a:path>
              </a:pathLst>
            </a:custGeom>
            <a:solidFill>
              <a:srgbClr val="77C6FC"/>
            </a:solidFill>
            <a:ln>
              <a:noFill/>
            </a:ln>
          </p:spPr>
          <p:txBody>
            <a:bodyPr spcFirstLastPara="1" wrap="square" lIns="182850" tIns="182850" rIns="182850" bIns="182850" anchor="ctr" anchorCtr="0">
              <a:noAutofit/>
            </a:bodyPr>
            <a:lstStyle/>
            <a:p>
              <a:endParaRPr sz="3600"/>
            </a:p>
          </p:txBody>
        </p:sp>
        <p:sp>
          <p:nvSpPr>
            <p:cNvPr id="2297" name="Google Shape;2297;p38"/>
            <p:cNvSpPr/>
            <p:nvPr/>
          </p:nvSpPr>
          <p:spPr>
            <a:xfrm>
              <a:off x="2076050" y="3061275"/>
              <a:ext cx="145200" cy="145175"/>
            </a:xfrm>
            <a:custGeom>
              <a:avLst/>
              <a:gdLst/>
              <a:ahLst/>
              <a:cxnLst/>
              <a:rect l="l" t="t" r="r" b="b"/>
              <a:pathLst>
                <a:path w="5808" h="5807" extrusionOk="0">
                  <a:moveTo>
                    <a:pt x="2886" y="613"/>
                  </a:moveTo>
                  <a:cubicBezTo>
                    <a:pt x="3536" y="613"/>
                    <a:pt x="4113" y="866"/>
                    <a:pt x="4509" y="1263"/>
                  </a:cubicBezTo>
                  <a:cubicBezTo>
                    <a:pt x="4942" y="1695"/>
                    <a:pt x="5195" y="2272"/>
                    <a:pt x="5195" y="2886"/>
                  </a:cubicBezTo>
                  <a:cubicBezTo>
                    <a:pt x="5195" y="3535"/>
                    <a:pt x="4942" y="4112"/>
                    <a:pt x="4509" y="4509"/>
                  </a:cubicBezTo>
                  <a:cubicBezTo>
                    <a:pt x="4113" y="4941"/>
                    <a:pt x="3536" y="5194"/>
                    <a:pt x="2886" y="5194"/>
                  </a:cubicBezTo>
                  <a:cubicBezTo>
                    <a:pt x="2273" y="5194"/>
                    <a:pt x="1696" y="4941"/>
                    <a:pt x="1263" y="4509"/>
                  </a:cubicBezTo>
                  <a:cubicBezTo>
                    <a:pt x="867" y="4112"/>
                    <a:pt x="614" y="3535"/>
                    <a:pt x="614" y="2886"/>
                  </a:cubicBezTo>
                  <a:cubicBezTo>
                    <a:pt x="614" y="2272"/>
                    <a:pt x="867" y="1695"/>
                    <a:pt x="1263" y="1263"/>
                  </a:cubicBezTo>
                  <a:cubicBezTo>
                    <a:pt x="1696" y="866"/>
                    <a:pt x="2273" y="613"/>
                    <a:pt x="2886" y="613"/>
                  </a:cubicBezTo>
                  <a:close/>
                  <a:moveTo>
                    <a:pt x="2886" y="0"/>
                  </a:moveTo>
                  <a:cubicBezTo>
                    <a:pt x="1299" y="0"/>
                    <a:pt x="1" y="1299"/>
                    <a:pt x="1" y="2886"/>
                  </a:cubicBezTo>
                  <a:cubicBezTo>
                    <a:pt x="1" y="4509"/>
                    <a:pt x="1299" y="5771"/>
                    <a:pt x="2886" y="5807"/>
                  </a:cubicBezTo>
                  <a:cubicBezTo>
                    <a:pt x="4509" y="5771"/>
                    <a:pt x="5808" y="4509"/>
                    <a:pt x="5808" y="2886"/>
                  </a:cubicBezTo>
                  <a:cubicBezTo>
                    <a:pt x="5808" y="1299"/>
                    <a:pt x="4509" y="0"/>
                    <a:pt x="2886"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98" name="Google Shape;2298;p38"/>
            <p:cNvSpPr/>
            <p:nvPr/>
          </p:nvSpPr>
          <p:spPr>
            <a:xfrm>
              <a:off x="1755975" y="2124425"/>
              <a:ext cx="147900" cy="90200"/>
            </a:xfrm>
            <a:custGeom>
              <a:avLst/>
              <a:gdLst/>
              <a:ahLst/>
              <a:cxnLst/>
              <a:rect l="l" t="t" r="r" b="b"/>
              <a:pathLst>
                <a:path w="5916" h="3608" extrusionOk="0">
                  <a:moveTo>
                    <a:pt x="345" y="0"/>
                  </a:moveTo>
                  <a:cubicBezTo>
                    <a:pt x="233" y="0"/>
                    <a:pt x="120" y="49"/>
                    <a:pt x="72" y="145"/>
                  </a:cubicBezTo>
                  <a:cubicBezTo>
                    <a:pt x="0" y="289"/>
                    <a:pt x="36" y="469"/>
                    <a:pt x="180" y="578"/>
                  </a:cubicBezTo>
                  <a:lnTo>
                    <a:pt x="5410" y="3571"/>
                  </a:lnTo>
                  <a:cubicBezTo>
                    <a:pt x="5458" y="3595"/>
                    <a:pt x="5510" y="3607"/>
                    <a:pt x="5563" y="3607"/>
                  </a:cubicBezTo>
                  <a:cubicBezTo>
                    <a:pt x="5667" y="3607"/>
                    <a:pt x="5771" y="3559"/>
                    <a:pt x="5843" y="3463"/>
                  </a:cubicBezTo>
                  <a:cubicBezTo>
                    <a:pt x="5915" y="3319"/>
                    <a:pt x="5843" y="3138"/>
                    <a:pt x="5699" y="3066"/>
                  </a:cubicBezTo>
                  <a:lnTo>
                    <a:pt x="505" y="36"/>
                  </a:lnTo>
                  <a:cubicBezTo>
                    <a:pt x="457" y="12"/>
                    <a:pt x="401" y="0"/>
                    <a:pt x="345"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299" name="Google Shape;2299;p38"/>
            <p:cNvSpPr/>
            <p:nvPr/>
          </p:nvSpPr>
          <p:spPr>
            <a:xfrm>
              <a:off x="1897525" y="2348350"/>
              <a:ext cx="513075" cy="161125"/>
            </a:xfrm>
            <a:custGeom>
              <a:avLst/>
              <a:gdLst/>
              <a:ahLst/>
              <a:cxnLst/>
              <a:rect l="l" t="t" r="r" b="b"/>
              <a:pathLst>
                <a:path w="20523" h="6445" extrusionOk="0">
                  <a:moveTo>
                    <a:pt x="10450" y="0"/>
                  </a:moveTo>
                  <a:cubicBezTo>
                    <a:pt x="10406" y="0"/>
                    <a:pt x="10361" y="9"/>
                    <a:pt x="10316" y="24"/>
                  </a:cubicBezTo>
                  <a:lnTo>
                    <a:pt x="181" y="5903"/>
                  </a:lnTo>
                  <a:cubicBezTo>
                    <a:pt x="37" y="5975"/>
                    <a:pt x="1" y="6156"/>
                    <a:pt x="73" y="6300"/>
                  </a:cubicBezTo>
                  <a:cubicBezTo>
                    <a:pt x="145" y="6396"/>
                    <a:pt x="249" y="6444"/>
                    <a:pt x="353" y="6444"/>
                  </a:cubicBezTo>
                  <a:cubicBezTo>
                    <a:pt x="405" y="6444"/>
                    <a:pt x="458" y="6432"/>
                    <a:pt x="506" y="6408"/>
                  </a:cubicBezTo>
                  <a:lnTo>
                    <a:pt x="10496" y="637"/>
                  </a:lnTo>
                  <a:lnTo>
                    <a:pt x="20018" y="6336"/>
                  </a:lnTo>
                  <a:cubicBezTo>
                    <a:pt x="20066" y="6360"/>
                    <a:pt x="20118" y="6372"/>
                    <a:pt x="20170" y="6372"/>
                  </a:cubicBezTo>
                  <a:cubicBezTo>
                    <a:pt x="20274" y="6372"/>
                    <a:pt x="20379" y="6324"/>
                    <a:pt x="20451" y="6228"/>
                  </a:cubicBezTo>
                  <a:cubicBezTo>
                    <a:pt x="20523" y="6083"/>
                    <a:pt x="20487" y="5903"/>
                    <a:pt x="20343" y="5795"/>
                  </a:cubicBezTo>
                  <a:lnTo>
                    <a:pt x="10640" y="60"/>
                  </a:lnTo>
                  <a:cubicBezTo>
                    <a:pt x="10577" y="18"/>
                    <a:pt x="10514" y="0"/>
                    <a:pt x="10450"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00" name="Google Shape;2300;p38"/>
            <p:cNvSpPr/>
            <p:nvPr/>
          </p:nvSpPr>
          <p:spPr>
            <a:xfrm>
              <a:off x="2151800" y="2053200"/>
              <a:ext cx="15350" cy="310200"/>
            </a:xfrm>
            <a:custGeom>
              <a:avLst/>
              <a:gdLst/>
              <a:ahLst/>
              <a:cxnLst/>
              <a:rect l="l" t="t" r="r" b="b"/>
              <a:pathLst>
                <a:path w="614" h="12408" extrusionOk="0">
                  <a:moveTo>
                    <a:pt x="325" y="0"/>
                  </a:moveTo>
                  <a:cubicBezTo>
                    <a:pt x="145" y="0"/>
                    <a:pt x="1" y="144"/>
                    <a:pt x="1" y="325"/>
                  </a:cubicBezTo>
                  <a:lnTo>
                    <a:pt x="1" y="12119"/>
                  </a:lnTo>
                  <a:cubicBezTo>
                    <a:pt x="1" y="12263"/>
                    <a:pt x="145" y="12407"/>
                    <a:pt x="325" y="12407"/>
                  </a:cubicBezTo>
                  <a:cubicBezTo>
                    <a:pt x="469" y="12407"/>
                    <a:pt x="614" y="12263"/>
                    <a:pt x="614" y="12119"/>
                  </a:cubicBezTo>
                  <a:lnTo>
                    <a:pt x="614" y="325"/>
                  </a:lnTo>
                  <a:cubicBezTo>
                    <a:pt x="614" y="144"/>
                    <a:pt x="469" y="0"/>
                    <a:pt x="325"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01" name="Google Shape;2301;p38"/>
            <p:cNvSpPr/>
            <p:nvPr/>
          </p:nvSpPr>
          <p:spPr>
            <a:xfrm>
              <a:off x="2929950" y="911675"/>
              <a:ext cx="189375" cy="15350"/>
            </a:xfrm>
            <a:custGeom>
              <a:avLst/>
              <a:gdLst/>
              <a:ahLst/>
              <a:cxnLst/>
              <a:rect l="l" t="t" r="r" b="b"/>
              <a:pathLst>
                <a:path w="7575" h="614" extrusionOk="0">
                  <a:moveTo>
                    <a:pt x="325" y="0"/>
                  </a:moveTo>
                  <a:cubicBezTo>
                    <a:pt x="145" y="0"/>
                    <a:pt x="1" y="144"/>
                    <a:pt x="1" y="325"/>
                  </a:cubicBezTo>
                  <a:cubicBezTo>
                    <a:pt x="1" y="469"/>
                    <a:pt x="145" y="613"/>
                    <a:pt x="325" y="613"/>
                  </a:cubicBezTo>
                  <a:lnTo>
                    <a:pt x="7250" y="613"/>
                  </a:lnTo>
                  <a:cubicBezTo>
                    <a:pt x="7430" y="613"/>
                    <a:pt x="7575" y="469"/>
                    <a:pt x="7575" y="325"/>
                  </a:cubicBezTo>
                  <a:cubicBezTo>
                    <a:pt x="7575" y="144"/>
                    <a:pt x="7430" y="0"/>
                    <a:pt x="7250"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02" name="Google Shape;2302;p38"/>
            <p:cNvSpPr/>
            <p:nvPr/>
          </p:nvSpPr>
          <p:spPr>
            <a:xfrm>
              <a:off x="2496250" y="911675"/>
              <a:ext cx="376925" cy="15350"/>
            </a:xfrm>
            <a:custGeom>
              <a:avLst/>
              <a:gdLst/>
              <a:ahLst/>
              <a:cxnLst/>
              <a:rect l="l" t="t" r="r" b="b"/>
              <a:pathLst>
                <a:path w="15077" h="614" extrusionOk="0">
                  <a:moveTo>
                    <a:pt x="289" y="0"/>
                  </a:moveTo>
                  <a:cubicBezTo>
                    <a:pt x="108" y="0"/>
                    <a:pt x="0" y="144"/>
                    <a:pt x="0" y="325"/>
                  </a:cubicBezTo>
                  <a:cubicBezTo>
                    <a:pt x="0" y="469"/>
                    <a:pt x="108" y="613"/>
                    <a:pt x="289" y="613"/>
                  </a:cubicBezTo>
                  <a:lnTo>
                    <a:pt x="14788" y="613"/>
                  </a:lnTo>
                  <a:cubicBezTo>
                    <a:pt x="14932" y="613"/>
                    <a:pt x="15076" y="469"/>
                    <a:pt x="15076" y="325"/>
                  </a:cubicBezTo>
                  <a:cubicBezTo>
                    <a:pt x="15076" y="144"/>
                    <a:pt x="14932" y="0"/>
                    <a:pt x="14788"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03" name="Google Shape;2303;p38"/>
            <p:cNvSpPr/>
            <p:nvPr/>
          </p:nvSpPr>
          <p:spPr>
            <a:xfrm>
              <a:off x="2322225" y="911675"/>
              <a:ext cx="109125" cy="15350"/>
            </a:xfrm>
            <a:custGeom>
              <a:avLst/>
              <a:gdLst/>
              <a:ahLst/>
              <a:cxnLst/>
              <a:rect l="l" t="t" r="r" b="b"/>
              <a:pathLst>
                <a:path w="4365" h="614" extrusionOk="0">
                  <a:moveTo>
                    <a:pt x="289" y="0"/>
                  </a:moveTo>
                  <a:cubicBezTo>
                    <a:pt x="145" y="0"/>
                    <a:pt x="0" y="144"/>
                    <a:pt x="0" y="325"/>
                  </a:cubicBezTo>
                  <a:cubicBezTo>
                    <a:pt x="0" y="469"/>
                    <a:pt x="145" y="613"/>
                    <a:pt x="289" y="613"/>
                  </a:cubicBezTo>
                  <a:lnTo>
                    <a:pt x="4076" y="613"/>
                  </a:lnTo>
                  <a:cubicBezTo>
                    <a:pt x="4220" y="613"/>
                    <a:pt x="4364" y="469"/>
                    <a:pt x="4364" y="325"/>
                  </a:cubicBezTo>
                  <a:cubicBezTo>
                    <a:pt x="4364" y="144"/>
                    <a:pt x="4220" y="0"/>
                    <a:pt x="4076"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04" name="Google Shape;2304;p38"/>
            <p:cNvSpPr/>
            <p:nvPr/>
          </p:nvSpPr>
          <p:spPr>
            <a:xfrm>
              <a:off x="2647725" y="984700"/>
              <a:ext cx="471600" cy="15350"/>
            </a:xfrm>
            <a:custGeom>
              <a:avLst/>
              <a:gdLst/>
              <a:ahLst/>
              <a:cxnLst/>
              <a:rect l="l" t="t" r="r" b="b"/>
              <a:pathLst>
                <a:path w="18864" h="614" extrusionOk="0">
                  <a:moveTo>
                    <a:pt x="325" y="1"/>
                  </a:moveTo>
                  <a:cubicBezTo>
                    <a:pt x="145" y="1"/>
                    <a:pt x="1" y="145"/>
                    <a:pt x="1" y="289"/>
                  </a:cubicBezTo>
                  <a:cubicBezTo>
                    <a:pt x="1" y="469"/>
                    <a:pt x="145" y="614"/>
                    <a:pt x="325" y="614"/>
                  </a:cubicBezTo>
                  <a:lnTo>
                    <a:pt x="18539" y="614"/>
                  </a:lnTo>
                  <a:cubicBezTo>
                    <a:pt x="18719" y="614"/>
                    <a:pt x="18864" y="469"/>
                    <a:pt x="18864" y="289"/>
                  </a:cubicBezTo>
                  <a:cubicBezTo>
                    <a:pt x="18864" y="145"/>
                    <a:pt x="18719" y="1"/>
                    <a:pt x="18539"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05" name="Google Shape;2305;p38"/>
            <p:cNvSpPr/>
            <p:nvPr/>
          </p:nvSpPr>
          <p:spPr>
            <a:xfrm>
              <a:off x="2322225" y="984700"/>
              <a:ext cx="174050" cy="15350"/>
            </a:xfrm>
            <a:custGeom>
              <a:avLst/>
              <a:gdLst/>
              <a:ahLst/>
              <a:cxnLst/>
              <a:rect l="l" t="t" r="r" b="b"/>
              <a:pathLst>
                <a:path w="6962" h="614" extrusionOk="0">
                  <a:moveTo>
                    <a:pt x="289" y="1"/>
                  </a:moveTo>
                  <a:cubicBezTo>
                    <a:pt x="145" y="1"/>
                    <a:pt x="0" y="145"/>
                    <a:pt x="0" y="289"/>
                  </a:cubicBezTo>
                  <a:cubicBezTo>
                    <a:pt x="0" y="469"/>
                    <a:pt x="145" y="614"/>
                    <a:pt x="289" y="614"/>
                  </a:cubicBezTo>
                  <a:lnTo>
                    <a:pt x="6673" y="614"/>
                  </a:lnTo>
                  <a:cubicBezTo>
                    <a:pt x="6853" y="614"/>
                    <a:pt x="6961" y="469"/>
                    <a:pt x="6961" y="289"/>
                  </a:cubicBezTo>
                  <a:cubicBezTo>
                    <a:pt x="6961" y="145"/>
                    <a:pt x="6853" y="1"/>
                    <a:pt x="667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06" name="Google Shape;2306;p38"/>
            <p:cNvSpPr/>
            <p:nvPr/>
          </p:nvSpPr>
          <p:spPr>
            <a:xfrm>
              <a:off x="3024625" y="1067650"/>
              <a:ext cx="94700" cy="15350"/>
            </a:xfrm>
            <a:custGeom>
              <a:avLst/>
              <a:gdLst/>
              <a:ahLst/>
              <a:cxnLst/>
              <a:rect l="l" t="t" r="r" b="b"/>
              <a:pathLst>
                <a:path w="3788" h="614" extrusionOk="0">
                  <a:moveTo>
                    <a:pt x="289" y="1"/>
                  </a:moveTo>
                  <a:cubicBezTo>
                    <a:pt x="145" y="1"/>
                    <a:pt x="1" y="145"/>
                    <a:pt x="1" y="325"/>
                  </a:cubicBezTo>
                  <a:cubicBezTo>
                    <a:pt x="1" y="470"/>
                    <a:pt x="145" y="614"/>
                    <a:pt x="289" y="614"/>
                  </a:cubicBezTo>
                  <a:lnTo>
                    <a:pt x="3463" y="614"/>
                  </a:lnTo>
                  <a:cubicBezTo>
                    <a:pt x="3643" y="614"/>
                    <a:pt x="3788" y="470"/>
                    <a:pt x="3788" y="325"/>
                  </a:cubicBezTo>
                  <a:cubicBezTo>
                    <a:pt x="3788" y="145"/>
                    <a:pt x="3643" y="1"/>
                    <a:pt x="346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07" name="Google Shape;2307;p38"/>
            <p:cNvSpPr/>
            <p:nvPr/>
          </p:nvSpPr>
          <p:spPr>
            <a:xfrm>
              <a:off x="2800100" y="1067650"/>
              <a:ext cx="174050" cy="15350"/>
            </a:xfrm>
            <a:custGeom>
              <a:avLst/>
              <a:gdLst/>
              <a:ahLst/>
              <a:cxnLst/>
              <a:rect l="l" t="t" r="r" b="b"/>
              <a:pathLst>
                <a:path w="6962" h="614" extrusionOk="0">
                  <a:moveTo>
                    <a:pt x="289" y="1"/>
                  </a:moveTo>
                  <a:cubicBezTo>
                    <a:pt x="145" y="1"/>
                    <a:pt x="1" y="145"/>
                    <a:pt x="1" y="325"/>
                  </a:cubicBezTo>
                  <a:cubicBezTo>
                    <a:pt x="1" y="470"/>
                    <a:pt x="145" y="614"/>
                    <a:pt x="289" y="614"/>
                  </a:cubicBezTo>
                  <a:lnTo>
                    <a:pt x="6673" y="614"/>
                  </a:lnTo>
                  <a:cubicBezTo>
                    <a:pt x="6854" y="614"/>
                    <a:pt x="6962" y="470"/>
                    <a:pt x="6962" y="325"/>
                  </a:cubicBezTo>
                  <a:cubicBezTo>
                    <a:pt x="6962" y="145"/>
                    <a:pt x="6854" y="1"/>
                    <a:pt x="667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08" name="Google Shape;2308;p38"/>
            <p:cNvSpPr/>
            <p:nvPr/>
          </p:nvSpPr>
          <p:spPr>
            <a:xfrm>
              <a:off x="2322225" y="1067650"/>
              <a:ext cx="384125" cy="15350"/>
            </a:xfrm>
            <a:custGeom>
              <a:avLst/>
              <a:gdLst/>
              <a:ahLst/>
              <a:cxnLst/>
              <a:rect l="l" t="t" r="r" b="b"/>
              <a:pathLst>
                <a:path w="15365" h="614" extrusionOk="0">
                  <a:moveTo>
                    <a:pt x="289" y="1"/>
                  </a:moveTo>
                  <a:cubicBezTo>
                    <a:pt x="145" y="1"/>
                    <a:pt x="0" y="145"/>
                    <a:pt x="0" y="325"/>
                  </a:cubicBezTo>
                  <a:cubicBezTo>
                    <a:pt x="0" y="470"/>
                    <a:pt x="145" y="614"/>
                    <a:pt x="289" y="614"/>
                  </a:cubicBezTo>
                  <a:lnTo>
                    <a:pt x="15076" y="614"/>
                  </a:lnTo>
                  <a:cubicBezTo>
                    <a:pt x="15221" y="614"/>
                    <a:pt x="15365" y="470"/>
                    <a:pt x="15365" y="325"/>
                  </a:cubicBezTo>
                  <a:cubicBezTo>
                    <a:pt x="15365" y="145"/>
                    <a:pt x="15221" y="1"/>
                    <a:pt x="15076"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09" name="Google Shape;2309;p38"/>
            <p:cNvSpPr/>
            <p:nvPr/>
          </p:nvSpPr>
          <p:spPr>
            <a:xfrm>
              <a:off x="2699125" y="1151525"/>
              <a:ext cx="420200" cy="14450"/>
            </a:xfrm>
            <a:custGeom>
              <a:avLst/>
              <a:gdLst/>
              <a:ahLst/>
              <a:cxnLst/>
              <a:rect l="l" t="t" r="r" b="b"/>
              <a:pathLst>
                <a:path w="16808" h="578" extrusionOk="0">
                  <a:moveTo>
                    <a:pt x="289" y="0"/>
                  </a:moveTo>
                  <a:cubicBezTo>
                    <a:pt x="109" y="0"/>
                    <a:pt x="0" y="108"/>
                    <a:pt x="0" y="289"/>
                  </a:cubicBezTo>
                  <a:cubicBezTo>
                    <a:pt x="0" y="433"/>
                    <a:pt x="109" y="577"/>
                    <a:pt x="289" y="577"/>
                  </a:cubicBezTo>
                  <a:lnTo>
                    <a:pt x="16483" y="577"/>
                  </a:lnTo>
                  <a:cubicBezTo>
                    <a:pt x="16663" y="577"/>
                    <a:pt x="16808" y="433"/>
                    <a:pt x="16808" y="289"/>
                  </a:cubicBezTo>
                  <a:cubicBezTo>
                    <a:pt x="16808" y="108"/>
                    <a:pt x="16663" y="0"/>
                    <a:pt x="16483"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10" name="Google Shape;2310;p38"/>
            <p:cNvSpPr/>
            <p:nvPr/>
          </p:nvSpPr>
          <p:spPr>
            <a:xfrm>
              <a:off x="2322225" y="1151525"/>
              <a:ext cx="304775" cy="14450"/>
            </a:xfrm>
            <a:custGeom>
              <a:avLst/>
              <a:gdLst/>
              <a:ahLst/>
              <a:cxnLst/>
              <a:rect l="l" t="t" r="r" b="b"/>
              <a:pathLst>
                <a:path w="12191" h="578" extrusionOk="0">
                  <a:moveTo>
                    <a:pt x="289" y="0"/>
                  </a:moveTo>
                  <a:cubicBezTo>
                    <a:pt x="145" y="0"/>
                    <a:pt x="0" y="108"/>
                    <a:pt x="0" y="289"/>
                  </a:cubicBezTo>
                  <a:cubicBezTo>
                    <a:pt x="0" y="433"/>
                    <a:pt x="145" y="577"/>
                    <a:pt x="289" y="577"/>
                  </a:cubicBezTo>
                  <a:lnTo>
                    <a:pt x="11902" y="577"/>
                  </a:lnTo>
                  <a:cubicBezTo>
                    <a:pt x="12047" y="577"/>
                    <a:pt x="12191" y="433"/>
                    <a:pt x="12191" y="289"/>
                  </a:cubicBezTo>
                  <a:cubicBezTo>
                    <a:pt x="12191" y="108"/>
                    <a:pt x="12047" y="0"/>
                    <a:pt x="11902"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11" name="Google Shape;2311;p38"/>
            <p:cNvSpPr/>
            <p:nvPr/>
          </p:nvSpPr>
          <p:spPr>
            <a:xfrm>
              <a:off x="2929950" y="1234475"/>
              <a:ext cx="189375" cy="14450"/>
            </a:xfrm>
            <a:custGeom>
              <a:avLst/>
              <a:gdLst/>
              <a:ahLst/>
              <a:cxnLst/>
              <a:rect l="l" t="t" r="r" b="b"/>
              <a:pathLst>
                <a:path w="7575" h="578" extrusionOk="0">
                  <a:moveTo>
                    <a:pt x="325" y="0"/>
                  </a:moveTo>
                  <a:cubicBezTo>
                    <a:pt x="145" y="0"/>
                    <a:pt x="1" y="144"/>
                    <a:pt x="1" y="289"/>
                  </a:cubicBezTo>
                  <a:cubicBezTo>
                    <a:pt x="1" y="469"/>
                    <a:pt x="145" y="577"/>
                    <a:pt x="325" y="577"/>
                  </a:cubicBezTo>
                  <a:lnTo>
                    <a:pt x="7250" y="577"/>
                  </a:lnTo>
                  <a:cubicBezTo>
                    <a:pt x="7430" y="577"/>
                    <a:pt x="7575" y="469"/>
                    <a:pt x="7575" y="289"/>
                  </a:cubicBezTo>
                  <a:cubicBezTo>
                    <a:pt x="7575" y="144"/>
                    <a:pt x="7430" y="0"/>
                    <a:pt x="7250"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12" name="Google Shape;2312;p38"/>
            <p:cNvSpPr/>
            <p:nvPr/>
          </p:nvSpPr>
          <p:spPr>
            <a:xfrm>
              <a:off x="2496250" y="1234475"/>
              <a:ext cx="376925" cy="14450"/>
            </a:xfrm>
            <a:custGeom>
              <a:avLst/>
              <a:gdLst/>
              <a:ahLst/>
              <a:cxnLst/>
              <a:rect l="l" t="t" r="r" b="b"/>
              <a:pathLst>
                <a:path w="15077" h="578" extrusionOk="0">
                  <a:moveTo>
                    <a:pt x="289" y="0"/>
                  </a:moveTo>
                  <a:cubicBezTo>
                    <a:pt x="108" y="0"/>
                    <a:pt x="0" y="144"/>
                    <a:pt x="0" y="289"/>
                  </a:cubicBezTo>
                  <a:cubicBezTo>
                    <a:pt x="0" y="469"/>
                    <a:pt x="108" y="577"/>
                    <a:pt x="289" y="577"/>
                  </a:cubicBezTo>
                  <a:lnTo>
                    <a:pt x="14788" y="577"/>
                  </a:lnTo>
                  <a:cubicBezTo>
                    <a:pt x="14932" y="577"/>
                    <a:pt x="15076" y="469"/>
                    <a:pt x="15076" y="289"/>
                  </a:cubicBezTo>
                  <a:cubicBezTo>
                    <a:pt x="15076" y="144"/>
                    <a:pt x="14932" y="0"/>
                    <a:pt x="14788"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13" name="Google Shape;2313;p38"/>
            <p:cNvSpPr/>
            <p:nvPr/>
          </p:nvSpPr>
          <p:spPr>
            <a:xfrm>
              <a:off x="2322225" y="1234475"/>
              <a:ext cx="109125" cy="14450"/>
            </a:xfrm>
            <a:custGeom>
              <a:avLst/>
              <a:gdLst/>
              <a:ahLst/>
              <a:cxnLst/>
              <a:rect l="l" t="t" r="r" b="b"/>
              <a:pathLst>
                <a:path w="4365" h="578" extrusionOk="0">
                  <a:moveTo>
                    <a:pt x="289" y="0"/>
                  </a:moveTo>
                  <a:cubicBezTo>
                    <a:pt x="145" y="0"/>
                    <a:pt x="0" y="144"/>
                    <a:pt x="0" y="289"/>
                  </a:cubicBezTo>
                  <a:cubicBezTo>
                    <a:pt x="0" y="469"/>
                    <a:pt x="145" y="577"/>
                    <a:pt x="289" y="577"/>
                  </a:cubicBezTo>
                  <a:lnTo>
                    <a:pt x="4076" y="577"/>
                  </a:lnTo>
                  <a:cubicBezTo>
                    <a:pt x="4220" y="577"/>
                    <a:pt x="4364" y="469"/>
                    <a:pt x="4364" y="289"/>
                  </a:cubicBezTo>
                  <a:cubicBezTo>
                    <a:pt x="4364" y="144"/>
                    <a:pt x="4220" y="0"/>
                    <a:pt x="4076"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14" name="Google Shape;2314;p38"/>
            <p:cNvSpPr/>
            <p:nvPr/>
          </p:nvSpPr>
          <p:spPr>
            <a:xfrm>
              <a:off x="2647725" y="1306600"/>
              <a:ext cx="471600" cy="15350"/>
            </a:xfrm>
            <a:custGeom>
              <a:avLst/>
              <a:gdLst/>
              <a:ahLst/>
              <a:cxnLst/>
              <a:rect l="l" t="t" r="r" b="b"/>
              <a:pathLst>
                <a:path w="18864" h="614" extrusionOk="0">
                  <a:moveTo>
                    <a:pt x="325" y="1"/>
                  </a:moveTo>
                  <a:cubicBezTo>
                    <a:pt x="145" y="1"/>
                    <a:pt x="1" y="145"/>
                    <a:pt x="1" y="325"/>
                  </a:cubicBezTo>
                  <a:cubicBezTo>
                    <a:pt x="1" y="469"/>
                    <a:pt x="145" y="614"/>
                    <a:pt x="325" y="614"/>
                  </a:cubicBezTo>
                  <a:lnTo>
                    <a:pt x="18539" y="614"/>
                  </a:lnTo>
                  <a:cubicBezTo>
                    <a:pt x="18719" y="614"/>
                    <a:pt x="18864" y="469"/>
                    <a:pt x="18864" y="325"/>
                  </a:cubicBezTo>
                  <a:cubicBezTo>
                    <a:pt x="18864" y="145"/>
                    <a:pt x="18719" y="1"/>
                    <a:pt x="18539"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15" name="Google Shape;2315;p38"/>
            <p:cNvSpPr/>
            <p:nvPr/>
          </p:nvSpPr>
          <p:spPr>
            <a:xfrm>
              <a:off x="2322225" y="1306600"/>
              <a:ext cx="174050" cy="15350"/>
            </a:xfrm>
            <a:custGeom>
              <a:avLst/>
              <a:gdLst/>
              <a:ahLst/>
              <a:cxnLst/>
              <a:rect l="l" t="t" r="r" b="b"/>
              <a:pathLst>
                <a:path w="6962" h="614" extrusionOk="0">
                  <a:moveTo>
                    <a:pt x="289" y="1"/>
                  </a:moveTo>
                  <a:cubicBezTo>
                    <a:pt x="145" y="1"/>
                    <a:pt x="0" y="145"/>
                    <a:pt x="0" y="325"/>
                  </a:cubicBezTo>
                  <a:cubicBezTo>
                    <a:pt x="0" y="469"/>
                    <a:pt x="145" y="614"/>
                    <a:pt x="289" y="614"/>
                  </a:cubicBezTo>
                  <a:lnTo>
                    <a:pt x="6673" y="614"/>
                  </a:lnTo>
                  <a:cubicBezTo>
                    <a:pt x="6853" y="614"/>
                    <a:pt x="6961" y="469"/>
                    <a:pt x="6961" y="325"/>
                  </a:cubicBezTo>
                  <a:cubicBezTo>
                    <a:pt x="6961" y="145"/>
                    <a:pt x="6853" y="1"/>
                    <a:pt x="667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16" name="Google Shape;2316;p38"/>
            <p:cNvSpPr/>
            <p:nvPr/>
          </p:nvSpPr>
          <p:spPr>
            <a:xfrm>
              <a:off x="3024625" y="1390450"/>
              <a:ext cx="94700" cy="14450"/>
            </a:xfrm>
            <a:custGeom>
              <a:avLst/>
              <a:gdLst/>
              <a:ahLst/>
              <a:cxnLst/>
              <a:rect l="l" t="t" r="r" b="b"/>
              <a:pathLst>
                <a:path w="3788" h="578" extrusionOk="0">
                  <a:moveTo>
                    <a:pt x="289" y="1"/>
                  </a:moveTo>
                  <a:cubicBezTo>
                    <a:pt x="145" y="1"/>
                    <a:pt x="1" y="109"/>
                    <a:pt x="1" y="289"/>
                  </a:cubicBezTo>
                  <a:cubicBezTo>
                    <a:pt x="1" y="470"/>
                    <a:pt x="145" y="578"/>
                    <a:pt x="289" y="578"/>
                  </a:cubicBezTo>
                  <a:lnTo>
                    <a:pt x="3463" y="578"/>
                  </a:lnTo>
                  <a:cubicBezTo>
                    <a:pt x="3643" y="578"/>
                    <a:pt x="3788" y="470"/>
                    <a:pt x="3788" y="289"/>
                  </a:cubicBezTo>
                  <a:cubicBezTo>
                    <a:pt x="3788" y="109"/>
                    <a:pt x="3643" y="1"/>
                    <a:pt x="346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17" name="Google Shape;2317;p38"/>
            <p:cNvSpPr/>
            <p:nvPr/>
          </p:nvSpPr>
          <p:spPr>
            <a:xfrm>
              <a:off x="2800100" y="1390450"/>
              <a:ext cx="174050" cy="14450"/>
            </a:xfrm>
            <a:custGeom>
              <a:avLst/>
              <a:gdLst/>
              <a:ahLst/>
              <a:cxnLst/>
              <a:rect l="l" t="t" r="r" b="b"/>
              <a:pathLst>
                <a:path w="6962" h="578" extrusionOk="0">
                  <a:moveTo>
                    <a:pt x="289" y="1"/>
                  </a:moveTo>
                  <a:cubicBezTo>
                    <a:pt x="145" y="1"/>
                    <a:pt x="1" y="109"/>
                    <a:pt x="1" y="289"/>
                  </a:cubicBezTo>
                  <a:cubicBezTo>
                    <a:pt x="1" y="470"/>
                    <a:pt x="145" y="578"/>
                    <a:pt x="289" y="578"/>
                  </a:cubicBezTo>
                  <a:lnTo>
                    <a:pt x="6673" y="578"/>
                  </a:lnTo>
                  <a:cubicBezTo>
                    <a:pt x="6854" y="578"/>
                    <a:pt x="6962" y="470"/>
                    <a:pt x="6962" y="289"/>
                  </a:cubicBezTo>
                  <a:cubicBezTo>
                    <a:pt x="6962" y="109"/>
                    <a:pt x="6854" y="1"/>
                    <a:pt x="667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18" name="Google Shape;2318;p38"/>
            <p:cNvSpPr/>
            <p:nvPr/>
          </p:nvSpPr>
          <p:spPr>
            <a:xfrm>
              <a:off x="2322225" y="1390450"/>
              <a:ext cx="384125" cy="14450"/>
            </a:xfrm>
            <a:custGeom>
              <a:avLst/>
              <a:gdLst/>
              <a:ahLst/>
              <a:cxnLst/>
              <a:rect l="l" t="t" r="r" b="b"/>
              <a:pathLst>
                <a:path w="15365" h="578" extrusionOk="0">
                  <a:moveTo>
                    <a:pt x="289" y="1"/>
                  </a:moveTo>
                  <a:cubicBezTo>
                    <a:pt x="145" y="1"/>
                    <a:pt x="0" y="109"/>
                    <a:pt x="0" y="289"/>
                  </a:cubicBezTo>
                  <a:cubicBezTo>
                    <a:pt x="0" y="470"/>
                    <a:pt x="145" y="578"/>
                    <a:pt x="289" y="578"/>
                  </a:cubicBezTo>
                  <a:lnTo>
                    <a:pt x="15076" y="578"/>
                  </a:lnTo>
                  <a:cubicBezTo>
                    <a:pt x="15221" y="578"/>
                    <a:pt x="15365" y="470"/>
                    <a:pt x="15365" y="289"/>
                  </a:cubicBezTo>
                  <a:cubicBezTo>
                    <a:pt x="15365" y="109"/>
                    <a:pt x="15221" y="1"/>
                    <a:pt x="15076"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19" name="Google Shape;2319;p38"/>
            <p:cNvSpPr/>
            <p:nvPr/>
          </p:nvSpPr>
          <p:spPr>
            <a:xfrm>
              <a:off x="2699125" y="1473400"/>
              <a:ext cx="420200" cy="15375"/>
            </a:xfrm>
            <a:custGeom>
              <a:avLst/>
              <a:gdLst/>
              <a:ahLst/>
              <a:cxnLst/>
              <a:rect l="l" t="t" r="r" b="b"/>
              <a:pathLst>
                <a:path w="16808" h="615" extrusionOk="0">
                  <a:moveTo>
                    <a:pt x="289" y="1"/>
                  </a:moveTo>
                  <a:cubicBezTo>
                    <a:pt x="109" y="1"/>
                    <a:pt x="0" y="145"/>
                    <a:pt x="0" y="290"/>
                  </a:cubicBezTo>
                  <a:cubicBezTo>
                    <a:pt x="0" y="470"/>
                    <a:pt x="109" y="614"/>
                    <a:pt x="289" y="614"/>
                  </a:cubicBezTo>
                  <a:lnTo>
                    <a:pt x="16483" y="614"/>
                  </a:lnTo>
                  <a:cubicBezTo>
                    <a:pt x="16663" y="614"/>
                    <a:pt x="16808" y="470"/>
                    <a:pt x="16808" y="290"/>
                  </a:cubicBezTo>
                  <a:cubicBezTo>
                    <a:pt x="16808" y="145"/>
                    <a:pt x="16663" y="1"/>
                    <a:pt x="1648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20" name="Google Shape;2320;p38"/>
            <p:cNvSpPr/>
            <p:nvPr/>
          </p:nvSpPr>
          <p:spPr>
            <a:xfrm>
              <a:off x="2322225" y="1473400"/>
              <a:ext cx="304775" cy="15375"/>
            </a:xfrm>
            <a:custGeom>
              <a:avLst/>
              <a:gdLst/>
              <a:ahLst/>
              <a:cxnLst/>
              <a:rect l="l" t="t" r="r" b="b"/>
              <a:pathLst>
                <a:path w="12191" h="615" extrusionOk="0">
                  <a:moveTo>
                    <a:pt x="289" y="1"/>
                  </a:moveTo>
                  <a:cubicBezTo>
                    <a:pt x="145" y="1"/>
                    <a:pt x="0" y="145"/>
                    <a:pt x="0" y="290"/>
                  </a:cubicBezTo>
                  <a:cubicBezTo>
                    <a:pt x="0" y="470"/>
                    <a:pt x="145" y="614"/>
                    <a:pt x="289" y="614"/>
                  </a:cubicBezTo>
                  <a:lnTo>
                    <a:pt x="11902" y="614"/>
                  </a:lnTo>
                  <a:cubicBezTo>
                    <a:pt x="12047" y="614"/>
                    <a:pt x="12191" y="470"/>
                    <a:pt x="12191" y="290"/>
                  </a:cubicBezTo>
                  <a:cubicBezTo>
                    <a:pt x="12191" y="145"/>
                    <a:pt x="12047" y="1"/>
                    <a:pt x="11902"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21" name="Google Shape;2321;p38"/>
            <p:cNvSpPr/>
            <p:nvPr/>
          </p:nvSpPr>
          <p:spPr>
            <a:xfrm>
              <a:off x="2929950" y="1556375"/>
              <a:ext cx="189375" cy="15350"/>
            </a:xfrm>
            <a:custGeom>
              <a:avLst/>
              <a:gdLst/>
              <a:ahLst/>
              <a:cxnLst/>
              <a:rect l="l" t="t" r="r" b="b"/>
              <a:pathLst>
                <a:path w="7575" h="614" extrusionOk="0">
                  <a:moveTo>
                    <a:pt x="325" y="0"/>
                  </a:moveTo>
                  <a:cubicBezTo>
                    <a:pt x="145" y="0"/>
                    <a:pt x="1" y="144"/>
                    <a:pt x="1" y="325"/>
                  </a:cubicBezTo>
                  <a:cubicBezTo>
                    <a:pt x="1" y="469"/>
                    <a:pt x="145" y="613"/>
                    <a:pt x="325" y="613"/>
                  </a:cubicBezTo>
                  <a:lnTo>
                    <a:pt x="7250" y="613"/>
                  </a:lnTo>
                  <a:cubicBezTo>
                    <a:pt x="7430" y="613"/>
                    <a:pt x="7575" y="469"/>
                    <a:pt x="7575" y="325"/>
                  </a:cubicBezTo>
                  <a:cubicBezTo>
                    <a:pt x="7575" y="144"/>
                    <a:pt x="7430" y="0"/>
                    <a:pt x="7250"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22" name="Google Shape;2322;p38"/>
            <p:cNvSpPr/>
            <p:nvPr/>
          </p:nvSpPr>
          <p:spPr>
            <a:xfrm>
              <a:off x="2496250" y="1556375"/>
              <a:ext cx="376925" cy="15350"/>
            </a:xfrm>
            <a:custGeom>
              <a:avLst/>
              <a:gdLst/>
              <a:ahLst/>
              <a:cxnLst/>
              <a:rect l="l" t="t" r="r" b="b"/>
              <a:pathLst>
                <a:path w="15077" h="614" extrusionOk="0">
                  <a:moveTo>
                    <a:pt x="289" y="0"/>
                  </a:moveTo>
                  <a:cubicBezTo>
                    <a:pt x="108" y="0"/>
                    <a:pt x="0" y="144"/>
                    <a:pt x="0" y="325"/>
                  </a:cubicBezTo>
                  <a:cubicBezTo>
                    <a:pt x="0" y="469"/>
                    <a:pt x="108" y="613"/>
                    <a:pt x="289" y="613"/>
                  </a:cubicBezTo>
                  <a:lnTo>
                    <a:pt x="14788" y="613"/>
                  </a:lnTo>
                  <a:cubicBezTo>
                    <a:pt x="14932" y="613"/>
                    <a:pt x="15076" y="469"/>
                    <a:pt x="15076" y="325"/>
                  </a:cubicBezTo>
                  <a:cubicBezTo>
                    <a:pt x="15076" y="144"/>
                    <a:pt x="14932" y="0"/>
                    <a:pt x="14788"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23" name="Google Shape;2323;p38"/>
            <p:cNvSpPr/>
            <p:nvPr/>
          </p:nvSpPr>
          <p:spPr>
            <a:xfrm>
              <a:off x="2322225" y="1556375"/>
              <a:ext cx="109125" cy="15350"/>
            </a:xfrm>
            <a:custGeom>
              <a:avLst/>
              <a:gdLst/>
              <a:ahLst/>
              <a:cxnLst/>
              <a:rect l="l" t="t" r="r" b="b"/>
              <a:pathLst>
                <a:path w="4365" h="614" extrusionOk="0">
                  <a:moveTo>
                    <a:pt x="289" y="0"/>
                  </a:moveTo>
                  <a:cubicBezTo>
                    <a:pt x="145" y="0"/>
                    <a:pt x="0" y="144"/>
                    <a:pt x="0" y="325"/>
                  </a:cubicBezTo>
                  <a:cubicBezTo>
                    <a:pt x="0" y="469"/>
                    <a:pt x="145" y="613"/>
                    <a:pt x="289" y="613"/>
                  </a:cubicBezTo>
                  <a:lnTo>
                    <a:pt x="4076" y="613"/>
                  </a:lnTo>
                  <a:cubicBezTo>
                    <a:pt x="4220" y="613"/>
                    <a:pt x="4364" y="469"/>
                    <a:pt x="4364" y="325"/>
                  </a:cubicBezTo>
                  <a:cubicBezTo>
                    <a:pt x="4364" y="144"/>
                    <a:pt x="4220" y="0"/>
                    <a:pt x="4076"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24" name="Google Shape;2324;p38"/>
            <p:cNvSpPr/>
            <p:nvPr/>
          </p:nvSpPr>
          <p:spPr>
            <a:xfrm>
              <a:off x="2647725" y="1629400"/>
              <a:ext cx="471600" cy="15350"/>
            </a:xfrm>
            <a:custGeom>
              <a:avLst/>
              <a:gdLst/>
              <a:ahLst/>
              <a:cxnLst/>
              <a:rect l="l" t="t" r="r" b="b"/>
              <a:pathLst>
                <a:path w="18864" h="614" extrusionOk="0">
                  <a:moveTo>
                    <a:pt x="325" y="1"/>
                  </a:moveTo>
                  <a:cubicBezTo>
                    <a:pt x="145" y="1"/>
                    <a:pt x="1" y="145"/>
                    <a:pt x="1" y="289"/>
                  </a:cubicBezTo>
                  <a:cubicBezTo>
                    <a:pt x="1" y="469"/>
                    <a:pt x="145" y="614"/>
                    <a:pt x="325" y="614"/>
                  </a:cubicBezTo>
                  <a:lnTo>
                    <a:pt x="18539" y="614"/>
                  </a:lnTo>
                  <a:cubicBezTo>
                    <a:pt x="18719" y="614"/>
                    <a:pt x="18864" y="469"/>
                    <a:pt x="18864" y="289"/>
                  </a:cubicBezTo>
                  <a:cubicBezTo>
                    <a:pt x="18864" y="145"/>
                    <a:pt x="18719" y="1"/>
                    <a:pt x="18539"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25" name="Google Shape;2325;p38"/>
            <p:cNvSpPr/>
            <p:nvPr/>
          </p:nvSpPr>
          <p:spPr>
            <a:xfrm>
              <a:off x="2322225" y="1629400"/>
              <a:ext cx="174050" cy="15350"/>
            </a:xfrm>
            <a:custGeom>
              <a:avLst/>
              <a:gdLst/>
              <a:ahLst/>
              <a:cxnLst/>
              <a:rect l="l" t="t" r="r" b="b"/>
              <a:pathLst>
                <a:path w="6962" h="614" extrusionOk="0">
                  <a:moveTo>
                    <a:pt x="289" y="1"/>
                  </a:moveTo>
                  <a:cubicBezTo>
                    <a:pt x="145" y="1"/>
                    <a:pt x="0" y="145"/>
                    <a:pt x="0" y="289"/>
                  </a:cubicBezTo>
                  <a:cubicBezTo>
                    <a:pt x="0" y="469"/>
                    <a:pt x="145" y="614"/>
                    <a:pt x="289" y="614"/>
                  </a:cubicBezTo>
                  <a:lnTo>
                    <a:pt x="6673" y="614"/>
                  </a:lnTo>
                  <a:cubicBezTo>
                    <a:pt x="6853" y="614"/>
                    <a:pt x="6961" y="469"/>
                    <a:pt x="6961" y="289"/>
                  </a:cubicBezTo>
                  <a:cubicBezTo>
                    <a:pt x="6961" y="145"/>
                    <a:pt x="6853" y="1"/>
                    <a:pt x="667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26" name="Google Shape;2326;p38"/>
            <p:cNvSpPr/>
            <p:nvPr/>
          </p:nvSpPr>
          <p:spPr>
            <a:xfrm>
              <a:off x="3024625" y="1712350"/>
              <a:ext cx="94700" cy="15350"/>
            </a:xfrm>
            <a:custGeom>
              <a:avLst/>
              <a:gdLst/>
              <a:ahLst/>
              <a:cxnLst/>
              <a:rect l="l" t="t" r="r" b="b"/>
              <a:pathLst>
                <a:path w="3788" h="614" extrusionOk="0">
                  <a:moveTo>
                    <a:pt x="289" y="1"/>
                  </a:moveTo>
                  <a:cubicBezTo>
                    <a:pt x="145" y="1"/>
                    <a:pt x="1" y="145"/>
                    <a:pt x="1" y="325"/>
                  </a:cubicBezTo>
                  <a:cubicBezTo>
                    <a:pt x="1" y="470"/>
                    <a:pt x="145" y="614"/>
                    <a:pt x="289" y="614"/>
                  </a:cubicBezTo>
                  <a:lnTo>
                    <a:pt x="3463" y="614"/>
                  </a:lnTo>
                  <a:cubicBezTo>
                    <a:pt x="3643" y="614"/>
                    <a:pt x="3788" y="470"/>
                    <a:pt x="3788" y="325"/>
                  </a:cubicBezTo>
                  <a:cubicBezTo>
                    <a:pt x="3788" y="145"/>
                    <a:pt x="3643" y="1"/>
                    <a:pt x="346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27" name="Google Shape;2327;p38"/>
            <p:cNvSpPr/>
            <p:nvPr/>
          </p:nvSpPr>
          <p:spPr>
            <a:xfrm>
              <a:off x="2800100" y="1712350"/>
              <a:ext cx="174050" cy="15350"/>
            </a:xfrm>
            <a:custGeom>
              <a:avLst/>
              <a:gdLst/>
              <a:ahLst/>
              <a:cxnLst/>
              <a:rect l="l" t="t" r="r" b="b"/>
              <a:pathLst>
                <a:path w="6962" h="614" extrusionOk="0">
                  <a:moveTo>
                    <a:pt x="289" y="1"/>
                  </a:moveTo>
                  <a:cubicBezTo>
                    <a:pt x="145" y="1"/>
                    <a:pt x="1" y="145"/>
                    <a:pt x="1" y="325"/>
                  </a:cubicBezTo>
                  <a:cubicBezTo>
                    <a:pt x="1" y="470"/>
                    <a:pt x="145" y="614"/>
                    <a:pt x="289" y="614"/>
                  </a:cubicBezTo>
                  <a:lnTo>
                    <a:pt x="6673" y="614"/>
                  </a:lnTo>
                  <a:cubicBezTo>
                    <a:pt x="6854" y="614"/>
                    <a:pt x="6962" y="470"/>
                    <a:pt x="6962" y="325"/>
                  </a:cubicBezTo>
                  <a:cubicBezTo>
                    <a:pt x="6962" y="145"/>
                    <a:pt x="6854" y="1"/>
                    <a:pt x="667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28" name="Google Shape;2328;p38"/>
            <p:cNvSpPr/>
            <p:nvPr/>
          </p:nvSpPr>
          <p:spPr>
            <a:xfrm>
              <a:off x="2322225" y="1712350"/>
              <a:ext cx="384125" cy="15350"/>
            </a:xfrm>
            <a:custGeom>
              <a:avLst/>
              <a:gdLst/>
              <a:ahLst/>
              <a:cxnLst/>
              <a:rect l="l" t="t" r="r" b="b"/>
              <a:pathLst>
                <a:path w="15365" h="614" extrusionOk="0">
                  <a:moveTo>
                    <a:pt x="289" y="1"/>
                  </a:moveTo>
                  <a:cubicBezTo>
                    <a:pt x="145" y="1"/>
                    <a:pt x="0" y="145"/>
                    <a:pt x="0" y="325"/>
                  </a:cubicBezTo>
                  <a:cubicBezTo>
                    <a:pt x="0" y="470"/>
                    <a:pt x="145" y="614"/>
                    <a:pt x="289" y="614"/>
                  </a:cubicBezTo>
                  <a:lnTo>
                    <a:pt x="15076" y="614"/>
                  </a:lnTo>
                  <a:cubicBezTo>
                    <a:pt x="15221" y="614"/>
                    <a:pt x="15365" y="470"/>
                    <a:pt x="15365" y="325"/>
                  </a:cubicBezTo>
                  <a:cubicBezTo>
                    <a:pt x="15365" y="145"/>
                    <a:pt x="15221" y="1"/>
                    <a:pt x="15076"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29" name="Google Shape;2329;p38"/>
            <p:cNvSpPr/>
            <p:nvPr/>
          </p:nvSpPr>
          <p:spPr>
            <a:xfrm>
              <a:off x="2699125" y="1795300"/>
              <a:ext cx="420200" cy="15375"/>
            </a:xfrm>
            <a:custGeom>
              <a:avLst/>
              <a:gdLst/>
              <a:ahLst/>
              <a:cxnLst/>
              <a:rect l="l" t="t" r="r" b="b"/>
              <a:pathLst>
                <a:path w="16808" h="615" extrusionOk="0">
                  <a:moveTo>
                    <a:pt x="289" y="1"/>
                  </a:moveTo>
                  <a:cubicBezTo>
                    <a:pt x="109" y="1"/>
                    <a:pt x="0" y="145"/>
                    <a:pt x="0" y="326"/>
                  </a:cubicBezTo>
                  <a:cubicBezTo>
                    <a:pt x="0" y="470"/>
                    <a:pt x="109" y="614"/>
                    <a:pt x="289" y="614"/>
                  </a:cubicBezTo>
                  <a:lnTo>
                    <a:pt x="16483" y="614"/>
                  </a:lnTo>
                  <a:cubicBezTo>
                    <a:pt x="16663" y="614"/>
                    <a:pt x="16808" y="470"/>
                    <a:pt x="16808" y="326"/>
                  </a:cubicBezTo>
                  <a:cubicBezTo>
                    <a:pt x="16808" y="145"/>
                    <a:pt x="16663" y="1"/>
                    <a:pt x="16483"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30" name="Google Shape;2330;p38"/>
            <p:cNvSpPr/>
            <p:nvPr/>
          </p:nvSpPr>
          <p:spPr>
            <a:xfrm>
              <a:off x="2322225" y="1795300"/>
              <a:ext cx="304775" cy="15375"/>
            </a:xfrm>
            <a:custGeom>
              <a:avLst/>
              <a:gdLst/>
              <a:ahLst/>
              <a:cxnLst/>
              <a:rect l="l" t="t" r="r" b="b"/>
              <a:pathLst>
                <a:path w="12191" h="615" extrusionOk="0">
                  <a:moveTo>
                    <a:pt x="289" y="1"/>
                  </a:moveTo>
                  <a:cubicBezTo>
                    <a:pt x="145" y="1"/>
                    <a:pt x="0" y="145"/>
                    <a:pt x="0" y="326"/>
                  </a:cubicBezTo>
                  <a:cubicBezTo>
                    <a:pt x="0" y="470"/>
                    <a:pt x="145" y="614"/>
                    <a:pt x="289" y="614"/>
                  </a:cubicBezTo>
                  <a:lnTo>
                    <a:pt x="11902" y="614"/>
                  </a:lnTo>
                  <a:cubicBezTo>
                    <a:pt x="12047" y="614"/>
                    <a:pt x="12191" y="470"/>
                    <a:pt x="12191" y="326"/>
                  </a:cubicBezTo>
                  <a:cubicBezTo>
                    <a:pt x="12191" y="145"/>
                    <a:pt x="12047" y="1"/>
                    <a:pt x="11902" y="1"/>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31" name="Google Shape;2331;p38"/>
            <p:cNvSpPr/>
            <p:nvPr/>
          </p:nvSpPr>
          <p:spPr>
            <a:xfrm>
              <a:off x="2929950" y="1879175"/>
              <a:ext cx="189375" cy="14450"/>
            </a:xfrm>
            <a:custGeom>
              <a:avLst/>
              <a:gdLst/>
              <a:ahLst/>
              <a:cxnLst/>
              <a:rect l="l" t="t" r="r" b="b"/>
              <a:pathLst>
                <a:path w="7575" h="578" extrusionOk="0">
                  <a:moveTo>
                    <a:pt x="325" y="0"/>
                  </a:moveTo>
                  <a:cubicBezTo>
                    <a:pt x="145" y="0"/>
                    <a:pt x="1" y="108"/>
                    <a:pt x="1" y="289"/>
                  </a:cubicBezTo>
                  <a:cubicBezTo>
                    <a:pt x="1" y="469"/>
                    <a:pt x="145" y="577"/>
                    <a:pt x="325" y="577"/>
                  </a:cubicBezTo>
                  <a:lnTo>
                    <a:pt x="7250" y="577"/>
                  </a:lnTo>
                  <a:cubicBezTo>
                    <a:pt x="7430" y="577"/>
                    <a:pt x="7575" y="469"/>
                    <a:pt x="7575" y="289"/>
                  </a:cubicBezTo>
                  <a:cubicBezTo>
                    <a:pt x="7575" y="108"/>
                    <a:pt x="7430" y="0"/>
                    <a:pt x="7250"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32" name="Google Shape;2332;p38"/>
            <p:cNvSpPr/>
            <p:nvPr/>
          </p:nvSpPr>
          <p:spPr>
            <a:xfrm>
              <a:off x="2496250" y="1879175"/>
              <a:ext cx="376925" cy="14450"/>
            </a:xfrm>
            <a:custGeom>
              <a:avLst/>
              <a:gdLst/>
              <a:ahLst/>
              <a:cxnLst/>
              <a:rect l="l" t="t" r="r" b="b"/>
              <a:pathLst>
                <a:path w="15077" h="578" extrusionOk="0">
                  <a:moveTo>
                    <a:pt x="289" y="0"/>
                  </a:moveTo>
                  <a:cubicBezTo>
                    <a:pt x="108" y="0"/>
                    <a:pt x="0" y="108"/>
                    <a:pt x="0" y="289"/>
                  </a:cubicBezTo>
                  <a:cubicBezTo>
                    <a:pt x="0" y="469"/>
                    <a:pt x="108" y="577"/>
                    <a:pt x="289" y="577"/>
                  </a:cubicBezTo>
                  <a:lnTo>
                    <a:pt x="14788" y="577"/>
                  </a:lnTo>
                  <a:cubicBezTo>
                    <a:pt x="14932" y="577"/>
                    <a:pt x="15076" y="469"/>
                    <a:pt x="15076" y="289"/>
                  </a:cubicBezTo>
                  <a:cubicBezTo>
                    <a:pt x="15076" y="108"/>
                    <a:pt x="14932" y="0"/>
                    <a:pt x="14788"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sp>
          <p:nvSpPr>
            <p:cNvPr id="2333" name="Google Shape;2333;p38"/>
            <p:cNvSpPr/>
            <p:nvPr/>
          </p:nvSpPr>
          <p:spPr>
            <a:xfrm>
              <a:off x="2322225" y="1879175"/>
              <a:ext cx="109125" cy="14450"/>
            </a:xfrm>
            <a:custGeom>
              <a:avLst/>
              <a:gdLst/>
              <a:ahLst/>
              <a:cxnLst/>
              <a:rect l="l" t="t" r="r" b="b"/>
              <a:pathLst>
                <a:path w="4365" h="578" extrusionOk="0">
                  <a:moveTo>
                    <a:pt x="289" y="0"/>
                  </a:moveTo>
                  <a:cubicBezTo>
                    <a:pt x="145" y="0"/>
                    <a:pt x="0" y="108"/>
                    <a:pt x="0" y="289"/>
                  </a:cubicBezTo>
                  <a:cubicBezTo>
                    <a:pt x="0" y="469"/>
                    <a:pt x="145" y="577"/>
                    <a:pt x="289" y="577"/>
                  </a:cubicBezTo>
                  <a:lnTo>
                    <a:pt x="4076" y="577"/>
                  </a:lnTo>
                  <a:cubicBezTo>
                    <a:pt x="4220" y="577"/>
                    <a:pt x="4364" y="469"/>
                    <a:pt x="4364" y="289"/>
                  </a:cubicBezTo>
                  <a:cubicBezTo>
                    <a:pt x="4364" y="108"/>
                    <a:pt x="4220" y="0"/>
                    <a:pt x="4076" y="0"/>
                  </a:cubicBezTo>
                  <a:close/>
                </a:path>
              </a:pathLst>
            </a:custGeom>
            <a:solidFill>
              <a:srgbClr val="3D3D3D"/>
            </a:solidFill>
            <a:ln>
              <a:noFill/>
            </a:ln>
          </p:spPr>
          <p:txBody>
            <a:bodyPr spcFirstLastPara="1" wrap="square" lIns="182850" tIns="182850" rIns="182850" bIns="182850" anchor="ctr" anchorCtr="0">
              <a:noAutofit/>
            </a:bodyPr>
            <a:lstStyle/>
            <a:p>
              <a:endParaRPr sz="3600"/>
            </a:p>
          </p:txBody>
        </p:sp>
      </p:grpSp>
      <p:cxnSp>
        <p:nvCxnSpPr>
          <p:cNvPr id="2336" name="Google Shape;2336;p38"/>
          <p:cNvCxnSpPr>
            <a:cxnSpLocks/>
          </p:cNvCxnSpPr>
          <p:nvPr/>
        </p:nvCxnSpPr>
        <p:spPr>
          <a:xfrm>
            <a:off x="10973340" y="2747270"/>
            <a:ext cx="4484100" cy="289724"/>
          </a:xfrm>
          <a:prstGeom prst="bentConnector3">
            <a:avLst>
              <a:gd name="adj1" fmla="val 50000"/>
            </a:avLst>
          </a:prstGeom>
          <a:noFill/>
          <a:ln w="9525" cap="flat" cmpd="sng">
            <a:solidFill>
              <a:schemeClr val="dk2"/>
            </a:solidFill>
            <a:prstDash val="solid"/>
            <a:round/>
            <a:headEnd type="none" w="med" len="med"/>
            <a:tailEnd type="none" w="med" len="med"/>
          </a:ln>
        </p:spPr>
      </p:cxnSp>
      <p:cxnSp>
        <p:nvCxnSpPr>
          <p:cNvPr id="2338" name="Google Shape;2338;p38"/>
          <p:cNvCxnSpPr>
            <a:cxnSpLocks/>
          </p:cNvCxnSpPr>
          <p:nvPr/>
        </p:nvCxnSpPr>
        <p:spPr>
          <a:xfrm>
            <a:off x="10569210" y="4252680"/>
            <a:ext cx="1757490" cy="193390"/>
          </a:xfrm>
          <a:prstGeom prst="bentConnector3">
            <a:avLst>
              <a:gd name="adj1" fmla="val 50000"/>
            </a:avLst>
          </a:prstGeom>
          <a:noFill/>
          <a:ln w="9525" cap="flat" cmpd="sng">
            <a:solidFill>
              <a:schemeClr val="dk2"/>
            </a:solidFill>
            <a:prstDash val="solid"/>
            <a:round/>
            <a:headEnd type="none" w="med" len="med"/>
            <a:tailEnd type="none" w="med" len="med"/>
          </a:ln>
        </p:spPr>
      </p:cxnSp>
      <p:cxnSp>
        <p:nvCxnSpPr>
          <p:cNvPr id="5" name="Google Shape;2336;p38">
            <a:extLst>
              <a:ext uri="{FF2B5EF4-FFF2-40B4-BE49-F238E27FC236}">
                <a16:creationId xmlns:a16="http://schemas.microsoft.com/office/drawing/2014/main" id="{AC8F7D6F-A020-A4D5-5FCB-EC6B177BA962}"/>
              </a:ext>
            </a:extLst>
          </p:cNvPr>
          <p:cNvCxnSpPr>
            <a:cxnSpLocks/>
          </p:cNvCxnSpPr>
          <p:nvPr/>
        </p:nvCxnSpPr>
        <p:spPr>
          <a:xfrm>
            <a:off x="8915400" y="6313554"/>
            <a:ext cx="4484100" cy="289724"/>
          </a:xfrm>
          <a:prstGeom prst="bentConnector3">
            <a:avLst>
              <a:gd name="adj1" fmla="val 50000"/>
            </a:avLst>
          </a:prstGeom>
          <a:noFill/>
          <a:ln w="9525" cap="flat" cmpd="sng">
            <a:solidFill>
              <a:schemeClr val="dk2"/>
            </a:solidFill>
            <a:prstDash val="solid"/>
            <a:round/>
            <a:headEnd type="none" w="med" len="med"/>
            <a:tailEnd type="none" w="med" len="med"/>
          </a:ln>
        </p:spPr>
      </p:cxnSp>
      <p:cxnSp>
        <p:nvCxnSpPr>
          <p:cNvPr id="6" name="Google Shape;2338;p38">
            <a:extLst>
              <a:ext uri="{FF2B5EF4-FFF2-40B4-BE49-F238E27FC236}">
                <a16:creationId xmlns:a16="http://schemas.microsoft.com/office/drawing/2014/main" id="{868390DE-258B-9668-80A3-942898E09089}"/>
              </a:ext>
            </a:extLst>
          </p:cNvPr>
          <p:cNvCxnSpPr>
            <a:cxnSpLocks/>
          </p:cNvCxnSpPr>
          <p:nvPr/>
        </p:nvCxnSpPr>
        <p:spPr>
          <a:xfrm>
            <a:off x="10569210" y="7630056"/>
            <a:ext cx="1757490" cy="365700"/>
          </a:xfrm>
          <a:prstGeom prst="bentConnector3">
            <a:avLst>
              <a:gd name="adj1" fmla="val 50000"/>
            </a:avLst>
          </a:prstGeom>
          <a:noFill/>
          <a:ln w="9525" cap="flat" cmpd="sng">
            <a:solidFill>
              <a:schemeClr val="dk2"/>
            </a:solidFill>
            <a:prstDash val="solid"/>
            <a:round/>
            <a:headEnd type="none" w="med" len="med"/>
            <a:tailEnd type="none" w="med" len="med"/>
          </a:ln>
        </p:spPr>
      </p:cxnSp>
      <p:sp>
        <p:nvSpPr>
          <p:cNvPr id="8" name="Google Shape;2149;p38">
            <a:extLst>
              <a:ext uri="{FF2B5EF4-FFF2-40B4-BE49-F238E27FC236}">
                <a16:creationId xmlns:a16="http://schemas.microsoft.com/office/drawing/2014/main" id="{92F30822-8A6D-3391-0CE0-B8C92BA013C2}"/>
              </a:ext>
            </a:extLst>
          </p:cNvPr>
          <p:cNvSpPr/>
          <p:nvPr/>
        </p:nvSpPr>
        <p:spPr>
          <a:xfrm>
            <a:off x="739410" y="3789300"/>
            <a:ext cx="9829800" cy="1354200"/>
          </a:xfrm>
          <a:prstGeom prst="roundRect">
            <a:avLst>
              <a:gd name="adj" fmla="val 16667"/>
            </a:avLst>
          </a:prstGeom>
          <a:gradFill flip="none" rotWithShape="1">
            <a:gsLst>
              <a:gs pos="0">
                <a:srgbClr val="009EDE">
                  <a:tint val="66000"/>
                  <a:satMod val="160000"/>
                </a:srgbClr>
              </a:gs>
              <a:gs pos="50000">
                <a:srgbClr val="009EDE">
                  <a:tint val="44500"/>
                  <a:satMod val="160000"/>
                </a:srgbClr>
              </a:gs>
              <a:gs pos="100000">
                <a:srgbClr val="009EDE">
                  <a:tint val="23500"/>
                  <a:satMod val="160000"/>
                </a:srgbClr>
              </a:gs>
            </a:gsLst>
            <a:lin ang="2700000" scaled="1"/>
            <a:tileRect/>
          </a:gradFill>
          <a:ln w="9525" cap="flat" cmpd="sng">
            <a:solidFill>
              <a:schemeClr val="dk1"/>
            </a:solidFill>
            <a:prstDash val="solid"/>
            <a:round/>
            <a:headEnd type="none" w="sm" len="sm"/>
            <a:tailEnd type="none" w="sm" len="sm"/>
          </a:ln>
        </p:spPr>
        <p:txBody>
          <a:bodyPr spcFirstLastPara="1" wrap="square" lIns="182850" tIns="182850" rIns="182850" bIns="182850" anchor="t" anchorCtr="0">
            <a:noAutofit/>
          </a:bodyPr>
          <a:lstStyle/>
          <a:p>
            <a:pPr algn="ctr"/>
            <a:r>
              <a:rPr lang="en-US" sz="2400" b="1" dirty="0"/>
              <a:t>No Overuse Detection </a:t>
            </a:r>
            <a:r>
              <a:rPr lang="en-US" sz="2400" dirty="0"/>
              <a:t>– Smartphones keep running apps even when users are tired or strained, as there is no system to monitor fatigue, eye stress, or early signs of addiction.</a:t>
            </a:r>
            <a:endParaRPr sz="2250" dirty="0">
              <a:solidFill>
                <a:schemeClr val="lt1"/>
              </a:solidFill>
              <a:latin typeface="Barlow Semi Condensed"/>
              <a:ea typeface="Barlow Semi Condensed"/>
              <a:cs typeface="Barlow Semi Condensed"/>
              <a:sym typeface="Barlow Semi Condensed"/>
            </a:endParaRPr>
          </a:p>
        </p:txBody>
      </p:sp>
      <p:sp>
        <p:nvSpPr>
          <p:cNvPr id="9" name="Google Shape;2149;p38">
            <a:extLst>
              <a:ext uri="{FF2B5EF4-FFF2-40B4-BE49-F238E27FC236}">
                <a16:creationId xmlns:a16="http://schemas.microsoft.com/office/drawing/2014/main" id="{2DAA3EED-2DFF-D908-AEFB-61F2D93BA9BA}"/>
              </a:ext>
            </a:extLst>
          </p:cNvPr>
          <p:cNvSpPr/>
          <p:nvPr/>
        </p:nvSpPr>
        <p:spPr>
          <a:xfrm>
            <a:off x="1128300" y="5286776"/>
            <a:ext cx="9829800" cy="1354200"/>
          </a:xfrm>
          <a:prstGeom prst="roundRect">
            <a:avLst>
              <a:gd name="adj" fmla="val 16667"/>
            </a:avLst>
          </a:prstGeom>
          <a:gradFill flip="none" rotWithShape="1">
            <a:gsLst>
              <a:gs pos="0">
                <a:srgbClr val="009EDE">
                  <a:tint val="66000"/>
                  <a:satMod val="160000"/>
                </a:srgbClr>
              </a:gs>
              <a:gs pos="50000">
                <a:srgbClr val="009EDE">
                  <a:tint val="44500"/>
                  <a:satMod val="160000"/>
                </a:srgbClr>
              </a:gs>
              <a:gs pos="100000">
                <a:srgbClr val="009EDE">
                  <a:tint val="23500"/>
                  <a:satMod val="160000"/>
                </a:srgbClr>
              </a:gs>
            </a:gsLst>
            <a:path path="circle">
              <a:fillToRect l="100000" b="100000"/>
            </a:path>
            <a:tileRect t="-100000" r="-100000"/>
          </a:gradFill>
          <a:ln w="9525" cap="flat" cmpd="sng">
            <a:solidFill>
              <a:schemeClr val="dk1"/>
            </a:solidFill>
            <a:prstDash val="solid"/>
            <a:round/>
            <a:headEnd type="none" w="sm" len="sm"/>
            <a:tailEnd type="none" w="sm" len="sm"/>
          </a:ln>
        </p:spPr>
        <p:txBody>
          <a:bodyPr spcFirstLastPara="1" wrap="square" lIns="182850" tIns="182850" rIns="182850" bIns="182850" anchor="t" anchorCtr="0">
            <a:noAutofit/>
          </a:bodyPr>
          <a:lstStyle/>
          <a:p>
            <a:pPr algn="ctr"/>
            <a:r>
              <a:rPr lang="en-US" sz="2400" b="1" dirty="0"/>
              <a:t>Emotional and Physical Strain Overlooked </a:t>
            </a:r>
            <a:r>
              <a:rPr lang="en-US" sz="2400" dirty="0"/>
              <a:t>– Current wellness apps ignore signs of eye strain, stress, and mental fatigue, preventing early intervention before smartphone addiction worsens.</a:t>
            </a:r>
            <a:endParaRPr sz="2250" dirty="0">
              <a:solidFill>
                <a:schemeClr val="lt1"/>
              </a:solidFill>
              <a:latin typeface="Barlow Semi Condensed"/>
              <a:ea typeface="Barlow Semi Condensed"/>
              <a:cs typeface="Barlow Semi Condensed"/>
              <a:sym typeface="Barlow Semi Condensed"/>
            </a:endParaRPr>
          </a:p>
        </p:txBody>
      </p:sp>
      <p:sp>
        <p:nvSpPr>
          <p:cNvPr id="10" name="Google Shape;2149;p38">
            <a:extLst>
              <a:ext uri="{FF2B5EF4-FFF2-40B4-BE49-F238E27FC236}">
                <a16:creationId xmlns:a16="http://schemas.microsoft.com/office/drawing/2014/main" id="{5DA09118-C01C-E290-5342-D4D4C760FCBF}"/>
              </a:ext>
            </a:extLst>
          </p:cNvPr>
          <p:cNvSpPr/>
          <p:nvPr/>
        </p:nvSpPr>
        <p:spPr>
          <a:xfrm>
            <a:off x="762000" y="6803799"/>
            <a:ext cx="9829800" cy="1354200"/>
          </a:xfrm>
          <a:prstGeom prst="roundRect">
            <a:avLst>
              <a:gd name="adj" fmla="val 16667"/>
            </a:avLst>
          </a:prstGeom>
          <a:gradFill flip="none" rotWithShape="1">
            <a:gsLst>
              <a:gs pos="0">
                <a:srgbClr val="009EDE">
                  <a:tint val="66000"/>
                  <a:satMod val="160000"/>
                </a:srgbClr>
              </a:gs>
              <a:gs pos="50000">
                <a:srgbClr val="009EDE">
                  <a:tint val="44500"/>
                  <a:satMod val="160000"/>
                </a:srgbClr>
              </a:gs>
              <a:gs pos="100000">
                <a:srgbClr val="009EDE">
                  <a:tint val="23500"/>
                  <a:satMod val="160000"/>
                </a:srgbClr>
              </a:gs>
            </a:gsLst>
            <a:lin ang="2700000" scaled="1"/>
            <a:tileRect/>
          </a:gradFill>
          <a:ln w="9525" cap="flat" cmpd="sng">
            <a:solidFill>
              <a:schemeClr val="dk1"/>
            </a:solidFill>
            <a:prstDash val="solid"/>
            <a:round/>
            <a:headEnd type="none" w="sm" len="sm"/>
            <a:tailEnd type="none" w="sm" len="sm"/>
          </a:ln>
        </p:spPr>
        <p:txBody>
          <a:bodyPr spcFirstLastPara="1" wrap="square" lIns="182850" tIns="182850" rIns="182850" bIns="182850" anchor="t" anchorCtr="0">
            <a:noAutofit/>
          </a:bodyPr>
          <a:lstStyle/>
          <a:p>
            <a:pPr algn="ctr"/>
            <a:r>
              <a:rPr lang="en-US" sz="2400" b="1" dirty="0"/>
              <a:t>Absence of Personalization </a:t>
            </a:r>
            <a:r>
              <a:rPr lang="en-US" sz="2400" dirty="0"/>
              <a:t>– Current digital wellness tools provide generic reports and screen-time limits, failing to offer personalized addiction insights based on individual eye behavior and physiological responses.</a:t>
            </a:r>
            <a:endParaRPr sz="2250" dirty="0">
              <a:solidFill>
                <a:schemeClr val="lt1"/>
              </a:solidFill>
              <a:latin typeface="Barlow Semi Condensed"/>
              <a:ea typeface="Barlow Semi Condensed"/>
              <a:cs typeface="Barlow Semi Condensed"/>
              <a:sym typeface="Barlow Semi Condensed"/>
            </a:endParaRPr>
          </a:p>
        </p:txBody>
      </p:sp>
      <p:sp>
        <p:nvSpPr>
          <p:cNvPr id="11" name="Google Shape;2149;p38">
            <a:extLst>
              <a:ext uri="{FF2B5EF4-FFF2-40B4-BE49-F238E27FC236}">
                <a16:creationId xmlns:a16="http://schemas.microsoft.com/office/drawing/2014/main" id="{BE766BFE-A819-6175-E465-E016290F9213}"/>
              </a:ext>
            </a:extLst>
          </p:cNvPr>
          <p:cNvSpPr/>
          <p:nvPr/>
        </p:nvSpPr>
        <p:spPr>
          <a:xfrm>
            <a:off x="1128300" y="8320822"/>
            <a:ext cx="9829800" cy="1354200"/>
          </a:xfrm>
          <a:prstGeom prst="roundRect">
            <a:avLst>
              <a:gd name="adj" fmla="val 16667"/>
            </a:avLst>
          </a:prstGeom>
          <a:gradFill flip="none" rotWithShape="1">
            <a:gsLst>
              <a:gs pos="0">
                <a:srgbClr val="009EDE">
                  <a:tint val="66000"/>
                  <a:satMod val="160000"/>
                </a:srgbClr>
              </a:gs>
              <a:gs pos="50000">
                <a:srgbClr val="009EDE">
                  <a:tint val="44500"/>
                  <a:satMod val="160000"/>
                </a:srgbClr>
              </a:gs>
              <a:gs pos="100000">
                <a:srgbClr val="009EDE">
                  <a:tint val="23500"/>
                  <a:satMod val="160000"/>
                </a:srgbClr>
              </a:gs>
            </a:gsLst>
            <a:path path="circle">
              <a:fillToRect l="100000" b="100000"/>
            </a:path>
            <a:tileRect t="-100000" r="-100000"/>
          </a:gradFill>
          <a:ln w="9525" cap="flat" cmpd="sng">
            <a:solidFill>
              <a:schemeClr val="dk1"/>
            </a:solidFill>
            <a:prstDash val="solid"/>
            <a:round/>
            <a:headEnd type="none" w="sm" len="sm"/>
            <a:tailEnd type="none" w="sm" len="sm"/>
          </a:ln>
        </p:spPr>
        <p:txBody>
          <a:bodyPr spcFirstLastPara="1" wrap="square" lIns="182850" tIns="182850" rIns="182850" bIns="182850" anchor="t" anchorCtr="0">
            <a:noAutofit/>
          </a:bodyPr>
          <a:lstStyle/>
          <a:p>
            <a:pPr algn="ctr"/>
            <a:r>
              <a:rPr lang="en-US" sz="2400" b="1" dirty="0"/>
              <a:t>Ineffective Monitoring </a:t>
            </a:r>
            <a:r>
              <a:rPr lang="en-US" sz="2400" dirty="0"/>
              <a:t>– This leads to worsening eye strain, reduced focus, increased stress, and higher chances of smartphone addiction, resulting in poor productivity and negative health outcomes.</a:t>
            </a:r>
            <a:endParaRPr sz="2250" dirty="0">
              <a:solidFill>
                <a:schemeClr val="lt1"/>
              </a:solidFill>
              <a:latin typeface="Barlow Semi Condensed"/>
              <a:ea typeface="Barlow Semi Condensed"/>
              <a:cs typeface="Barlow Semi Condensed"/>
              <a:sym typeface="Barlow Semi Condensed"/>
            </a:endParaRPr>
          </a:p>
        </p:txBody>
      </p:sp>
      <p:cxnSp>
        <p:nvCxnSpPr>
          <p:cNvPr id="14" name="Google Shape;2336;p38">
            <a:extLst>
              <a:ext uri="{FF2B5EF4-FFF2-40B4-BE49-F238E27FC236}">
                <a16:creationId xmlns:a16="http://schemas.microsoft.com/office/drawing/2014/main" id="{F7DF8FBA-6CBB-4756-3D2F-40992A776B97}"/>
              </a:ext>
            </a:extLst>
          </p:cNvPr>
          <p:cNvCxnSpPr>
            <a:cxnSpLocks/>
          </p:cNvCxnSpPr>
          <p:nvPr/>
        </p:nvCxnSpPr>
        <p:spPr>
          <a:xfrm>
            <a:off x="10973340" y="8853060"/>
            <a:ext cx="5867160" cy="144862"/>
          </a:xfrm>
          <a:prstGeom prst="bentConnector3">
            <a:avLst>
              <a:gd name="adj1" fmla="val 50000"/>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2148;p38">
            <a:extLst>
              <a:ext uri="{FF2B5EF4-FFF2-40B4-BE49-F238E27FC236}">
                <a16:creationId xmlns:a16="http://schemas.microsoft.com/office/drawing/2014/main" id="{6769FC47-42E8-7944-5172-CDAC0A5E7196}"/>
              </a:ext>
            </a:extLst>
          </p:cNvPr>
          <p:cNvSpPr txBox="1">
            <a:spLocks/>
          </p:cNvSpPr>
          <p:nvPr/>
        </p:nvSpPr>
        <p:spPr>
          <a:xfrm>
            <a:off x="1413210" y="75948"/>
            <a:ext cx="15393000" cy="1145400"/>
          </a:xfrm>
          <a:prstGeom prst="rect">
            <a:avLst/>
          </a:prstGeom>
        </p:spPr>
        <p:txBody>
          <a:bodyPr spcFirstLastPara="1" vert="horz" wrap="square" lIns="182850" tIns="182850" rIns="182850" bIns="18285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ts val="0"/>
              </a:spcBef>
            </a:pPr>
            <a:r>
              <a:rPr lang="en-US" dirty="0">
                <a:solidFill>
                  <a:schemeClr val="tx2">
                    <a:lumMod val="75000"/>
                  </a:schemeClr>
                </a:solidFill>
                <a:latin typeface="Amasis MT Pro Medium" panose="02040604050005020304" pitchFamily="18" charset="0"/>
              </a:rPr>
              <a:t>OBJECTIVES</a:t>
            </a:r>
          </a:p>
        </p:txBody>
      </p:sp>
      <p:sp>
        <p:nvSpPr>
          <p:cNvPr id="14" name="TextBox 13">
            <a:extLst>
              <a:ext uri="{FF2B5EF4-FFF2-40B4-BE49-F238E27FC236}">
                <a16:creationId xmlns:a16="http://schemas.microsoft.com/office/drawing/2014/main" id="{75FA22AD-B152-5E53-CF28-DF6FFC2071FE}"/>
              </a:ext>
            </a:extLst>
          </p:cNvPr>
          <p:cNvSpPr txBox="1"/>
          <p:nvPr/>
        </p:nvSpPr>
        <p:spPr>
          <a:xfrm>
            <a:off x="3110345" y="1034514"/>
            <a:ext cx="12725700" cy="1569660"/>
          </a:xfrm>
          <a:prstGeom prst="rect">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8100000" scaled="1"/>
            <a:tileRect/>
          </a:gradFill>
        </p:spPr>
        <p:txBody>
          <a:bodyPr wrap="square" rtlCol="0">
            <a:spAutoFit/>
          </a:bodyPr>
          <a:lstStyle/>
          <a:p>
            <a:pPr algn="just"/>
            <a:r>
              <a:rPr lang="en-US" sz="3200" b="1" dirty="0"/>
              <a:t>Addiction Detection: </a:t>
            </a:r>
            <a:r>
              <a:rPr lang="en-US" sz="3200" dirty="0"/>
              <a:t>To develop an AI-based system that detects early signs of smartphone addiction by analyzing blink patterns, eye fatigue, and real-time physiological responses through the front camera.</a:t>
            </a:r>
            <a:endParaRPr lang="en-IN" sz="3200" dirty="0"/>
          </a:p>
        </p:txBody>
      </p:sp>
      <p:sp>
        <p:nvSpPr>
          <p:cNvPr id="27" name="TextBox 26">
            <a:extLst>
              <a:ext uri="{FF2B5EF4-FFF2-40B4-BE49-F238E27FC236}">
                <a16:creationId xmlns:a16="http://schemas.microsoft.com/office/drawing/2014/main" id="{A61AA10B-24D5-7F99-69F1-AE9EC3CDAADC}"/>
              </a:ext>
            </a:extLst>
          </p:cNvPr>
          <p:cNvSpPr txBox="1"/>
          <p:nvPr/>
        </p:nvSpPr>
        <p:spPr>
          <a:xfrm>
            <a:off x="3117273" y="2743719"/>
            <a:ext cx="12725700" cy="1569660"/>
          </a:xfrm>
          <a:prstGeom prst="rect">
            <a:avLst/>
          </a:prstGeom>
          <a:noFill/>
        </p:spPr>
        <p:txBody>
          <a:bodyPr wrap="square" rtlCol="0">
            <a:spAutoFit/>
          </a:bodyPr>
          <a:lstStyle/>
          <a:p>
            <a:pPr algn="just"/>
            <a:r>
              <a:rPr lang="en-US" sz="3200" b="1" dirty="0"/>
              <a:t>Adaptive Wellness Monitoring: </a:t>
            </a:r>
            <a:r>
              <a:rPr lang="en-US" sz="3200" dirty="0"/>
              <a:t>To build a real-time system that adjusts its feedback and alerts dynamically based on the user’s eye strain, fatigue level, and addiction risk patterns.</a:t>
            </a:r>
            <a:endParaRPr lang="en-IN" sz="3200" dirty="0"/>
          </a:p>
        </p:txBody>
      </p:sp>
      <p:sp>
        <p:nvSpPr>
          <p:cNvPr id="30" name="TextBox 29">
            <a:extLst>
              <a:ext uri="{FF2B5EF4-FFF2-40B4-BE49-F238E27FC236}">
                <a16:creationId xmlns:a16="http://schemas.microsoft.com/office/drawing/2014/main" id="{4FC0540D-B84D-709E-1557-823D91A2EB06}"/>
              </a:ext>
            </a:extLst>
          </p:cNvPr>
          <p:cNvSpPr txBox="1"/>
          <p:nvPr/>
        </p:nvSpPr>
        <p:spPr>
          <a:xfrm>
            <a:off x="3110345" y="4389479"/>
            <a:ext cx="12725700" cy="1569660"/>
          </a:xfrm>
          <a:prstGeom prst="rect">
            <a:avLst/>
          </a:prstGeom>
          <a:solidFill>
            <a:schemeClr val="accent5">
              <a:lumMod val="20000"/>
              <a:lumOff val="80000"/>
            </a:schemeClr>
          </a:solidFill>
        </p:spPr>
        <p:txBody>
          <a:bodyPr wrap="square" rtlCol="0">
            <a:spAutoFit/>
          </a:bodyPr>
          <a:lstStyle/>
          <a:p>
            <a:r>
              <a:rPr lang="en-IN" sz="3200" b="1" dirty="0"/>
              <a:t>Monitoring Modes: </a:t>
            </a:r>
            <a:r>
              <a:rPr lang="en-IN" sz="3200" dirty="0"/>
              <a:t>To implement four adaptive monitoring modes to address different user needs:</a:t>
            </a:r>
          </a:p>
          <a:p>
            <a:r>
              <a:rPr lang="en-IN" sz="3200" b="1" dirty="0"/>
              <a:t>1. Basic Mode 2. Focus Mode 3. Wellness Mode 4. Alert Mode</a:t>
            </a:r>
            <a:endParaRPr lang="en-IN" sz="3200" dirty="0"/>
          </a:p>
        </p:txBody>
      </p:sp>
      <p:sp>
        <p:nvSpPr>
          <p:cNvPr id="32" name="TextBox 31">
            <a:extLst>
              <a:ext uri="{FF2B5EF4-FFF2-40B4-BE49-F238E27FC236}">
                <a16:creationId xmlns:a16="http://schemas.microsoft.com/office/drawing/2014/main" id="{AF10433B-B81E-F1A7-6407-7DD4D33AB34B}"/>
              </a:ext>
            </a:extLst>
          </p:cNvPr>
          <p:cNvSpPr txBox="1"/>
          <p:nvPr/>
        </p:nvSpPr>
        <p:spPr>
          <a:xfrm>
            <a:off x="3154680" y="6054572"/>
            <a:ext cx="12725700" cy="1569660"/>
          </a:xfrm>
          <a:prstGeom prst="rect">
            <a:avLst/>
          </a:prstGeom>
          <a:noFill/>
        </p:spPr>
        <p:txBody>
          <a:bodyPr wrap="square" rtlCol="0">
            <a:spAutoFit/>
          </a:bodyPr>
          <a:lstStyle/>
          <a:p>
            <a:pPr algn="just"/>
            <a:r>
              <a:rPr lang="en-US" sz="3200" b="1" dirty="0"/>
              <a:t>Health &amp; Safety Tools: </a:t>
            </a:r>
            <a:r>
              <a:rPr lang="en-US" sz="3200" dirty="0"/>
              <a:t>To provide features like Fatigue Alerts, Screen-Time Warnings, Blink-Health Reports, and AI-Based Wellness Tips to improve eye health and reduce smartphone addiction.</a:t>
            </a:r>
            <a:endParaRPr lang="en-IN" sz="3200" dirty="0"/>
          </a:p>
        </p:txBody>
      </p:sp>
      <p:sp>
        <p:nvSpPr>
          <p:cNvPr id="34" name="TextBox 33">
            <a:extLst>
              <a:ext uri="{FF2B5EF4-FFF2-40B4-BE49-F238E27FC236}">
                <a16:creationId xmlns:a16="http://schemas.microsoft.com/office/drawing/2014/main" id="{0F312CFA-A84B-F9FD-E87F-87FD58D6E1F6}"/>
              </a:ext>
            </a:extLst>
          </p:cNvPr>
          <p:cNvSpPr txBox="1"/>
          <p:nvPr/>
        </p:nvSpPr>
        <p:spPr>
          <a:xfrm>
            <a:off x="3154680" y="7787500"/>
            <a:ext cx="12999720" cy="2062103"/>
          </a:xfrm>
          <a:prstGeom prst="rect">
            <a:avLst/>
          </a:prstGeom>
          <a:solidFill>
            <a:schemeClr val="accent5">
              <a:lumMod val="20000"/>
              <a:lumOff val="80000"/>
            </a:schemeClr>
          </a:solidFill>
        </p:spPr>
        <p:txBody>
          <a:bodyPr wrap="square" rtlCol="0">
            <a:spAutoFit/>
          </a:bodyPr>
          <a:lstStyle/>
          <a:p>
            <a:pPr algn="just"/>
            <a:r>
              <a:rPr lang="en-US" sz="3200" b="1" dirty="0"/>
              <a:t>Gamification &amp; Tracking: </a:t>
            </a:r>
            <a:r>
              <a:rPr lang="en-US" sz="3200" dirty="0"/>
              <a:t>To build a Wellness Graph and Achievement Dashboard that tracks blink patterns, addiction risk levels .</a:t>
            </a:r>
          </a:p>
          <a:p>
            <a:pPr algn="just"/>
            <a:r>
              <a:rPr lang="en-US" sz="3200" dirty="0"/>
              <a:t>.</a:t>
            </a:r>
            <a:br>
              <a:rPr lang="en-US" sz="3200" dirty="0"/>
            </a:br>
            <a:endParaRPr lang="en-IN" sz="3200" dirty="0"/>
          </a:p>
        </p:txBody>
      </p:sp>
      <p:sp>
        <p:nvSpPr>
          <p:cNvPr id="39" name="Rectangle: Rounded Corners 38">
            <a:extLst>
              <a:ext uri="{FF2B5EF4-FFF2-40B4-BE49-F238E27FC236}">
                <a16:creationId xmlns:a16="http://schemas.microsoft.com/office/drawing/2014/main" id="{934AB456-8479-1B99-8990-7ADD0FDDC0CD}"/>
              </a:ext>
            </a:extLst>
          </p:cNvPr>
          <p:cNvSpPr/>
          <p:nvPr/>
        </p:nvSpPr>
        <p:spPr>
          <a:xfrm>
            <a:off x="3048000" y="963565"/>
            <a:ext cx="12832380" cy="1563161"/>
          </a:xfrm>
          <a:prstGeom prst="roundRect">
            <a:avLst/>
          </a:prstGeom>
          <a:noFill/>
          <a:ln>
            <a:solidFill>
              <a:schemeClr val="accent1">
                <a:lumMod val="40000"/>
                <a:lumOff val="6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ln w="22225">
                <a:solidFill>
                  <a:schemeClr val="accent2"/>
                </a:solidFill>
                <a:prstDash val="solid"/>
              </a:ln>
              <a:solidFill>
                <a:schemeClr val="accent2">
                  <a:lumMod val="40000"/>
                  <a:lumOff val="60000"/>
                </a:schemeClr>
              </a:solidFill>
            </a:endParaRPr>
          </a:p>
        </p:txBody>
      </p:sp>
      <p:sp>
        <p:nvSpPr>
          <p:cNvPr id="41" name="Rectangle: Rounded Corners 40">
            <a:extLst>
              <a:ext uri="{FF2B5EF4-FFF2-40B4-BE49-F238E27FC236}">
                <a16:creationId xmlns:a16="http://schemas.microsoft.com/office/drawing/2014/main" id="{17CC0307-F47B-5002-8CF1-F25B7AC3B148}"/>
              </a:ext>
            </a:extLst>
          </p:cNvPr>
          <p:cNvSpPr/>
          <p:nvPr/>
        </p:nvSpPr>
        <p:spPr>
          <a:xfrm>
            <a:off x="3048000" y="2651244"/>
            <a:ext cx="12832380" cy="1563161"/>
          </a:xfrm>
          <a:prstGeom prst="roundRect">
            <a:avLst/>
          </a:prstGeom>
          <a:noFill/>
          <a:ln>
            <a:solidFill>
              <a:schemeClr val="accent1">
                <a:lumMod val="40000"/>
                <a:lumOff val="6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ln w="22225">
                <a:solidFill>
                  <a:schemeClr val="accent2"/>
                </a:solidFill>
                <a:prstDash val="solid"/>
              </a:ln>
              <a:solidFill>
                <a:schemeClr val="accent2">
                  <a:lumMod val="40000"/>
                  <a:lumOff val="60000"/>
                </a:schemeClr>
              </a:solidFill>
            </a:endParaRPr>
          </a:p>
        </p:txBody>
      </p:sp>
      <p:sp>
        <p:nvSpPr>
          <p:cNvPr id="42" name="Rectangle: Rounded Corners 41">
            <a:extLst>
              <a:ext uri="{FF2B5EF4-FFF2-40B4-BE49-F238E27FC236}">
                <a16:creationId xmlns:a16="http://schemas.microsoft.com/office/drawing/2014/main" id="{05DEBE33-C180-C9B6-8061-EAAF6168B732}"/>
              </a:ext>
            </a:extLst>
          </p:cNvPr>
          <p:cNvSpPr/>
          <p:nvPr/>
        </p:nvSpPr>
        <p:spPr>
          <a:xfrm>
            <a:off x="3057998" y="6054572"/>
            <a:ext cx="12832380" cy="1563161"/>
          </a:xfrm>
          <a:prstGeom prst="roundRect">
            <a:avLst/>
          </a:prstGeom>
          <a:noFill/>
          <a:ln>
            <a:solidFill>
              <a:schemeClr val="accent1">
                <a:lumMod val="40000"/>
                <a:lumOff val="6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ln w="22225">
                <a:solidFill>
                  <a:schemeClr val="accent2"/>
                </a:solidFill>
                <a:prstDash val="solid"/>
              </a:ln>
              <a:solidFill>
                <a:schemeClr val="accent2">
                  <a:lumMod val="40000"/>
                  <a:lumOff val="60000"/>
                </a:schemeClr>
              </a:solidFill>
            </a:endParaRPr>
          </a:p>
        </p:txBody>
      </p:sp>
      <p:sp>
        <p:nvSpPr>
          <p:cNvPr id="43" name="Rectangle: Rounded Corners 42">
            <a:extLst>
              <a:ext uri="{FF2B5EF4-FFF2-40B4-BE49-F238E27FC236}">
                <a16:creationId xmlns:a16="http://schemas.microsoft.com/office/drawing/2014/main" id="{DAB15B03-A3A5-38A3-4BBA-71D79AA37B8D}"/>
              </a:ext>
            </a:extLst>
          </p:cNvPr>
          <p:cNvSpPr/>
          <p:nvPr/>
        </p:nvSpPr>
        <p:spPr>
          <a:xfrm>
            <a:off x="3154680" y="7779277"/>
            <a:ext cx="12779040" cy="1783485"/>
          </a:xfrm>
          <a:prstGeom prst="roundRect">
            <a:avLst/>
          </a:prstGeom>
          <a:noFill/>
          <a:ln>
            <a:solidFill>
              <a:schemeClr val="accent1">
                <a:lumMod val="40000"/>
                <a:lumOff val="6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ln w="22225">
                <a:solidFill>
                  <a:schemeClr val="accent2"/>
                </a:solidFill>
                <a:prstDash val="solid"/>
              </a:ln>
              <a:solidFill>
                <a:schemeClr val="accent2">
                  <a:lumMod val="40000"/>
                  <a:lumOff val="60000"/>
                </a:schemeClr>
              </a:solidFill>
            </a:endParaRPr>
          </a:p>
        </p:txBody>
      </p:sp>
      <p:sp>
        <p:nvSpPr>
          <p:cNvPr id="45" name="Rectangle: Rounded Corners 44">
            <a:extLst>
              <a:ext uri="{FF2B5EF4-FFF2-40B4-BE49-F238E27FC236}">
                <a16:creationId xmlns:a16="http://schemas.microsoft.com/office/drawing/2014/main" id="{1F64CB86-1D40-C7D1-B34B-FA25972F69C8}"/>
              </a:ext>
            </a:extLst>
          </p:cNvPr>
          <p:cNvSpPr/>
          <p:nvPr/>
        </p:nvSpPr>
        <p:spPr>
          <a:xfrm>
            <a:off x="3070860" y="4359298"/>
            <a:ext cx="12832380" cy="1563161"/>
          </a:xfrm>
          <a:prstGeom prst="roundRect">
            <a:avLst/>
          </a:prstGeom>
          <a:noFill/>
          <a:ln>
            <a:solidFill>
              <a:schemeClr val="accent1">
                <a:lumMod val="40000"/>
                <a:lumOff val="60000"/>
              </a:schemeClr>
            </a:solid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4302688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F8FEA-FE57-8A7B-B5E9-14A77684C9E0}"/>
            </a:ext>
          </a:extLst>
        </p:cNvPr>
        <p:cNvGrpSpPr/>
        <p:nvPr/>
      </p:nvGrpSpPr>
      <p:grpSpPr>
        <a:xfrm>
          <a:off x="0" y="0"/>
          <a:ext cx="0" cy="0"/>
          <a:chOff x="0" y="0"/>
          <a:chExt cx="0" cy="0"/>
        </a:xfrm>
      </p:grpSpPr>
      <p:grpSp>
        <p:nvGrpSpPr>
          <p:cNvPr id="2" name="Google Shape;728;p17">
            <a:extLst>
              <a:ext uri="{FF2B5EF4-FFF2-40B4-BE49-F238E27FC236}">
                <a16:creationId xmlns:a16="http://schemas.microsoft.com/office/drawing/2014/main" id="{FE8AC6A6-DBCC-1F31-5AF9-FC0453068C09}"/>
              </a:ext>
            </a:extLst>
          </p:cNvPr>
          <p:cNvGrpSpPr/>
          <p:nvPr/>
        </p:nvGrpSpPr>
        <p:grpSpPr>
          <a:xfrm>
            <a:off x="0" y="2857501"/>
            <a:ext cx="7315200" cy="6934200"/>
            <a:chOff x="469775" y="238200"/>
            <a:chExt cx="6679425" cy="5352720"/>
          </a:xfrm>
        </p:grpSpPr>
        <p:sp>
          <p:nvSpPr>
            <p:cNvPr id="3" name="Google Shape;729;p17">
              <a:extLst>
                <a:ext uri="{FF2B5EF4-FFF2-40B4-BE49-F238E27FC236}">
                  <a16:creationId xmlns:a16="http://schemas.microsoft.com/office/drawing/2014/main" id="{74454656-F2DD-3FD0-F0D6-8876C0413B92}"/>
                </a:ext>
              </a:extLst>
            </p:cNvPr>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Google Shape;730;p17">
              <a:extLst>
                <a:ext uri="{FF2B5EF4-FFF2-40B4-BE49-F238E27FC236}">
                  <a16:creationId xmlns:a16="http://schemas.microsoft.com/office/drawing/2014/main" id="{74AAE929-0F70-7056-BAAB-C57D0492DB9B}"/>
                </a:ext>
              </a:extLst>
            </p:cNvPr>
            <p:cNvSpPr/>
            <p:nvPr/>
          </p:nvSpPr>
          <p:spPr>
            <a:xfrm>
              <a:off x="1198440" y="48849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rgbClr val="D6E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731;p17">
              <a:extLst>
                <a:ext uri="{FF2B5EF4-FFF2-40B4-BE49-F238E27FC236}">
                  <a16:creationId xmlns:a16="http://schemas.microsoft.com/office/drawing/2014/main" id="{65963810-9FBD-6362-F335-125F41DAF463}"/>
                </a:ext>
              </a:extLst>
            </p:cNvPr>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732;p17">
              <a:extLst>
                <a:ext uri="{FF2B5EF4-FFF2-40B4-BE49-F238E27FC236}">
                  <a16:creationId xmlns:a16="http://schemas.microsoft.com/office/drawing/2014/main" id="{62A405AC-23EC-5022-A74B-0158B084886B}"/>
                </a:ext>
              </a:extLst>
            </p:cNvPr>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33;p17">
              <a:extLst>
                <a:ext uri="{FF2B5EF4-FFF2-40B4-BE49-F238E27FC236}">
                  <a16:creationId xmlns:a16="http://schemas.microsoft.com/office/drawing/2014/main" id="{0052335C-516F-1BF2-A14E-E692563FF9AD}"/>
                </a:ext>
              </a:extLst>
            </p:cNvPr>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734;p17">
              <a:extLst>
                <a:ext uri="{FF2B5EF4-FFF2-40B4-BE49-F238E27FC236}">
                  <a16:creationId xmlns:a16="http://schemas.microsoft.com/office/drawing/2014/main" id="{926AD82B-AE27-F796-349D-23B774C9CCBA}"/>
                </a:ext>
              </a:extLst>
            </p:cNvPr>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735;p17">
              <a:extLst>
                <a:ext uri="{FF2B5EF4-FFF2-40B4-BE49-F238E27FC236}">
                  <a16:creationId xmlns:a16="http://schemas.microsoft.com/office/drawing/2014/main" id="{344643BC-1267-651D-25C3-18903CB1FC26}"/>
                </a:ext>
              </a:extLst>
            </p:cNvPr>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736;p17">
              <a:extLst>
                <a:ext uri="{FF2B5EF4-FFF2-40B4-BE49-F238E27FC236}">
                  <a16:creationId xmlns:a16="http://schemas.microsoft.com/office/drawing/2014/main" id="{6B4A2147-3F6A-07BA-5E69-5F8FCD65FCF6}"/>
                </a:ext>
              </a:extLst>
            </p:cNvPr>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737;p17">
              <a:extLst>
                <a:ext uri="{FF2B5EF4-FFF2-40B4-BE49-F238E27FC236}">
                  <a16:creationId xmlns:a16="http://schemas.microsoft.com/office/drawing/2014/main" id="{99F773AC-BEA0-3BEF-2D95-6A4A2842EE97}"/>
                </a:ext>
              </a:extLst>
            </p:cNvPr>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738;p17">
              <a:extLst>
                <a:ext uri="{FF2B5EF4-FFF2-40B4-BE49-F238E27FC236}">
                  <a16:creationId xmlns:a16="http://schemas.microsoft.com/office/drawing/2014/main" id="{C092B90E-2E5D-DC55-2D0F-61E08C4FD839}"/>
                </a:ext>
              </a:extLst>
            </p:cNvPr>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739;p17">
              <a:extLst>
                <a:ext uri="{FF2B5EF4-FFF2-40B4-BE49-F238E27FC236}">
                  <a16:creationId xmlns:a16="http://schemas.microsoft.com/office/drawing/2014/main" id="{06627834-304A-4972-01EE-BF92239EB6AB}"/>
                </a:ext>
              </a:extLst>
            </p:cNvPr>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740;p17">
              <a:extLst>
                <a:ext uri="{FF2B5EF4-FFF2-40B4-BE49-F238E27FC236}">
                  <a16:creationId xmlns:a16="http://schemas.microsoft.com/office/drawing/2014/main" id="{2C0A8525-B85E-16BB-39CA-8B80886766A2}"/>
                </a:ext>
              </a:extLst>
            </p:cNvPr>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741;p17">
              <a:extLst>
                <a:ext uri="{FF2B5EF4-FFF2-40B4-BE49-F238E27FC236}">
                  <a16:creationId xmlns:a16="http://schemas.microsoft.com/office/drawing/2014/main" id="{F4EF635E-AAD0-0D9B-C536-B6206DD5CD6B}"/>
                </a:ext>
              </a:extLst>
            </p:cNvPr>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742;p17">
              <a:extLst>
                <a:ext uri="{FF2B5EF4-FFF2-40B4-BE49-F238E27FC236}">
                  <a16:creationId xmlns:a16="http://schemas.microsoft.com/office/drawing/2014/main" id="{6677DBC9-0D2C-6F4D-ECF0-F220E902D53E}"/>
                </a:ext>
              </a:extLst>
            </p:cNvPr>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743;p17">
              <a:extLst>
                <a:ext uri="{FF2B5EF4-FFF2-40B4-BE49-F238E27FC236}">
                  <a16:creationId xmlns:a16="http://schemas.microsoft.com/office/drawing/2014/main" id="{4539D6FF-ABED-8C7F-5C33-A1C94C837F6B}"/>
                </a:ext>
              </a:extLst>
            </p:cNvPr>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44;p17">
              <a:extLst>
                <a:ext uri="{FF2B5EF4-FFF2-40B4-BE49-F238E27FC236}">
                  <a16:creationId xmlns:a16="http://schemas.microsoft.com/office/drawing/2014/main" id="{26FB9F79-69E6-FDB5-FF41-4B8BFC07C202}"/>
                </a:ext>
              </a:extLst>
            </p:cNvPr>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45;p17">
              <a:extLst>
                <a:ext uri="{FF2B5EF4-FFF2-40B4-BE49-F238E27FC236}">
                  <a16:creationId xmlns:a16="http://schemas.microsoft.com/office/drawing/2014/main" id="{97492B52-805B-DF67-B53C-315661F6EB23}"/>
                </a:ext>
              </a:extLst>
            </p:cNvPr>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46;p17">
              <a:extLst>
                <a:ext uri="{FF2B5EF4-FFF2-40B4-BE49-F238E27FC236}">
                  <a16:creationId xmlns:a16="http://schemas.microsoft.com/office/drawing/2014/main" id="{48CBDE57-5799-8C6F-B1D8-4E1BED8F2512}"/>
                </a:ext>
              </a:extLst>
            </p:cNvPr>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47;p17">
              <a:extLst>
                <a:ext uri="{FF2B5EF4-FFF2-40B4-BE49-F238E27FC236}">
                  <a16:creationId xmlns:a16="http://schemas.microsoft.com/office/drawing/2014/main" id="{D236BE74-BA91-CEAE-198C-E053E90BAF86}"/>
                </a:ext>
              </a:extLst>
            </p:cNvPr>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748;p17">
              <a:extLst>
                <a:ext uri="{FF2B5EF4-FFF2-40B4-BE49-F238E27FC236}">
                  <a16:creationId xmlns:a16="http://schemas.microsoft.com/office/drawing/2014/main" id="{FB8E416E-6230-AF09-A886-52EF2E7DE9E0}"/>
                </a:ext>
              </a:extLst>
            </p:cNvPr>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49;p17">
              <a:extLst>
                <a:ext uri="{FF2B5EF4-FFF2-40B4-BE49-F238E27FC236}">
                  <a16:creationId xmlns:a16="http://schemas.microsoft.com/office/drawing/2014/main" id="{F5A818B1-AC97-099A-CE47-E108E686E160}"/>
                </a:ext>
              </a:extLst>
            </p:cNvPr>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50;p17">
              <a:extLst>
                <a:ext uri="{FF2B5EF4-FFF2-40B4-BE49-F238E27FC236}">
                  <a16:creationId xmlns:a16="http://schemas.microsoft.com/office/drawing/2014/main" id="{E9BB1C38-F0EB-139F-7AF8-B2FFEE90FAFC}"/>
                </a:ext>
              </a:extLst>
            </p:cNvPr>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751;p17">
              <a:extLst>
                <a:ext uri="{FF2B5EF4-FFF2-40B4-BE49-F238E27FC236}">
                  <a16:creationId xmlns:a16="http://schemas.microsoft.com/office/drawing/2014/main" id="{9EBA495C-057F-8416-1314-1622684833CA}"/>
                </a:ext>
              </a:extLst>
            </p:cNvPr>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752;p17">
              <a:extLst>
                <a:ext uri="{FF2B5EF4-FFF2-40B4-BE49-F238E27FC236}">
                  <a16:creationId xmlns:a16="http://schemas.microsoft.com/office/drawing/2014/main" id="{BB478D38-A74E-8E90-F9EC-FCA39B94904A}"/>
                </a:ext>
              </a:extLst>
            </p:cNvPr>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53;p17">
              <a:extLst>
                <a:ext uri="{FF2B5EF4-FFF2-40B4-BE49-F238E27FC236}">
                  <a16:creationId xmlns:a16="http://schemas.microsoft.com/office/drawing/2014/main" id="{1655848E-7D4E-BBF0-7102-477FCEBD346A}"/>
                </a:ext>
              </a:extLst>
            </p:cNvPr>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754;p17">
              <a:extLst>
                <a:ext uri="{FF2B5EF4-FFF2-40B4-BE49-F238E27FC236}">
                  <a16:creationId xmlns:a16="http://schemas.microsoft.com/office/drawing/2014/main" id="{EFDE495F-3022-609B-3BE2-5106057F45E5}"/>
                </a:ext>
              </a:extLst>
            </p:cNvPr>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55;p17">
              <a:extLst>
                <a:ext uri="{FF2B5EF4-FFF2-40B4-BE49-F238E27FC236}">
                  <a16:creationId xmlns:a16="http://schemas.microsoft.com/office/drawing/2014/main" id="{9B5E40FE-662B-3442-A8BA-A7F01ED6D59C}"/>
                </a:ext>
              </a:extLst>
            </p:cNvPr>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756;p17">
              <a:extLst>
                <a:ext uri="{FF2B5EF4-FFF2-40B4-BE49-F238E27FC236}">
                  <a16:creationId xmlns:a16="http://schemas.microsoft.com/office/drawing/2014/main" id="{23601977-60BD-4BCF-9C45-125B46FC2ADA}"/>
                </a:ext>
              </a:extLst>
            </p:cNvPr>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757;p17">
              <a:extLst>
                <a:ext uri="{FF2B5EF4-FFF2-40B4-BE49-F238E27FC236}">
                  <a16:creationId xmlns:a16="http://schemas.microsoft.com/office/drawing/2014/main" id="{89928D28-5404-0360-EBD6-3478F75A869E}"/>
                </a:ext>
              </a:extLst>
            </p:cNvPr>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758;p17">
              <a:extLst>
                <a:ext uri="{FF2B5EF4-FFF2-40B4-BE49-F238E27FC236}">
                  <a16:creationId xmlns:a16="http://schemas.microsoft.com/office/drawing/2014/main" id="{01161031-E48B-FA0C-3372-60E784B40DF3}"/>
                </a:ext>
              </a:extLst>
            </p:cNvPr>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759;p17">
              <a:extLst>
                <a:ext uri="{FF2B5EF4-FFF2-40B4-BE49-F238E27FC236}">
                  <a16:creationId xmlns:a16="http://schemas.microsoft.com/office/drawing/2014/main" id="{A1BFAD7D-8E50-A981-C906-762B0D7EEE3F}"/>
                </a:ext>
              </a:extLst>
            </p:cNvPr>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760;p17">
              <a:extLst>
                <a:ext uri="{FF2B5EF4-FFF2-40B4-BE49-F238E27FC236}">
                  <a16:creationId xmlns:a16="http://schemas.microsoft.com/office/drawing/2014/main" id="{6C64421F-4EBE-2CA5-969C-A8F066095098}"/>
                </a:ext>
              </a:extLst>
            </p:cNvPr>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761;p17">
              <a:extLst>
                <a:ext uri="{FF2B5EF4-FFF2-40B4-BE49-F238E27FC236}">
                  <a16:creationId xmlns:a16="http://schemas.microsoft.com/office/drawing/2014/main" id="{B6F7AF82-E99C-C277-4A54-91EE68C1522E}"/>
                </a:ext>
              </a:extLst>
            </p:cNvPr>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762;p17">
              <a:extLst>
                <a:ext uri="{FF2B5EF4-FFF2-40B4-BE49-F238E27FC236}">
                  <a16:creationId xmlns:a16="http://schemas.microsoft.com/office/drawing/2014/main" id="{205A3AAB-6EB4-94E7-B704-E231FBDBF287}"/>
                </a:ext>
              </a:extLst>
            </p:cNvPr>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763;p17">
              <a:extLst>
                <a:ext uri="{FF2B5EF4-FFF2-40B4-BE49-F238E27FC236}">
                  <a16:creationId xmlns:a16="http://schemas.microsoft.com/office/drawing/2014/main" id="{039DDF6F-E105-DD1D-86D9-EDAA7C6B3E3B}"/>
                </a:ext>
              </a:extLst>
            </p:cNvPr>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764;p17">
              <a:extLst>
                <a:ext uri="{FF2B5EF4-FFF2-40B4-BE49-F238E27FC236}">
                  <a16:creationId xmlns:a16="http://schemas.microsoft.com/office/drawing/2014/main" id="{F685DE10-B6BD-3CD1-5CAD-41B886B1C9D6}"/>
                </a:ext>
              </a:extLst>
            </p:cNvPr>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765;p17">
              <a:extLst>
                <a:ext uri="{FF2B5EF4-FFF2-40B4-BE49-F238E27FC236}">
                  <a16:creationId xmlns:a16="http://schemas.microsoft.com/office/drawing/2014/main" id="{BFDF0B98-2F3F-348F-D06B-7F394C497706}"/>
                </a:ext>
              </a:extLst>
            </p:cNvPr>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766;p17">
              <a:extLst>
                <a:ext uri="{FF2B5EF4-FFF2-40B4-BE49-F238E27FC236}">
                  <a16:creationId xmlns:a16="http://schemas.microsoft.com/office/drawing/2014/main" id="{8B39CA6D-701D-C597-6C54-DB91DD112448}"/>
                </a:ext>
              </a:extLst>
            </p:cNvPr>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767;p17">
              <a:extLst>
                <a:ext uri="{FF2B5EF4-FFF2-40B4-BE49-F238E27FC236}">
                  <a16:creationId xmlns:a16="http://schemas.microsoft.com/office/drawing/2014/main" id="{4DBBBC09-D568-9648-DB7B-20E392DCC128}"/>
                </a:ext>
              </a:extLst>
            </p:cNvPr>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768;p17">
              <a:extLst>
                <a:ext uri="{FF2B5EF4-FFF2-40B4-BE49-F238E27FC236}">
                  <a16:creationId xmlns:a16="http://schemas.microsoft.com/office/drawing/2014/main" id="{E7D9EB9C-4F00-4910-4B01-5CBE5C772641}"/>
                </a:ext>
              </a:extLst>
            </p:cNvPr>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769;p17">
              <a:extLst>
                <a:ext uri="{FF2B5EF4-FFF2-40B4-BE49-F238E27FC236}">
                  <a16:creationId xmlns:a16="http://schemas.microsoft.com/office/drawing/2014/main" id="{56BFF79B-4A32-B19F-5493-6A16FEC64AD4}"/>
                </a:ext>
              </a:extLst>
            </p:cNvPr>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770;p17">
              <a:extLst>
                <a:ext uri="{FF2B5EF4-FFF2-40B4-BE49-F238E27FC236}">
                  <a16:creationId xmlns:a16="http://schemas.microsoft.com/office/drawing/2014/main" id="{70F7239C-413F-B7C9-B656-4EB9246BDCD4}"/>
                </a:ext>
              </a:extLst>
            </p:cNvPr>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771;p17">
              <a:extLst>
                <a:ext uri="{FF2B5EF4-FFF2-40B4-BE49-F238E27FC236}">
                  <a16:creationId xmlns:a16="http://schemas.microsoft.com/office/drawing/2014/main" id="{06D137EB-6B58-D79F-5BF5-4F39DCA0D980}"/>
                </a:ext>
              </a:extLst>
            </p:cNvPr>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772;p17">
              <a:extLst>
                <a:ext uri="{FF2B5EF4-FFF2-40B4-BE49-F238E27FC236}">
                  <a16:creationId xmlns:a16="http://schemas.microsoft.com/office/drawing/2014/main" id="{F0BE1DCB-ACFA-577F-45A3-056CFD333DE2}"/>
                </a:ext>
              </a:extLst>
            </p:cNvPr>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773;p17">
              <a:extLst>
                <a:ext uri="{FF2B5EF4-FFF2-40B4-BE49-F238E27FC236}">
                  <a16:creationId xmlns:a16="http://schemas.microsoft.com/office/drawing/2014/main" id="{5ED10B21-C1CF-20CF-2666-70A05FEA17A7}"/>
                </a:ext>
              </a:extLst>
            </p:cNvPr>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774;p17">
              <a:extLst>
                <a:ext uri="{FF2B5EF4-FFF2-40B4-BE49-F238E27FC236}">
                  <a16:creationId xmlns:a16="http://schemas.microsoft.com/office/drawing/2014/main" id="{F028B11F-4F2C-0B46-157A-D9DF2010ABBC}"/>
                </a:ext>
              </a:extLst>
            </p:cNvPr>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775;p17">
              <a:extLst>
                <a:ext uri="{FF2B5EF4-FFF2-40B4-BE49-F238E27FC236}">
                  <a16:creationId xmlns:a16="http://schemas.microsoft.com/office/drawing/2014/main" id="{270DDE84-B928-EA98-717B-9BEAD30B0257}"/>
                </a:ext>
              </a:extLst>
            </p:cNvPr>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776;p17">
              <a:extLst>
                <a:ext uri="{FF2B5EF4-FFF2-40B4-BE49-F238E27FC236}">
                  <a16:creationId xmlns:a16="http://schemas.microsoft.com/office/drawing/2014/main" id="{17FC3804-0886-5D38-003F-8FD4D0C7341E}"/>
                </a:ext>
              </a:extLst>
            </p:cNvPr>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777;p17">
              <a:extLst>
                <a:ext uri="{FF2B5EF4-FFF2-40B4-BE49-F238E27FC236}">
                  <a16:creationId xmlns:a16="http://schemas.microsoft.com/office/drawing/2014/main" id="{71A5BE57-7788-5DBE-1356-15D6ACD77AFD}"/>
                </a:ext>
              </a:extLst>
            </p:cNvPr>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778;p17">
              <a:extLst>
                <a:ext uri="{FF2B5EF4-FFF2-40B4-BE49-F238E27FC236}">
                  <a16:creationId xmlns:a16="http://schemas.microsoft.com/office/drawing/2014/main" id="{BB9F8133-C1F3-F7C2-9846-B14DA3BDB37E}"/>
                </a:ext>
              </a:extLst>
            </p:cNvPr>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779;p17">
              <a:extLst>
                <a:ext uri="{FF2B5EF4-FFF2-40B4-BE49-F238E27FC236}">
                  <a16:creationId xmlns:a16="http://schemas.microsoft.com/office/drawing/2014/main" id="{961DC15A-62C9-3A45-4DCB-58526EF7B1DE}"/>
                </a:ext>
              </a:extLst>
            </p:cNvPr>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780;p17">
              <a:extLst>
                <a:ext uri="{FF2B5EF4-FFF2-40B4-BE49-F238E27FC236}">
                  <a16:creationId xmlns:a16="http://schemas.microsoft.com/office/drawing/2014/main" id="{0B2A98AB-173F-2C0E-E80D-84F823FB66F7}"/>
                </a:ext>
              </a:extLst>
            </p:cNvPr>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781;p17">
              <a:extLst>
                <a:ext uri="{FF2B5EF4-FFF2-40B4-BE49-F238E27FC236}">
                  <a16:creationId xmlns:a16="http://schemas.microsoft.com/office/drawing/2014/main" id="{855C197C-E6FA-30E8-C69E-B59F1A5BC1F3}"/>
                </a:ext>
              </a:extLst>
            </p:cNvPr>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782;p17">
              <a:extLst>
                <a:ext uri="{FF2B5EF4-FFF2-40B4-BE49-F238E27FC236}">
                  <a16:creationId xmlns:a16="http://schemas.microsoft.com/office/drawing/2014/main" id="{CA02B565-2A3B-8491-3C9D-5E0334174498}"/>
                </a:ext>
              </a:extLst>
            </p:cNvPr>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783;p17">
              <a:extLst>
                <a:ext uri="{FF2B5EF4-FFF2-40B4-BE49-F238E27FC236}">
                  <a16:creationId xmlns:a16="http://schemas.microsoft.com/office/drawing/2014/main" id="{12F1F9F1-663B-BA0A-5FD6-1470F4452AC9}"/>
                </a:ext>
              </a:extLst>
            </p:cNvPr>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784;p17">
              <a:extLst>
                <a:ext uri="{FF2B5EF4-FFF2-40B4-BE49-F238E27FC236}">
                  <a16:creationId xmlns:a16="http://schemas.microsoft.com/office/drawing/2014/main" id="{DA5997F2-CB24-C562-A9F8-A19168FE665B}"/>
                </a:ext>
              </a:extLst>
            </p:cNvPr>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785;p17">
              <a:extLst>
                <a:ext uri="{FF2B5EF4-FFF2-40B4-BE49-F238E27FC236}">
                  <a16:creationId xmlns:a16="http://schemas.microsoft.com/office/drawing/2014/main" id="{161EB9F1-FE94-8146-6C44-C01CC564E0CB}"/>
                </a:ext>
              </a:extLst>
            </p:cNvPr>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786;p17">
              <a:extLst>
                <a:ext uri="{FF2B5EF4-FFF2-40B4-BE49-F238E27FC236}">
                  <a16:creationId xmlns:a16="http://schemas.microsoft.com/office/drawing/2014/main" id="{0637FC9F-D7F7-E7EF-4214-E91393606F45}"/>
                </a:ext>
              </a:extLst>
            </p:cNvPr>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787;p17">
              <a:extLst>
                <a:ext uri="{FF2B5EF4-FFF2-40B4-BE49-F238E27FC236}">
                  <a16:creationId xmlns:a16="http://schemas.microsoft.com/office/drawing/2014/main" id="{A579109A-7848-B68A-F2B0-B2DFED21C27D}"/>
                </a:ext>
              </a:extLst>
            </p:cNvPr>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788;p17">
              <a:extLst>
                <a:ext uri="{FF2B5EF4-FFF2-40B4-BE49-F238E27FC236}">
                  <a16:creationId xmlns:a16="http://schemas.microsoft.com/office/drawing/2014/main" id="{FFE4DBE0-7F22-AAAD-9730-7FCF605D36F5}"/>
                </a:ext>
              </a:extLst>
            </p:cNvPr>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789;p17">
              <a:extLst>
                <a:ext uri="{FF2B5EF4-FFF2-40B4-BE49-F238E27FC236}">
                  <a16:creationId xmlns:a16="http://schemas.microsoft.com/office/drawing/2014/main" id="{6D4C1B8C-5224-12C3-F05E-FF2DBE526D1E}"/>
                </a:ext>
              </a:extLst>
            </p:cNvPr>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790;p17">
              <a:extLst>
                <a:ext uri="{FF2B5EF4-FFF2-40B4-BE49-F238E27FC236}">
                  <a16:creationId xmlns:a16="http://schemas.microsoft.com/office/drawing/2014/main" id="{46207316-86A6-F08B-EABD-A9B2B9BD07B1}"/>
                </a:ext>
              </a:extLst>
            </p:cNvPr>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791;p17">
              <a:extLst>
                <a:ext uri="{FF2B5EF4-FFF2-40B4-BE49-F238E27FC236}">
                  <a16:creationId xmlns:a16="http://schemas.microsoft.com/office/drawing/2014/main" id="{5A6259E4-8B69-9441-E024-48DE2DA8B9B9}"/>
                </a:ext>
              </a:extLst>
            </p:cNvPr>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792;p17">
              <a:extLst>
                <a:ext uri="{FF2B5EF4-FFF2-40B4-BE49-F238E27FC236}">
                  <a16:creationId xmlns:a16="http://schemas.microsoft.com/office/drawing/2014/main" id="{24BCC0EB-D5F3-82E9-88EC-F3C17108C28F}"/>
                </a:ext>
              </a:extLst>
            </p:cNvPr>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793;p17">
              <a:extLst>
                <a:ext uri="{FF2B5EF4-FFF2-40B4-BE49-F238E27FC236}">
                  <a16:creationId xmlns:a16="http://schemas.microsoft.com/office/drawing/2014/main" id="{46794595-42A8-76AE-0005-9AF68CD67E1E}"/>
                </a:ext>
              </a:extLst>
            </p:cNvPr>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794;p17">
              <a:extLst>
                <a:ext uri="{FF2B5EF4-FFF2-40B4-BE49-F238E27FC236}">
                  <a16:creationId xmlns:a16="http://schemas.microsoft.com/office/drawing/2014/main" id="{B41354E7-DA8C-E615-8842-19377D393F3F}"/>
                </a:ext>
              </a:extLst>
            </p:cNvPr>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795;p17">
              <a:extLst>
                <a:ext uri="{FF2B5EF4-FFF2-40B4-BE49-F238E27FC236}">
                  <a16:creationId xmlns:a16="http://schemas.microsoft.com/office/drawing/2014/main" id="{7751E090-6DA9-68C0-9875-FD2C5534A029}"/>
                </a:ext>
              </a:extLst>
            </p:cNvPr>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96;p17">
              <a:extLst>
                <a:ext uri="{FF2B5EF4-FFF2-40B4-BE49-F238E27FC236}">
                  <a16:creationId xmlns:a16="http://schemas.microsoft.com/office/drawing/2014/main" id="{BA455B66-DC67-93BD-3260-FD751093C658}"/>
                </a:ext>
              </a:extLst>
            </p:cNvPr>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97;p17">
              <a:extLst>
                <a:ext uri="{FF2B5EF4-FFF2-40B4-BE49-F238E27FC236}">
                  <a16:creationId xmlns:a16="http://schemas.microsoft.com/office/drawing/2014/main" id="{D8A645D9-2A07-225A-3854-0CED27906B1E}"/>
                </a:ext>
              </a:extLst>
            </p:cNvPr>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98;p17">
              <a:extLst>
                <a:ext uri="{FF2B5EF4-FFF2-40B4-BE49-F238E27FC236}">
                  <a16:creationId xmlns:a16="http://schemas.microsoft.com/office/drawing/2014/main" id="{EAC4BF1F-62EA-7BB8-E44F-C426204C97F1}"/>
                </a:ext>
              </a:extLst>
            </p:cNvPr>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99;p17">
              <a:extLst>
                <a:ext uri="{FF2B5EF4-FFF2-40B4-BE49-F238E27FC236}">
                  <a16:creationId xmlns:a16="http://schemas.microsoft.com/office/drawing/2014/main" id="{B8CD3C9D-33A0-0CE0-9BBF-F380E94F95CC}"/>
                </a:ext>
              </a:extLst>
            </p:cNvPr>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800;p17">
              <a:extLst>
                <a:ext uri="{FF2B5EF4-FFF2-40B4-BE49-F238E27FC236}">
                  <a16:creationId xmlns:a16="http://schemas.microsoft.com/office/drawing/2014/main" id="{6D18FEE0-545C-ECBE-3DA3-99E3AAD2D98F}"/>
                </a:ext>
              </a:extLst>
            </p:cNvPr>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801;p17">
              <a:extLst>
                <a:ext uri="{FF2B5EF4-FFF2-40B4-BE49-F238E27FC236}">
                  <a16:creationId xmlns:a16="http://schemas.microsoft.com/office/drawing/2014/main" id="{CFA2CD10-CFB3-C13B-D0C1-2DE9F93FF803}"/>
                </a:ext>
              </a:extLst>
            </p:cNvPr>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802;p17">
              <a:extLst>
                <a:ext uri="{FF2B5EF4-FFF2-40B4-BE49-F238E27FC236}">
                  <a16:creationId xmlns:a16="http://schemas.microsoft.com/office/drawing/2014/main" id="{548CD8C8-25A2-1089-B7EC-DBD7A9483589}"/>
                </a:ext>
              </a:extLst>
            </p:cNvPr>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803;p17">
              <a:extLst>
                <a:ext uri="{FF2B5EF4-FFF2-40B4-BE49-F238E27FC236}">
                  <a16:creationId xmlns:a16="http://schemas.microsoft.com/office/drawing/2014/main" id="{2FAB74D1-B987-8AC7-3703-BE46645030EE}"/>
                </a:ext>
              </a:extLst>
            </p:cNvPr>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804;p17">
              <a:extLst>
                <a:ext uri="{FF2B5EF4-FFF2-40B4-BE49-F238E27FC236}">
                  <a16:creationId xmlns:a16="http://schemas.microsoft.com/office/drawing/2014/main" id="{BEFE8ECA-16BA-986A-61FB-E919E1D6EE2E}"/>
                </a:ext>
              </a:extLst>
            </p:cNvPr>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805;p17">
              <a:extLst>
                <a:ext uri="{FF2B5EF4-FFF2-40B4-BE49-F238E27FC236}">
                  <a16:creationId xmlns:a16="http://schemas.microsoft.com/office/drawing/2014/main" id="{3A69AF58-EB60-ADC7-733D-EBD33627A379}"/>
                </a:ext>
              </a:extLst>
            </p:cNvPr>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6;p17">
              <a:extLst>
                <a:ext uri="{FF2B5EF4-FFF2-40B4-BE49-F238E27FC236}">
                  <a16:creationId xmlns:a16="http://schemas.microsoft.com/office/drawing/2014/main" id="{B0BE5C68-6CAF-D1A5-BD03-3AAF733756EA}"/>
                </a:ext>
              </a:extLst>
            </p:cNvPr>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07;p17">
              <a:extLst>
                <a:ext uri="{FF2B5EF4-FFF2-40B4-BE49-F238E27FC236}">
                  <a16:creationId xmlns:a16="http://schemas.microsoft.com/office/drawing/2014/main" id="{F37A232E-A862-62F1-95D8-0E8B71927E79}"/>
                </a:ext>
              </a:extLst>
            </p:cNvPr>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08;p17">
              <a:extLst>
                <a:ext uri="{FF2B5EF4-FFF2-40B4-BE49-F238E27FC236}">
                  <a16:creationId xmlns:a16="http://schemas.microsoft.com/office/drawing/2014/main" id="{054757E0-3680-43DA-9CF6-068CE813C1EB}"/>
                </a:ext>
              </a:extLst>
            </p:cNvPr>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09;p17">
              <a:extLst>
                <a:ext uri="{FF2B5EF4-FFF2-40B4-BE49-F238E27FC236}">
                  <a16:creationId xmlns:a16="http://schemas.microsoft.com/office/drawing/2014/main" id="{3866CE64-BD40-B9D1-9F2A-6755F8399A0F}"/>
                </a:ext>
              </a:extLst>
            </p:cNvPr>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10;p17">
              <a:extLst>
                <a:ext uri="{FF2B5EF4-FFF2-40B4-BE49-F238E27FC236}">
                  <a16:creationId xmlns:a16="http://schemas.microsoft.com/office/drawing/2014/main" id="{A3979B22-82C6-712F-A206-3C4FFCB2A7AB}"/>
                </a:ext>
              </a:extLst>
            </p:cNvPr>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11;p17">
              <a:extLst>
                <a:ext uri="{FF2B5EF4-FFF2-40B4-BE49-F238E27FC236}">
                  <a16:creationId xmlns:a16="http://schemas.microsoft.com/office/drawing/2014/main" id="{8B1EEC20-A761-14E5-2BC9-EB754A84FE01}"/>
                </a:ext>
              </a:extLst>
            </p:cNvPr>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12;p17">
              <a:extLst>
                <a:ext uri="{FF2B5EF4-FFF2-40B4-BE49-F238E27FC236}">
                  <a16:creationId xmlns:a16="http://schemas.microsoft.com/office/drawing/2014/main" id="{C606FAED-16E2-B1E9-5767-F1CDB37D7322}"/>
                </a:ext>
              </a:extLst>
            </p:cNvPr>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13;p17">
              <a:extLst>
                <a:ext uri="{FF2B5EF4-FFF2-40B4-BE49-F238E27FC236}">
                  <a16:creationId xmlns:a16="http://schemas.microsoft.com/office/drawing/2014/main" id="{B2154EDA-5518-0CBC-8249-E14FA623696F}"/>
                </a:ext>
              </a:extLst>
            </p:cNvPr>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14;p17">
              <a:extLst>
                <a:ext uri="{FF2B5EF4-FFF2-40B4-BE49-F238E27FC236}">
                  <a16:creationId xmlns:a16="http://schemas.microsoft.com/office/drawing/2014/main" id="{031B6E26-FC37-32DC-D4BE-3772B33B62D2}"/>
                </a:ext>
              </a:extLst>
            </p:cNvPr>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15;p17">
              <a:extLst>
                <a:ext uri="{FF2B5EF4-FFF2-40B4-BE49-F238E27FC236}">
                  <a16:creationId xmlns:a16="http://schemas.microsoft.com/office/drawing/2014/main" id="{3A454C95-58EA-0684-8E15-09FB1468C38A}"/>
                </a:ext>
              </a:extLst>
            </p:cNvPr>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816;p17">
              <a:extLst>
                <a:ext uri="{FF2B5EF4-FFF2-40B4-BE49-F238E27FC236}">
                  <a16:creationId xmlns:a16="http://schemas.microsoft.com/office/drawing/2014/main" id="{C9FFCDF3-7538-F668-1B6E-FBAB65E3AEC1}"/>
                </a:ext>
              </a:extLst>
            </p:cNvPr>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817;p17">
              <a:extLst>
                <a:ext uri="{FF2B5EF4-FFF2-40B4-BE49-F238E27FC236}">
                  <a16:creationId xmlns:a16="http://schemas.microsoft.com/office/drawing/2014/main" id="{12A0ED69-02A4-D0C1-D1A1-E4C6D1B2464F}"/>
                </a:ext>
              </a:extLst>
            </p:cNvPr>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818;p17">
              <a:extLst>
                <a:ext uri="{FF2B5EF4-FFF2-40B4-BE49-F238E27FC236}">
                  <a16:creationId xmlns:a16="http://schemas.microsoft.com/office/drawing/2014/main" id="{E9D3D2DF-0BBD-507C-2056-35CB15A2C13C}"/>
                </a:ext>
              </a:extLst>
            </p:cNvPr>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819;p17">
              <a:extLst>
                <a:ext uri="{FF2B5EF4-FFF2-40B4-BE49-F238E27FC236}">
                  <a16:creationId xmlns:a16="http://schemas.microsoft.com/office/drawing/2014/main" id="{0738DEF6-2DDD-194D-BF24-12114D85F49C}"/>
                </a:ext>
              </a:extLst>
            </p:cNvPr>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820;p17">
              <a:extLst>
                <a:ext uri="{FF2B5EF4-FFF2-40B4-BE49-F238E27FC236}">
                  <a16:creationId xmlns:a16="http://schemas.microsoft.com/office/drawing/2014/main" id="{2C46F562-ACF7-B91C-4DE4-218A6965F00C}"/>
                </a:ext>
              </a:extLst>
            </p:cNvPr>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821;p17">
              <a:extLst>
                <a:ext uri="{FF2B5EF4-FFF2-40B4-BE49-F238E27FC236}">
                  <a16:creationId xmlns:a16="http://schemas.microsoft.com/office/drawing/2014/main" id="{5256FF40-A985-8FD6-5335-D441C38F57D2}"/>
                </a:ext>
              </a:extLst>
            </p:cNvPr>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822;p17">
              <a:extLst>
                <a:ext uri="{FF2B5EF4-FFF2-40B4-BE49-F238E27FC236}">
                  <a16:creationId xmlns:a16="http://schemas.microsoft.com/office/drawing/2014/main" id="{B7EFCB4D-A9AA-0FAD-09F6-3E92DC789B6C}"/>
                </a:ext>
              </a:extLst>
            </p:cNvPr>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823;p17">
              <a:extLst>
                <a:ext uri="{FF2B5EF4-FFF2-40B4-BE49-F238E27FC236}">
                  <a16:creationId xmlns:a16="http://schemas.microsoft.com/office/drawing/2014/main" id="{66BCBE4C-3FDF-D803-0867-7983C488F4F3}"/>
                </a:ext>
              </a:extLst>
            </p:cNvPr>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824;p17">
              <a:extLst>
                <a:ext uri="{FF2B5EF4-FFF2-40B4-BE49-F238E27FC236}">
                  <a16:creationId xmlns:a16="http://schemas.microsoft.com/office/drawing/2014/main" id="{5C6C4587-681C-4692-D1CA-417C76C06ED8}"/>
                </a:ext>
              </a:extLst>
            </p:cNvPr>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825;p17">
              <a:extLst>
                <a:ext uri="{FF2B5EF4-FFF2-40B4-BE49-F238E27FC236}">
                  <a16:creationId xmlns:a16="http://schemas.microsoft.com/office/drawing/2014/main" id="{0191DDB9-6FEB-FD29-9F72-5903FB8F39EF}"/>
                </a:ext>
              </a:extLst>
            </p:cNvPr>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826;p17">
              <a:extLst>
                <a:ext uri="{FF2B5EF4-FFF2-40B4-BE49-F238E27FC236}">
                  <a16:creationId xmlns:a16="http://schemas.microsoft.com/office/drawing/2014/main" id="{B441349E-4611-B6C5-72BE-3B237CCD133B}"/>
                </a:ext>
              </a:extLst>
            </p:cNvPr>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827;p17">
              <a:extLst>
                <a:ext uri="{FF2B5EF4-FFF2-40B4-BE49-F238E27FC236}">
                  <a16:creationId xmlns:a16="http://schemas.microsoft.com/office/drawing/2014/main" id="{B2407729-8BD8-6E9D-94F7-C2F14E880337}"/>
                </a:ext>
              </a:extLst>
            </p:cNvPr>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828;p17">
              <a:extLst>
                <a:ext uri="{FF2B5EF4-FFF2-40B4-BE49-F238E27FC236}">
                  <a16:creationId xmlns:a16="http://schemas.microsoft.com/office/drawing/2014/main" id="{AD587399-9401-DF56-4990-A5BEB1B42883}"/>
                </a:ext>
              </a:extLst>
            </p:cNvPr>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829;p17">
              <a:extLst>
                <a:ext uri="{FF2B5EF4-FFF2-40B4-BE49-F238E27FC236}">
                  <a16:creationId xmlns:a16="http://schemas.microsoft.com/office/drawing/2014/main" id="{9EFA1934-7276-5156-90BA-ECE87BB40B92}"/>
                </a:ext>
              </a:extLst>
            </p:cNvPr>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830;p17">
              <a:extLst>
                <a:ext uri="{FF2B5EF4-FFF2-40B4-BE49-F238E27FC236}">
                  <a16:creationId xmlns:a16="http://schemas.microsoft.com/office/drawing/2014/main" id="{AED87503-2249-16B0-0210-4C15EC13BB77}"/>
                </a:ext>
              </a:extLst>
            </p:cNvPr>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831;p17">
              <a:extLst>
                <a:ext uri="{FF2B5EF4-FFF2-40B4-BE49-F238E27FC236}">
                  <a16:creationId xmlns:a16="http://schemas.microsoft.com/office/drawing/2014/main" id="{5A187882-43CB-4902-AC1D-A557B04024FE}"/>
                </a:ext>
              </a:extLst>
            </p:cNvPr>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832;p17">
              <a:extLst>
                <a:ext uri="{FF2B5EF4-FFF2-40B4-BE49-F238E27FC236}">
                  <a16:creationId xmlns:a16="http://schemas.microsoft.com/office/drawing/2014/main" id="{5F25DA56-7B2D-7DCA-3836-DAD4597A1EA8}"/>
                </a:ext>
              </a:extLst>
            </p:cNvPr>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833;p17">
              <a:extLst>
                <a:ext uri="{FF2B5EF4-FFF2-40B4-BE49-F238E27FC236}">
                  <a16:creationId xmlns:a16="http://schemas.microsoft.com/office/drawing/2014/main" id="{5D965BD5-9B2F-307D-EFA5-D1DB4A309C1F}"/>
                </a:ext>
              </a:extLst>
            </p:cNvPr>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834;p17">
              <a:extLst>
                <a:ext uri="{FF2B5EF4-FFF2-40B4-BE49-F238E27FC236}">
                  <a16:creationId xmlns:a16="http://schemas.microsoft.com/office/drawing/2014/main" id="{F2AC080C-586C-775B-8097-70D4EC8C37BA}"/>
                </a:ext>
              </a:extLst>
            </p:cNvPr>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835;p17">
              <a:extLst>
                <a:ext uri="{FF2B5EF4-FFF2-40B4-BE49-F238E27FC236}">
                  <a16:creationId xmlns:a16="http://schemas.microsoft.com/office/drawing/2014/main" id="{A9F44382-2756-C76A-EE9E-52C5628D4B74}"/>
                </a:ext>
              </a:extLst>
            </p:cNvPr>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836;p17">
              <a:extLst>
                <a:ext uri="{FF2B5EF4-FFF2-40B4-BE49-F238E27FC236}">
                  <a16:creationId xmlns:a16="http://schemas.microsoft.com/office/drawing/2014/main" id="{16150E77-49AB-FC90-6D63-9B811CE4DE67}"/>
                </a:ext>
              </a:extLst>
            </p:cNvPr>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837;p17">
              <a:extLst>
                <a:ext uri="{FF2B5EF4-FFF2-40B4-BE49-F238E27FC236}">
                  <a16:creationId xmlns:a16="http://schemas.microsoft.com/office/drawing/2014/main" id="{A61266CE-D843-DA75-BD76-1A1D54270216}"/>
                </a:ext>
              </a:extLst>
            </p:cNvPr>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838;p17">
              <a:extLst>
                <a:ext uri="{FF2B5EF4-FFF2-40B4-BE49-F238E27FC236}">
                  <a16:creationId xmlns:a16="http://schemas.microsoft.com/office/drawing/2014/main" id="{0061548E-95EA-8BD5-FBD9-719E05FB4968}"/>
                </a:ext>
              </a:extLst>
            </p:cNvPr>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839;p17">
              <a:extLst>
                <a:ext uri="{FF2B5EF4-FFF2-40B4-BE49-F238E27FC236}">
                  <a16:creationId xmlns:a16="http://schemas.microsoft.com/office/drawing/2014/main" id="{0FD11FF5-30E3-8A51-3A63-47B61D498BCC}"/>
                </a:ext>
              </a:extLst>
            </p:cNvPr>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840;p17">
              <a:extLst>
                <a:ext uri="{FF2B5EF4-FFF2-40B4-BE49-F238E27FC236}">
                  <a16:creationId xmlns:a16="http://schemas.microsoft.com/office/drawing/2014/main" id="{992A20FC-8D61-CC82-7761-DE5901BB5B18}"/>
                </a:ext>
              </a:extLst>
            </p:cNvPr>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841;p17">
              <a:extLst>
                <a:ext uri="{FF2B5EF4-FFF2-40B4-BE49-F238E27FC236}">
                  <a16:creationId xmlns:a16="http://schemas.microsoft.com/office/drawing/2014/main" id="{2015D678-E96F-197A-C021-59494DC95C09}"/>
                </a:ext>
              </a:extLst>
            </p:cNvPr>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rgbClr val="FFFFFF"/>
            </a:solidFill>
            <a:ln w="9525" cap="flat" cmpd="sng">
              <a:solidFill>
                <a:srgbClr val="4949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842;p17">
              <a:extLst>
                <a:ext uri="{FF2B5EF4-FFF2-40B4-BE49-F238E27FC236}">
                  <a16:creationId xmlns:a16="http://schemas.microsoft.com/office/drawing/2014/main" id="{419B301A-FF8F-FFE0-B315-85853C07DE97}"/>
                </a:ext>
              </a:extLst>
            </p:cNvPr>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843;p17">
              <a:extLst>
                <a:ext uri="{FF2B5EF4-FFF2-40B4-BE49-F238E27FC236}">
                  <a16:creationId xmlns:a16="http://schemas.microsoft.com/office/drawing/2014/main" id="{6404182D-A28A-5427-451F-38A7259DBD19}"/>
                </a:ext>
              </a:extLst>
            </p:cNvPr>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844;p17">
              <a:extLst>
                <a:ext uri="{FF2B5EF4-FFF2-40B4-BE49-F238E27FC236}">
                  <a16:creationId xmlns:a16="http://schemas.microsoft.com/office/drawing/2014/main" id="{49295855-05EE-C233-C92F-E7AEB5FCF3B9}"/>
                </a:ext>
              </a:extLst>
            </p:cNvPr>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845;p17">
              <a:extLst>
                <a:ext uri="{FF2B5EF4-FFF2-40B4-BE49-F238E27FC236}">
                  <a16:creationId xmlns:a16="http://schemas.microsoft.com/office/drawing/2014/main" id="{DDC8D972-F278-D4B2-DB5B-523D951A4D87}"/>
                </a:ext>
              </a:extLst>
            </p:cNvPr>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846;p17">
              <a:extLst>
                <a:ext uri="{FF2B5EF4-FFF2-40B4-BE49-F238E27FC236}">
                  <a16:creationId xmlns:a16="http://schemas.microsoft.com/office/drawing/2014/main" id="{B1F49493-8BA3-0E36-D4B5-F40D06626537}"/>
                </a:ext>
              </a:extLst>
            </p:cNvPr>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847;p17">
              <a:extLst>
                <a:ext uri="{FF2B5EF4-FFF2-40B4-BE49-F238E27FC236}">
                  <a16:creationId xmlns:a16="http://schemas.microsoft.com/office/drawing/2014/main" id="{82D2E216-A65A-FC49-F9BE-76C856BDBA3F}"/>
                </a:ext>
              </a:extLst>
            </p:cNvPr>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848;p17">
              <a:extLst>
                <a:ext uri="{FF2B5EF4-FFF2-40B4-BE49-F238E27FC236}">
                  <a16:creationId xmlns:a16="http://schemas.microsoft.com/office/drawing/2014/main" id="{CBC87A7F-352A-3AD5-ED08-FE04C23BBC33}"/>
                </a:ext>
              </a:extLst>
            </p:cNvPr>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849;p17">
              <a:extLst>
                <a:ext uri="{FF2B5EF4-FFF2-40B4-BE49-F238E27FC236}">
                  <a16:creationId xmlns:a16="http://schemas.microsoft.com/office/drawing/2014/main" id="{2E5B472A-9908-719C-0876-F2D9D3A13DB1}"/>
                </a:ext>
              </a:extLst>
            </p:cNvPr>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850;p17">
              <a:extLst>
                <a:ext uri="{FF2B5EF4-FFF2-40B4-BE49-F238E27FC236}">
                  <a16:creationId xmlns:a16="http://schemas.microsoft.com/office/drawing/2014/main" id="{BD3DB792-BB2A-2D28-2E42-5503E5C965AA}"/>
                </a:ext>
              </a:extLst>
            </p:cNvPr>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851;p17">
              <a:extLst>
                <a:ext uri="{FF2B5EF4-FFF2-40B4-BE49-F238E27FC236}">
                  <a16:creationId xmlns:a16="http://schemas.microsoft.com/office/drawing/2014/main" id="{7A0B19A3-55AA-FF5A-E324-AEA19591BEF8}"/>
                </a:ext>
              </a:extLst>
            </p:cNvPr>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852;p17">
              <a:extLst>
                <a:ext uri="{FF2B5EF4-FFF2-40B4-BE49-F238E27FC236}">
                  <a16:creationId xmlns:a16="http://schemas.microsoft.com/office/drawing/2014/main" id="{7C3BFFDD-80F7-A501-DB0D-8E8D25F98C07}"/>
                </a:ext>
              </a:extLst>
            </p:cNvPr>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853;p17">
              <a:extLst>
                <a:ext uri="{FF2B5EF4-FFF2-40B4-BE49-F238E27FC236}">
                  <a16:creationId xmlns:a16="http://schemas.microsoft.com/office/drawing/2014/main" id="{555310A3-5ACF-8B69-88DB-29F05ECC3D1B}"/>
                </a:ext>
              </a:extLst>
            </p:cNvPr>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854;p17">
              <a:extLst>
                <a:ext uri="{FF2B5EF4-FFF2-40B4-BE49-F238E27FC236}">
                  <a16:creationId xmlns:a16="http://schemas.microsoft.com/office/drawing/2014/main" id="{73D7D89E-3BA8-B0A3-8291-FE92B7CAC3C9}"/>
                </a:ext>
              </a:extLst>
            </p:cNvPr>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855;p17">
              <a:extLst>
                <a:ext uri="{FF2B5EF4-FFF2-40B4-BE49-F238E27FC236}">
                  <a16:creationId xmlns:a16="http://schemas.microsoft.com/office/drawing/2014/main" id="{2F34773A-6E77-87F0-3998-BDDD47AEB908}"/>
                </a:ext>
              </a:extLst>
            </p:cNvPr>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856;p17">
              <a:extLst>
                <a:ext uri="{FF2B5EF4-FFF2-40B4-BE49-F238E27FC236}">
                  <a16:creationId xmlns:a16="http://schemas.microsoft.com/office/drawing/2014/main" id="{72B62E94-60AC-88C8-B1C1-3819681C0530}"/>
                </a:ext>
              </a:extLst>
            </p:cNvPr>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857;p17">
              <a:extLst>
                <a:ext uri="{FF2B5EF4-FFF2-40B4-BE49-F238E27FC236}">
                  <a16:creationId xmlns:a16="http://schemas.microsoft.com/office/drawing/2014/main" id="{8B514C31-7421-325E-557C-D124BDD8AC38}"/>
                </a:ext>
              </a:extLst>
            </p:cNvPr>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858;p17">
              <a:extLst>
                <a:ext uri="{FF2B5EF4-FFF2-40B4-BE49-F238E27FC236}">
                  <a16:creationId xmlns:a16="http://schemas.microsoft.com/office/drawing/2014/main" id="{5040F5DB-770C-C76A-4343-6452EF188FA7}"/>
                </a:ext>
              </a:extLst>
            </p:cNvPr>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859;p17">
              <a:extLst>
                <a:ext uri="{FF2B5EF4-FFF2-40B4-BE49-F238E27FC236}">
                  <a16:creationId xmlns:a16="http://schemas.microsoft.com/office/drawing/2014/main" id="{424727C8-78C7-6F35-1035-7E4261E7B973}"/>
                </a:ext>
              </a:extLst>
            </p:cNvPr>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860;p17">
              <a:extLst>
                <a:ext uri="{FF2B5EF4-FFF2-40B4-BE49-F238E27FC236}">
                  <a16:creationId xmlns:a16="http://schemas.microsoft.com/office/drawing/2014/main" id="{38A6D667-98D1-B358-C4F2-F231C716421B}"/>
                </a:ext>
              </a:extLst>
            </p:cNvPr>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861;p17">
              <a:extLst>
                <a:ext uri="{FF2B5EF4-FFF2-40B4-BE49-F238E27FC236}">
                  <a16:creationId xmlns:a16="http://schemas.microsoft.com/office/drawing/2014/main" id="{E6C5D1E9-07FE-6B91-0CD1-37AF8069424E}"/>
                </a:ext>
              </a:extLst>
            </p:cNvPr>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862;p17">
              <a:extLst>
                <a:ext uri="{FF2B5EF4-FFF2-40B4-BE49-F238E27FC236}">
                  <a16:creationId xmlns:a16="http://schemas.microsoft.com/office/drawing/2014/main" id="{8116796B-45CA-83E5-6CD8-2FC92CCD1A32}"/>
                </a:ext>
              </a:extLst>
            </p:cNvPr>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863;p17">
              <a:extLst>
                <a:ext uri="{FF2B5EF4-FFF2-40B4-BE49-F238E27FC236}">
                  <a16:creationId xmlns:a16="http://schemas.microsoft.com/office/drawing/2014/main" id="{2E36B3D8-4134-3ACF-1E85-E757E3F59FBE}"/>
                </a:ext>
              </a:extLst>
            </p:cNvPr>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864;p17">
              <a:extLst>
                <a:ext uri="{FF2B5EF4-FFF2-40B4-BE49-F238E27FC236}">
                  <a16:creationId xmlns:a16="http://schemas.microsoft.com/office/drawing/2014/main" id="{DB2652E8-881B-7D78-6E6F-25F6E16172D5}"/>
                </a:ext>
              </a:extLst>
            </p:cNvPr>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865;p17">
              <a:extLst>
                <a:ext uri="{FF2B5EF4-FFF2-40B4-BE49-F238E27FC236}">
                  <a16:creationId xmlns:a16="http://schemas.microsoft.com/office/drawing/2014/main" id="{E688832D-B191-FC7A-3977-5DA534B6D095}"/>
                </a:ext>
              </a:extLst>
            </p:cNvPr>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866;p17">
              <a:extLst>
                <a:ext uri="{FF2B5EF4-FFF2-40B4-BE49-F238E27FC236}">
                  <a16:creationId xmlns:a16="http://schemas.microsoft.com/office/drawing/2014/main" id="{56F5F490-BDD4-72DC-40F1-7C3DAB4C8362}"/>
                </a:ext>
              </a:extLst>
            </p:cNvPr>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867;p17">
              <a:extLst>
                <a:ext uri="{FF2B5EF4-FFF2-40B4-BE49-F238E27FC236}">
                  <a16:creationId xmlns:a16="http://schemas.microsoft.com/office/drawing/2014/main" id="{4B2F734F-B281-7A0B-5842-A88A2277AC63}"/>
                </a:ext>
              </a:extLst>
            </p:cNvPr>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868;p17">
              <a:extLst>
                <a:ext uri="{FF2B5EF4-FFF2-40B4-BE49-F238E27FC236}">
                  <a16:creationId xmlns:a16="http://schemas.microsoft.com/office/drawing/2014/main" id="{551970E9-6D34-9508-03CF-AB27ABDF916A}"/>
                </a:ext>
              </a:extLst>
            </p:cNvPr>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869;p17">
              <a:extLst>
                <a:ext uri="{FF2B5EF4-FFF2-40B4-BE49-F238E27FC236}">
                  <a16:creationId xmlns:a16="http://schemas.microsoft.com/office/drawing/2014/main" id="{56CA9B5E-57B8-4A20-B9EA-15B6AE7DCD75}"/>
                </a:ext>
              </a:extLst>
            </p:cNvPr>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870;p17">
              <a:extLst>
                <a:ext uri="{FF2B5EF4-FFF2-40B4-BE49-F238E27FC236}">
                  <a16:creationId xmlns:a16="http://schemas.microsoft.com/office/drawing/2014/main" id="{CF002268-C030-26C7-8FA0-C08CC971A35A}"/>
                </a:ext>
              </a:extLst>
            </p:cNvPr>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871;p17">
              <a:extLst>
                <a:ext uri="{FF2B5EF4-FFF2-40B4-BE49-F238E27FC236}">
                  <a16:creationId xmlns:a16="http://schemas.microsoft.com/office/drawing/2014/main" id="{08DFB6B9-F73B-939A-D6CD-1FF6E9BC3494}"/>
                </a:ext>
              </a:extLst>
            </p:cNvPr>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872;p17">
              <a:extLst>
                <a:ext uri="{FF2B5EF4-FFF2-40B4-BE49-F238E27FC236}">
                  <a16:creationId xmlns:a16="http://schemas.microsoft.com/office/drawing/2014/main" id="{65010219-BAA6-091B-48DC-BB2EF62AD245}"/>
                </a:ext>
              </a:extLst>
            </p:cNvPr>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873;p17">
              <a:extLst>
                <a:ext uri="{FF2B5EF4-FFF2-40B4-BE49-F238E27FC236}">
                  <a16:creationId xmlns:a16="http://schemas.microsoft.com/office/drawing/2014/main" id="{ADC01892-AF80-8D49-5E49-1A6A99EE6411}"/>
                </a:ext>
              </a:extLst>
            </p:cNvPr>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874;p17">
              <a:extLst>
                <a:ext uri="{FF2B5EF4-FFF2-40B4-BE49-F238E27FC236}">
                  <a16:creationId xmlns:a16="http://schemas.microsoft.com/office/drawing/2014/main" id="{19DB3E01-0267-2269-7275-1F01128D065B}"/>
                </a:ext>
              </a:extLst>
            </p:cNvPr>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875;p17">
              <a:extLst>
                <a:ext uri="{FF2B5EF4-FFF2-40B4-BE49-F238E27FC236}">
                  <a16:creationId xmlns:a16="http://schemas.microsoft.com/office/drawing/2014/main" id="{188A20D2-582F-1BF6-ECF5-CAA388DB6602}"/>
                </a:ext>
              </a:extLst>
            </p:cNvPr>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876;p17">
              <a:extLst>
                <a:ext uri="{FF2B5EF4-FFF2-40B4-BE49-F238E27FC236}">
                  <a16:creationId xmlns:a16="http://schemas.microsoft.com/office/drawing/2014/main" id="{9D02EC89-038F-FF26-2EEE-C1D9B0D3A933}"/>
                </a:ext>
              </a:extLst>
            </p:cNvPr>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877;p17">
              <a:extLst>
                <a:ext uri="{FF2B5EF4-FFF2-40B4-BE49-F238E27FC236}">
                  <a16:creationId xmlns:a16="http://schemas.microsoft.com/office/drawing/2014/main" id="{315898BD-42EA-DB6E-18AA-A1F10B847819}"/>
                </a:ext>
              </a:extLst>
            </p:cNvPr>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878;p17">
              <a:extLst>
                <a:ext uri="{FF2B5EF4-FFF2-40B4-BE49-F238E27FC236}">
                  <a16:creationId xmlns:a16="http://schemas.microsoft.com/office/drawing/2014/main" id="{C9922EAB-C7DE-C26A-46A6-4442E2861204}"/>
                </a:ext>
              </a:extLst>
            </p:cNvPr>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879;p17">
              <a:extLst>
                <a:ext uri="{FF2B5EF4-FFF2-40B4-BE49-F238E27FC236}">
                  <a16:creationId xmlns:a16="http://schemas.microsoft.com/office/drawing/2014/main" id="{97467F35-D215-C090-2736-D2532408DB0D}"/>
                </a:ext>
              </a:extLst>
            </p:cNvPr>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880;p17">
              <a:extLst>
                <a:ext uri="{FF2B5EF4-FFF2-40B4-BE49-F238E27FC236}">
                  <a16:creationId xmlns:a16="http://schemas.microsoft.com/office/drawing/2014/main" id="{E3BE7A15-667D-D93A-72D7-E7DE4B454EFD}"/>
                </a:ext>
              </a:extLst>
            </p:cNvPr>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881;p17">
              <a:extLst>
                <a:ext uri="{FF2B5EF4-FFF2-40B4-BE49-F238E27FC236}">
                  <a16:creationId xmlns:a16="http://schemas.microsoft.com/office/drawing/2014/main" id="{4844FA0F-E097-0533-407A-473DFF305019}"/>
                </a:ext>
              </a:extLst>
            </p:cNvPr>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rgbClr val="9E9E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882;p17">
              <a:extLst>
                <a:ext uri="{FF2B5EF4-FFF2-40B4-BE49-F238E27FC236}">
                  <a16:creationId xmlns:a16="http://schemas.microsoft.com/office/drawing/2014/main" id="{194E199F-9F7F-D489-40A9-C8AC4F67FCC2}"/>
                </a:ext>
              </a:extLst>
            </p:cNvPr>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rgbClr val="9E9E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883;p17">
              <a:extLst>
                <a:ext uri="{FF2B5EF4-FFF2-40B4-BE49-F238E27FC236}">
                  <a16:creationId xmlns:a16="http://schemas.microsoft.com/office/drawing/2014/main" id="{AD733CA5-9382-21AD-8F6E-609D25FBB87F}"/>
                </a:ext>
              </a:extLst>
            </p:cNvPr>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884;p17">
              <a:extLst>
                <a:ext uri="{FF2B5EF4-FFF2-40B4-BE49-F238E27FC236}">
                  <a16:creationId xmlns:a16="http://schemas.microsoft.com/office/drawing/2014/main" id="{5C1F301E-F466-A124-C05B-2E691A7BC956}"/>
                </a:ext>
              </a:extLst>
            </p:cNvPr>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885;p17">
              <a:extLst>
                <a:ext uri="{FF2B5EF4-FFF2-40B4-BE49-F238E27FC236}">
                  <a16:creationId xmlns:a16="http://schemas.microsoft.com/office/drawing/2014/main" id="{04E07BCB-FF7B-9133-E177-C1BB0B8E88D6}"/>
                </a:ext>
              </a:extLst>
            </p:cNvPr>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886;p17">
              <a:extLst>
                <a:ext uri="{FF2B5EF4-FFF2-40B4-BE49-F238E27FC236}">
                  <a16:creationId xmlns:a16="http://schemas.microsoft.com/office/drawing/2014/main" id="{2FDA306A-0257-ABDE-A9A3-CC90944089FD}"/>
                </a:ext>
              </a:extLst>
            </p:cNvPr>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887;p17">
              <a:extLst>
                <a:ext uri="{FF2B5EF4-FFF2-40B4-BE49-F238E27FC236}">
                  <a16:creationId xmlns:a16="http://schemas.microsoft.com/office/drawing/2014/main" id="{1DCD2F21-59B6-5B9F-A0CB-816D513E3D69}"/>
                </a:ext>
              </a:extLst>
            </p:cNvPr>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888;p17">
              <a:extLst>
                <a:ext uri="{FF2B5EF4-FFF2-40B4-BE49-F238E27FC236}">
                  <a16:creationId xmlns:a16="http://schemas.microsoft.com/office/drawing/2014/main" id="{F95A1F38-4053-2486-38E0-10A147E9CAA4}"/>
                </a:ext>
              </a:extLst>
            </p:cNvPr>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889;p17">
              <a:extLst>
                <a:ext uri="{FF2B5EF4-FFF2-40B4-BE49-F238E27FC236}">
                  <a16:creationId xmlns:a16="http://schemas.microsoft.com/office/drawing/2014/main" id="{023515CE-2E06-07B2-AC78-AAF940D2450B}"/>
                </a:ext>
              </a:extLst>
            </p:cNvPr>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890;p17">
              <a:extLst>
                <a:ext uri="{FF2B5EF4-FFF2-40B4-BE49-F238E27FC236}">
                  <a16:creationId xmlns:a16="http://schemas.microsoft.com/office/drawing/2014/main" id="{6B8D752C-290B-C840-5101-DBAB47863B24}"/>
                </a:ext>
              </a:extLst>
            </p:cNvPr>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891;p17">
              <a:extLst>
                <a:ext uri="{FF2B5EF4-FFF2-40B4-BE49-F238E27FC236}">
                  <a16:creationId xmlns:a16="http://schemas.microsoft.com/office/drawing/2014/main" id="{815AD328-75BC-ED08-010F-9531BB875070}"/>
                </a:ext>
              </a:extLst>
            </p:cNvPr>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892;p17">
              <a:extLst>
                <a:ext uri="{FF2B5EF4-FFF2-40B4-BE49-F238E27FC236}">
                  <a16:creationId xmlns:a16="http://schemas.microsoft.com/office/drawing/2014/main" id="{065A2612-9A97-DC58-D9D8-73F152BAAFC2}"/>
                </a:ext>
              </a:extLst>
            </p:cNvPr>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893;p17">
              <a:extLst>
                <a:ext uri="{FF2B5EF4-FFF2-40B4-BE49-F238E27FC236}">
                  <a16:creationId xmlns:a16="http://schemas.microsoft.com/office/drawing/2014/main" id="{D5DECFEB-EBAF-EB3E-9C7E-5858872FDA1D}"/>
                </a:ext>
              </a:extLst>
            </p:cNvPr>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894;p17">
              <a:extLst>
                <a:ext uri="{FF2B5EF4-FFF2-40B4-BE49-F238E27FC236}">
                  <a16:creationId xmlns:a16="http://schemas.microsoft.com/office/drawing/2014/main" id="{E16BF43C-14C3-DC20-6F8F-357FF4ABBED9}"/>
                </a:ext>
              </a:extLst>
            </p:cNvPr>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895;p17">
              <a:extLst>
                <a:ext uri="{FF2B5EF4-FFF2-40B4-BE49-F238E27FC236}">
                  <a16:creationId xmlns:a16="http://schemas.microsoft.com/office/drawing/2014/main" id="{0BC5390D-D091-350D-B6ED-24A8982D7DD6}"/>
                </a:ext>
              </a:extLst>
            </p:cNvPr>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rgbClr val="477797"/>
            </a:solidFill>
            <a:ln w="9525" cap="flat" cmpd="sng">
              <a:solidFill>
                <a:srgbClr val="47779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896;p17">
              <a:extLst>
                <a:ext uri="{FF2B5EF4-FFF2-40B4-BE49-F238E27FC236}">
                  <a16:creationId xmlns:a16="http://schemas.microsoft.com/office/drawing/2014/main" id="{A57D2890-1C6E-36C1-1DCA-85D856BF1F33}"/>
                </a:ext>
              </a:extLst>
            </p:cNvPr>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897;p17">
              <a:extLst>
                <a:ext uri="{FF2B5EF4-FFF2-40B4-BE49-F238E27FC236}">
                  <a16:creationId xmlns:a16="http://schemas.microsoft.com/office/drawing/2014/main" id="{4D6415BE-48CF-79A6-A3B4-E2A267F58A2A}"/>
                </a:ext>
              </a:extLst>
            </p:cNvPr>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898;p17">
              <a:extLst>
                <a:ext uri="{FF2B5EF4-FFF2-40B4-BE49-F238E27FC236}">
                  <a16:creationId xmlns:a16="http://schemas.microsoft.com/office/drawing/2014/main" id="{6388CA22-4391-8612-FB13-BDA2D7B0D0EA}"/>
                </a:ext>
              </a:extLst>
            </p:cNvPr>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899;p17">
              <a:extLst>
                <a:ext uri="{FF2B5EF4-FFF2-40B4-BE49-F238E27FC236}">
                  <a16:creationId xmlns:a16="http://schemas.microsoft.com/office/drawing/2014/main" id="{74A93FDD-E157-F657-1B7B-1A91639FFC9F}"/>
                </a:ext>
              </a:extLst>
            </p:cNvPr>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900;p17">
              <a:extLst>
                <a:ext uri="{FF2B5EF4-FFF2-40B4-BE49-F238E27FC236}">
                  <a16:creationId xmlns:a16="http://schemas.microsoft.com/office/drawing/2014/main" id="{865699B5-F012-ED0C-A2F6-105B8B7AE0B3}"/>
                </a:ext>
              </a:extLst>
            </p:cNvPr>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901;p17">
              <a:extLst>
                <a:ext uri="{FF2B5EF4-FFF2-40B4-BE49-F238E27FC236}">
                  <a16:creationId xmlns:a16="http://schemas.microsoft.com/office/drawing/2014/main" id="{176D32A6-66F6-69FA-842F-9412DAD95CF2}"/>
                </a:ext>
              </a:extLst>
            </p:cNvPr>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902;p17">
              <a:extLst>
                <a:ext uri="{FF2B5EF4-FFF2-40B4-BE49-F238E27FC236}">
                  <a16:creationId xmlns:a16="http://schemas.microsoft.com/office/drawing/2014/main" id="{E7252ECB-2683-5023-35B5-472103D12D18}"/>
                </a:ext>
              </a:extLst>
            </p:cNvPr>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rgbClr val="4777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903;p17">
              <a:extLst>
                <a:ext uri="{FF2B5EF4-FFF2-40B4-BE49-F238E27FC236}">
                  <a16:creationId xmlns:a16="http://schemas.microsoft.com/office/drawing/2014/main" id="{054AE343-FF0B-BA4B-CA6D-ED87E2E7E1D5}"/>
                </a:ext>
              </a:extLst>
            </p:cNvPr>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904;p17">
              <a:extLst>
                <a:ext uri="{FF2B5EF4-FFF2-40B4-BE49-F238E27FC236}">
                  <a16:creationId xmlns:a16="http://schemas.microsoft.com/office/drawing/2014/main" id="{18C7BCC9-A5E2-0572-2E63-5755EB9851AE}"/>
                </a:ext>
              </a:extLst>
            </p:cNvPr>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905;p17">
              <a:extLst>
                <a:ext uri="{FF2B5EF4-FFF2-40B4-BE49-F238E27FC236}">
                  <a16:creationId xmlns:a16="http://schemas.microsoft.com/office/drawing/2014/main" id="{549394F7-3240-57FB-F995-F307FFD37A78}"/>
                </a:ext>
              </a:extLst>
            </p:cNvPr>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906;p17">
              <a:extLst>
                <a:ext uri="{FF2B5EF4-FFF2-40B4-BE49-F238E27FC236}">
                  <a16:creationId xmlns:a16="http://schemas.microsoft.com/office/drawing/2014/main" id="{8D0727C7-2FF9-D9CE-0E82-1D1B439F1050}"/>
                </a:ext>
              </a:extLst>
            </p:cNvPr>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907;p17">
              <a:extLst>
                <a:ext uri="{FF2B5EF4-FFF2-40B4-BE49-F238E27FC236}">
                  <a16:creationId xmlns:a16="http://schemas.microsoft.com/office/drawing/2014/main" id="{8C7144D6-FBC6-5FD8-318D-3F99302242AC}"/>
                </a:ext>
              </a:extLst>
            </p:cNvPr>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908;p17">
              <a:extLst>
                <a:ext uri="{FF2B5EF4-FFF2-40B4-BE49-F238E27FC236}">
                  <a16:creationId xmlns:a16="http://schemas.microsoft.com/office/drawing/2014/main" id="{BC21F2BA-DF54-AC7E-FFC4-389F63DBEEAC}"/>
                </a:ext>
              </a:extLst>
            </p:cNvPr>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909;p17">
              <a:extLst>
                <a:ext uri="{FF2B5EF4-FFF2-40B4-BE49-F238E27FC236}">
                  <a16:creationId xmlns:a16="http://schemas.microsoft.com/office/drawing/2014/main" id="{CDF56377-7959-69A5-54E5-F2E4B9DA2413}"/>
                </a:ext>
              </a:extLst>
            </p:cNvPr>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910;p17">
              <a:extLst>
                <a:ext uri="{FF2B5EF4-FFF2-40B4-BE49-F238E27FC236}">
                  <a16:creationId xmlns:a16="http://schemas.microsoft.com/office/drawing/2014/main" id="{65B5FC14-8311-FD03-F896-3E8CA1AA9181}"/>
                </a:ext>
              </a:extLst>
            </p:cNvPr>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911;p17">
              <a:extLst>
                <a:ext uri="{FF2B5EF4-FFF2-40B4-BE49-F238E27FC236}">
                  <a16:creationId xmlns:a16="http://schemas.microsoft.com/office/drawing/2014/main" id="{E16F3772-E8A0-A29A-80B3-0E06D780A9CE}"/>
                </a:ext>
              </a:extLst>
            </p:cNvPr>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912;p17">
              <a:extLst>
                <a:ext uri="{FF2B5EF4-FFF2-40B4-BE49-F238E27FC236}">
                  <a16:creationId xmlns:a16="http://schemas.microsoft.com/office/drawing/2014/main" id="{EB2375A1-DB98-4A09-04A0-E43459154819}"/>
                </a:ext>
              </a:extLst>
            </p:cNvPr>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913;p17">
              <a:extLst>
                <a:ext uri="{FF2B5EF4-FFF2-40B4-BE49-F238E27FC236}">
                  <a16:creationId xmlns:a16="http://schemas.microsoft.com/office/drawing/2014/main" id="{F029F560-C6B8-3130-F3A5-B860E4E12582}"/>
                </a:ext>
              </a:extLst>
            </p:cNvPr>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rgbClr val="477797"/>
            </a:solidFill>
            <a:ln w="9525" cap="flat" cmpd="sng">
              <a:solidFill>
                <a:srgbClr val="47779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914;p17">
              <a:extLst>
                <a:ext uri="{FF2B5EF4-FFF2-40B4-BE49-F238E27FC236}">
                  <a16:creationId xmlns:a16="http://schemas.microsoft.com/office/drawing/2014/main" id="{84707EC3-020C-1946-FCB1-7E0AD141A257}"/>
                </a:ext>
              </a:extLst>
            </p:cNvPr>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915;p17">
              <a:extLst>
                <a:ext uri="{FF2B5EF4-FFF2-40B4-BE49-F238E27FC236}">
                  <a16:creationId xmlns:a16="http://schemas.microsoft.com/office/drawing/2014/main" id="{2E05C9D0-D3FA-4A8B-346E-6DD150DD62CB}"/>
                </a:ext>
              </a:extLst>
            </p:cNvPr>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916;p17">
              <a:extLst>
                <a:ext uri="{FF2B5EF4-FFF2-40B4-BE49-F238E27FC236}">
                  <a16:creationId xmlns:a16="http://schemas.microsoft.com/office/drawing/2014/main" id="{65E73765-41E7-2920-63DB-DDB757DB8F5A}"/>
                </a:ext>
              </a:extLst>
            </p:cNvPr>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917;p17">
              <a:extLst>
                <a:ext uri="{FF2B5EF4-FFF2-40B4-BE49-F238E27FC236}">
                  <a16:creationId xmlns:a16="http://schemas.microsoft.com/office/drawing/2014/main" id="{DDA858CD-1934-5501-0184-52FB7E83D7BD}"/>
                </a:ext>
              </a:extLst>
            </p:cNvPr>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918;p17">
              <a:extLst>
                <a:ext uri="{FF2B5EF4-FFF2-40B4-BE49-F238E27FC236}">
                  <a16:creationId xmlns:a16="http://schemas.microsoft.com/office/drawing/2014/main" id="{3E0D206F-CAC1-8007-021B-4680B764E636}"/>
                </a:ext>
              </a:extLst>
            </p:cNvPr>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919;p17">
              <a:extLst>
                <a:ext uri="{FF2B5EF4-FFF2-40B4-BE49-F238E27FC236}">
                  <a16:creationId xmlns:a16="http://schemas.microsoft.com/office/drawing/2014/main" id="{BAA108D5-815C-03D1-7DA4-63447C099C5B}"/>
                </a:ext>
              </a:extLst>
            </p:cNvPr>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920;p17">
              <a:extLst>
                <a:ext uri="{FF2B5EF4-FFF2-40B4-BE49-F238E27FC236}">
                  <a16:creationId xmlns:a16="http://schemas.microsoft.com/office/drawing/2014/main" id="{9510234B-23B5-3B84-F887-49F01AB67DA3}"/>
                </a:ext>
              </a:extLst>
            </p:cNvPr>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921;p17">
              <a:extLst>
                <a:ext uri="{FF2B5EF4-FFF2-40B4-BE49-F238E27FC236}">
                  <a16:creationId xmlns:a16="http://schemas.microsoft.com/office/drawing/2014/main" id="{EE7AE4DF-C235-3504-449F-CB3FAE91A6C9}"/>
                </a:ext>
              </a:extLst>
            </p:cNvPr>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6" name="Google Shape;2148;p38">
            <a:extLst>
              <a:ext uri="{FF2B5EF4-FFF2-40B4-BE49-F238E27FC236}">
                <a16:creationId xmlns:a16="http://schemas.microsoft.com/office/drawing/2014/main" id="{703F9683-15C3-AE47-B05E-479BC669F809}"/>
              </a:ext>
            </a:extLst>
          </p:cNvPr>
          <p:cNvSpPr txBox="1">
            <a:spLocks/>
          </p:cNvSpPr>
          <p:nvPr/>
        </p:nvSpPr>
        <p:spPr>
          <a:xfrm>
            <a:off x="1219200" y="826592"/>
            <a:ext cx="15393000" cy="1145400"/>
          </a:xfrm>
          <a:prstGeom prst="rect">
            <a:avLst/>
          </a:prstGeom>
        </p:spPr>
        <p:txBody>
          <a:bodyPr spcFirstLastPara="1" vert="horz" wrap="square" lIns="182850" tIns="182850" rIns="182850" bIns="18285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ts val="0"/>
              </a:spcBef>
            </a:pPr>
            <a:r>
              <a:rPr lang="en-US" dirty="0">
                <a:solidFill>
                  <a:schemeClr val="tx2">
                    <a:lumMod val="75000"/>
                  </a:schemeClr>
                </a:solidFill>
                <a:latin typeface="Amasis MT Pro Medium" panose="02040604050005020304" pitchFamily="18" charset="0"/>
              </a:rPr>
              <a:t>FEASIBILITY</a:t>
            </a:r>
          </a:p>
        </p:txBody>
      </p:sp>
      <p:sp>
        <p:nvSpPr>
          <p:cNvPr id="199" name="TextBox 198">
            <a:extLst>
              <a:ext uri="{FF2B5EF4-FFF2-40B4-BE49-F238E27FC236}">
                <a16:creationId xmlns:a16="http://schemas.microsoft.com/office/drawing/2014/main" id="{F15AA439-FECD-43CC-98C9-3A11C7364DFD}"/>
              </a:ext>
            </a:extLst>
          </p:cNvPr>
          <p:cNvSpPr txBox="1"/>
          <p:nvPr/>
        </p:nvSpPr>
        <p:spPr>
          <a:xfrm>
            <a:off x="7620000" y="1866900"/>
            <a:ext cx="9677400" cy="8663910"/>
          </a:xfrm>
          <a:prstGeom prst="rect">
            <a:avLst/>
          </a:prstGeom>
          <a:noFill/>
        </p:spPr>
        <p:txBody>
          <a:bodyPr wrap="square" rtlCol="0">
            <a:spAutoFit/>
          </a:bodyPr>
          <a:lstStyle/>
          <a:p>
            <a:r>
              <a:rPr lang="en-US" sz="2800" b="1" dirty="0"/>
              <a:t>Technical Feasibility</a:t>
            </a:r>
          </a:p>
          <a:p>
            <a:pPr marL="457200" indent="-457200">
              <a:buFont typeface="Arial" panose="020B0604020202020204" pitchFamily="34" charset="0"/>
              <a:buChar char="•"/>
            </a:pPr>
            <a:r>
              <a:rPr lang="en-US" sz="2800" dirty="0"/>
              <a:t>Uses </a:t>
            </a:r>
            <a:r>
              <a:rPr lang="en-US" sz="2800" dirty="0" err="1"/>
              <a:t>RetinaFace</a:t>
            </a:r>
            <a:r>
              <a:rPr lang="en-US" sz="2800" dirty="0"/>
              <a:t>, MobileNetV2, and MLP—all lightweight and real-time compatible.</a:t>
            </a:r>
          </a:p>
          <a:p>
            <a:pPr marL="457200" indent="-457200">
              <a:buFont typeface="Arial" panose="020B0604020202020204" pitchFamily="34" charset="0"/>
              <a:buChar char="•"/>
            </a:pPr>
            <a:r>
              <a:rPr lang="en-US" sz="2800" dirty="0"/>
              <a:t>Works with any webcam/smartphone camera; no special hardware needed.</a:t>
            </a:r>
          </a:p>
          <a:p>
            <a:pPr marL="457200" indent="-457200">
              <a:buFont typeface="Arial" panose="020B0604020202020204" pitchFamily="34" charset="0"/>
              <a:buChar char="•"/>
            </a:pPr>
            <a:r>
              <a:rPr lang="en-US" sz="2800" dirty="0"/>
              <a:t>Built using open-source Python libraries, ensuring easy development and scalability.</a:t>
            </a:r>
          </a:p>
          <a:p>
            <a:endParaRPr lang="en-US" sz="2800" dirty="0"/>
          </a:p>
          <a:p>
            <a:r>
              <a:rPr lang="en-US" sz="2800" b="1" dirty="0"/>
              <a:t>Operational Feasibility</a:t>
            </a:r>
          </a:p>
          <a:p>
            <a:pPr marL="457200" indent="-457200">
              <a:buFont typeface="Arial" panose="020B0604020202020204" pitchFamily="34" charset="0"/>
              <a:buChar char="•"/>
            </a:pPr>
            <a:r>
              <a:rPr lang="en-US" sz="2800" dirty="0"/>
              <a:t>Deployable as a simple web/desktop application with minimal user interaction.</a:t>
            </a:r>
          </a:p>
          <a:p>
            <a:pPr marL="457200" indent="-457200">
              <a:buFont typeface="Arial" panose="020B0604020202020204" pitchFamily="34" charset="0"/>
              <a:buChar char="•"/>
            </a:pPr>
            <a:r>
              <a:rPr lang="en-US" sz="2800" dirty="0"/>
              <a:t>Fully automated blink tracking and addiction prediction.</a:t>
            </a:r>
          </a:p>
          <a:p>
            <a:pPr marL="457200" indent="-457200">
              <a:buFont typeface="Arial" panose="020B0604020202020204" pitchFamily="34" charset="0"/>
              <a:buChar char="•"/>
            </a:pPr>
            <a:r>
              <a:rPr lang="en-US" sz="2800" dirty="0"/>
              <a:t>Scalable for students, employees, and wellness programs.</a:t>
            </a:r>
          </a:p>
          <a:p>
            <a:endParaRPr lang="en-US" sz="2800" dirty="0"/>
          </a:p>
          <a:p>
            <a:r>
              <a:rPr lang="en-US" sz="2800" b="1" dirty="0"/>
              <a:t>Economic Feasibility</a:t>
            </a:r>
          </a:p>
          <a:p>
            <a:pPr marL="457200" indent="-457200">
              <a:buFont typeface="Arial" panose="020B0604020202020204" pitchFamily="34" charset="0"/>
              <a:buChar char="•"/>
            </a:pPr>
            <a:r>
              <a:rPr lang="en-US" sz="2800" dirty="0"/>
              <a:t>Low-cost development using open-source tools.</a:t>
            </a:r>
          </a:p>
          <a:p>
            <a:pPr marL="457200" indent="-457200">
              <a:buFont typeface="Arial" panose="020B0604020202020204" pitchFamily="34" charset="0"/>
              <a:buChar char="•"/>
            </a:pPr>
            <a:r>
              <a:rPr lang="en-US" sz="2800" dirty="0"/>
              <a:t>Training supported on free cloud platforms like Google Colab.</a:t>
            </a:r>
          </a:p>
          <a:p>
            <a:pPr marL="457200" indent="-457200">
              <a:buFont typeface="Arial" panose="020B0604020202020204" pitchFamily="34" charset="0"/>
              <a:buChar char="•"/>
            </a:pPr>
            <a:r>
              <a:rPr lang="en-US" sz="2800" dirty="0"/>
              <a:t>No licensing or hardware expenses, making it highly affordable.</a:t>
            </a:r>
          </a:p>
          <a:p>
            <a:pPr lvl="0" eaLnBrk="0" fontAlgn="base" hangingPunct="0">
              <a:spcBef>
                <a:spcPct val="0"/>
              </a:spcBef>
              <a:spcAft>
                <a:spcPct val="0"/>
              </a:spcAft>
            </a:pPr>
            <a:endParaRPr lang="en-US" altLang="en-US" sz="2500" dirty="0">
              <a:latin typeface="Arial" panose="020B0604020202020204" pitchFamily="34" charset="0"/>
            </a:endParaRPr>
          </a:p>
        </p:txBody>
      </p:sp>
    </p:spTree>
    <p:extLst>
      <p:ext uri="{BB962C8B-B14F-4D97-AF65-F5344CB8AC3E}">
        <p14:creationId xmlns:p14="http://schemas.microsoft.com/office/powerpoint/2010/main" val="29320588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3D7E8-60EB-D19B-FEF2-CB25EB2CF212}"/>
            </a:ext>
          </a:extLst>
        </p:cNvPr>
        <p:cNvGrpSpPr/>
        <p:nvPr/>
      </p:nvGrpSpPr>
      <p:grpSpPr>
        <a:xfrm>
          <a:off x="0" y="0"/>
          <a:ext cx="0" cy="0"/>
          <a:chOff x="0" y="0"/>
          <a:chExt cx="0" cy="0"/>
        </a:xfrm>
      </p:grpSpPr>
      <p:sp>
        <p:nvSpPr>
          <p:cNvPr id="196" name="Google Shape;2148;p38">
            <a:extLst>
              <a:ext uri="{FF2B5EF4-FFF2-40B4-BE49-F238E27FC236}">
                <a16:creationId xmlns:a16="http://schemas.microsoft.com/office/drawing/2014/main" id="{BD14784B-A5BC-C4B1-1813-5B7ACBEDD2BF}"/>
              </a:ext>
            </a:extLst>
          </p:cNvPr>
          <p:cNvSpPr txBox="1">
            <a:spLocks/>
          </p:cNvSpPr>
          <p:nvPr/>
        </p:nvSpPr>
        <p:spPr>
          <a:xfrm>
            <a:off x="1447500" y="887567"/>
            <a:ext cx="15393000" cy="1145400"/>
          </a:xfrm>
          <a:prstGeom prst="rect">
            <a:avLst/>
          </a:prstGeom>
        </p:spPr>
        <p:txBody>
          <a:bodyPr spcFirstLastPara="1" vert="horz" wrap="square" lIns="182850" tIns="182850" rIns="182850" bIns="18285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ts val="0"/>
              </a:spcBef>
            </a:pPr>
            <a:r>
              <a:rPr lang="en-US" dirty="0">
                <a:solidFill>
                  <a:schemeClr val="tx2">
                    <a:lumMod val="75000"/>
                  </a:schemeClr>
                </a:solidFill>
                <a:latin typeface="Amasis MT Pro Medium" panose="02040604050005020304" pitchFamily="18" charset="0"/>
              </a:rPr>
              <a:t>NOVELTY</a:t>
            </a:r>
          </a:p>
        </p:txBody>
      </p:sp>
      <p:grpSp>
        <p:nvGrpSpPr>
          <p:cNvPr id="197" name="Google Shape;1158;p25">
            <a:extLst>
              <a:ext uri="{FF2B5EF4-FFF2-40B4-BE49-F238E27FC236}">
                <a16:creationId xmlns:a16="http://schemas.microsoft.com/office/drawing/2014/main" id="{538B8C7B-7837-8EF7-7EAC-A0EE772777AB}"/>
              </a:ext>
            </a:extLst>
          </p:cNvPr>
          <p:cNvGrpSpPr/>
          <p:nvPr/>
        </p:nvGrpSpPr>
        <p:grpSpPr>
          <a:xfrm>
            <a:off x="10744200" y="2751268"/>
            <a:ext cx="7924800" cy="7558592"/>
            <a:chOff x="1744400" y="429725"/>
            <a:chExt cx="4623925" cy="4948200"/>
          </a:xfrm>
        </p:grpSpPr>
        <p:sp>
          <p:nvSpPr>
            <p:cNvPr id="198" name="Google Shape;1159;p25">
              <a:extLst>
                <a:ext uri="{FF2B5EF4-FFF2-40B4-BE49-F238E27FC236}">
                  <a16:creationId xmlns:a16="http://schemas.microsoft.com/office/drawing/2014/main" id="{2BFE905F-F526-22EC-F3C3-8F927AA7C05D}"/>
                </a:ext>
              </a:extLst>
            </p:cNvPr>
            <p:cNvSpPr/>
            <p:nvPr/>
          </p:nvSpPr>
          <p:spPr>
            <a:xfrm>
              <a:off x="1744400" y="430000"/>
              <a:ext cx="4623925" cy="4588575"/>
            </a:xfrm>
            <a:custGeom>
              <a:avLst/>
              <a:gdLst/>
              <a:ahLst/>
              <a:cxnLst/>
              <a:rect l="l" t="t" r="r" b="b"/>
              <a:pathLst>
                <a:path w="184957" h="183543" extrusionOk="0">
                  <a:moveTo>
                    <a:pt x="93830" y="1"/>
                  </a:moveTo>
                  <a:cubicBezTo>
                    <a:pt x="76191" y="1"/>
                    <a:pt x="57391" y="6440"/>
                    <a:pt x="42281" y="19249"/>
                  </a:cubicBezTo>
                  <a:cubicBezTo>
                    <a:pt x="12606" y="44404"/>
                    <a:pt x="7524" y="71664"/>
                    <a:pt x="7524" y="71664"/>
                  </a:cubicBezTo>
                  <a:cubicBezTo>
                    <a:pt x="7524" y="71664"/>
                    <a:pt x="0" y="103754"/>
                    <a:pt x="20916" y="131716"/>
                  </a:cubicBezTo>
                  <a:cubicBezTo>
                    <a:pt x="41831" y="159679"/>
                    <a:pt x="78300" y="170544"/>
                    <a:pt x="107611" y="180117"/>
                  </a:cubicBezTo>
                  <a:cubicBezTo>
                    <a:pt x="114704" y="182434"/>
                    <a:pt x="121689" y="183542"/>
                    <a:pt x="128348" y="183542"/>
                  </a:cubicBezTo>
                  <a:cubicBezTo>
                    <a:pt x="149206" y="183542"/>
                    <a:pt x="166871" y="172670"/>
                    <a:pt x="174681" y="154008"/>
                  </a:cubicBezTo>
                  <a:cubicBezTo>
                    <a:pt x="184956" y="129386"/>
                    <a:pt x="164181" y="116107"/>
                    <a:pt x="159577" y="83933"/>
                  </a:cubicBezTo>
                  <a:cubicBezTo>
                    <a:pt x="155001" y="51759"/>
                    <a:pt x="158650" y="42495"/>
                    <a:pt x="137257" y="18013"/>
                  </a:cubicBezTo>
                  <a:cubicBezTo>
                    <a:pt x="126757" y="5984"/>
                    <a:pt x="110833" y="1"/>
                    <a:pt x="93830" y="1"/>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160;p25">
              <a:extLst>
                <a:ext uri="{FF2B5EF4-FFF2-40B4-BE49-F238E27FC236}">
                  <a16:creationId xmlns:a16="http://schemas.microsoft.com/office/drawing/2014/main" id="{BC52435A-EA7A-6E8A-2828-4474E8B3A69B}"/>
                </a:ext>
              </a:extLst>
            </p:cNvPr>
            <p:cNvSpPr/>
            <p:nvPr/>
          </p:nvSpPr>
          <p:spPr>
            <a:xfrm>
              <a:off x="1899500" y="429725"/>
              <a:ext cx="4282125" cy="4588850"/>
            </a:xfrm>
            <a:custGeom>
              <a:avLst/>
              <a:gdLst/>
              <a:ahLst/>
              <a:cxnLst/>
              <a:rect l="l" t="t" r="r" b="b"/>
              <a:pathLst>
                <a:path w="171285" h="183554" extrusionOk="0">
                  <a:moveTo>
                    <a:pt x="170470" y="133468"/>
                  </a:moveTo>
                  <a:lnTo>
                    <a:pt x="170470" y="147814"/>
                  </a:lnTo>
                  <a:cubicBezTo>
                    <a:pt x="171032" y="145372"/>
                    <a:pt x="171285" y="143013"/>
                    <a:pt x="171285" y="140711"/>
                  </a:cubicBezTo>
                  <a:cubicBezTo>
                    <a:pt x="171285" y="138241"/>
                    <a:pt x="171004" y="135854"/>
                    <a:pt x="170470" y="133468"/>
                  </a:cubicBezTo>
                  <a:close/>
                  <a:moveTo>
                    <a:pt x="87622" y="0"/>
                  </a:moveTo>
                  <a:cubicBezTo>
                    <a:pt x="70777" y="0"/>
                    <a:pt x="52893" y="5896"/>
                    <a:pt x="38126" y="17575"/>
                  </a:cubicBezTo>
                  <a:lnTo>
                    <a:pt x="103147" y="17575"/>
                  </a:lnTo>
                  <a:lnTo>
                    <a:pt x="103147" y="91805"/>
                  </a:lnTo>
                  <a:lnTo>
                    <a:pt x="3931" y="91805"/>
                  </a:lnTo>
                  <a:lnTo>
                    <a:pt x="3931" y="63169"/>
                  </a:lnTo>
                  <a:cubicBezTo>
                    <a:pt x="1910" y="68419"/>
                    <a:pt x="1320" y="71675"/>
                    <a:pt x="1320" y="71675"/>
                  </a:cubicBezTo>
                  <a:cubicBezTo>
                    <a:pt x="1320" y="71675"/>
                    <a:pt x="1" y="77290"/>
                    <a:pt x="1" y="85853"/>
                  </a:cubicBezTo>
                  <a:cubicBezTo>
                    <a:pt x="1" y="97785"/>
                    <a:pt x="2555" y="115444"/>
                    <a:pt x="14712" y="131727"/>
                  </a:cubicBezTo>
                  <a:cubicBezTo>
                    <a:pt x="35627" y="159690"/>
                    <a:pt x="72096" y="170555"/>
                    <a:pt x="101407" y="180128"/>
                  </a:cubicBezTo>
                  <a:cubicBezTo>
                    <a:pt x="108509" y="182458"/>
                    <a:pt x="115500" y="183553"/>
                    <a:pt x="122154" y="183553"/>
                  </a:cubicBezTo>
                  <a:cubicBezTo>
                    <a:pt x="143013" y="183553"/>
                    <a:pt x="160672" y="172688"/>
                    <a:pt x="168477" y="154019"/>
                  </a:cubicBezTo>
                  <a:cubicBezTo>
                    <a:pt x="169095" y="152503"/>
                    <a:pt x="169628" y="151015"/>
                    <a:pt x="170021" y="149583"/>
                  </a:cubicBezTo>
                  <a:lnTo>
                    <a:pt x="100452" y="149583"/>
                  </a:lnTo>
                  <a:lnTo>
                    <a:pt x="100452" y="98290"/>
                  </a:lnTo>
                  <a:lnTo>
                    <a:pt x="100452" y="97167"/>
                  </a:lnTo>
                  <a:lnTo>
                    <a:pt x="100452" y="94079"/>
                  </a:lnTo>
                  <a:lnTo>
                    <a:pt x="117465" y="94079"/>
                  </a:lnTo>
                  <a:lnTo>
                    <a:pt x="119402" y="97167"/>
                  </a:lnTo>
                  <a:lnTo>
                    <a:pt x="156349" y="97167"/>
                  </a:lnTo>
                  <a:cubicBezTo>
                    <a:pt x="155114" y="93124"/>
                    <a:pt x="154075" y="88745"/>
                    <a:pt x="153373" y="83944"/>
                  </a:cubicBezTo>
                  <a:cubicBezTo>
                    <a:pt x="148797" y="51770"/>
                    <a:pt x="152446" y="42506"/>
                    <a:pt x="131053" y="18024"/>
                  </a:cubicBezTo>
                  <a:cubicBezTo>
                    <a:pt x="120554" y="6008"/>
                    <a:pt x="104635" y="0"/>
                    <a:pt x="87622" y="0"/>
                  </a:cubicBezTo>
                  <a:close/>
                </a:path>
              </a:pathLst>
            </a:custGeom>
            <a:solidFill>
              <a:srgbClr val="D6E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 name="Google Shape;1161;p25">
              <a:extLst>
                <a:ext uri="{FF2B5EF4-FFF2-40B4-BE49-F238E27FC236}">
                  <a16:creationId xmlns:a16="http://schemas.microsoft.com/office/drawing/2014/main" id="{FBFA7648-2E60-DB74-4C1A-439BED45E5D6}"/>
                </a:ext>
              </a:extLst>
            </p:cNvPr>
            <p:cNvSpPr/>
            <p:nvPr/>
          </p:nvSpPr>
          <p:spPr>
            <a:xfrm>
              <a:off x="4410775" y="2781675"/>
              <a:ext cx="1750500" cy="1387625"/>
            </a:xfrm>
            <a:custGeom>
              <a:avLst/>
              <a:gdLst/>
              <a:ahLst/>
              <a:cxnLst/>
              <a:rect l="l" t="t" r="r" b="b"/>
              <a:pathLst>
                <a:path w="70020" h="55505" extrusionOk="0">
                  <a:moveTo>
                    <a:pt x="1" y="1"/>
                  </a:moveTo>
                  <a:lnTo>
                    <a:pt x="1" y="55505"/>
                  </a:lnTo>
                  <a:lnTo>
                    <a:pt x="70019" y="55505"/>
                  </a:lnTo>
                  <a:lnTo>
                    <a:pt x="70019" y="3089"/>
                  </a:lnTo>
                  <a:lnTo>
                    <a:pt x="18951" y="3089"/>
                  </a:lnTo>
                  <a:lnTo>
                    <a:pt x="17014"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1162;p25">
              <a:extLst>
                <a:ext uri="{FF2B5EF4-FFF2-40B4-BE49-F238E27FC236}">
                  <a16:creationId xmlns:a16="http://schemas.microsoft.com/office/drawing/2014/main" id="{1FDD106B-4B36-7A41-53CA-4D8255CFB7E8}"/>
                </a:ext>
              </a:extLst>
            </p:cNvPr>
            <p:cNvSpPr/>
            <p:nvPr/>
          </p:nvSpPr>
          <p:spPr>
            <a:xfrm>
              <a:off x="4424125" y="2894675"/>
              <a:ext cx="1725925" cy="1246550"/>
            </a:xfrm>
            <a:custGeom>
              <a:avLst/>
              <a:gdLst/>
              <a:ahLst/>
              <a:cxnLst/>
              <a:rect l="l" t="t" r="r" b="b"/>
              <a:pathLst>
                <a:path w="69037" h="49862" extrusionOk="0">
                  <a:moveTo>
                    <a:pt x="0" y="1"/>
                  </a:moveTo>
                  <a:lnTo>
                    <a:pt x="0" y="49862"/>
                  </a:lnTo>
                  <a:lnTo>
                    <a:pt x="69036" y="49862"/>
                  </a:lnTo>
                  <a:lnTo>
                    <a:pt x="690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1163;p25">
              <a:extLst>
                <a:ext uri="{FF2B5EF4-FFF2-40B4-BE49-F238E27FC236}">
                  <a16:creationId xmlns:a16="http://schemas.microsoft.com/office/drawing/2014/main" id="{05EE1122-454D-79D3-9122-0A861BCE4B9D}"/>
                </a:ext>
              </a:extLst>
            </p:cNvPr>
            <p:cNvSpPr/>
            <p:nvPr/>
          </p:nvSpPr>
          <p:spPr>
            <a:xfrm>
              <a:off x="6118425" y="2900300"/>
              <a:ext cx="26000" cy="749625"/>
            </a:xfrm>
            <a:custGeom>
              <a:avLst/>
              <a:gdLst/>
              <a:ahLst/>
              <a:cxnLst/>
              <a:rect l="l" t="t" r="r" b="b"/>
              <a:pathLst>
                <a:path w="1040" h="29985" extrusionOk="0">
                  <a:moveTo>
                    <a:pt x="1" y="1"/>
                  </a:moveTo>
                  <a:lnTo>
                    <a:pt x="1" y="29984"/>
                  </a:lnTo>
                  <a:lnTo>
                    <a:pt x="1040" y="29984"/>
                  </a:lnTo>
                  <a:lnTo>
                    <a:pt x="1040" y="1"/>
                  </a:ln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1164;p25">
              <a:extLst>
                <a:ext uri="{FF2B5EF4-FFF2-40B4-BE49-F238E27FC236}">
                  <a16:creationId xmlns:a16="http://schemas.microsoft.com/office/drawing/2014/main" id="{665BC50E-4E36-243F-9BA9-D5F5A99D53C2}"/>
                </a:ext>
              </a:extLst>
            </p:cNvPr>
            <p:cNvSpPr/>
            <p:nvPr/>
          </p:nvSpPr>
          <p:spPr>
            <a:xfrm>
              <a:off x="6118425" y="3649900"/>
              <a:ext cx="26000" cy="485025"/>
            </a:xfrm>
            <a:custGeom>
              <a:avLst/>
              <a:gdLst/>
              <a:ahLst/>
              <a:cxnLst/>
              <a:rect l="l" t="t" r="r" b="b"/>
              <a:pathLst>
                <a:path w="1040" h="19401" extrusionOk="0">
                  <a:moveTo>
                    <a:pt x="1" y="0"/>
                  </a:moveTo>
                  <a:lnTo>
                    <a:pt x="1" y="19400"/>
                  </a:lnTo>
                  <a:lnTo>
                    <a:pt x="1040" y="19400"/>
                  </a:lnTo>
                  <a:lnTo>
                    <a:pt x="1040" y="0"/>
                  </a:lnTo>
                  <a:close/>
                </a:path>
              </a:pathLst>
            </a:custGeom>
            <a:solidFill>
              <a:srgbClr val="B0B0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1165;p25">
              <a:extLst>
                <a:ext uri="{FF2B5EF4-FFF2-40B4-BE49-F238E27FC236}">
                  <a16:creationId xmlns:a16="http://schemas.microsoft.com/office/drawing/2014/main" id="{03968BD6-0FC2-E402-4F04-7FE0152E6988}"/>
                </a:ext>
              </a:extLst>
            </p:cNvPr>
            <p:cNvSpPr/>
            <p:nvPr/>
          </p:nvSpPr>
          <p:spPr>
            <a:xfrm>
              <a:off x="4417100" y="2877850"/>
              <a:ext cx="1735050" cy="67400"/>
            </a:xfrm>
            <a:custGeom>
              <a:avLst/>
              <a:gdLst/>
              <a:ahLst/>
              <a:cxnLst/>
              <a:rect l="l" t="t" r="r" b="b"/>
              <a:pathLst>
                <a:path w="69402" h="2696" extrusionOk="0">
                  <a:moveTo>
                    <a:pt x="1" y="0"/>
                  </a:moveTo>
                  <a:lnTo>
                    <a:pt x="1" y="2695"/>
                  </a:lnTo>
                  <a:lnTo>
                    <a:pt x="69401" y="2695"/>
                  </a:lnTo>
                  <a:lnTo>
                    <a:pt x="69401"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1166;p25">
              <a:extLst>
                <a:ext uri="{FF2B5EF4-FFF2-40B4-BE49-F238E27FC236}">
                  <a16:creationId xmlns:a16="http://schemas.microsoft.com/office/drawing/2014/main" id="{9F09DA20-995B-0A69-A346-43FCD11E4FF8}"/>
                </a:ext>
              </a:extLst>
            </p:cNvPr>
            <p:cNvSpPr/>
            <p:nvPr/>
          </p:nvSpPr>
          <p:spPr>
            <a:xfrm>
              <a:off x="4411500" y="2871525"/>
              <a:ext cx="1746975" cy="80050"/>
            </a:xfrm>
            <a:custGeom>
              <a:avLst/>
              <a:gdLst/>
              <a:ahLst/>
              <a:cxnLst/>
              <a:rect l="l" t="t" r="r" b="b"/>
              <a:pathLst>
                <a:path w="69879" h="3202" extrusionOk="0">
                  <a:moveTo>
                    <a:pt x="69401" y="478"/>
                  </a:moveTo>
                  <a:lnTo>
                    <a:pt x="69401" y="2724"/>
                  </a:lnTo>
                  <a:lnTo>
                    <a:pt x="449" y="2724"/>
                  </a:lnTo>
                  <a:lnTo>
                    <a:pt x="449" y="478"/>
                  </a:lnTo>
                  <a:close/>
                  <a:moveTo>
                    <a:pt x="0" y="0"/>
                  </a:moveTo>
                  <a:lnTo>
                    <a:pt x="0" y="3201"/>
                  </a:lnTo>
                  <a:lnTo>
                    <a:pt x="69878" y="3201"/>
                  </a:lnTo>
                  <a:lnTo>
                    <a:pt x="69878" y="2948"/>
                  </a:lnTo>
                  <a:lnTo>
                    <a:pt x="69878"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1167;p25">
              <a:extLst>
                <a:ext uri="{FF2B5EF4-FFF2-40B4-BE49-F238E27FC236}">
                  <a16:creationId xmlns:a16="http://schemas.microsoft.com/office/drawing/2014/main" id="{C671AB09-130D-0BBB-8CBE-DEB38B0DC4FB}"/>
                </a:ext>
              </a:extLst>
            </p:cNvPr>
            <p:cNvSpPr/>
            <p:nvPr/>
          </p:nvSpPr>
          <p:spPr>
            <a:xfrm>
              <a:off x="4417800" y="2888375"/>
              <a:ext cx="1737850" cy="1258475"/>
            </a:xfrm>
            <a:custGeom>
              <a:avLst/>
              <a:gdLst/>
              <a:ahLst/>
              <a:cxnLst/>
              <a:rect l="l" t="t" r="r" b="b"/>
              <a:pathLst>
                <a:path w="69514" h="50339" extrusionOk="0">
                  <a:moveTo>
                    <a:pt x="69065" y="478"/>
                  </a:moveTo>
                  <a:lnTo>
                    <a:pt x="69065" y="49861"/>
                  </a:lnTo>
                  <a:lnTo>
                    <a:pt x="478" y="49861"/>
                  </a:lnTo>
                  <a:lnTo>
                    <a:pt x="478" y="478"/>
                  </a:lnTo>
                  <a:close/>
                  <a:moveTo>
                    <a:pt x="253" y="0"/>
                  </a:moveTo>
                  <a:cubicBezTo>
                    <a:pt x="197" y="0"/>
                    <a:pt x="113" y="28"/>
                    <a:pt x="85" y="85"/>
                  </a:cubicBezTo>
                  <a:cubicBezTo>
                    <a:pt x="29" y="113"/>
                    <a:pt x="1" y="169"/>
                    <a:pt x="1" y="253"/>
                  </a:cubicBezTo>
                  <a:lnTo>
                    <a:pt x="1" y="50114"/>
                  </a:lnTo>
                  <a:cubicBezTo>
                    <a:pt x="1" y="50170"/>
                    <a:pt x="29" y="50226"/>
                    <a:pt x="85" y="50282"/>
                  </a:cubicBezTo>
                  <a:cubicBezTo>
                    <a:pt x="113" y="50310"/>
                    <a:pt x="197" y="50338"/>
                    <a:pt x="253" y="50338"/>
                  </a:cubicBezTo>
                  <a:lnTo>
                    <a:pt x="69289" y="50338"/>
                  </a:lnTo>
                  <a:cubicBezTo>
                    <a:pt x="69345" y="50338"/>
                    <a:pt x="69402" y="50310"/>
                    <a:pt x="69458" y="50282"/>
                  </a:cubicBezTo>
                  <a:cubicBezTo>
                    <a:pt x="69514" y="50226"/>
                    <a:pt x="69514" y="50170"/>
                    <a:pt x="69514" y="50114"/>
                  </a:cubicBezTo>
                  <a:lnTo>
                    <a:pt x="69514" y="253"/>
                  </a:lnTo>
                  <a:cubicBezTo>
                    <a:pt x="69514" y="169"/>
                    <a:pt x="69514" y="113"/>
                    <a:pt x="69458" y="85"/>
                  </a:cubicBezTo>
                  <a:cubicBezTo>
                    <a:pt x="69402" y="28"/>
                    <a:pt x="69345" y="0"/>
                    <a:pt x="69289"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1168;p25">
              <a:extLst>
                <a:ext uri="{FF2B5EF4-FFF2-40B4-BE49-F238E27FC236}">
                  <a16:creationId xmlns:a16="http://schemas.microsoft.com/office/drawing/2014/main" id="{D952EC53-38B5-5E49-A66D-9FE3AD5D05A8}"/>
                </a:ext>
              </a:extLst>
            </p:cNvPr>
            <p:cNvSpPr/>
            <p:nvPr/>
          </p:nvSpPr>
          <p:spPr>
            <a:xfrm>
              <a:off x="5191975" y="2989450"/>
              <a:ext cx="141800" cy="21075"/>
            </a:xfrm>
            <a:custGeom>
              <a:avLst/>
              <a:gdLst/>
              <a:ahLst/>
              <a:cxnLst/>
              <a:rect l="l" t="t" r="r" b="b"/>
              <a:pathLst>
                <a:path w="5672" h="843" extrusionOk="0">
                  <a:moveTo>
                    <a:pt x="421" y="0"/>
                  </a:moveTo>
                  <a:cubicBezTo>
                    <a:pt x="197" y="0"/>
                    <a:pt x="0" y="197"/>
                    <a:pt x="0" y="421"/>
                  </a:cubicBezTo>
                  <a:cubicBezTo>
                    <a:pt x="0" y="674"/>
                    <a:pt x="197" y="842"/>
                    <a:pt x="421" y="842"/>
                  </a:cubicBezTo>
                  <a:lnTo>
                    <a:pt x="5250" y="842"/>
                  </a:lnTo>
                  <a:cubicBezTo>
                    <a:pt x="5475" y="842"/>
                    <a:pt x="5671" y="674"/>
                    <a:pt x="5671" y="421"/>
                  </a:cubicBezTo>
                  <a:cubicBezTo>
                    <a:pt x="5671" y="197"/>
                    <a:pt x="5475" y="0"/>
                    <a:pt x="5250" y="0"/>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1169;p25">
              <a:extLst>
                <a:ext uri="{FF2B5EF4-FFF2-40B4-BE49-F238E27FC236}">
                  <a16:creationId xmlns:a16="http://schemas.microsoft.com/office/drawing/2014/main" id="{96FA3249-7A1F-DA18-7672-E6135A4DA0E6}"/>
                </a:ext>
              </a:extLst>
            </p:cNvPr>
            <p:cNvSpPr/>
            <p:nvPr/>
          </p:nvSpPr>
          <p:spPr>
            <a:xfrm>
              <a:off x="5433400" y="2989450"/>
              <a:ext cx="141800" cy="21075"/>
            </a:xfrm>
            <a:custGeom>
              <a:avLst/>
              <a:gdLst/>
              <a:ahLst/>
              <a:cxnLst/>
              <a:rect l="l" t="t" r="r" b="b"/>
              <a:pathLst>
                <a:path w="5672" h="843" extrusionOk="0">
                  <a:moveTo>
                    <a:pt x="422" y="0"/>
                  </a:moveTo>
                  <a:cubicBezTo>
                    <a:pt x="197" y="0"/>
                    <a:pt x="1" y="197"/>
                    <a:pt x="1" y="421"/>
                  </a:cubicBezTo>
                  <a:cubicBezTo>
                    <a:pt x="1" y="674"/>
                    <a:pt x="197" y="842"/>
                    <a:pt x="422" y="842"/>
                  </a:cubicBezTo>
                  <a:lnTo>
                    <a:pt x="5251" y="842"/>
                  </a:lnTo>
                  <a:cubicBezTo>
                    <a:pt x="5504" y="842"/>
                    <a:pt x="5672" y="674"/>
                    <a:pt x="5672" y="421"/>
                  </a:cubicBezTo>
                  <a:cubicBezTo>
                    <a:pt x="5672" y="197"/>
                    <a:pt x="5504" y="0"/>
                    <a:pt x="5251" y="0"/>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1170;p25">
              <a:extLst>
                <a:ext uri="{FF2B5EF4-FFF2-40B4-BE49-F238E27FC236}">
                  <a16:creationId xmlns:a16="http://schemas.microsoft.com/office/drawing/2014/main" id="{066B0F5C-B1D2-F94E-D5FD-9673E5CE79ED}"/>
                </a:ext>
              </a:extLst>
            </p:cNvPr>
            <p:cNvSpPr/>
            <p:nvPr/>
          </p:nvSpPr>
          <p:spPr>
            <a:xfrm>
              <a:off x="5674850" y="2989450"/>
              <a:ext cx="141800" cy="21075"/>
            </a:xfrm>
            <a:custGeom>
              <a:avLst/>
              <a:gdLst/>
              <a:ahLst/>
              <a:cxnLst/>
              <a:rect l="l" t="t" r="r" b="b"/>
              <a:pathLst>
                <a:path w="5672" h="843" extrusionOk="0">
                  <a:moveTo>
                    <a:pt x="422" y="0"/>
                  </a:moveTo>
                  <a:cubicBezTo>
                    <a:pt x="197" y="0"/>
                    <a:pt x="1" y="197"/>
                    <a:pt x="1" y="421"/>
                  </a:cubicBezTo>
                  <a:cubicBezTo>
                    <a:pt x="1" y="674"/>
                    <a:pt x="197" y="842"/>
                    <a:pt x="422" y="842"/>
                  </a:cubicBezTo>
                  <a:lnTo>
                    <a:pt x="5251" y="842"/>
                  </a:lnTo>
                  <a:cubicBezTo>
                    <a:pt x="5503" y="842"/>
                    <a:pt x="5672" y="674"/>
                    <a:pt x="5672" y="421"/>
                  </a:cubicBezTo>
                  <a:cubicBezTo>
                    <a:pt x="5672" y="197"/>
                    <a:pt x="5503" y="0"/>
                    <a:pt x="5251" y="0"/>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1171;p25">
              <a:extLst>
                <a:ext uri="{FF2B5EF4-FFF2-40B4-BE49-F238E27FC236}">
                  <a16:creationId xmlns:a16="http://schemas.microsoft.com/office/drawing/2014/main" id="{1BA75F47-7B0D-B19C-7D41-74D32AD6A557}"/>
                </a:ext>
              </a:extLst>
            </p:cNvPr>
            <p:cNvSpPr/>
            <p:nvPr/>
          </p:nvSpPr>
          <p:spPr>
            <a:xfrm>
              <a:off x="5916300" y="2989450"/>
              <a:ext cx="142500" cy="21075"/>
            </a:xfrm>
            <a:custGeom>
              <a:avLst/>
              <a:gdLst/>
              <a:ahLst/>
              <a:cxnLst/>
              <a:rect l="l" t="t" r="r" b="b"/>
              <a:pathLst>
                <a:path w="5700" h="843" extrusionOk="0">
                  <a:moveTo>
                    <a:pt x="421" y="0"/>
                  </a:moveTo>
                  <a:cubicBezTo>
                    <a:pt x="197" y="0"/>
                    <a:pt x="0" y="197"/>
                    <a:pt x="0" y="421"/>
                  </a:cubicBezTo>
                  <a:cubicBezTo>
                    <a:pt x="0" y="674"/>
                    <a:pt x="197" y="842"/>
                    <a:pt x="421" y="842"/>
                  </a:cubicBezTo>
                  <a:lnTo>
                    <a:pt x="5250" y="842"/>
                  </a:lnTo>
                  <a:cubicBezTo>
                    <a:pt x="5503" y="842"/>
                    <a:pt x="5699" y="674"/>
                    <a:pt x="5699" y="421"/>
                  </a:cubicBezTo>
                  <a:cubicBezTo>
                    <a:pt x="5699" y="197"/>
                    <a:pt x="5503" y="0"/>
                    <a:pt x="5250" y="0"/>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1172;p25">
              <a:extLst>
                <a:ext uri="{FF2B5EF4-FFF2-40B4-BE49-F238E27FC236}">
                  <a16:creationId xmlns:a16="http://schemas.microsoft.com/office/drawing/2014/main" id="{63FE1071-8A84-2A47-04BF-B2FEBA69624B}"/>
                </a:ext>
              </a:extLst>
            </p:cNvPr>
            <p:cNvSpPr/>
            <p:nvPr/>
          </p:nvSpPr>
          <p:spPr>
            <a:xfrm>
              <a:off x="5778025" y="3646400"/>
              <a:ext cx="113725" cy="357975"/>
            </a:xfrm>
            <a:custGeom>
              <a:avLst/>
              <a:gdLst/>
              <a:ahLst/>
              <a:cxnLst/>
              <a:rect l="l" t="t" r="r" b="b"/>
              <a:pathLst>
                <a:path w="4549" h="14319" extrusionOk="0">
                  <a:moveTo>
                    <a:pt x="1" y="0"/>
                  </a:moveTo>
                  <a:lnTo>
                    <a:pt x="1" y="14318"/>
                  </a:lnTo>
                  <a:lnTo>
                    <a:pt x="4549" y="14318"/>
                  </a:lnTo>
                  <a:lnTo>
                    <a:pt x="4549"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1173;p25">
              <a:extLst>
                <a:ext uri="{FF2B5EF4-FFF2-40B4-BE49-F238E27FC236}">
                  <a16:creationId xmlns:a16="http://schemas.microsoft.com/office/drawing/2014/main" id="{C7891978-1A9B-E977-3CD7-C95D3A8B0D15}"/>
                </a:ext>
              </a:extLst>
            </p:cNvPr>
            <p:cNvSpPr/>
            <p:nvPr/>
          </p:nvSpPr>
          <p:spPr>
            <a:xfrm>
              <a:off x="5772400" y="3640075"/>
              <a:ext cx="124975" cy="370600"/>
            </a:xfrm>
            <a:custGeom>
              <a:avLst/>
              <a:gdLst/>
              <a:ahLst/>
              <a:cxnLst/>
              <a:rect l="l" t="t" r="r" b="b"/>
              <a:pathLst>
                <a:path w="4999" h="14824" extrusionOk="0">
                  <a:moveTo>
                    <a:pt x="4521" y="478"/>
                  </a:moveTo>
                  <a:lnTo>
                    <a:pt x="4521" y="14347"/>
                  </a:lnTo>
                  <a:lnTo>
                    <a:pt x="450" y="14347"/>
                  </a:lnTo>
                  <a:lnTo>
                    <a:pt x="450" y="478"/>
                  </a:lnTo>
                  <a:close/>
                  <a:moveTo>
                    <a:pt x="1" y="0"/>
                  </a:moveTo>
                  <a:lnTo>
                    <a:pt x="1" y="253"/>
                  </a:lnTo>
                  <a:lnTo>
                    <a:pt x="1" y="14824"/>
                  </a:lnTo>
                  <a:lnTo>
                    <a:pt x="4998" y="14824"/>
                  </a:lnTo>
                  <a:lnTo>
                    <a:pt x="4998"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1174;p25">
              <a:extLst>
                <a:ext uri="{FF2B5EF4-FFF2-40B4-BE49-F238E27FC236}">
                  <a16:creationId xmlns:a16="http://schemas.microsoft.com/office/drawing/2014/main" id="{3BA37F0C-86F7-8DB4-E638-9BD6A62A8A12}"/>
                </a:ext>
              </a:extLst>
            </p:cNvPr>
            <p:cNvSpPr/>
            <p:nvPr/>
          </p:nvSpPr>
          <p:spPr>
            <a:xfrm>
              <a:off x="5651700" y="3878000"/>
              <a:ext cx="113725" cy="126375"/>
            </a:xfrm>
            <a:custGeom>
              <a:avLst/>
              <a:gdLst/>
              <a:ahLst/>
              <a:cxnLst/>
              <a:rect l="l" t="t" r="r" b="b"/>
              <a:pathLst>
                <a:path w="4549" h="5055" extrusionOk="0">
                  <a:moveTo>
                    <a:pt x="0" y="1"/>
                  </a:moveTo>
                  <a:lnTo>
                    <a:pt x="0" y="5054"/>
                  </a:lnTo>
                  <a:lnTo>
                    <a:pt x="4548" y="5054"/>
                  </a:lnTo>
                  <a:lnTo>
                    <a:pt x="454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1175;p25">
              <a:extLst>
                <a:ext uri="{FF2B5EF4-FFF2-40B4-BE49-F238E27FC236}">
                  <a16:creationId xmlns:a16="http://schemas.microsoft.com/office/drawing/2014/main" id="{049BD920-14C6-ACF6-1EC2-73E24E243143}"/>
                </a:ext>
              </a:extLst>
            </p:cNvPr>
            <p:cNvSpPr/>
            <p:nvPr/>
          </p:nvSpPr>
          <p:spPr>
            <a:xfrm>
              <a:off x="5646075" y="3872400"/>
              <a:ext cx="124950" cy="138275"/>
            </a:xfrm>
            <a:custGeom>
              <a:avLst/>
              <a:gdLst/>
              <a:ahLst/>
              <a:cxnLst/>
              <a:rect l="l" t="t" r="r" b="b"/>
              <a:pathLst>
                <a:path w="4998" h="5531" extrusionOk="0">
                  <a:moveTo>
                    <a:pt x="4549" y="477"/>
                  </a:moveTo>
                  <a:lnTo>
                    <a:pt x="4549" y="5054"/>
                  </a:lnTo>
                  <a:lnTo>
                    <a:pt x="450" y="5054"/>
                  </a:lnTo>
                  <a:lnTo>
                    <a:pt x="450" y="477"/>
                  </a:lnTo>
                  <a:close/>
                  <a:moveTo>
                    <a:pt x="225" y="0"/>
                  </a:moveTo>
                  <a:cubicBezTo>
                    <a:pt x="169" y="0"/>
                    <a:pt x="113" y="28"/>
                    <a:pt x="57" y="56"/>
                  </a:cubicBezTo>
                  <a:cubicBezTo>
                    <a:pt x="29" y="112"/>
                    <a:pt x="1" y="169"/>
                    <a:pt x="1" y="225"/>
                  </a:cubicBezTo>
                  <a:lnTo>
                    <a:pt x="1" y="5278"/>
                  </a:lnTo>
                  <a:cubicBezTo>
                    <a:pt x="1" y="5362"/>
                    <a:pt x="29" y="5419"/>
                    <a:pt x="57" y="5447"/>
                  </a:cubicBezTo>
                  <a:cubicBezTo>
                    <a:pt x="113" y="5503"/>
                    <a:pt x="169" y="5531"/>
                    <a:pt x="225" y="5531"/>
                  </a:cubicBezTo>
                  <a:lnTo>
                    <a:pt x="4773" y="5531"/>
                  </a:lnTo>
                  <a:cubicBezTo>
                    <a:pt x="4829" y="5531"/>
                    <a:pt x="4886" y="5503"/>
                    <a:pt x="4942" y="5447"/>
                  </a:cubicBezTo>
                  <a:cubicBezTo>
                    <a:pt x="4970" y="5419"/>
                    <a:pt x="4998" y="5362"/>
                    <a:pt x="4998" y="5278"/>
                  </a:cubicBezTo>
                  <a:lnTo>
                    <a:pt x="4998" y="225"/>
                  </a:lnTo>
                  <a:cubicBezTo>
                    <a:pt x="4998" y="169"/>
                    <a:pt x="4970" y="112"/>
                    <a:pt x="4942" y="56"/>
                  </a:cubicBezTo>
                  <a:cubicBezTo>
                    <a:pt x="4886" y="28"/>
                    <a:pt x="4829" y="0"/>
                    <a:pt x="4773"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1176;p25">
              <a:extLst>
                <a:ext uri="{FF2B5EF4-FFF2-40B4-BE49-F238E27FC236}">
                  <a16:creationId xmlns:a16="http://schemas.microsoft.com/office/drawing/2014/main" id="{C77AEBFD-FD1E-210C-43FA-A514B6D59C2F}"/>
                </a:ext>
              </a:extLst>
            </p:cNvPr>
            <p:cNvSpPr/>
            <p:nvPr/>
          </p:nvSpPr>
          <p:spPr>
            <a:xfrm>
              <a:off x="5525350" y="3171925"/>
              <a:ext cx="113725" cy="832450"/>
            </a:xfrm>
            <a:custGeom>
              <a:avLst/>
              <a:gdLst/>
              <a:ahLst/>
              <a:cxnLst/>
              <a:rect l="l" t="t" r="r" b="b"/>
              <a:pathLst>
                <a:path w="4549" h="33298" extrusionOk="0">
                  <a:moveTo>
                    <a:pt x="1" y="0"/>
                  </a:moveTo>
                  <a:lnTo>
                    <a:pt x="1" y="33297"/>
                  </a:lnTo>
                  <a:lnTo>
                    <a:pt x="4549" y="33297"/>
                  </a:lnTo>
                  <a:lnTo>
                    <a:pt x="4549"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1177;p25">
              <a:extLst>
                <a:ext uri="{FF2B5EF4-FFF2-40B4-BE49-F238E27FC236}">
                  <a16:creationId xmlns:a16="http://schemas.microsoft.com/office/drawing/2014/main" id="{F878A94B-7E82-B3C2-D293-85242DC1EA94}"/>
                </a:ext>
              </a:extLst>
            </p:cNvPr>
            <p:cNvSpPr/>
            <p:nvPr/>
          </p:nvSpPr>
          <p:spPr>
            <a:xfrm>
              <a:off x="5519750" y="3166300"/>
              <a:ext cx="124950" cy="844375"/>
            </a:xfrm>
            <a:custGeom>
              <a:avLst/>
              <a:gdLst/>
              <a:ahLst/>
              <a:cxnLst/>
              <a:rect l="l" t="t" r="r" b="b"/>
              <a:pathLst>
                <a:path w="4998" h="33775" extrusionOk="0">
                  <a:moveTo>
                    <a:pt x="4548" y="450"/>
                  </a:moveTo>
                  <a:lnTo>
                    <a:pt x="4548" y="33298"/>
                  </a:lnTo>
                  <a:lnTo>
                    <a:pt x="477" y="33298"/>
                  </a:lnTo>
                  <a:lnTo>
                    <a:pt x="477" y="450"/>
                  </a:lnTo>
                  <a:close/>
                  <a:moveTo>
                    <a:pt x="0" y="1"/>
                  </a:moveTo>
                  <a:lnTo>
                    <a:pt x="0" y="225"/>
                  </a:lnTo>
                  <a:lnTo>
                    <a:pt x="0" y="33775"/>
                  </a:lnTo>
                  <a:lnTo>
                    <a:pt x="4997" y="33775"/>
                  </a:lnTo>
                  <a:lnTo>
                    <a:pt x="4997"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1178;p25">
              <a:extLst>
                <a:ext uri="{FF2B5EF4-FFF2-40B4-BE49-F238E27FC236}">
                  <a16:creationId xmlns:a16="http://schemas.microsoft.com/office/drawing/2014/main" id="{9F6B44F6-27EA-F433-BB0D-E442477BEDAA}"/>
                </a:ext>
              </a:extLst>
            </p:cNvPr>
            <p:cNvSpPr/>
            <p:nvPr/>
          </p:nvSpPr>
          <p:spPr>
            <a:xfrm>
              <a:off x="5399725" y="3214025"/>
              <a:ext cx="113025" cy="790350"/>
            </a:xfrm>
            <a:custGeom>
              <a:avLst/>
              <a:gdLst/>
              <a:ahLst/>
              <a:cxnLst/>
              <a:rect l="l" t="t" r="r" b="b"/>
              <a:pathLst>
                <a:path w="4521" h="31614" extrusionOk="0">
                  <a:moveTo>
                    <a:pt x="0" y="1"/>
                  </a:moveTo>
                  <a:lnTo>
                    <a:pt x="0" y="31613"/>
                  </a:lnTo>
                  <a:lnTo>
                    <a:pt x="4520" y="31613"/>
                  </a:lnTo>
                  <a:lnTo>
                    <a:pt x="452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1179;p25">
              <a:extLst>
                <a:ext uri="{FF2B5EF4-FFF2-40B4-BE49-F238E27FC236}">
                  <a16:creationId xmlns:a16="http://schemas.microsoft.com/office/drawing/2014/main" id="{8E17DA0C-9E25-B69A-3D6A-65C2A7AF64C9}"/>
                </a:ext>
              </a:extLst>
            </p:cNvPr>
            <p:cNvSpPr/>
            <p:nvPr/>
          </p:nvSpPr>
          <p:spPr>
            <a:xfrm>
              <a:off x="5393400" y="3208425"/>
              <a:ext cx="125650" cy="802250"/>
            </a:xfrm>
            <a:custGeom>
              <a:avLst/>
              <a:gdLst/>
              <a:ahLst/>
              <a:cxnLst/>
              <a:rect l="l" t="t" r="r" b="b"/>
              <a:pathLst>
                <a:path w="5026" h="32090" extrusionOk="0">
                  <a:moveTo>
                    <a:pt x="4549" y="478"/>
                  </a:moveTo>
                  <a:lnTo>
                    <a:pt x="4549" y="31613"/>
                  </a:lnTo>
                  <a:lnTo>
                    <a:pt x="478" y="31613"/>
                  </a:lnTo>
                  <a:lnTo>
                    <a:pt x="478" y="478"/>
                  </a:lnTo>
                  <a:close/>
                  <a:moveTo>
                    <a:pt x="253" y="0"/>
                  </a:moveTo>
                  <a:cubicBezTo>
                    <a:pt x="169" y="0"/>
                    <a:pt x="113" y="28"/>
                    <a:pt x="85" y="57"/>
                  </a:cubicBezTo>
                  <a:cubicBezTo>
                    <a:pt x="29" y="113"/>
                    <a:pt x="1" y="169"/>
                    <a:pt x="1" y="225"/>
                  </a:cubicBezTo>
                  <a:lnTo>
                    <a:pt x="1" y="31837"/>
                  </a:lnTo>
                  <a:cubicBezTo>
                    <a:pt x="1" y="31921"/>
                    <a:pt x="29" y="31978"/>
                    <a:pt x="85" y="32006"/>
                  </a:cubicBezTo>
                  <a:cubicBezTo>
                    <a:pt x="113" y="32062"/>
                    <a:pt x="169" y="32090"/>
                    <a:pt x="253" y="32090"/>
                  </a:cubicBezTo>
                  <a:lnTo>
                    <a:pt x="4773" y="32090"/>
                  </a:lnTo>
                  <a:cubicBezTo>
                    <a:pt x="4858" y="32090"/>
                    <a:pt x="4914" y="32062"/>
                    <a:pt x="4942" y="32006"/>
                  </a:cubicBezTo>
                  <a:cubicBezTo>
                    <a:pt x="4998" y="31978"/>
                    <a:pt x="5026" y="31921"/>
                    <a:pt x="5026" y="31837"/>
                  </a:cubicBezTo>
                  <a:lnTo>
                    <a:pt x="5026" y="225"/>
                  </a:lnTo>
                  <a:cubicBezTo>
                    <a:pt x="5026" y="169"/>
                    <a:pt x="4998" y="113"/>
                    <a:pt x="4942" y="57"/>
                  </a:cubicBezTo>
                  <a:cubicBezTo>
                    <a:pt x="4914" y="28"/>
                    <a:pt x="4858" y="0"/>
                    <a:pt x="4773"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1180;p25">
              <a:extLst>
                <a:ext uri="{FF2B5EF4-FFF2-40B4-BE49-F238E27FC236}">
                  <a16:creationId xmlns:a16="http://schemas.microsoft.com/office/drawing/2014/main" id="{79807C3A-A2EE-FCE5-4B35-0F9B0FEA762F}"/>
                </a:ext>
              </a:extLst>
            </p:cNvPr>
            <p:cNvSpPr/>
            <p:nvPr/>
          </p:nvSpPr>
          <p:spPr>
            <a:xfrm>
              <a:off x="5273375" y="3646400"/>
              <a:ext cx="113725" cy="357975"/>
            </a:xfrm>
            <a:custGeom>
              <a:avLst/>
              <a:gdLst/>
              <a:ahLst/>
              <a:cxnLst/>
              <a:rect l="l" t="t" r="r" b="b"/>
              <a:pathLst>
                <a:path w="4549" h="14319" extrusionOk="0">
                  <a:moveTo>
                    <a:pt x="1" y="0"/>
                  </a:moveTo>
                  <a:lnTo>
                    <a:pt x="1" y="14318"/>
                  </a:lnTo>
                  <a:lnTo>
                    <a:pt x="4549" y="14318"/>
                  </a:lnTo>
                  <a:lnTo>
                    <a:pt x="4549"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1181;p25">
              <a:extLst>
                <a:ext uri="{FF2B5EF4-FFF2-40B4-BE49-F238E27FC236}">
                  <a16:creationId xmlns:a16="http://schemas.microsoft.com/office/drawing/2014/main" id="{96CBAD36-3F37-1195-B37D-44A2BFDE1453}"/>
                </a:ext>
              </a:extLst>
            </p:cNvPr>
            <p:cNvSpPr/>
            <p:nvPr/>
          </p:nvSpPr>
          <p:spPr>
            <a:xfrm>
              <a:off x="5267075" y="3640075"/>
              <a:ext cx="125650" cy="370600"/>
            </a:xfrm>
            <a:custGeom>
              <a:avLst/>
              <a:gdLst/>
              <a:ahLst/>
              <a:cxnLst/>
              <a:rect l="l" t="t" r="r" b="b"/>
              <a:pathLst>
                <a:path w="5026" h="14824" extrusionOk="0">
                  <a:moveTo>
                    <a:pt x="4548" y="478"/>
                  </a:moveTo>
                  <a:lnTo>
                    <a:pt x="4548" y="14347"/>
                  </a:lnTo>
                  <a:lnTo>
                    <a:pt x="477" y="14347"/>
                  </a:lnTo>
                  <a:lnTo>
                    <a:pt x="477" y="478"/>
                  </a:lnTo>
                  <a:close/>
                  <a:moveTo>
                    <a:pt x="0" y="0"/>
                  </a:moveTo>
                  <a:lnTo>
                    <a:pt x="0" y="253"/>
                  </a:lnTo>
                  <a:lnTo>
                    <a:pt x="0" y="14824"/>
                  </a:lnTo>
                  <a:lnTo>
                    <a:pt x="5026" y="14824"/>
                  </a:lnTo>
                  <a:lnTo>
                    <a:pt x="5026"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1182;p25">
              <a:extLst>
                <a:ext uri="{FF2B5EF4-FFF2-40B4-BE49-F238E27FC236}">
                  <a16:creationId xmlns:a16="http://schemas.microsoft.com/office/drawing/2014/main" id="{E834392B-C9C7-FC56-920B-8593C8DC63CF}"/>
                </a:ext>
              </a:extLst>
            </p:cNvPr>
            <p:cNvSpPr/>
            <p:nvPr/>
          </p:nvSpPr>
          <p:spPr>
            <a:xfrm>
              <a:off x="5147050" y="3530575"/>
              <a:ext cx="113725" cy="473800"/>
            </a:xfrm>
            <a:custGeom>
              <a:avLst/>
              <a:gdLst/>
              <a:ahLst/>
              <a:cxnLst/>
              <a:rect l="l" t="t" r="r" b="b"/>
              <a:pathLst>
                <a:path w="4549" h="18952" extrusionOk="0">
                  <a:moveTo>
                    <a:pt x="0" y="1"/>
                  </a:moveTo>
                  <a:lnTo>
                    <a:pt x="0" y="18951"/>
                  </a:lnTo>
                  <a:lnTo>
                    <a:pt x="4549" y="18951"/>
                  </a:lnTo>
                  <a:lnTo>
                    <a:pt x="4549"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1183;p25">
              <a:extLst>
                <a:ext uri="{FF2B5EF4-FFF2-40B4-BE49-F238E27FC236}">
                  <a16:creationId xmlns:a16="http://schemas.microsoft.com/office/drawing/2014/main" id="{E161E733-FD93-FC4D-7383-EFE5C7483862}"/>
                </a:ext>
              </a:extLst>
            </p:cNvPr>
            <p:cNvSpPr/>
            <p:nvPr/>
          </p:nvSpPr>
          <p:spPr>
            <a:xfrm>
              <a:off x="5141425" y="3524275"/>
              <a:ext cx="124975" cy="486400"/>
            </a:xfrm>
            <a:custGeom>
              <a:avLst/>
              <a:gdLst/>
              <a:ahLst/>
              <a:cxnLst/>
              <a:rect l="l" t="t" r="r" b="b"/>
              <a:pathLst>
                <a:path w="4999" h="19456" extrusionOk="0">
                  <a:moveTo>
                    <a:pt x="4521" y="477"/>
                  </a:moveTo>
                  <a:lnTo>
                    <a:pt x="4521" y="18979"/>
                  </a:lnTo>
                  <a:lnTo>
                    <a:pt x="450" y="18979"/>
                  </a:lnTo>
                  <a:lnTo>
                    <a:pt x="450" y="477"/>
                  </a:lnTo>
                  <a:close/>
                  <a:moveTo>
                    <a:pt x="225" y="0"/>
                  </a:moveTo>
                  <a:cubicBezTo>
                    <a:pt x="169" y="0"/>
                    <a:pt x="113" y="28"/>
                    <a:pt x="57" y="84"/>
                  </a:cubicBezTo>
                  <a:cubicBezTo>
                    <a:pt x="29" y="112"/>
                    <a:pt x="1" y="168"/>
                    <a:pt x="1" y="253"/>
                  </a:cubicBezTo>
                  <a:lnTo>
                    <a:pt x="1" y="19203"/>
                  </a:lnTo>
                  <a:cubicBezTo>
                    <a:pt x="1" y="19287"/>
                    <a:pt x="29" y="19344"/>
                    <a:pt x="57" y="19372"/>
                  </a:cubicBezTo>
                  <a:cubicBezTo>
                    <a:pt x="113" y="19428"/>
                    <a:pt x="169" y="19456"/>
                    <a:pt x="225" y="19456"/>
                  </a:cubicBezTo>
                  <a:lnTo>
                    <a:pt x="4774" y="19456"/>
                  </a:lnTo>
                  <a:cubicBezTo>
                    <a:pt x="4830" y="19456"/>
                    <a:pt x="4886" y="19428"/>
                    <a:pt x="4942" y="19372"/>
                  </a:cubicBezTo>
                  <a:cubicBezTo>
                    <a:pt x="4970" y="19344"/>
                    <a:pt x="4998" y="19287"/>
                    <a:pt x="4998" y="19203"/>
                  </a:cubicBezTo>
                  <a:lnTo>
                    <a:pt x="4998" y="253"/>
                  </a:lnTo>
                  <a:cubicBezTo>
                    <a:pt x="4998" y="168"/>
                    <a:pt x="4970" y="112"/>
                    <a:pt x="4942" y="84"/>
                  </a:cubicBezTo>
                  <a:cubicBezTo>
                    <a:pt x="4886" y="28"/>
                    <a:pt x="4830" y="0"/>
                    <a:pt x="4774"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1184;p25">
              <a:extLst>
                <a:ext uri="{FF2B5EF4-FFF2-40B4-BE49-F238E27FC236}">
                  <a16:creationId xmlns:a16="http://schemas.microsoft.com/office/drawing/2014/main" id="{0346BB25-76EF-6290-890B-18DF9DFBA54F}"/>
                </a:ext>
              </a:extLst>
            </p:cNvPr>
            <p:cNvSpPr/>
            <p:nvPr/>
          </p:nvSpPr>
          <p:spPr>
            <a:xfrm>
              <a:off x="5020700" y="3941175"/>
              <a:ext cx="113750" cy="63200"/>
            </a:xfrm>
            <a:custGeom>
              <a:avLst/>
              <a:gdLst/>
              <a:ahLst/>
              <a:cxnLst/>
              <a:rect l="l" t="t" r="r" b="b"/>
              <a:pathLst>
                <a:path w="4550" h="2528" extrusionOk="0">
                  <a:moveTo>
                    <a:pt x="1" y="0"/>
                  </a:moveTo>
                  <a:lnTo>
                    <a:pt x="1" y="2527"/>
                  </a:lnTo>
                  <a:lnTo>
                    <a:pt x="4549" y="2527"/>
                  </a:lnTo>
                  <a:lnTo>
                    <a:pt x="4549"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1185;p25">
              <a:extLst>
                <a:ext uri="{FF2B5EF4-FFF2-40B4-BE49-F238E27FC236}">
                  <a16:creationId xmlns:a16="http://schemas.microsoft.com/office/drawing/2014/main" id="{CF7EE127-48E1-4828-409D-1958EE7B3B3C}"/>
                </a:ext>
              </a:extLst>
            </p:cNvPr>
            <p:cNvSpPr/>
            <p:nvPr/>
          </p:nvSpPr>
          <p:spPr>
            <a:xfrm>
              <a:off x="5015100" y="3935550"/>
              <a:ext cx="124950" cy="75125"/>
            </a:xfrm>
            <a:custGeom>
              <a:avLst/>
              <a:gdLst/>
              <a:ahLst/>
              <a:cxnLst/>
              <a:rect l="l" t="t" r="r" b="b"/>
              <a:pathLst>
                <a:path w="4998" h="3005" extrusionOk="0">
                  <a:moveTo>
                    <a:pt x="4548" y="478"/>
                  </a:moveTo>
                  <a:lnTo>
                    <a:pt x="4548" y="2528"/>
                  </a:lnTo>
                  <a:lnTo>
                    <a:pt x="450" y="2528"/>
                  </a:lnTo>
                  <a:lnTo>
                    <a:pt x="475" y="478"/>
                  </a:lnTo>
                  <a:close/>
                  <a:moveTo>
                    <a:pt x="0" y="1"/>
                  </a:moveTo>
                  <a:lnTo>
                    <a:pt x="0" y="225"/>
                  </a:lnTo>
                  <a:lnTo>
                    <a:pt x="0" y="3005"/>
                  </a:lnTo>
                  <a:lnTo>
                    <a:pt x="4998" y="3005"/>
                  </a:lnTo>
                  <a:lnTo>
                    <a:pt x="499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1186;p25">
              <a:extLst>
                <a:ext uri="{FF2B5EF4-FFF2-40B4-BE49-F238E27FC236}">
                  <a16:creationId xmlns:a16="http://schemas.microsoft.com/office/drawing/2014/main" id="{40B87D95-E2AB-79F3-D756-A5B43D83BFE7}"/>
                </a:ext>
              </a:extLst>
            </p:cNvPr>
            <p:cNvSpPr/>
            <p:nvPr/>
          </p:nvSpPr>
          <p:spPr>
            <a:xfrm>
              <a:off x="4894375" y="3878000"/>
              <a:ext cx="113725" cy="126375"/>
            </a:xfrm>
            <a:custGeom>
              <a:avLst/>
              <a:gdLst/>
              <a:ahLst/>
              <a:cxnLst/>
              <a:rect l="l" t="t" r="r" b="b"/>
              <a:pathLst>
                <a:path w="4549" h="5055" extrusionOk="0">
                  <a:moveTo>
                    <a:pt x="0" y="1"/>
                  </a:moveTo>
                  <a:lnTo>
                    <a:pt x="0" y="5054"/>
                  </a:lnTo>
                  <a:lnTo>
                    <a:pt x="4549" y="5054"/>
                  </a:lnTo>
                  <a:lnTo>
                    <a:pt x="454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1187;p25">
              <a:extLst>
                <a:ext uri="{FF2B5EF4-FFF2-40B4-BE49-F238E27FC236}">
                  <a16:creationId xmlns:a16="http://schemas.microsoft.com/office/drawing/2014/main" id="{7543563E-DE44-162A-6448-AE4511DA4559}"/>
                </a:ext>
              </a:extLst>
            </p:cNvPr>
            <p:cNvSpPr/>
            <p:nvPr/>
          </p:nvSpPr>
          <p:spPr>
            <a:xfrm>
              <a:off x="4888750" y="3872400"/>
              <a:ext cx="125675" cy="138275"/>
            </a:xfrm>
            <a:custGeom>
              <a:avLst/>
              <a:gdLst/>
              <a:ahLst/>
              <a:cxnLst/>
              <a:rect l="l" t="t" r="r" b="b"/>
              <a:pathLst>
                <a:path w="5027" h="5531" extrusionOk="0">
                  <a:moveTo>
                    <a:pt x="4549" y="477"/>
                  </a:moveTo>
                  <a:lnTo>
                    <a:pt x="4549" y="5054"/>
                  </a:lnTo>
                  <a:lnTo>
                    <a:pt x="478" y="5054"/>
                  </a:lnTo>
                  <a:lnTo>
                    <a:pt x="478" y="477"/>
                  </a:lnTo>
                  <a:close/>
                  <a:moveTo>
                    <a:pt x="225" y="0"/>
                  </a:moveTo>
                  <a:cubicBezTo>
                    <a:pt x="169" y="0"/>
                    <a:pt x="113" y="28"/>
                    <a:pt x="57" y="56"/>
                  </a:cubicBezTo>
                  <a:cubicBezTo>
                    <a:pt x="29" y="112"/>
                    <a:pt x="1" y="169"/>
                    <a:pt x="1" y="225"/>
                  </a:cubicBezTo>
                  <a:lnTo>
                    <a:pt x="1" y="5278"/>
                  </a:lnTo>
                  <a:cubicBezTo>
                    <a:pt x="1" y="5362"/>
                    <a:pt x="29" y="5419"/>
                    <a:pt x="57" y="5447"/>
                  </a:cubicBezTo>
                  <a:cubicBezTo>
                    <a:pt x="113" y="5503"/>
                    <a:pt x="169" y="5531"/>
                    <a:pt x="225" y="5531"/>
                  </a:cubicBezTo>
                  <a:lnTo>
                    <a:pt x="4774" y="5531"/>
                  </a:lnTo>
                  <a:cubicBezTo>
                    <a:pt x="4830" y="5531"/>
                    <a:pt x="4914" y="5503"/>
                    <a:pt x="4942" y="5447"/>
                  </a:cubicBezTo>
                  <a:cubicBezTo>
                    <a:pt x="4998" y="5419"/>
                    <a:pt x="5026" y="5362"/>
                    <a:pt x="5026" y="5278"/>
                  </a:cubicBezTo>
                  <a:lnTo>
                    <a:pt x="5026" y="225"/>
                  </a:lnTo>
                  <a:cubicBezTo>
                    <a:pt x="5026" y="169"/>
                    <a:pt x="4998" y="112"/>
                    <a:pt x="4942" y="56"/>
                  </a:cubicBezTo>
                  <a:cubicBezTo>
                    <a:pt x="4914" y="28"/>
                    <a:pt x="4830" y="0"/>
                    <a:pt x="4774"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1188;p25">
              <a:extLst>
                <a:ext uri="{FF2B5EF4-FFF2-40B4-BE49-F238E27FC236}">
                  <a16:creationId xmlns:a16="http://schemas.microsoft.com/office/drawing/2014/main" id="{780EB3F9-194E-14FE-0DAC-F0974ACBE033}"/>
                </a:ext>
              </a:extLst>
            </p:cNvPr>
            <p:cNvSpPr/>
            <p:nvPr/>
          </p:nvSpPr>
          <p:spPr>
            <a:xfrm>
              <a:off x="4768750" y="3646400"/>
              <a:ext cx="113025" cy="357975"/>
            </a:xfrm>
            <a:custGeom>
              <a:avLst/>
              <a:gdLst/>
              <a:ahLst/>
              <a:cxnLst/>
              <a:rect l="l" t="t" r="r" b="b"/>
              <a:pathLst>
                <a:path w="4521" h="14319" extrusionOk="0">
                  <a:moveTo>
                    <a:pt x="0" y="0"/>
                  </a:moveTo>
                  <a:lnTo>
                    <a:pt x="0" y="14318"/>
                  </a:lnTo>
                  <a:lnTo>
                    <a:pt x="4520" y="14318"/>
                  </a:lnTo>
                  <a:lnTo>
                    <a:pt x="4520"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1189;p25">
              <a:extLst>
                <a:ext uri="{FF2B5EF4-FFF2-40B4-BE49-F238E27FC236}">
                  <a16:creationId xmlns:a16="http://schemas.microsoft.com/office/drawing/2014/main" id="{60DE4FD7-2E38-65F4-9B5B-3D92D1414F85}"/>
                </a:ext>
              </a:extLst>
            </p:cNvPr>
            <p:cNvSpPr/>
            <p:nvPr/>
          </p:nvSpPr>
          <p:spPr>
            <a:xfrm>
              <a:off x="4762425" y="3640075"/>
              <a:ext cx="125650" cy="370600"/>
            </a:xfrm>
            <a:custGeom>
              <a:avLst/>
              <a:gdLst/>
              <a:ahLst/>
              <a:cxnLst/>
              <a:rect l="l" t="t" r="r" b="b"/>
              <a:pathLst>
                <a:path w="5026" h="14824" extrusionOk="0">
                  <a:moveTo>
                    <a:pt x="4549" y="478"/>
                  </a:moveTo>
                  <a:lnTo>
                    <a:pt x="4549" y="14347"/>
                  </a:lnTo>
                  <a:lnTo>
                    <a:pt x="478" y="14347"/>
                  </a:lnTo>
                  <a:lnTo>
                    <a:pt x="478" y="478"/>
                  </a:lnTo>
                  <a:close/>
                  <a:moveTo>
                    <a:pt x="0" y="0"/>
                  </a:moveTo>
                  <a:lnTo>
                    <a:pt x="0" y="253"/>
                  </a:lnTo>
                  <a:lnTo>
                    <a:pt x="0" y="14824"/>
                  </a:lnTo>
                  <a:lnTo>
                    <a:pt x="5026" y="14824"/>
                  </a:lnTo>
                  <a:lnTo>
                    <a:pt x="5026"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1190;p25">
              <a:extLst>
                <a:ext uri="{FF2B5EF4-FFF2-40B4-BE49-F238E27FC236}">
                  <a16:creationId xmlns:a16="http://schemas.microsoft.com/office/drawing/2014/main" id="{BAF9905F-4201-98E0-CE63-F7DCDD5E44D2}"/>
                </a:ext>
              </a:extLst>
            </p:cNvPr>
            <p:cNvSpPr/>
            <p:nvPr/>
          </p:nvSpPr>
          <p:spPr>
            <a:xfrm>
              <a:off x="4673275" y="3320025"/>
              <a:ext cx="283600" cy="242875"/>
            </a:xfrm>
            <a:custGeom>
              <a:avLst/>
              <a:gdLst/>
              <a:ahLst/>
              <a:cxnLst/>
              <a:rect l="l" t="t" r="r" b="b"/>
              <a:pathLst>
                <a:path w="11344" h="9715" extrusionOk="0">
                  <a:moveTo>
                    <a:pt x="9403" y="365"/>
                  </a:moveTo>
                  <a:lnTo>
                    <a:pt x="10976" y="9263"/>
                  </a:lnTo>
                  <a:lnTo>
                    <a:pt x="10976" y="9263"/>
                  </a:lnTo>
                  <a:cubicBezTo>
                    <a:pt x="10495" y="9332"/>
                    <a:pt x="9998" y="9377"/>
                    <a:pt x="9546" y="9377"/>
                  </a:cubicBezTo>
                  <a:cubicBezTo>
                    <a:pt x="5167" y="9377"/>
                    <a:pt x="1292" y="6233"/>
                    <a:pt x="506" y="1769"/>
                  </a:cubicBezTo>
                  <a:cubicBezTo>
                    <a:pt x="406" y="1319"/>
                    <a:pt x="373" y="825"/>
                    <a:pt x="367" y="365"/>
                  </a:cubicBezTo>
                  <a:close/>
                  <a:moveTo>
                    <a:pt x="197" y="0"/>
                  </a:moveTo>
                  <a:cubicBezTo>
                    <a:pt x="141" y="0"/>
                    <a:pt x="85" y="28"/>
                    <a:pt x="57" y="56"/>
                  </a:cubicBezTo>
                  <a:cubicBezTo>
                    <a:pt x="29" y="84"/>
                    <a:pt x="1" y="141"/>
                    <a:pt x="1" y="197"/>
                  </a:cubicBezTo>
                  <a:cubicBezTo>
                    <a:pt x="1" y="730"/>
                    <a:pt x="57" y="1292"/>
                    <a:pt x="141" y="1853"/>
                  </a:cubicBezTo>
                  <a:cubicBezTo>
                    <a:pt x="955" y="6457"/>
                    <a:pt x="4998" y="9714"/>
                    <a:pt x="9546" y="9714"/>
                  </a:cubicBezTo>
                  <a:cubicBezTo>
                    <a:pt x="10080" y="9714"/>
                    <a:pt x="10641" y="9686"/>
                    <a:pt x="11203" y="9574"/>
                  </a:cubicBezTo>
                  <a:cubicBezTo>
                    <a:pt x="11259" y="9574"/>
                    <a:pt x="11287" y="9546"/>
                    <a:pt x="11315" y="9518"/>
                  </a:cubicBezTo>
                  <a:cubicBezTo>
                    <a:pt x="11343" y="9461"/>
                    <a:pt x="11343" y="9433"/>
                    <a:pt x="11343" y="9377"/>
                  </a:cubicBezTo>
                  <a:lnTo>
                    <a:pt x="9715" y="141"/>
                  </a:lnTo>
                  <a:cubicBezTo>
                    <a:pt x="9715" y="56"/>
                    <a:pt x="9631" y="0"/>
                    <a:pt x="954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1191;p25">
              <a:extLst>
                <a:ext uri="{FF2B5EF4-FFF2-40B4-BE49-F238E27FC236}">
                  <a16:creationId xmlns:a16="http://schemas.microsoft.com/office/drawing/2014/main" id="{30090549-0945-257E-1A2F-A29828A0CBCE}"/>
                </a:ext>
              </a:extLst>
            </p:cNvPr>
            <p:cNvSpPr/>
            <p:nvPr/>
          </p:nvSpPr>
          <p:spPr>
            <a:xfrm>
              <a:off x="4905600" y="3314400"/>
              <a:ext cx="197250" cy="245675"/>
            </a:xfrm>
            <a:custGeom>
              <a:avLst/>
              <a:gdLst/>
              <a:ahLst/>
              <a:cxnLst/>
              <a:rect l="l" t="t" r="r" b="b"/>
              <a:pathLst>
                <a:path w="7890" h="9827" extrusionOk="0">
                  <a:moveTo>
                    <a:pt x="501" y="816"/>
                  </a:moveTo>
                  <a:lnTo>
                    <a:pt x="7383" y="6206"/>
                  </a:lnTo>
                  <a:lnTo>
                    <a:pt x="7383" y="6206"/>
                  </a:lnTo>
                  <a:cubicBezTo>
                    <a:pt x="5953" y="7957"/>
                    <a:pt x="4238" y="9000"/>
                    <a:pt x="2020" y="9431"/>
                  </a:cubicBezTo>
                  <a:lnTo>
                    <a:pt x="2020" y="9431"/>
                  </a:lnTo>
                  <a:lnTo>
                    <a:pt x="501" y="816"/>
                  </a:lnTo>
                  <a:close/>
                  <a:moveTo>
                    <a:pt x="1" y="1"/>
                  </a:moveTo>
                  <a:lnTo>
                    <a:pt x="85" y="450"/>
                  </a:lnTo>
                  <a:lnTo>
                    <a:pt x="1741" y="9827"/>
                  </a:lnTo>
                  <a:lnTo>
                    <a:pt x="1910" y="9799"/>
                  </a:lnTo>
                  <a:cubicBezTo>
                    <a:pt x="4352" y="9378"/>
                    <a:pt x="6233" y="8227"/>
                    <a:pt x="7777" y="6289"/>
                  </a:cubicBezTo>
                  <a:lnTo>
                    <a:pt x="7890" y="6149"/>
                  </a:lnTo>
                  <a:lnTo>
                    <a:pt x="1"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1192;p25">
              <a:extLst>
                <a:ext uri="{FF2B5EF4-FFF2-40B4-BE49-F238E27FC236}">
                  <a16:creationId xmlns:a16="http://schemas.microsoft.com/office/drawing/2014/main" id="{0D0398D2-E2E5-93AE-5183-E61AE79787C0}"/>
                </a:ext>
              </a:extLst>
            </p:cNvPr>
            <p:cNvSpPr/>
            <p:nvPr/>
          </p:nvSpPr>
          <p:spPr>
            <a:xfrm>
              <a:off x="4789800" y="3086300"/>
              <a:ext cx="361475" cy="386750"/>
            </a:xfrm>
            <a:custGeom>
              <a:avLst/>
              <a:gdLst/>
              <a:ahLst/>
              <a:cxnLst/>
              <a:rect l="l" t="t" r="r" b="b"/>
              <a:pathLst>
                <a:path w="14459" h="15470" extrusionOk="0">
                  <a:moveTo>
                    <a:pt x="4885" y="337"/>
                  </a:moveTo>
                  <a:cubicBezTo>
                    <a:pt x="8058" y="337"/>
                    <a:pt x="11146" y="1994"/>
                    <a:pt x="12831" y="4942"/>
                  </a:cubicBezTo>
                  <a:cubicBezTo>
                    <a:pt x="13701" y="6401"/>
                    <a:pt x="14094" y="7974"/>
                    <a:pt x="14094" y="9546"/>
                  </a:cubicBezTo>
                  <a:cubicBezTo>
                    <a:pt x="14094" y="11484"/>
                    <a:pt x="13483" y="13395"/>
                    <a:pt x="12237" y="15048"/>
                  </a:cubicBezTo>
                  <a:lnTo>
                    <a:pt x="12237" y="15048"/>
                  </a:lnTo>
                  <a:lnTo>
                    <a:pt x="5019" y="9422"/>
                  </a:lnTo>
                  <a:lnTo>
                    <a:pt x="442" y="1482"/>
                  </a:lnTo>
                  <a:lnTo>
                    <a:pt x="442" y="1482"/>
                  </a:lnTo>
                  <a:cubicBezTo>
                    <a:pt x="1856" y="702"/>
                    <a:pt x="3371" y="337"/>
                    <a:pt x="4885" y="337"/>
                  </a:cubicBezTo>
                  <a:close/>
                  <a:moveTo>
                    <a:pt x="4885" y="0"/>
                  </a:moveTo>
                  <a:cubicBezTo>
                    <a:pt x="3257" y="0"/>
                    <a:pt x="1629" y="393"/>
                    <a:pt x="113" y="1264"/>
                  </a:cubicBezTo>
                  <a:cubicBezTo>
                    <a:pt x="28" y="1320"/>
                    <a:pt x="0" y="1432"/>
                    <a:pt x="57" y="1516"/>
                  </a:cubicBezTo>
                  <a:lnTo>
                    <a:pt x="4745" y="9630"/>
                  </a:lnTo>
                  <a:lnTo>
                    <a:pt x="4773" y="9658"/>
                  </a:lnTo>
                  <a:lnTo>
                    <a:pt x="12157" y="15441"/>
                  </a:lnTo>
                  <a:cubicBezTo>
                    <a:pt x="12185" y="15470"/>
                    <a:pt x="12241" y="15470"/>
                    <a:pt x="12297" y="15470"/>
                  </a:cubicBezTo>
                  <a:cubicBezTo>
                    <a:pt x="12325" y="15470"/>
                    <a:pt x="12381" y="15441"/>
                    <a:pt x="12409" y="15413"/>
                  </a:cubicBezTo>
                  <a:cubicBezTo>
                    <a:pt x="13757" y="13673"/>
                    <a:pt x="14459" y="11623"/>
                    <a:pt x="14459" y="9546"/>
                  </a:cubicBezTo>
                  <a:cubicBezTo>
                    <a:pt x="14459" y="7917"/>
                    <a:pt x="14010" y="6289"/>
                    <a:pt x="13139" y="4773"/>
                  </a:cubicBezTo>
                  <a:cubicBezTo>
                    <a:pt x="11371" y="1713"/>
                    <a:pt x="8170" y="0"/>
                    <a:pt x="4885"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1193;p25">
              <a:extLst>
                <a:ext uri="{FF2B5EF4-FFF2-40B4-BE49-F238E27FC236}">
                  <a16:creationId xmlns:a16="http://schemas.microsoft.com/office/drawing/2014/main" id="{02A16A6F-00F1-4E99-660A-B5A620C5F552}"/>
                </a:ext>
              </a:extLst>
            </p:cNvPr>
            <p:cNvSpPr/>
            <p:nvPr/>
          </p:nvSpPr>
          <p:spPr>
            <a:xfrm>
              <a:off x="4797525" y="3210525"/>
              <a:ext cx="228825" cy="228125"/>
            </a:xfrm>
            <a:custGeom>
              <a:avLst/>
              <a:gdLst/>
              <a:ahLst/>
              <a:cxnLst/>
              <a:rect l="l" t="t" r="r" b="b"/>
              <a:pathLst>
                <a:path w="9153" h="9125" extrusionOk="0">
                  <a:moveTo>
                    <a:pt x="4576" y="1"/>
                  </a:moveTo>
                  <a:cubicBezTo>
                    <a:pt x="2050" y="1"/>
                    <a:pt x="0" y="2050"/>
                    <a:pt x="0" y="4577"/>
                  </a:cubicBezTo>
                  <a:cubicBezTo>
                    <a:pt x="0" y="7075"/>
                    <a:pt x="2050" y="9125"/>
                    <a:pt x="4576" y="9125"/>
                  </a:cubicBezTo>
                  <a:cubicBezTo>
                    <a:pt x="7103" y="9125"/>
                    <a:pt x="9153" y="7075"/>
                    <a:pt x="9153" y="4577"/>
                  </a:cubicBezTo>
                  <a:cubicBezTo>
                    <a:pt x="9153" y="2050"/>
                    <a:pt x="7103" y="1"/>
                    <a:pt x="457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1194;p25">
              <a:extLst>
                <a:ext uri="{FF2B5EF4-FFF2-40B4-BE49-F238E27FC236}">
                  <a16:creationId xmlns:a16="http://schemas.microsoft.com/office/drawing/2014/main" id="{D7AFA6BA-EF2A-F802-B036-751A3EE6A10D}"/>
                </a:ext>
              </a:extLst>
            </p:cNvPr>
            <p:cNvSpPr/>
            <p:nvPr/>
          </p:nvSpPr>
          <p:spPr>
            <a:xfrm>
              <a:off x="4793300" y="3206325"/>
              <a:ext cx="237250" cy="236550"/>
            </a:xfrm>
            <a:custGeom>
              <a:avLst/>
              <a:gdLst/>
              <a:ahLst/>
              <a:cxnLst/>
              <a:rect l="l" t="t" r="r" b="b"/>
              <a:pathLst>
                <a:path w="9490" h="9462" extrusionOk="0">
                  <a:moveTo>
                    <a:pt x="4745" y="337"/>
                  </a:moveTo>
                  <a:cubicBezTo>
                    <a:pt x="5953" y="337"/>
                    <a:pt x="7047" y="842"/>
                    <a:pt x="7862" y="1628"/>
                  </a:cubicBezTo>
                  <a:cubicBezTo>
                    <a:pt x="8648" y="2415"/>
                    <a:pt x="9125" y="3510"/>
                    <a:pt x="9125" y="4745"/>
                  </a:cubicBezTo>
                  <a:cubicBezTo>
                    <a:pt x="9125" y="5952"/>
                    <a:pt x="8648" y="7047"/>
                    <a:pt x="7862" y="7833"/>
                  </a:cubicBezTo>
                  <a:cubicBezTo>
                    <a:pt x="7047" y="8619"/>
                    <a:pt x="5953" y="9124"/>
                    <a:pt x="4745" y="9124"/>
                  </a:cubicBezTo>
                  <a:cubicBezTo>
                    <a:pt x="3538" y="9124"/>
                    <a:pt x="2443" y="8619"/>
                    <a:pt x="1629" y="7833"/>
                  </a:cubicBezTo>
                  <a:cubicBezTo>
                    <a:pt x="843" y="7047"/>
                    <a:pt x="366" y="5952"/>
                    <a:pt x="366" y="4745"/>
                  </a:cubicBezTo>
                  <a:cubicBezTo>
                    <a:pt x="366" y="3510"/>
                    <a:pt x="843" y="2415"/>
                    <a:pt x="1629" y="1628"/>
                  </a:cubicBezTo>
                  <a:cubicBezTo>
                    <a:pt x="2443" y="842"/>
                    <a:pt x="3538" y="337"/>
                    <a:pt x="4745" y="337"/>
                  </a:cubicBezTo>
                  <a:close/>
                  <a:moveTo>
                    <a:pt x="4745" y="0"/>
                  </a:moveTo>
                  <a:cubicBezTo>
                    <a:pt x="2134" y="0"/>
                    <a:pt x="1" y="2106"/>
                    <a:pt x="1" y="4745"/>
                  </a:cubicBezTo>
                  <a:cubicBezTo>
                    <a:pt x="1" y="7356"/>
                    <a:pt x="2134" y="9461"/>
                    <a:pt x="4745" y="9461"/>
                  </a:cubicBezTo>
                  <a:cubicBezTo>
                    <a:pt x="7356" y="9461"/>
                    <a:pt x="9490" y="7356"/>
                    <a:pt x="9490" y="4745"/>
                  </a:cubicBezTo>
                  <a:cubicBezTo>
                    <a:pt x="9490" y="2106"/>
                    <a:pt x="7356" y="0"/>
                    <a:pt x="4745"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1195;p25">
              <a:extLst>
                <a:ext uri="{FF2B5EF4-FFF2-40B4-BE49-F238E27FC236}">
                  <a16:creationId xmlns:a16="http://schemas.microsoft.com/office/drawing/2014/main" id="{B08FE920-FEFD-7DDD-DF9C-6EE2B9A9BC8F}"/>
                </a:ext>
              </a:extLst>
            </p:cNvPr>
            <p:cNvSpPr/>
            <p:nvPr/>
          </p:nvSpPr>
          <p:spPr>
            <a:xfrm>
              <a:off x="5243200" y="4242275"/>
              <a:ext cx="278675" cy="11950"/>
            </a:xfrm>
            <a:custGeom>
              <a:avLst/>
              <a:gdLst/>
              <a:ahLst/>
              <a:cxnLst/>
              <a:rect l="l" t="t" r="r" b="b"/>
              <a:pathLst>
                <a:path w="11147" h="478" extrusionOk="0">
                  <a:moveTo>
                    <a:pt x="1" y="1"/>
                  </a:moveTo>
                  <a:lnTo>
                    <a:pt x="1" y="478"/>
                  </a:lnTo>
                  <a:lnTo>
                    <a:pt x="11146" y="478"/>
                  </a:lnTo>
                  <a:lnTo>
                    <a:pt x="11146"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1196;p25">
              <a:extLst>
                <a:ext uri="{FF2B5EF4-FFF2-40B4-BE49-F238E27FC236}">
                  <a16:creationId xmlns:a16="http://schemas.microsoft.com/office/drawing/2014/main" id="{15029CB7-3802-5BE1-6F3E-F3A1FC9D03C1}"/>
                </a:ext>
              </a:extLst>
            </p:cNvPr>
            <p:cNvSpPr/>
            <p:nvPr/>
          </p:nvSpPr>
          <p:spPr>
            <a:xfrm>
              <a:off x="5243200" y="4290000"/>
              <a:ext cx="278675" cy="11250"/>
            </a:xfrm>
            <a:custGeom>
              <a:avLst/>
              <a:gdLst/>
              <a:ahLst/>
              <a:cxnLst/>
              <a:rect l="l" t="t" r="r" b="b"/>
              <a:pathLst>
                <a:path w="11147" h="450" extrusionOk="0">
                  <a:moveTo>
                    <a:pt x="1" y="1"/>
                  </a:moveTo>
                  <a:lnTo>
                    <a:pt x="1" y="450"/>
                  </a:lnTo>
                  <a:lnTo>
                    <a:pt x="11146" y="450"/>
                  </a:lnTo>
                  <a:lnTo>
                    <a:pt x="11146"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1197;p25">
              <a:extLst>
                <a:ext uri="{FF2B5EF4-FFF2-40B4-BE49-F238E27FC236}">
                  <a16:creationId xmlns:a16="http://schemas.microsoft.com/office/drawing/2014/main" id="{5AED3B3E-80CB-EC47-31AE-D8BAC1B3569B}"/>
                </a:ext>
              </a:extLst>
            </p:cNvPr>
            <p:cNvSpPr/>
            <p:nvPr/>
          </p:nvSpPr>
          <p:spPr>
            <a:xfrm>
              <a:off x="5243200" y="4337025"/>
              <a:ext cx="278675" cy="11950"/>
            </a:xfrm>
            <a:custGeom>
              <a:avLst/>
              <a:gdLst/>
              <a:ahLst/>
              <a:cxnLst/>
              <a:rect l="l" t="t" r="r" b="b"/>
              <a:pathLst>
                <a:path w="11147" h="478" extrusionOk="0">
                  <a:moveTo>
                    <a:pt x="1" y="1"/>
                  </a:moveTo>
                  <a:lnTo>
                    <a:pt x="1" y="478"/>
                  </a:lnTo>
                  <a:lnTo>
                    <a:pt x="11146" y="478"/>
                  </a:lnTo>
                  <a:lnTo>
                    <a:pt x="11146"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1198;p25">
              <a:extLst>
                <a:ext uri="{FF2B5EF4-FFF2-40B4-BE49-F238E27FC236}">
                  <a16:creationId xmlns:a16="http://schemas.microsoft.com/office/drawing/2014/main" id="{2C1F3CA5-463C-A926-411E-1159B278F9E0}"/>
                </a:ext>
              </a:extLst>
            </p:cNvPr>
            <p:cNvSpPr/>
            <p:nvPr/>
          </p:nvSpPr>
          <p:spPr>
            <a:xfrm>
              <a:off x="5243200" y="4384750"/>
              <a:ext cx="278675" cy="11250"/>
            </a:xfrm>
            <a:custGeom>
              <a:avLst/>
              <a:gdLst/>
              <a:ahLst/>
              <a:cxnLst/>
              <a:rect l="l" t="t" r="r" b="b"/>
              <a:pathLst>
                <a:path w="11147" h="450" extrusionOk="0">
                  <a:moveTo>
                    <a:pt x="1" y="1"/>
                  </a:moveTo>
                  <a:lnTo>
                    <a:pt x="1" y="450"/>
                  </a:lnTo>
                  <a:lnTo>
                    <a:pt x="11146" y="450"/>
                  </a:lnTo>
                  <a:lnTo>
                    <a:pt x="11146"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1199;p25">
              <a:extLst>
                <a:ext uri="{FF2B5EF4-FFF2-40B4-BE49-F238E27FC236}">
                  <a16:creationId xmlns:a16="http://schemas.microsoft.com/office/drawing/2014/main" id="{17ACDDA8-D0B6-3674-C346-47265A5E69C0}"/>
                </a:ext>
              </a:extLst>
            </p:cNvPr>
            <p:cNvSpPr/>
            <p:nvPr/>
          </p:nvSpPr>
          <p:spPr>
            <a:xfrm>
              <a:off x="5568175" y="3960825"/>
              <a:ext cx="277950" cy="389575"/>
            </a:xfrm>
            <a:custGeom>
              <a:avLst/>
              <a:gdLst/>
              <a:ahLst/>
              <a:cxnLst/>
              <a:rect l="l" t="t" r="r" b="b"/>
              <a:pathLst>
                <a:path w="11118" h="15583" extrusionOk="0">
                  <a:moveTo>
                    <a:pt x="10669" y="1"/>
                  </a:moveTo>
                  <a:lnTo>
                    <a:pt x="10669" y="15105"/>
                  </a:lnTo>
                  <a:lnTo>
                    <a:pt x="0" y="15105"/>
                  </a:lnTo>
                  <a:lnTo>
                    <a:pt x="0" y="15582"/>
                  </a:lnTo>
                  <a:lnTo>
                    <a:pt x="11118" y="15582"/>
                  </a:lnTo>
                  <a:lnTo>
                    <a:pt x="1111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1200;p25">
              <a:extLst>
                <a:ext uri="{FF2B5EF4-FFF2-40B4-BE49-F238E27FC236}">
                  <a16:creationId xmlns:a16="http://schemas.microsoft.com/office/drawing/2014/main" id="{AAEE6579-AC3F-063D-3AAD-0A965F4143FA}"/>
                </a:ext>
              </a:extLst>
            </p:cNvPr>
            <p:cNvSpPr/>
            <p:nvPr/>
          </p:nvSpPr>
          <p:spPr>
            <a:xfrm>
              <a:off x="1997775" y="759600"/>
              <a:ext cx="2480425" cy="1965250"/>
            </a:xfrm>
            <a:custGeom>
              <a:avLst/>
              <a:gdLst/>
              <a:ahLst/>
              <a:cxnLst/>
              <a:rect l="l" t="t" r="r" b="b"/>
              <a:pathLst>
                <a:path w="99217" h="78610" extrusionOk="0">
                  <a:moveTo>
                    <a:pt x="0" y="1"/>
                  </a:moveTo>
                  <a:lnTo>
                    <a:pt x="0" y="78610"/>
                  </a:lnTo>
                  <a:lnTo>
                    <a:pt x="99216" y="78610"/>
                  </a:lnTo>
                  <a:lnTo>
                    <a:pt x="99216" y="4380"/>
                  </a:lnTo>
                  <a:lnTo>
                    <a:pt x="26839" y="4380"/>
                  </a:lnTo>
                  <a:lnTo>
                    <a:pt x="2408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1201;p25">
              <a:extLst>
                <a:ext uri="{FF2B5EF4-FFF2-40B4-BE49-F238E27FC236}">
                  <a16:creationId xmlns:a16="http://schemas.microsoft.com/office/drawing/2014/main" id="{003DE068-E90E-A42B-96AD-A473897C73BA}"/>
                </a:ext>
              </a:extLst>
            </p:cNvPr>
            <p:cNvSpPr/>
            <p:nvPr/>
          </p:nvSpPr>
          <p:spPr>
            <a:xfrm>
              <a:off x="2016000" y="918925"/>
              <a:ext cx="2445350" cy="1766625"/>
            </a:xfrm>
            <a:custGeom>
              <a:avLst/>
              <a:gdLst/>
              <a:ahLst/>
              <a:cxnLst/>
              <a:rect l="l" t="t" r="r" b="b"/>
              <a:pathLst>
                <a:path w="97814" h="70665" extrusionOk="0">
                  <a:moveTo>
                    <a:pt x="1" y="1"/>
                  </a:moveTo>
                  <a:lnTo>
                    <a:pt x="1" y="70665"/>
                  </a:lnTo>
                  <a:lnTo>
                    <a:pt x="97813" y="70665"/>
                  </a:lnTo>
                  <a:lnTo>
                    <a:pt x="978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1202;p25">
              <a:extLst>
                <a:ext uri="{FF2B5EF4-FFF2-40B4-BE49-F238E27FC236}">
                  <a16:creationId xmlns:a16="http://schemas.microsoft.com/office/drawing/2014/main" id="{D49BC2F4-5445-5D12-A1CB-22AD60DED437}"/>
                </a:ext>
              </a:extLst>
            </p:cNvPr>
            <p:cNvSpPr/>
            <p:nvPr/>
          </p:nvSpPr>
          <p:spPr>
            <a:xfrm>
              <a:off x="4417100" y="924550"/>
              <a:ext cx="38625" cy="1064750"/>
            </a:xfrm>
            <a:custGeom>
              <a:avLst/>
              <a:gdLst/>
              <a:ahLst/>
              <a:cxnLst/>
              <a:rect l="l" t="t" r="r" b="b"/>
              <a:pathLst>
                <a:path w="1545" h="42590" extrusionOk="0">
                  <a:moveTo>
                    <a:pt x="1" y="0"/>
                  </a:moveTo>
                  <a:lnTo>
                    <a:pt x="1" y="42590"/>
                  </a:lnTo>
                  <a:lnTo>
                    <a:pt x="1545" y="42590"/>
                  </a:lnTo>
                  <a:lnTo>
                    <a:pt x="1545" y="0"/>
                  </a:ln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1203;p25">
              <a:extLst>
                <a:ext uri="{FF2B5EF4-FFF2-40B4-BE49-F238E27FC236}">
                  <a16:creationId xmlns:a16="http://schemas.microsoft.com/office/drawing/2014/main" id="{84CC6944-AF3D-00C7-5663-AD9D48AF0DCC}"/>
                </a:ext>
              </a:extLst>
            </p:cNvPr>
            <p:cNvSpPr/>
            <p:nvPr/>
          </p:nvSpPr>
          <p:spPr>
            <a:xfrm>
              <a:off x="4417100" y="1989275"/>
              <a:ext cx="38625" cy="689975"/>
            </a:xfrm>
            <a:custGeom>
              <a:avLst/>
              <a:gdLst/>
              <a:ahLst/>
              <a:cxnLst/>
              <a:rect l="l" t="t" r="r" b="b"/>
              <a:pathLst>
                <a:path w="1545" h="27599" extrusionOk="0">
                  <a:moveTo>
                    <a:pt x="1" y="1"/>
                  </a:moveTo>
                  <a:lnTo>
                    <a:pt x="1" y="27598"/>
                  </a:lnTo>
                  <a:lnTo>
                    <a:pt x="1545" y="27598"/>
                  </a:lnTo>
                  <a:lnTo>
                    <a:pt x="1545" y="1"/>
                  </a:lnTo>
                  <a:close/>
                </a:path>
              </a:pathLst>
            </a:custGeom>
            <a:solidFill>
              <a:srgbClr val="B0B0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1204;p25">
              <a:extLst>
                <a:ext uri="{FF2B5EF4-FFF2-40B4-BE49-F238E27FC236}">
                  <a16:creationId xmlns:a16="http://schemas.microsoft.com/office/drawing/2014/main" id="{E629BF9D-1CE8-2612-F861-2C5D254DE409}"/>
                </a:ext>
              </a:extLst>
            </p:cNvPr>
            <p:cNvSpPr/>
            <p:nvPr/>
          </p:nvSpPr>
          <p:spPr>
            <a:xfrm>
              <a:off x="2006175" y="895050"/>
              <a:ext cx="2458675" cy="96200"/>
            </a:xfrm>
            <a:custGeom>
              <a:avLst/>
              <a:gdLst/>
              <a:ahLst/>
              <a:cxnLst/>
              <a:rect l="l" t="t" r="r" b="b"/>
              <a:pathLst>
                <a:path w="98347" h="3848" extrusionOk="0">
                  <a:moveTo>
                    <a:pt x="1" y="1"/>
                  </a:moveTo>
                  <a:lnTo>
                    <a:pt x="1" y="3847"/>
                  </a:lnTo>
                  <a:lnTo>
                    <a:pt x="98347" y="3847"/>
                  </a:lnTo>
                  <a:lnTo>
                    <a:pt x="98347"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1205;p25">
              <a:extLst>
                <a:ext uri="{FF2B5EF4-FFF2-40B4-BE49-F238E27FC236}">
                  <a16:creationId xmlns:a16="http://schemas.microsoft.com/office/drawing/2014/main" id="{C8EA8962-9772-5272-DCC9-A57BE23CF18F}"/>
                </a:ext>
              </a:extLst>
            </p:cNvPr>
            <p:cNvSpPr/>
            <p:nvPr/>
          </p:nvSpPr>
          <p:spPr>
            <a:xfrm>
              <a:off x="2000575" y="889450"/>
              <a:ext cx="2469900" cy="107400"/>
            </a:xfrm>
            <a:custGeom>
              <a:avLst/>
              <a:gdLst/>
              <a:ahLst/>
              <a:cxnLst/>
              <a:rect l="l" t="t" r="r" b="b"/>
              <a:pathLst>
                <a:path w="98796" h="4296" extrusionOk="0">
                  <a:moveTo>
                    <a:pt x="98346" y="450"/>
                  </a:moveTo>
                  <a:lnTo>
                    <a:pt x="98346" y="3847"/>
                  </a:lnTo>
                  <a:lnTo>
                    <a:pt x="478" y="3847"/>
                  </a:lnTo>
                  <a:lnTo>
                    <a:pt x="478" y="450"/>
                  </a:lnTo>
                  <a:close/>
                  <a:moveTo>
                    <a:pt x="0" y="0"/>
                  </a:moveTo>
                  <a:lnTo>
                    <a:pt x="0" y="4296"/>
                  </a:lnTo>
                  <a:lnTo>
                    <a:pt x="98795" y="4296"/>
                  </a:lnTo>
                  <a:lnTo>
                    <a:pt x="98795" y="4071"/>
                  </a:lnTo>
                  <a:lnTo>
                    <a:pt x="98795"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1206;p25">
              <a:extLst>
                <a:ext uri="{FF2B5EF4-FFF2-40B4-BE49-F238E27FC236}">
                  <a16:creationId xmlns:a16="http://schemas.microsoft.com/office/drawing/2014/main" id="{87C95766-9693-7590-00E7-8BA52009696E}"/>
                </a:ext>
              </a:extLst>
            </p:cNvPr>
            <p:cNvSpPr/>
            <p:nvPr/>
          </p:nvSpPr>
          <p:spPr>
            <a:xfrm>
              <a:off x="2010400" y="913300"/>
              <a:ext cx="2457275" cy="1777875"/>
            </a:xfrm>
            <a:custGeom>
              <a:avLst/>
              <a:gdLst/>
              <a:ahLst/>
              <a:cxnLst/>
              <a:rect l="l" t="t" r="r" b="b"/>
              <a:pathLst>
                <a:path w="98291" h="71115" extrusionOk="0">
                  <a:moveTo>
                    <a:pt x="97813" y="450"/>
                  </a:moveTo>
                  <a:lnTo>
                    <a:pt x="97813" y="70637"/>
                  </a:lnTo>
                  <a:lnTo>
                    <a:pt x="450" y="70637"/>
                  </a:lnTo>
                  <a:lnTo>
                    <a:pt x="450" y="450"/>
                  </a:lnTo>
                  <a:close/>
                  <a:moveTo>
                    <a:pt x="225" y="1"/>
                  </a:moveTo>
                  <a:cubicBezTo>
                    <a:pt x="169" y="1"/>
                    <a:pt x="113" y="29"/>
                    <a:pt x="57" y="57"/>
                  </a:cubicBezTo>
                  <a:cubicBezTo>
                    <a:pt x="28" y="113"/>
                    <a:pt x="0" y="169"/>
                    <a:pt x="0" y="226"/>
                  </a:cubicBezTo>
                  <a:lnTo>
                    <a:pt x="0" y="70890"/>
                  </a:lnTo>
                  <a:cubicBezTo>
                    <a:pt x="0" y="70946"/>
                    <a:pt x="28" y="71002"/>
                    <a:pt x="57" y="71030"/>
                  </a:cubicBezTo>
                  <a:cubicBezTo>
                    <a:pt x="113" y="71086"/>
                    <a:pt x="169" y="71114"/>
                    <a:pt x="225" y="71114"/>
                  </a:cubicBezTo>
                  <a:lnTo>
                    <a:pt x="98037" y="71114"/>
                  </a:lnTo>
                  <a:cubicBezTo>
                    <a:pt x="98122" y="71114"/>
                    <a:pt x="98178" y="71086"/>
                    <a:pt x="98206" y="71030"/>
                  </a:cubicBezTo>
                  <a:cubicBezTo>
                    <a:pt x="98262" y="71002"/>
                    <a:pt x="98290" y="70946"/>
                    <a:pt x="98290" y="70890"/>
                  </a:cubicBezTo>
                  <a:lnTo>
                    <a:pt x="98290" y="226"/>
                  </a:lnTo>
                  <a:cubicBezTo>
                    <a:pt x="98290" y="169"/>
                    <a:pt x="98262" y="113"/>
                    <a:pt x="98206" y="57"/>
                  </a:cubicBezTo>
                  <a:cubicBezTo>
                    <a:pt x="98178" y="29"/>
                    <a:pt x="98122" y="1"/>
                    <a:pt x="9803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1207;p25">
              <a:extLst>
                <a:ext uri="{FF2B5EF4-FFF2-40B4-BE49-F238E27FC236}">
                  <a16:creationId xmlns:a16="http://schemas.microsoft.com/office/drawing/2014/main" id="{70F5AC57-5E18-90FB-487C-AB13087304D1}"/>
                </a:ext>
              </a:extLst>
            </p:cNvPr>
            <p:cNvSpPr/>
            <p:nvPr/>
          </p:nvSpPr>
          <p:spPr>
            <a:xfrm>
              <a:off x="3103900" y="1053675"/>
              <a:ext cx="201475" cy="30225"/>
            </a:xfrm>
            <a:custGeom>
              <a:avLst/>
              <a:gdLst/>
              <a:ahLst/>
              <a:cxnLst/>
              <a:rect l="l" t="t" r="r" b="b"/>
              <a:pathLst>
                <a:path w="8059" h="1209" extrusionOk="0">
                  <a:moveTo>
                    <a:pt x="618" y="1"/>
                  </a:moveTo>
                  <a:cubicBezTo>
                    <a:pt x="282" y="1"/>
                    <a:pt x="1" y="254"/>
                    <a:pt x="1" y="590"/>
                  </a:cubicBezTo>
                  <a:cubicBezTo>
                    <a:pt x="1" y="927"/>
                    <a:pt x="282" y="1208"/>
                    <a:pt x="618" y="1208"/>
                  </a:cubicBezTo>
                  <a:lnTo>
                    <a:pt x="7441" y="1208"/>
                  </a:lnTo>
                  <a:cubicBezTo>
                    <a:pt x="7778" y="1208"/>
                    <a:pt x="8058" y="927"/>
                    <a:pt x="8058" y="590"/>
                  </a:cubicBezTo>
                  <a:cubicBezTo>
                    <a:pt x="8058" y="254"/>
                    <a:pt x="7778" y="1"/>
                    <a:pt x="7441" y="1"/>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1208;p25">
              <a:extLst>
                <a:ext uri="{FF2B5EF4-FFF2-40B4-BE49-F238E27FC236}">
                  <a16:creationId xmlns:a16="http://schemas.microsoft.com/office/drawing/2014/main" id="{59063A45-043F-4DFE-1F9B-BA2B9FFC1325}"/>
                </a:ext>
              </a:extLst>
            </p:cNvPr>
            <p:cNvSpPr/>
            <p:nvPr/>
          </p:nvSpPr>
          <p:spPr>
            <a:xfrm>
              <a:off x="3446425" y="1053675"/>
              <a:ext cx="200750" cy="30225"/>
            </a:xfrm>
            <a:custGeom>
              <a:avLst/>
              <a:gdLst/>
              <a:ahLst/>
              <a:cxnLst/>
              <a:rect l="l" t="t" r="r" b="b"/>
              <a:pathLst>
                <a:path w="8030" h="1209" extrusionOk="0">
                  <a:moveTo>
                    <a:pt x="590" y="1"/>
                  </a:moveTo>
                  <a:cubicBezTo>
                    <a:pt x="253" y="1"/>
                    <a:pt x="0" y="254"/>
                    <a:pt x="0" y="590"/>
                  </a:cubicBezTo>
                  <a:cubicBezTo>
                    <a:pt x="0" y="927"/>
                    <a:pt x="253" y="1208"/>
                    <a:pt x="590" y="1208"/>
                  </a:cubicBezTo>
                  <a:lnTo>
                    <a:pt x="7440" y="1208"/>
                  </a:lnTo>
                  <a:cubicBezTo>
                    <a:pt x="7777" y="1208"/>
                    <a:pt x="8030" y="927"/>
                    <a:pt x="8030" y="590"/>
                  </a:cubicBezTo>
                  <a:cubicBezTo>
                    <a:pt x="8030" y="254"/>
                    <a:pt x="7777" y="1"/>
                    <a:pt x="7440" y="1"/>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1209;p25">
              <a:extLst>
                <a:ext uri="{FF2B5EF4-FFF2-40B4-BE49-F238E27FC236}">
                  <a16:creationId xmlns:a16="http://schemas.microsoft.com/office/drawing/2014/main" id="{E03CA677-4D02-F343-9367-996BCB40D2A7}"/>
                </a:ext>
              </a:extLst>
            </p:cNvPr>
            <p:cNvSpPr/>
            <p:nvPr/>
          </p:nvSpPr>
          <p:spPr>
            <a:xfrm>
              <a:off x="3788225" y="1053675"/>
              <a:ext cx="201475" cy="30225"/>
            </a:xfrm>
            <a:custGeom>
              <a:avLst/>
              <a:gdLst/>
              <a:ahLst/>
              <a:cxnLst/>
              <a:rect l="l" t="t" r="r" b="b"/>
              <a:pathLst>
                <a:path w="8059" h="1209" extrusionOk="0">
                  <a:moveTo>
                    <a:pt x="618" y="1"/>
                  </a:moveTo>
                  <a:cubicBezTo>
                    <a:pt x="281" y="1"/>
                    <a:pt x="1" y="254"/>
                    <a:pt x="1" y="590"/>
                  </a:cubicBezTo>
                  <a:cubicBezTo>
                    <a:pt x="1" y="927"/>
                    <a:pt x="281" y="1208"/>
                    <a:pt x="618" y="1208"/>
                  </a:cubicBezTo>
                  <a:lnTo>
                    <a:pt x="7440" y="1208"/>
                  </a:lnTo>
                  <a:cubicBezTo>
                    <a:pt x="7777" y="1208"/>
                    <a:pt x="8058" y="927"/>
                    <a:pt x="8058" y="590"/>
                  </a:cubicBezTo>
                  <a:cubicBezTo>
                    <a:pt x="8058" y="254"/>
                    <a:pt x="7777" y="1"/>
                    <a:pt x="7440" y="1"/>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1210;p25">
              <a:extLst>
                <a:ext uri="{FF2B5EF4-FFF2-40B4-BE49-F238E27FC236}">
                  <a16:creationId xmlns:a16="http://schemas.microsoft.com/office/drawing/2014/main" id="{18290D10-206B-AD5E-A821-1FF4B973B332}"/>
                </a:ext>
              </a:extLst>
            </p:cNvPr>
            <p:cNvSpPr/>
            <p:nvPr/>
          </p:nvSpPr>
          <p:spPr>
            <a:xfrm>
              <a:off x="4130750" y="1053675"/>
              <a:ext cx="201450" cy="30225"/>
            </a:xfrm>
            <a:custGeom>
              <a:avLst/>
              <a:gdLst/>
              <a:ahLst/>
              <a:cxnLst/>
              <a:rect l="l" t="t" r="r" b="b"/>
              <a:pathLst>
                <a:path w="8058" h="1209" extrusionOk="0">
                  <a:moveTo>
                    <a:pt x="590" y="1"/>
                  </a:moveTo>
                  <a:cubicBezTo>
                    <a:pt x="253" y="1"/>
                    <a:pt x="0" y="254"/>
                    <a:pt x="0" y="590"/>
                  </a:cubicBezTo>
                  <a:cubicBezTo>
                    <a:pt x="0" y="927"/>
                    <a:pt x="253" y="1208"/>
                    <a:pt x="590" y="1208"/>
                  </a:cubicBezTo>
                  <a:lnTo>
                    <a:pt x="7440" y="1208"/>
                  </a:lnTo>
                  <a:cubicBezTo>
                    <a:pt x="7777" y="1208"/>
                    <a:pt x="8058" y="927"/>
                    <a:pt x="8058" y="590"/>
                  </a:cubicBezTo>
                  <a:cubicBezTo>
                    <a:pt x="8058" y="254"/>
                    <a:pt x="7777" y="1"/>
                    <a:pt x="7440" y="1"/>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1211;p25">
              <a:extLst>
                <a:ext uri="{FF2B5EF4-FFF2-40B4-BE49-F238E27FC236}">
                  <a16:creationId xmlns:a16="http://schemas.microsoft.com/office/drawing/2014/main" id="{211B74BA-79FA-0074-EF6B-0A2423B66AEF}"/>
                </a:ext>
              </a:extLst>
            </p:cNvPr>
            <p:cNvSpPr/>
            <p:nvPr/>
          </p:nvSpPr>
          <p:spPr>
            <a:xfrm>
              <a:off x="2149375" y="1931025"/>
              <a:ext cx="2203175" cy="5625"/>
            </a:xfrm>
            <a:custGeom>
              <a:avLst/>
              <a:gdLst/>
              <a:ahLst/>
              <a:cxnLst/>
              <a:rect l="l" t="t" r="r" b="b"/>
              <a:pathLst>
                <a:path w="88127" h="225" extrusionOk="0">
                  <a:moveTo>
                    <a:pt x="0" y="0"/>
                  </a:moveTo>
                  <a:lnTo>
                    <a:pt x="0" y="225"/>
                  </a:lnTo>
                  <a:lnTo>
                    <a:pt x="88127" y="225"/>
                  </a:lnTo>
                  <a:lnTo>
                    <a:pt x="88127"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1212;p25">
              <a:extLst>
                <a:ext uri="{FF2B5EF4-FFF2-40B4-BE49-F238E27FC236}">
                  <a16:creationId xmlns:a16="http://schemas.microsoft.com/office/drawing/2014/main" id="{82E48803-813C-87AC-8C28-4E9410A411E0}"/>
                </a:ext>
              </a:extLst>
            </p:cNvPr>
            <p:cNvSpPr/>
            <p:nvPr/>
          </p:nvSpPr>
          <p:spPr>
            <a:xfrm>
              <a:off x="2146550" y="1916975"/>
              <a:ext cx="5650" cy="16875"/>
            </a:xfrm>
            <a:custGeom>
              <a:avLst/>
              <a:gdLst/>
              <a:ahLst/>
              <a:cxnLst/>
              <a:rect l="l" t="t" r="r" b="b"/>
              <a:pathLst>
                <a:path w="226" h="675" extrusionOk="0">
                  <a:moveTo>
                    <a:pt x="1" y="1"/>
                  </a:moveTo>
                  <a:lnTo>
                    <a:pt x="1" y="675"/>
                  </a:lnTo>
                  <a:lnTo>
                    <a:pt x="225" y="675"/>
                  </a:lnTo>
                  <a:lnTo>
                    <a:pt x="225"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1213;p25">
              <a:extLst>
                <a:ext uri="{FF2B5EF4-FFF2-40B4-BE49-F238E27FC236}">
                  <a16:creationId xmlns:a16="http://schemas.microsoft.com/office/drawing/2014/main" id="{810FF4D8-D988-6E7E-2E98-5995FDE2DB33}"/>
                </a:ext>
              </a:extLst>
            </p:cNvPr>
            <p:cNvSpPr/>
            <p:nvPr/>
          </p:nvSpPr>
          <p:spPr>
            <a:xfrm>
              <a:off x="2421700" y="1916975"/>
              <a:ext cx="6325" cy="16875"/>
            </a:xfrm>
            <a:custGeom>
              <a:avLst/>
              <a:gdLst/>
              <a:ahLst/>
              <a:cxnLst/>
              <a:rect l="l" t="t" r="r" b="b"/>
              <a:pathLst>
                <a:path w="253" h="675" extrusionOk="0">
                  <a:moveTo>
                    <a:pt x="0" y="1"/>
                  </a:moveTo>
                  <a:lnTo>
                    <a:pt x="0" y="675"/>
                  </a:lnTo>
                  <a:lnTo>
                    <a:pt x="253" y="675"/>
                  </a:lnTo>
                  <a:lnTo>
                    <a:pt x="253"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1214;p25">
              <a:extLst>
                <a:ext uri="{FF2B5EF4-FFF2-40B4-BE49-F238E27FC236}">
                  <a16:creationId xmlns:a16="http://schemas.microsoft.com/office/drawing/2014/main" id="{A90B8FB7-257B-E2CD-F3CC-7CA453DE086B}"/>
                </a:ext>
              </a:extLst>
            </p:cNvPr>
            <p:cNvSpPr/>
            <p:nvPr/>
          </p:nvSpPr>
          <p:spPr>
            <a:xfrm>
              <a:off x="2697525" y="1916975"/>
              <a:ext cx="5650" cy="16875"/>
            </a:xfrm>
            <a:custGeom>
              <a:avLst/>
              <a:gdLst/>
              <a:ahLst/>
              <a:cxnLst/>
              <a:rect l="l" t="t" r="r" b="b"/>
              <a:pathLst>
                <a:path w="226" h="675" extrusionOk="0">
                  <a:moveTo>
                    <a:pt x="1" y="1"/>
                  </a:moveTo>
                  <a:lnTo>
                    <a:pt x="1" y="675"/>
                  </a:lnTo>
                  <a:lnTo>
                    <a:pt x="225" y="675"/>
                  </a:lnTo>
                  <a:lnTo>
                    <a:pt x="225"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1215;p25">
              <a:extLst>
                <a:ext uri="{FF2B5EF4-FFF2-40B4-BE49-F238E27FC236}">
                  <a16:creationId xmlns:a16="http://schemas.microsoft.com/office/drawing/2014/main" id="{2465DA1A-6E2D-3FDB-E19A-721949134CF6}"/>
                </a:ext>
              </a:extLst>
            </p:cNvPr>
            <p:cNvSpPr/>
            <p:nvPr/>
          </p:nvSpPr>
          <p:spPr>
            <a:xfrm>
              <a:off x="2972650" y="1916975"/>
              <a:ext cx="5650" cy="16875"/>
            </a:xfrm>
            <a:custGeom>
              <a:avLst/>
              <a:gdLst/>
              <a:ahLst/>
              <a:cxnLst/>
              <a:rect l="l" t="t" r="r" b="b"/>
              <a:pathLst>
                <a:path w="226" h="675" extrusionOk="0">
                  <a:moveTo>
                    <a:pt x="1" y="1"/>
                  </a:moveTo>
                  <a:lnTo>
                    <a:pt x="1" y="675"/>
                  </a:lnTo>
                  <a:lnTo>
                    <a:pt x="225" y="675"/>
                  </a:lnTo>
                  <a:lnTo>
                    <a:pt x="225"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1216;p25">
              <a:extLst>
                <a:ext uri="{FF2B5EF4-FFF2-40B4-BE49-F238E27FC236}">
                  <a16:creationId xmlns:a16="http://schemas.microsoft.com/office/drawing/2014/main" id="{D3C9C1A7-193C-6CCC-272A-AD243CB5922E}"/>
                </a:ext>
              </a:extLst>
            </p:cNvPr>
            <p:cNvSpPr/>
            <p:nvPr/>
          </p:nvSpPr>
          <p:spPr>
            <a:xfrm>
              <a:off x="3247800" y="1916975"/>
              <a:ext cx="6325" cy="16875"/>
            </a:xfrm>
            <a:custGeom>
              <a:avLst/>
              <a:gdLst/>
              <a:ahLst/>
              <a:cxnLst/>
              <a:rect l="l" t="t" r="r" b="b"/>
              <a:pathLst>
                <a:path w="253" h="675" extrusionOk="0">
                  <a:moveTo>
                    <a:pt x="0" y="1"/>
                  </a:moveTo>
                  <a:lnTo>
                    <a:pt x="0" y="675"/>
                  </a:lnTo>
                  <a:lnTo>
                    <a:pt x="253" y="675"/>
                  </a:lnTo>
                  <a:lnTo>
                    <a:pt x="253"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1217;p25">
              <a:extLst>
                <a:ext uri="{FF2B5EF4-FFF2-40B4-BE49-F238E27FC236}">
                  <a16:creationId xmlns:a16="http://schemas.microsoft.com/office/drawing/2014/main" id="{E9099F54-2C41-4CC8-7134-E5D6649341EA}"/>
                </a:ext>
              </a:extLst>
            </p:cNvPr>
            <p:cNvSpPr/>
            <p:nvPr/>
          </p:nvSpPr>
          <p:spPr>
            <a:xfrm>
              <a:off x="3523625" y="1916975"/>
              <a:ext cx="5650" cy="16875"/>
            </a:xfrm>
            <a:custGeom>
              <a:avLst/>
              <a:gdLst/>
              <a:ahLst/>
              <a:cxnLst/>
              <a:rect l="l" t="t" r="r" b="b"/>
              <a:pathLst>
                <a:path w="226" h="675" extrusionOk="0">
                  <a:moveTo>
                    <a:pt x="1" y="1"/>
                  </a:moveTo>
                  <a:lnTo>
                    <a:pt x="1" y="675"/>
                  </a:lnTo>
                  <a:lnTo>
                    <a:pt x="225" y="675"/>
                  </a:lnTo>
                  <a:lnTo>
                    <a:pt x="225"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218;p25">
              <a:extLst>
                <a:ext uri="{FF2B5EF4-FFF2-40B4-BE49-F238E27FC236}">
                  <a16:creationId xmlns:a16="http://schemas.microsoft.com/office/drawing/2014/main" id="{186E41DE-0631-0BCE-08D0-4516C4F17F50}"/>
                </a:ext>
              </a:extLst>
            </p:cNvPr>
            <p:cNvSpPr/>
            <p:nvPr/>
          </p:nvSpPr>
          <p:spPr>
            <a:xfrm>
              <a:off x="3798750" y="1916975"/>
              <a:ext cx="5650" cy="16875"/>
            </a:xfrm>
            <a:custGeom>
              <a:avLst/>
              <a:gdLst/>
              <a:ahLst/>
              <a:cxnLst/>
              <a:rect l="l" t="t" r="r" b="b"/>
              <a:pathLst>
                <a:path w="226" h="675" extrusionOk="0">
                  <a:moveTo>
                    <a:pt x="1" y="1"/>
                  </a:moveTo>
                  <a:lnTo>
                    <a:pt x="1" y="675"/>
                  </a:lnTo>
                  <a:lnTo>
                    <a:pt x="225" y="675"/>
                  </a:lnTo>
                  <a:lnTo>
                    <a:pt x="225"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219;p25">
              <a:extLst>
                <a:ext uri="{FF2B5EF4-FFF2-40B4-BE49-F238E27FC236}">
                  <a16:creationId xmlns:a16="http://schemas.microsoft.com/office/drawing/2014/main" id="{D286A982-E0EB-4502-E849-DB06FD6550BB}"/>
                </a:ext>
              </a:extLst>
            </p:cNvPr>
            <p:cNvSpPr/>
            <p:nvPr/>
          </p:nvSpPr>
          <p:spPr>
            <a:xfrm>
              <a:off x="4073900" y="1916975"/>
              <a:ext cx="6325" cy="16875"/>
            </a:xfrm>
            <a:custGeom>
              <a:avLst/>
              <a:gdLst/>
              <a:ahLst/>
              <a:cxnLst/>
              <a:rect l="l" t="t" r="r" b="b"/>
              <a:pathLst>
                <a:path w="253" h="675" extrusionOk="0">
                  <a:moveTo>
                    <a:pt x="0" y="1"/>
                  </a:moveTo>
                  <a:lnTo>
                    <a:pt x="0" y="675"/>
                  </a:lnTo>
                  <a:lnTo>
                    <a:pt x="253" y="675"/>
                  </a:lnTo>
                  <a:lnTo>
                    <a:pt x="253"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1220;p25">
              <a:extLst>
                <a:ext uri="{FF2B5EF4-FFF2-40B4-BE49-F238E27FC236}">
                  <a16:creationId xmlns:a16="http://schemas.microsoft.com/office/drawing/2014/main" id="{CF163684-1DA1-6ADF-4873-F8B394208434}"/>
                </a:ext>
              </a:extLst>
            </p:cNvPr>
            <p:cNvSpPr/>
            <p:nvPr/>
          </p:nvSpPr>
          <p:spPr>
            <a:xfrm>
              <a:off x="4349725" y="1916975"/>
              <a:ext cx="5650" cy="16875"/>
            </a:xfrm>
            <a:custGeom>
              <a:avLst/>
              <a:gdLst/>
              <a:ahLst/>
              <a:cxnLst/>
              <a:rect l="l" t="t" r="r" b="b"/>
              <a:pathLst>
                <a:path w="226" h="675" extrusionOk="0">
                  <a:moveTo>
                    <a:pt x="0" y="1"/>
                  </a:moveTo>
                  <a:lnTo>
                    <a:pt x="0" y="675"/>
                  </a:lnTo>
                  <a:lnTo>
                    <a:pt x="225" y="675"/>
                  </a:lnTo>
                  <a:lnTo>
                    <a:pt x="225"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221;p25">
              <a:extLst>
                <a:ext uri="{FF2B5EF4-FFF2-40B4-BE49-F238E27FC236}">
                  <a16:creationId xmlns:a16="http://schemas.microsoft.com/office/drawing/2014/main" id="{F542D188-7DAB-CF82-8BDF-A8E5F988F621}"/>
                </a:ext>
              </a:extLst>
            </p:cNvPr>
            <p:cNvSpPr/>
            <p:nvPr/>
          </p:nvSpPr>
          <p:spPr>
            <a:xfrm>
              <a:off x="2274300" y="1744725"/>
              <a:ext cx="301125" cy="108725"/>
            </a:xfrm>
            <a:custGeom>
              <a:avLst/>
              <a:gdLst/>
              <a:ahLst/>
              <a:cxnLst/>
              <a:rect l="l" t="t" r="r" b="b"/>
              <a:pathLst>
                <a:path w="12045" h="4349" extrusionOk="0">
                  <a:moveTo>
                    <a:pt x="11502" y="0"/>
                  </a:moveTo>
                  <a:cubicBezTo>
                    <a:pt x="11467" y="0"/>
                    <a:pt x="11432" y="4"/>
                    <a:pt x="11399" y="13"/>
                  </a:cubicBezTo>
                  <a:lnTo>
                    <a:pt x="365" y="3438"/>
                  </a:lnTo>
                  <a:cubicBezTo>
                    <a:pt x="141" y="3494"/>
                    <a:pt x="0" y="3775"/>
                    <a:pt x="57" y="4027"/>
                  </a:cubicBezTo>
                  <a:cubicBezTo>
                    <a:pt x="128" y="4218"/>
                    <a:pt x="322" y="4348"/>
                    <a:pt x="534" y="4348"/>
                  </a:cubicBezTo>
                  <a:cubicBezTo>
                    <a:pt x="571" y="4348"/>
                    <a:pt x="608" y="4344"/>
                    <a:pt x="646" y="4336"/>
                  </a:cubicBezTo>
                  <a:lnTo>
                    <a:pt x="11680" y="911"/>
                  </a:lnTo>
                  <a:cubicBezTo>
                    <a:pt x="11904" y="827"/>
                    <a:pt x="12045" y="574"/>
                    <a:pt x="11988" y="321"/>
                  </a:cubicBezTo>
                  <a:cubicBezTo>
                    <a:pt x="11917" y="130"/>
                    <a:pt x="11703" y="0"/>
                    <a:pt x="11502"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222;p25">
              <a:extLst>
                <a:ext uri="{FF2B5EF4-FFF2-40B4-BE49-F238E27FC236}">
                  <a16:creationId xmlns:a16="http://schemas.microsoft.com/office/drawing/2014/main" id="{FA3686A9-268E-401A-622C-506E70207DD1}"/>
                </a:ext>
              </a:extLst>
            </p:cNvPr>
            <p:cNvSpPr/>
            <p:nvPr/>
          </p:nvSpPr>
          <p:spPr>
            <a:xfrm>
              <a:off x="2549425" y="1557275"/>
              <a:ext cx="301825" cy="210775"/>
            </a:xfrm>
            <a:custGeom>
              <a:avLst/>
              <a:gdLst/>
              <a:ahLst/>
              <a:cxnLst/>
              <a:rect l="l" t="t" r="r" b="b"/>
              <a:pathLst>
                <a:path w="12073" h="8431" extrusionOk="0">
                  <a:moveTo>
                    <a:pt x="11555" y="1"/>
                  </a:moveTo>
                  <a:cubicBezTo>
                    <a:pt x="11459" y="1"/>
                    <a:pt x="11364" y="32"/>
                    <a:pt x="11287" y="99"/>
                  </a:cubicBezTo>
                  <a:lnTo>
                    <a:pt x="253" y="7595"/>
                  </a:lnTo>
                  <a:cubicBezTo>
                    <a:pt x="57" y="7735"/>
                    <a:pt x="1" y="8016"/>
                    <a:pt x="141" y="8240"/>
                  </a:cubicBezTo>
                  <a:cubicBezTo>
                    <a:pt x="229" y="8363"/>
                    <a:pt x="370" y="8431"/>
                    <a:pt x="519" y="8431"/>
                  </a:cubicBezTo>
                  <a:cubicBezTo>
                    <a:pt x="609" y="8431"/>
                    <a:pt x="702" y="8406"/>
                    <a:pt x="787" y="8353"/>
                  </a:cubicBezTo>
                  <a:lnTo>
                    <a:pt x="11792" y="857"/>
                  </a:lnTo>
                  <a:cubicBezTo>
                    <a:pt x="12017" y="716"/>
                    <a:pt x="12073" y="436"/>
                    <a:pt x="11933" y="211"/>
                  </a:cubicBezTo>
                  <a:cubicBezTo>
                    <a:pt x="11848" y="75"/>
                    <a:pt x="11701" y="1"/>
                    <a:pt x="11555"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223;p25">
              <a:extLst>
                <a:ext uri="{FF2B5EF4-FFF2-40B4-BE49-F238E27FC236}">
                  <a16:creationId xmlns:a16="http://schemas.microsoft.com/office/drawing/2014/main" id="{9CDE165E-0A49-2889-4F14-95FFF12E4210}"/>
                </a:ext>
              </a:extLst>
            </p:cNvPr>
            <p:cNvSpPr/>
            <p:nvPr/>
          </p:nvSpPr>
          <p:spPr>
            <a:xfrm>
              <a:off x="2824575" y="1301875"/>
              <a:ext cx="301825" cy="278950"/>
            </a:xfrm>
            <a:custGeom>
              <a:avLst/>
              <a:gdLst/>
              <a:ahLst/>
              <a:cxnLst/>
              <a:rect l="l" t="t" r="r" b="b"/>
              <a:pathLst>
                <a:path w="12073" h="11158" extrusionOk="0">
                  <a:moveTo>
                    <a:pt x="11550" y="1"/>
                  </a:moveTo>
                  <a:cubicBezTo>
                    <a:pt x="11438" y="1"/>
                    <a:pt x="11324" y="43"/>
                    <a:pt x="11230" y="124"/>
                  </a:cubicBezTo>
                  <a:lnTo>
                    <a:pt x="225" y="10343"/>
                  </a:lnTo>
                  <a:cubicBezTo>
                    <a:pt x="28" y="10511"/>
                    <a:pt x="0" y="10820"/>
                    <a:pt x="197" y="11017"/>
                  </a:cubicBezTo>
                  <a:cubicBezTo>
                    <a:pt x="288" y="11108"/>
                    <a:pt x="412" y="11158"/>
                    <a:pt x="538" y="11158"/>
                  </a:cubicBezTo>
                  <a:cubicBezTo>
                    <a:pt x="644" y="11158"/>
                    <a:pt x="752" y="11122"/>
                    <a:pt x="842" y="11045"/>
                  </a:cubicBezTo>
                  <a:lnTo>
                    <a:pt x="11876" y="826"/>
                  </a:lnTo>
                  <a:cubicBezTo>
                    <a:pt x="12044" y="629"/>
                    <a:pt x="12072" y="348"/>
                    <a:pt x="11876" y="152"/>
                  </a:cubicBezTo>
                  <a:cubicBezTo>
                    <a:pt x="11788" y="50"/>
                    <a:pt x="11670" y="1"/>
                    <a:pt x="11550"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224;p25">
              <a:extLst>
                <a:ext uri="{FF2B5EF4-FFF2-40B4-BE49-F238E27FC236}">
                  <a16:creationId xmlns:a16="http://schemas.microsoft.com/office/drawing/2014/main" id="{040E16AC-9F81-3BA8-B97E-CD540224F956}"/>
                </a:ext>
              </a:extLst>
            </p:cNvPr>
            <p:cNvSpPr/>
            <p:nvPr/>
          </p:nvSpPr>
          <p:spPr>
            <a:xfrm>
              <a:off x="3101100" y="1276175"/>
              <a:ext cx="299725" cy="49225"/>
            </a:xfrm>
            <a:custGeom>
              <a:avLst/>
              <a:gdLst/>
              <a:ahLst/>
              <a:cxnLst/>
              <a:rect l="l" t="t" r="r" b="b"/>
              <a:pathLst>
                <a:path w="11989" h="1969" extrusionOk="0">
                  <a:moveTo>
                    <a:pt x="11455" y="1"/>
                  </a:moveTo>
                  <a:lnTo>
                    <a:pt x="450" y="1039"/>
                  </a:lnTo>
                  <a:cubicBezTo>
                    <a:pt x="197" y="1067"/>
                    <a:pt x="1" y="1292"/>
                    <a:pt x="29" y="1545"/>
                  </a:cubicBezTo>
                  <a:cubicBezTo>
                    <a:pt x="55" y="1781"/>
                    <a:pt x="253" y="1968"/>
                    <a:pt x="486" y="1968"/>
                  </a:cubicBezTo>
                  <a:cubicBezTo>
                    <a:pt x="502" y="1968"/>
                    <a:pt x="518" y="1968"/>
                    <a:pt x="534" y="1966"/>
                  </a:cubicBezTo>
                  <a:lnTo>
                    <a:pt x="11539" y="955"/>
                  </a:lnTo>
                  <a:cubicBezTo>
                    <a:pt x="11792" y="927"/>
                    <a:pt x="11988" y="702"/>
                    <a:pt x="11960" y="422"/>
                  </a:cubicBezTo>
                  <a:cubicBezTo>
                    <a:pt x="11932" y="169"/>
                    <a:pt x="11708" y="1"/>
                    <a:pt x="11455"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225;p25">
              <a:extLst>
                <a:ext uri="{FF2B5EF4-FFF2-40B4-BE49-F238E27FC236}">
                  <a16:creationId xmlns:a16="http://schemas.microsoft.com/office/drawing/2014/main" id="{CF60434B-40C0-2C13-E777-3AEEF0C3FF80}"/>
                </a:ext>
              </a:extLst>
            </p:cNvPr>
            <p:cNvSpPr/>
            <p:nvPr/>
          </p:nvSpPr>
          <p:spPr>
            <a:xfrm>
              <a:off x="3375525" y="1276375"/>
              <a:ext cx="301825" cy="210900"/>
            </a:xfrm>
            <a:custGeom>
              <a:avLst/>
              <a:gdLst/>
              <a:ahLst/>
              <a:cxnLst/>
              <a:rect l="l" t="t" r="r" b="b"/>
              <a:pathLst>
                <a:path w="12073" h="8436" extrusionOk="0">
                  <a:moveTo>
                    <a:pt x="527" y="0"/>
                  </a:moveTo>
                  <a:cubicBezTo>
                    <a:pt x="375" y="0"/>
                    <a:pt x="230" y="75"/>
                    <a:pt x="141" y="217"/>
                  </a:cubicBezTo>
                  <a:cubicBezTo>
                    <a:pt x="1" y="414"/>
                    <a:pt x="57" y="723"/>
                    <a:pt x="253" y="863"/>
                  </a:cubicBezTo>
                  <a:lnTo>
                    <a:pt x="11287" y="8359"/>
                  </a:lnTo>
                  <a:cubicBezTo>
                    <a:pt x="11359" y="8410"/>
                    <a:pt x="11446" y="8435"/>
                    <a:pt x="11534" y="8435"/>
                  </a:cubicBezTo>
                  <a:cubicBezTo>
                    <a:pt x="11687" y="8435"/>
                    <a:pt x="11844" y="8361"/>
                    <a:pt x="11933" y="8218"/>
                  </a:cubicBezTo>
                  <a:cubicBezTo>
                    <a:pt x="12073" y="8022"/>
                    <a:pt x="12017" y="7713"/>
                    <a:pt x="11792" y="7573"/>
                  </a:cubicBezTo>
                  <a:lnTo>
                    <a:pt x="787" y="77"/>
                  </a:lnTo>
                  <a:cubicBezTo>
                    <a:pt x="704" y="25"/>
                    <a:pt x="615" y="0"/>
                    <a:pt x="527"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226;p25">
              <a:extLst>
                <a:ext uri="{FF2B5EF4-FFF2-40B4-BE49-F238E27FC236}">
                  <a16:creationId xmlns:a16="http://schemas.microsoft.com/office/drawing/2014/main" id="{E82E385B-ECA0-3902-71D8-2F1EBA0E250E}"/>
                </a:ext>
              </a:extLst>
            </p:cNvPr>
            <p:cNvSpPr/>
            <p:nvPr/>
          </p:nvSpPr>
          <p:spPr>
            <a:xfrm>
              <a:off x="3650675" y="1463775"/>
              <a:ext cx="301825" cy="202300"/>
            </a:xfrm>
            <a:custGeom>
              <a:avLst/>
              <a:gdLst/>
              <a:ahLst/>
              <a:cxnLst/>
              <a:rect l="l" t="t" r="r" b="b"/>
              <a:pathLst>
                <a:path w="12073" h="8092" extrusionOk="0">
                  <a:moveTo>
                    <a:pt x="526" y="0"/>
                  </a:moveTo>
                  <a:cubicBezTo>
                    <a:pt x="374" y="0"/>
                    <a:pt x="229" y="75"/>
                    <a:pt x="140" y="217"/>
                  </a:cubicBezTo>
                  <a:cubicBezTo>
                    <a:pt x="0" y="442"/>
                    <a:pt x="56" y="722"/>
                    <a:pt x="281" y="863"/>
                  </a:cubicBezTo>
                  <a:lnTo>
                    <a:pt x="11286" y="8022"/>
                  </a:lnTo>
                  <a:cubicBezTo>
                    <a:pt x="11363" y="8070"/>
                    <a:pt x="11446" y="8092"/>
                    <a:pt x="11528" y="8092"/>
                  </a:cubicBezTo>
                  <a:cubicBezTo>
                    <a:pt x="11686" y="8092"/>
                    <a:pt x="11839" y="8011"/>
                    <a:pt x="11932" y="7882"/>
                  </a:cubicBezTo>
                  <a:cubicBezTo>
                    <a:pt x="12072" y="7657"/>
                    <a:pt x="12016" y="7376"/>
                    <a:pt x="11791" y="7236"/>
                  </a:cubicBezTo>
                  <a:lnTo>
                    <a:pt x="786" y="77"/>
                  </a:lnTo>
                  <a:cubicBezTo>
                    <a:pt x="704" y="25"/>
                    <a:pt x="614" y="0"/>
                    <a:pt x="52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227;p25">
              <a:extLst>
                <a:ext uri="{FF2B5EF4-FFF2-40B4-BE49-F238E27FC236}">
                  <a16:creationId xmlns:a16="http://schemas.microsoft.com/office/drawing/2014/main" id="{42584ED3-B7A7-9653-6744-FC7FC1E55306}"/>
                </a:ext>
              </a:extLst>
            </p:cNvPr>
            <p:cNvSpPr/>
            <p:nvPr/>
          </p:nvSpPr>
          <p:spPr>
            <a:xfrm>
              <a:off x="3925800" y="1267900"/>
              <a:ext cx="301825" cy="398225"/>
            </a:xfrm>
            <a:custGeom>
              <a:avLst/>
              <a:gdLst/>
              <a:ahLst/>
              <a:cxnLst/>
              <a:rect l="l" t="t" r="r" b="b"/>
              <a:pathLst>
                <a:path w="12073" h="15929" extrusionOk="0">
                  <a:moveTo>
                    <a:pt x="11572" y="1"/>
                  </a:moveTo>
                  <a:cubicBezTo>
                    <a:pt x="11427" y="1"/>
                    <a:pt x="11279" y="69"/>
                    <a:pt x="11174" y="191"/>
                  </a:cubicBezTo>
                  <a:lnTo>
                    <a:pt x="169" y="15183"/>
                  </a:lnTo>
                  <a:cubicBezTo>
                    <a:pt x="0" y="15380"/>
                    <a:pt x="56" y="15688"/>
                    <a:pt x="253" y="15829"/>
                  </a:cubicBezTo>
                  <a:cubicBezTo>
                    <a:pt x="344" y="15897"/>
                    <a:pt x="445" y="15929"/>
                    <a:pt x="543" y="15929"/>
                  </a:cubicBezTo>
                  <a:cubicBezTo>
                    <a:pt x="687" y="15929"/>
                    <a:pt x="827" y="15861"/>
                    <a:pt x="927" y="15745"/>
                  </a:cubicBezTo>
                  <a:lnTo>
                    <a:pt x="11932" y="753"/>
                  </a:lnTo>
                  <a:cubicBezTo>
                    <a:pt x="12072" y="528"/>
                    <a:pt x="12044" y="247"/>
                    <a:pt x="11820" y="79"/>
                  </a:cubicBezTo>
                  <a:cubicBezTo>
                    <a:pt x="11746" y="26"/>
                    <a:pt x="11659" y="1"/>
                    <a:pt x="11572"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228;p25">
              <a:extLst>
                <a:ext uri="{FF2B5EF4-FFF2-40B4-BE49-F238E27FC236}">
                  <a16:creationId xmlns:a16="http://schemas.microsoft.com/office/drawing/2014/main" id="{29B9C9D6-11AF-38A5-726A-A26C3E173226}"/>
                </a:ext>
              </a:extLst>
            </p:cNvPr>
            <p:cNvSpPr/>
            <p:nvPr/>
          </p:nvSpPr>
          <p:spPr>
            <a:xfrm>
              <a:off x="2251850" y="1806800"/>
              <a:ext cx="70200" cy="70200"/>
            </a:xfrm>
            <a:custGeom>
              <a:avLst/>
              <a:gdLst/>
              <a:ahLst/>
              <a:cxnLst/>
              <a:rect l="l" t="t" r="r" b="b"/>
              <a:pathLst>
                <a:path w="2808" h="2808" extrusionOk="0">
                  <a:moveTo>
                    <a:pt x="1404" y="0"/>
                  </a:moveTo>
                  <a:cubicBezTo>
                    <a:pt x="646" y="0"/>
                    <a:pt x="0" y="618"/>
                    <a:pt x="0" y="1404"/>
                  </a:cubicBezTo>
                  <a:cubicBezTo>
                    <a:pt x="0" y="2162"/>
                    <a:pt x="646" y="2808"/>
                    <a:pt x="1404" y="2808"/>
                  </a:cubicBezTo>
                  <a:cubicBezTo>
                    <a:pt x="2190" y="2808"/>
                    <a:pt x="2808" y="2162"/>
                    <a:pt x="2808" y="1404"/>
                  </a:cubicBezTo>
                  <a:cubicBezTo>
                    <a:pt x="2808" y="618"/>
                    <a:pt x="2190" y="0"/>
                    <a:pt x="1404"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229;p25">
              <a:extLst>
                <a:ext uri="{FF2B5EF4-FFF2-40B4-BE49-F238E27FC236}">
                  <a16:creationId xmlns:a16="http://schemas.microsoft.com/office/drawing/2014/main" id="{8B8AD7AB-824C-22E4-BF0B-C3965736F111}"/>
                </a:ext>
              </a:extLst>
            </p:cNvPr>
            <p:cNvSpPr/>
            <p:nvPr/>
          </p:nvSpPr>
          <p:spPr>
            <a:xfrm>
              <a:off x="2246225" y="1800475"/>
              <a:ext cx="82150" cy="82150"/>
            </a:xfrm>
            <a:custGeom>
              <a:avLst/>
              <a:gdLst/>
              <a:ahLst/>
              <a:cxnLst/>
              <a:rect l="l" t="t" r="r" b="b"/>
              <a:pathLst>
                <a:path w="3286" h="3286" extrusionOk="0">
                  <a:moveTo>
                    <a:pt x="1629" y="478"/>
                  </a:moveTo>
                  <a:cubicBezTo>
                    <a:pt x="2275" y="478"/>
                    <a:pt x="2808" y="1011"/>
                    <a:pt x="2808" y="1657"/>
                  </a:cubicBezTo>
                  <a:cubicBezTo>
                    <a:pt x="2808" y="2303"/>
                    <a:pt x="2275" y="2808"/>
                    <a:pt x="1629" y="2808"/>
                  </a:cubicBezTo>
                  <a:cubicBezTo>
                    <a:pt x="983" y="2808"/>
                    <a:pt x="478" y="2303"/>
                    <a:pt x="478" y="1657"/>
                  </a:cubicBezTo>
                  <a:cubicBezTo>
                    <a:pt x="478" y="1011"/>
                    <a:pt x="983" y="478"/>
                    <a:pt x="1629" y="478"/>
                  </a:cubicBezTo>
                  <a:close/>
                  <a:moveTo>
                    <a:pt x="1629" y="0"/>
                  </a:moveTo>
                  <a:cubicBezTo>
                    <a:pt x="730" y="0"/>
                    <a:pt x="0" y="730"/>
                    <a:pt x="0" y="1657"/>
                  </a:cubicBezTo>
                  <a:cubicBezTo>
                    <a:pt x="0" y="2555"/>
                    <a:pt x="730" y="3285"/>
                    <a:pt x="1629" y="3285"/>
                  </a:cubicBezTo>
                  <a:cubicBezTo>
                    <a:pt x="2527" y="3285"/>
                    <a:pt x="3285" y="2555"/>
                    <a:pt x="3285" y="1657"/>
                  </a:cubicBezTo>
                  <a:cubicBezTo>
                    <a:pt x="3285" y="730"/>
                    <a:pt x="2527" y="0"/>
                    <a:pt x="1629"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230;p25">
              <a:extLst>
                <a:ext uri="{FF2B5EF4-FFF2-40B4-BE49-F238E27FC236}">
                  <a16:creationId xmlns:a16="http://schemas.microsoft.com/office/drawing/2014/main" id="{6DEA1BD5-3939-09AC-9665-626874F4E763}"/>
                </a:ext>
              </a:extLst>
            </p:cNvPr>
            <p:cNvSpPr/>
            <p:nvPr/>
          </p:nvSpPr>
          <p:spPr>
            <a:xfrm>
              <a:off x="2527675" y="1721150"/>
              <a:ext cx="70200" cy="70225"/>
            </a:xfrm>
            <a:custGeom>
              <a:avLst/>
              <a:gdLst/>
              <a:ahLst/>
              <a:cxnLst/>
              <a:rect l="l" t="t" r="r" b="b"/>
              <a:pathLst>
                <a:path w="2808" h="2809" extrusionOk="0">
                  <a:moveTo>
                    <a:pt x="1404" y="1"/>
                  </a:moveTo>
                  <a:cubicBezTo>
                    <a:pt x="618" y="1"/>
                    <a:pt x="0" y="647"/>
                    <a:pt x="0" y="1405"/>
                  </a:cubicBezTo>
                  <a:cubicBezTo>
                    <a:pt x="0" y="2191"/>
                    <a:pt x="618" y="2808"/>
                    <a:pt x="1404" y="2808"/>
                  </a:cubicBezTo>
                  <a:cubicBezTo>
                    <a:pt x="2162" y="2808"/>
                    <a:pt x="2808" y="2191"/>
                    <a:pt x="2808" y="1405"/>
                  </a:cubicBezTo>
                  <a:cubicBezTo>
                    <a:pt x="2808" y="647"/>
                    <a:pt x="2162" y="1"/>
                    <a:pt x="1404" y="1"/>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231;p25">
              <a:extLst>
                <a:ext uri="{FF2B5EF4-FFF2-40B4-BE49-F238E27FC236}">
                  <a16:creationId xmlns:a16="http://schemas.microsoft.com/office/drawing/2014/main" id="{D21DEFFC-1CCC-B8D2-BF50-E6CF935110FE}"/>
                </a:ext>
              </a:extLst>
            </p:cNvPr>
            <p:cNvSpPr/>
            <p:nvPr/>
          </p:nvSpPr>
          <p:spPr>
            <a:xfrm>
              <a:off x="2521350" y="1715550"/>
              <a:ext cx="82150" cy="82150"/>
            </a:xfrm>
            <a:custGeom>
              <a:avLst/>
              <a:gdLst/>
              <a:ahLst/>
              <a:cxnLst/>
              <a:rect l="l" t="t" r="r" b="b"/>
              <a:pathLst>
                <a:path w="3286" h="3286" extrusionOk="0">
                  <a:moveTo>
                    <a:pt x="1657" y="478"/>
                  </a:moveTo>
                  <a:cubicBezTo>
                    <a:pt x="2303" y="478"/>
                    <a:pt x="2808" y="983"/>
                    <a:pt x="2808" y="1629"/>
                  </a:cubicBezTo>
                  <a:cubicBezTo>
                    <a:pt x="2808" y="2274"/>
                    <a:pt x="2303" y="2808"/>
                    <a:pt x="1657" y="2808"/>
                  </a:cubicBezTo>
                  <a:cubicBezTo>
                    <a:pt x="1011" y="2808"/>
                    <a:pt x="478" y="2274"/>
                    <a:pt x="478" y="1629"/>
                  </a:cubicBezTo>
                  <a:cubicBezTo>
                    <a:pt x="478" y="983"/>
                    <a:pt x="1011" y="478"/>
                    <a:pt x="1657" y="478"/>
                  </a:cubicBezTo>
                  <a:close/>
                  <a:moveTo>
                    <a:pt x="1657" y="0"/>
                  </a:moveTo>
                  <a:cubicBezTo>
                    <a:pt x="731" y="0"/>
                    <a:pt x="1" y="730"/>
                    <a:pt x="1" y="1629"/>
                  </a:cubicBezTo>
                  <a:cubicBezTo>
                    <a:pt x="1" y="2555"/>
                    <a:pt x="731" y="3285"/>
                    <a:pt x="1657" y="3285"/>
                  </a:cubicBezTo>
                  <a:cubicBezTo>
                    <a:pt x="2556" y="3285"/>
                    <a:pt x="3286" y="2555"/>
                    <a:pt x="3286" y="1629"/>
                  </a:cubicBezTo>
                  <a:cubicBezTo>
                    <a:pt x="3286" y="730"/>
                    <a:pt x="2556" y="0"/>
                    <a:pt x="1657"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232;p25">
              <a:extLst>
                <a:ext uri="{FF2B5EF4-FFF2-40B4-BE49-F238E27FC236}">
                  <a16:creationId xmlns:a16="http://schemas.microsoft.com/office/drawing/2014/main" id="{C6A3F4A4-EFE3-F5FB-95B9-5FD4122017EF}"/>
                </a:ext>
              </a:extLst>
            </p:cNvPr>
            <p:cNvSpPr/>
            <p:nvPr/>
          </p:nvSpPr>
          <p:spPr>
            <a:xfrm>
              <a:off x="2802800" y="1533775"/>
              <a:ext cx="70225" cy="70200"/>
            </a:xfrm>
            <a:custGeom>
              <a:avLst/>
              <a:gdLst/>
              <a:ahLst/>
              <a:cxnLst/>
              <a:rect l="l" t="t" r="r" b="b"/>
              <a:pathLst>
                <a:path w="2809" h="2808" extrusionOk="0">
                  <a:moveTo>
                    <a:pt x="1404" y="0"/>
                  </a:moveTo>
                  <a:cubicBezTo>
                    <a:pt x="618" y="0"/>
                    <a:pt x="1" y="646"/>
                    <a:pt x="1" y="1404"/>
                  </a:cubicBezTo>
                  <a:cubicBezTo>
                    <a:pt x="1" y="2190"/>
                    <a:pt x="618" y="2807"/>
                    <a:pt x="1404" y="2807"/>
                  </a:cubicBezTo>
                  <a:cubicBezTo>
                    <a:pt x="2191" y="2807"/>
                    <a:pt x="2808" y="2190"/>
                    <a:pt x="2808" y="1404"/>
                  </a:cubicBezTo>
                  <a:cubicBezTo>
                    <a:pt x="2808" y="646"/>
                    <a:pt x="2191" y="0"/>
                    <a:pt x="1404"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1233;p25">
              <a:extLst>
                <a:ext uri="{FF2B5EF4-FFF2-40B4-BE49-F238E27FC236}">
                  <a16:creationId xmlns:a16="http://schemas.microsoft.com/office/drawing/2014/main" id="{13F9CF33-BA49-6200-696E-A51F00D4A192}"/>
                </a:ext>
              </a:extLst>
            </p:cNvPr>
            <p:cNvSpPr/>
            <p:nvPr/>
          </p:nvSpPr>
          <p:spPr>
            <a:xfrm>
              <a:off x="2797200" y="1528150"/>
              <a:ext cx="81425" cy="82150"/>
            </a:xfrm>
            <a:custGeom>
              <a:avLst/>
              <a:gdLst/>
              <a:ahLst/>
              <a:cxnLst/>
              <a:rect l="l" t="t" r="r" b="b"/>
              <a:pathLst>
                <a:path w="3257" h="3286" extrusionOk="0">
                  <a:moveTo>
                    <a:pt x="1628" y="478"/>
                  </a:moveTo>
                  <a:cubicBezTo>
                    <a:pt x="2274" y="478"/>
                    <a:pt x="2808" y="983"/>
                    <a:pt x="2808" y="1629"/>
                  </a:cubicBezTo>
                  <a:cubicBezTo>
                    <a:pt x="2808" y="2274"/>
                    <a:pt x="2274" y="2808"/>
                    <a:pt x="1628" y="2808"/>
                  </a:cubicBezTo>
                  <a:cubicBezTo>
                    <a:pt x="983" y="2808"/>
                    <a:pt x="449" y="2274"/>
                    <a:pt x="449" y="1629"/>
                  </a:cubicBezTo>
                  <a:cubicBezTo>
                    <a:pt x="449" y="983"/>
                    <a:pt x="983" y="478"/>
                    <a:pt x="1628" y="478"/>
                  </a:cubicBezTo>
                  <a:close/>
                  <a:moveTo>
                    <a:pt x="1628" y="0"/>
                  </a:moveTo>
                  <a:cubicBezTo>
                    <a:pt x="730" y="0"/>
                    <a:pt x="0" y="730"/>
                    <a:pt x="0" y="1629"/>
                  </a:cubicBezTo>
                  <a:cubicBezTo>
                    <a:pt x="0" y="2555"/>
                    <a:pt x="730" y="3285"/>
                    <a:pt x="1628" y="3285"/>
                  </a:cubicBezTo>
                  <a:cubicBezTo>
                    <a:pt x="2527" y="3285"/>
                    <a:pt x="3257" y="2555"/>
                    <a:pt x="3257" y="1629"/>
                  </a:cubicBezTo>
                  <a:cubicBezTo>
                    <a:pt x="3257" y="730"/>
                    <a:pt x="2527" y="0"/>
                    <a:pt x="1628"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1234;p25">
              <a:extLst>
                <a:ext uri="{FF2B5EF4-FFF2-40B4-BE49-F238E27FC236}">
                  <a16:creationId xmlns:a16="http://schemas.microsoft.com/office/drawing/2014/main" id="{B45D21D0-BD75-2170-8D35-EFC6FCAAB3A5}"/>
                </a:ext>
              </a:extLst>
            </p:cNvPr>
            <p:cNvSpPr/>
            <p:nvPr/>
          </p:nvSpPr>
          <p:spPr>
            <a:xfrm>
              <a:off x="3077950" y="1278275"/>
              <a:ext cx="70200" cy="70225"/>
            </a:xfrm>
            <a:custGeom>
              <a:avLst/>
              <a:gdLst/>
              <a:ahLst/>
              <a:cxnLst/>
              <a:rect l="l" t="t" r="r" b="b"/>
              <a:pathLst>
                <a:path w="2808" h="2809" extrusionOk="0">
                  <a:moveTo>
                    <a:pt x="1404" y="1"/>
                  </a:moveTo>
                  <a:cubicBezTo>
                    <a:pt x="646" y="1"/>
                    <a:pt x="0" y="647"/>
                    <a:pt x="0" y="1405"/>
                  </a:cubicBezTo>
                  <a:cubicBezTo>
                    <a:pt x="0" y="2191"/>
                    <a:pt x="646" y="2808"/>
                    <a:pt x="1404" y="2808"/>
                  </a:cubicBezTo>
                  <a:cubicBezTo>
                    <a:pt x="2190" y="2808"/>
                    <a:pt x="2808" y="2191"/>
                    <a:pt x="2808" y="1405"/>
                  </a:cubicBezTo>
                  <a:cubicBezTo>
                    <a:pt x="2808" y="647"/>
                    <a:pt x="2190" y="1"/>
                    <a:pt x="1404" y="1"/>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1235;p25">
              <a:extLst>
                <a:ext uri="{FF2B5EF4-FFF2-40B4-BE49-F238E27FC236}">
                  <a16:creationId xmlns:a16="http://schemas.microsoft.com/office/drawing/2014/main" id="{9E4C5783-6CCC-FE60-30D7-893570F73E8D}"/>
                </a:ext>
              </a:extLst>
            </p:cNvPr>
            <p:cNvSpPr/>
            <p:nvPr/>
          </p:nvSpPr>
          <p:spPr>
            <a:xfrm>
              <a:off x="3072325" y="1272675"/>
              <a:ext cx="82150" cy="82125"/>
            </a:xfrm>
            <a:custGeom>
              <a:avLst/>
              <a:gdLst/>
              <a:ahLst/>
              <a:cxnLst/>
              <a:rect l="l" t="t" r="r" b="b"/>
              <a:pathLst>
                <a:path w="3286" h="3285" extrusionOk="0">
                  <a:moveTo>
                    <a:pt x="1629" y="477"/>
                  </a:moveTo>
                  <a:cubicBezTo>
                    <a:pt x="2275" y="477"/>
                    <a:pt x="2808" y="983"/>
                    <a:pt x="2808" y="1629"/>
                  </a:cubicBezTo>
                  <a:cubicBezTo>
                    <a:pt x="2808" y="2274"/>
                    <a:pt x="2275" y="2808"/>
                    <a:pt x="1629" y="2808"/>
                  </a:cubicBezTo>
                  <a:cubicBezTo>
                    <a:pt x="983" y="2808"/>
                    <a:pt x="478" y="2274"/>
                    <a:pt x="478" y="1629"/>
                  </a:cubicBezTo>
                  <a:cubicBezTo>
                    <a:pt x="478" y="983"/>
                    <a:pt x="983" y="477"/>
                    <a:pt x="1629" y="477"/>
                  </a:cubicBezTo>
                  <a:close/>
                  <a:moveTo>
                    <a:pt x="1629" y="0"/>
                  </a:moveTo>
                  <a:cubicBezTo>
                    <a:pt x="730" y="0"/>
                    <a:pt x="0" y="730"/>
                    <a:pt x="0" y="1629"/>
                  </a:cubicBezTo>
                  <a:cubicBezTo>
                    <a:pt x="0" y="2555"/>
                    <a:pt x="730" y="3285"/>
                    <a:pt x="1629" y="3285"/>
                  </a:cubicBezTo>
                  <a:cubicBezTo>
                    <a:pt x="2527" y="3285"/>
                    <a:pt x="3285" y="2555"/>
                    <a:pt x="3285" y="1629"/>
                  </a:cubicBezTo>
                  <a:cubicBezTo>
                    <a:pt x="3285" y="730"/>
                    <a:pt x="2527" y="0"/>
                    <a:pt x="1629"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1236;p25">
              <a:extLst>
                <a:ext uri="{FF2B5EF4-FFF2-40B4-BE49-F238E27FC236}">
                  <a16:creationId xmlns:a16="http://schemas.microsoft.com/office/drawing/2014/main" id="{5783939B-AA2D-AA11-A81B-CB39BD20694A}"/>
                </a:ext>
              </a:extLst>
            </p:cNvPr>
            <p:cNvSpPr/>
            <p:nvPr/>
          </p:nvSpPr>
          <p:spPr>
            <a:xfrm>
              <a:off x="3353775" y="1253025"/>
              <a:ext cx="70200" cy="70200"/>
            </a:xfrm>
            <a:custGeom>
              <a:avLst/>
              <a:gdLst/>
              <a:ahLst/>
              <a:cxnLst/>
              <a:rect l="l" t="t" r="r" b="b"/>
              <a:pathLst>
                <a:path w="2808" h="2808" extrusionOk="0">
                  <a:moveTo>
                    <a:pt x="1404" y="0"/>
                  </a:moveTo>
                  <a:cubicBezTo>
                    <a:pt x="618" y="0"/>
                    <a:pt x="0" y="618"/>
                    <a:pt x="0" y="1404"/>
                  </a:cubicBezTo>
                  <a:cubicBezTo>
                    <a:pt x="0" y="2190"/>
                    <a:pt x="618" y="2808"/>
                    <a:pt x="1404" y="2808"/>
                  </a:cubicBezTo>
                  <a:cubicBezTo>
                    <a:pt x="2162" y="2808"/>
                    <a:pt x="2808" y="2190"/>
                    <a:pt x="2808" y="1404"/>
                  </a:cubicBezTo>
                  <a:cubicBezTo>
                    <a:pt x="2808" y="618"/>
                    <a:pt x="2162" y="0"/>
                    <a:pt x="1404"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1237;p25">
              <a:extLst>
                <a:ext uri="{FF2B5EF4-FFF2-40B4-BE49-F238E27FC236}">
                  <a16:creationId xmlns:a16="http://schemas.microsoft.com/office/drawing/2014/main" id="{8D6B5B75-1EDC-65A2-2859-2C9503254FE0}"/>
                </a:ext>
              </a:extLst>
            </p:cNvPr>
            <p:cNvSpPr/>
            <p:nvPr/>
          </p:nvSpPr>
          <p:spPr>
            <a:xfrm>
              <a:off x="3347450" y="1247400"/>
              <a:ext cx="82150" cy="81450"/>
            </a:xfrm>
            <a:custGeom>
              <a:avLst/>
              <a:gdLst/>
              <a:ahLst/>
              <a:cxnLst/>
              <a:rect l="l" t="t" r="r" b="b"/>
              <a:pathLst>
                <a:path w="3286" h="3258" extrusionOk="0">
                  <a:moveTo>
                    <a:pt x="1657" y="450"/>
                  </a:moveTo>
                  <a:cubicBezTo>
                    <a:pt x="2303" y="450"/>
                    <a:pt x="2808" y="983"/>
                    <a:pt x="2808" y="1629"/>
                  </a:cubicBezTo>
                  <a:cubicBezTo>
                    <a:pt x="2808" y="2275"/>
                    <a:pt x="2303" y="2808"/>
                    <a:pt x="1657" y="2808"/>
                  </a:cubicBezTo>
                  <a:cubicBezTo>
                    <a:pt x="1011" y="2808"/>
                    <a:pt x="478" y="2275"/>
                    <a:pt x="478" y="1629"/>
                  </a:cubicBezTo>
                  <a:cubicBezTo>
                    <a:pt x="478" y="983"/>
                    <a:pt x="1011" y="450"/>
                    <a:pt x="1657" y="450"/>
                  </a:cubicBezTo>
                  <a:close/>
                  <a:moveTo>
                    <a:pt x="1657" y="1"/>
                  </a:moveTo>
                  <a:cubicBezTo>
                    <a:pt x="731" y="1"/>
                    <a:pt x="1" y="730"/>
                    <a:pt x="1" y="1629"/>
                  </a:cubicBezTo>
                  <a:cubicBezTo>
                    <a:pt x="1" y="2527"/>
                    <a:pt x="731" y="3257"/>
                    <a:pt x="1657" y="3257"/>
                  </a:cubicBezTo>
                  <a:cubicBezTo>
                    <a:pt x="2556" y="3257"/>
                    <a:pt x="3285" y="2527"/>
                    <a:pt x="3285" y="1629"/>
                  </a:cubicBezTo>
                  <a:cubicBezTo>
                    <a:pt x="3285" y="730"/>
                    <a:pt x="2556" y="1"/>
                    <a:pt x="165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1238;p25">
              <a:extLst>
                <a:ext uri="{FF2B5EF4-FFF2-40B4-BE49-F238E27FC236}">
                  <a16:creationId xmlns:a16="http://schemas.microsoft.com/office/drawing/2014/main" id="{0BF0F9DA-5C77-602E-C93C-76A61B55A168}"/>
                </a:ext>
              </a:extLst>
            </p:cNvPr>
            <p:cNvSpPr/>
            <p:nvPr/>
          </p:nvSpPr>
          <p:spPr>
            <a:xfrm>
              <a:off x="3628900" y="1440425"/>
              <a:ext cx="70225" cy="70200"/>
            </a:xfrm>
            <a:custGeom>
              <a:avLst/>
              <a:gdLst/>
              <a:ahLst/>
              <a:cxnLst/>
              <a:rect l="l" t="t" r="r" b="b"/>
              <a:pathLst>
                <a:path w="2809" h="2808" extrusionOk="0">
                  <a:moveTo>
                    <a:pt x="1404" y="0"/>
                  </a:moveTo>
                  <a:cubicBezTo>
                    <a:pt x="618" y="0"/>
                    <a:pt x="1" y="618"/>
                    <a:pt x="1" y="1404"/>
                  </a:cubicBezTo>
                  <a:cubicBezTo>
                    <a:pt x="1" y="2190"/>
                    <a:pt x="618" y="2808"/>
                    <a:pt x="1404" y="2808"/>
                  </a:cubicBezTo>
                  <a:cubicBezTo>
                    <a:pt x="2191" y="2808"/>
                    <a:pt x="2808" y="2190"/>
                    <a:pt x="2808" y="1404"/>
                  </a:cubicBezTo>
                  <a:cubicBezTo>
                    <a:pt x="2808" y="618"/>
                    <a:pt x="2191" y="0"/>
                    <a:pt x="1404"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1239;p25">
              <a:extLst>
                <a:ext uri="{FF2B5EF4-FFF2-40B4-BE49-F238E27FC236}">
                  <a16:creationId xmlns:a16="http://schemas.microsoft.com/office/drawing/2014/main" id="{A2E7A86E-E7AF-696B-30ED-709E47846DAD}"/>
                </a:ext>
              </a:extLst>
            </p:cNvPr>
            <p:cNvSpPr/>
            <p:nvPr/>
          </p:nvSpPr>
          <p:spPr>
            <a:xfrm>
              <a:off x="3623300" y="1434800"/>
              <a:ext cx="81425" cy="81450"/>
            </a:xfrm>
            <a:custGeom>
              <a:avLst/>
              <a:gdLst/>
              <a:ahLst/>
              <a:cxnLst/>
              <a:rect l="l" t="t" r="r" b="b"/>
              <a:pathLst>
                <a:path w="3257" h="3258" extrusionOk="0">
                  <a:moveTo>
                    <a:pt x="1628" y="450"/>
                  </a:moveTo>
                  <a:cubicBezTo>
                    <a:pt x="2274" y="450"/>
                    <a:pt x="2808" y="983"/>
                    <a:pt x="2808" y="1629"/>
                  </a:cubicBezTo>
                  <a:cubicBezTo>
                    <a:pt x="2808" y="2275"/>
                    <a:pt x="2274" y="2808"/>
                    <a:pt x="1628" y="2808"/>
                  </a:cubicBezTo>
                  <a:cubicBezTo>
                    <a:pt x="983" y="2808"/>
                    <a:pt x="449" y="2275"/>
                    <a:pt x="449" y="1629"/>
                  </a:cubicBezTo>
                  <a:cubicBezTo>
                    <a:pt x="449" y="983"/>
                    <a:pt x="983" y="450"/>
                    <a:pt x="1628" y="450"/>
                  </a:cubicBezTo>
                  <a:close/>
                  <a:moveTo>
                    <a:pt x="1628" y="0"/>
                  </a:moveTo>
                  <a:cubicBezTo>
                    <a:pt x="730" y="0"/>
                    <a:pt x="0" y="730"/>
                    <a:pt x="0" y="1629"/>
                  </a:cubicBezTo>
                  <a:cubicBezTo>
                    <a:pt x="0" y="2527"/>
                    <a:pt x="730" y="3257"/>
                    <a:pt x="1628" y="3257"/>
                  </a:cubicBezTo>
                  <a:cubicBezTo>
                    <a:pt x="2527" y="3257"/>
                    <a:pt x="3257" y="2527"/>
                    <a:pt x="3257" y="1629"/>
                  </a:cubicBezTo>
                  <a:cubicBezTo>
                    <a:pt x="3257" y="730"/>
                    <a:pt x="2527" y="0"/>
                    <a:pt x="1628"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1240;p25">
              <a:extLst>
                <a:ext uri="{FF2B5EF4-FFF2-40B4-BE49-F238E27FC236}">
                  <a16:creationId xmlns:a16="http://schemas.microsoft.com/office/drawing/2014/main" id="{6897837D-8BDB-6EF4-747F-58786F975CF7}"/>
                </a:ext>
              </a:extLst>
            </p:cNvPr>
            <p:cNvSpPr/>
            <p:nvPr/>
          </p:nvSpPr>
          <p:spPr>
            <a:xfrm>
              <a:off x="3904050" y="1619400"/>
              <a:ext cx="70200" cy="70200"/>
            </a:xfrm>
            <a:custGeom>
              <a:avLst/>
              <a:gdLst/>
              <a:ahLst/>
              <a:cxnLst/>
              <a:rect l="l" t="t" r="r" b="b"/>
              <a:pathLst>
                <a:path w="2808" h="2808" extrusionOk="0">
                  <a:moveTo>
                    <a:pt x="1404" y="0"/>
                  </a:moveTo>
                  <a:cubicBezTo>
                    <a:pt x="646" y="0"/>
                    <a:pt x="0" y="618"/>
                    <a:pt x="0" y="1404"/>
                  </a:cubicBezTo>
                  <a:cubicBezTo>
                    <a:pt x="0" y="2162"/>
                    <a:pt x="646" y="2808"/>
                    <a:pt x="1404" y="2808"/>
                  </a:cubicBezTo>
                  <a:cubicBezTo>
                    <a:pt x="2190" y="2808"/>
                    <a:pt x="2807" y="2162"/>
                    <a:pt x="2807" y="1404"/>
                  </a:cubicBezTo>
                  <a:cubicBezTo>
                    <a:pt x="2807" y="618"/>
                    <a:pt x="2190" y="0"/>
                    <a:pt x="1404"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1241;p25">
              <a:extLst>
                <a:ext uri="{FF2B5EF4-FFF2-40B4-BE49-F238E27FC236}">
                  <a16:creationId xmlns:a16="http://schemas.microsoft.com/office/drawing/2014/main" id="{DE966CB7-A38E-D3BC-E15A-1C640CD54D8A}"/>
                </a:ext>
              </a:extLst>
            </p:cNvPr>
            <p:cNvSpPr/>
            <p:nvPr/>
          </p:nvSpPr>
          <p:spPr>
            <a:xfrm>
              <a:off x="3898425" y="1613075"/>
              <a:ext cx="82150" cy="82150"/>
            </a:xfrm>
            <a:custGeom>
              <a:avLst/>
              <a:gdLst/>
              <a:ahLst/>
              <a:cxnLst/>
              <a:rect l="l" t="t" r="r" b="b"/>
              <a:pathLst>
                <a:path w="3286" h="3286" extrusionOk="0">
                  <a:moveTo>
                    <a:pt x="1629" y="478"/>
                  </a:moveTo>
                  <a:cubicBezTo>
                    <a:pt x="2274" y="478"/>
                    <a:pt x="2808" y="1011"/>
                    <a:pt x="2808" y="1657"/>
                  </a:cubicBezTo>
                  <a:cubicBezTo>
                    <a:pt x="2808" y="2303"/>
                    <a:pt x="2274" y="2808"/>
                    <a:pt x="1629" y="2808"/>
                  </a:cubicBezTo>
                  <a:cubicBezTo>
                    <a:pt x="983" y="2808"/>
                    <a:pt x="478" y="2303"/>
                    <a:pt x="478" y="1657"/>
                  </a:cubicBezTo>
                  <a:cubicBezTo>
                    <a:pt x="478" y="1011"/>
                    <a:pt x="983" y="478"/>
                    <a:pt x="1629" y="478"/>
                  </a:cubicBezTo>
                  <a:close/>
                  <a:moveTo>
                    <a:pt x="1629" y="0"/>
                  </a:moveTo>
                  <a:cubicBezTo>
                    <a:pt x="730" y="0"/>
                    <a:pt x="0" y="730"/>
                    <a:pt x="0" y="1657"/>
                  </a:cubicBezTo>
                  <a:cubicBezTo>
                    <a:pt x="0" y="2555"/>
                    <a:pt x="730" y="3285"/>
                    <a:pt x="1629" y="3285"/>
                  </a:cubicBezTo>
                  <a:cubicBezTo>
                    <a:pt x="2527" y="3285"/>
                    <a:pt x="3285" y="2555"/>
                    <a:pt x="3285" y="1657"/>
                  </a:cubicBezTo>
                  <a:cubicBezTo>
                    <a:pt x="3285" y="730"/>
                    <a:pt x="2527" y="0"/>
                    <a:pt x="1629"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1242;p25">
              <a:extLst>
                <a:ext uri="{FF2B5EF4-FFF2-40B4-BE49-F238E27FC236}">
                  <a16:creationId xmlns:a16="http://schemas.microsoft.com/office/drawing/2014/main" id="{DD6CE4C5-6BB1-EFE6-9508-6B369F0AB944}"/>
                </a:ext>
              </a:extLst>
            </p:cNvPr>
            <p:cNvSpPr/>
            <p:nvPr/>
          </p:nvSpPr>
          <p:spPr>
            <a:xfrm>
              <a:off x="4179875" y="1244600"/>
              <a:ext cx="70200" cy="70200"/>
            </a:xfrm>
            <a:custGeom>
              <a:avLst/>
              <a:gdLst/>
              <a:ahLst/>
              <a:cxnLst/>
              <a:rect l="l" t="t" r="r" b="b"/>
              <a:pathLst>
                <a:path w="2808" h="2808" extrusionOk="0">
                  <a:moveTo>
                    <a:pt x="1404" y="0"/>
                  </a:moveTo>
                  <a:cubicBezTo>
                    <a:pt x="618" y="0"/>
                    <a:pt x="0" y="618"/>
                    <a:pt x="0" y="1404"/>
                  </a:cubicBezTo>
                  <a:cubicBezTo>
                    <a:pt x="0" y="2162"/>
                    <a:pt x="618" y="2808"/>
                    <a:pt x="1404" y="2808"/>
                  </a:cubicBezTo>
                  <a:cubicBezTo>
                    <a:pt x="2162" y="2808"/>
                    <a:pt x="2808" y="2162"/>
                    <a:pt x="2808" y="1404"/>
                  </a:cubicBezTo>
                  <a:cubicBezTo>
                    <a:pt x="2808" y="618"/>
                    <a:pt x="2162" y="0"/>
                    <a:pt x="1404"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1243;p25">
              <a:extLst>
                <a:ext uri="{FF2B5EF4-FFF2-40B4-BE49-F238E27FC236}">
                  <a16:creationId xmlns:a16="http://schemas.microsoft.com/office/drawing/2014/main" id="{120835FF-B8FD-EF95-7546-112705BAD7F5}"/>
                </a:ext>
              </a:extLst>
            </p:cNvPr>
            <p:cNvSpPr/>
            <p:nvPr/>
          </p:nvSpPr>
          <p:spPr>
            <a:xfrm>
              <a:off x="4173550" y="1238975"/>
              <a:ext cx="82150" cy="81450"/>
            </a:xfrm>
            <a:custGeom>
              <a:avLst/>
              <a:gdLst/>
              <a:ahLst/>
              <a:cxnLst/>
              <a:rect l="l" t="t" r="r" b="b"/>
              <a:pathLst>
                <a:path w="3286" h="3258" extrusionOk="0">
                  <a:moveTo>
                    <a:pt x="1657" y="450"/>
                  </a:moveTo>
                  <a:cubicBezTo>
                    <a:pt x="2303" y="450"/>
                    <a:pt x="2808" y="983"/>
                    <a:pt x="2808" y="1629"/>
                  </a:cubicBezTo>
                  <a:cubicBezTo>
                    <a:pt x="2808" y="2275"/>
                    <a:pt x="2303" y="2780"/>
                    <a:pt x="1657" y="2808"/>
                  </a:cubicBezTo>
                  <a:cubicBezTo>
                    <a:pt x="1011" y="2780"/>
                    <a:pt x="478" y="2275"/>
                    <a:pt x="478" y="1629"/>
                  </a:cubicBezTo>
                  <a:cubicBezTo>
                    <a:pt x="478" y="983"/>
                    <a:pt x="1011" y="450"/>
                    <a:pt x="1657" y="450"/>
                  </a:cubicBezTo>
                  <a:close/>
                  <a:moveTo>
                    <a:pt x="1657" y="1"/>
                  </a:moveTo>
                  <a:cubicBezTo>
                    <a:pt x="731" y="1"/>
                    <a:pt x="1" y="731"/>
                    <a:pt x="1" y="1629"/>
                  </a:cubicBezTo>
                  <a:cubicBezTo>
                    <a:pt x="1" y="2527"/>
                    <a:pt x="731" y="3257"/>
                    <a:pt x="1657" y="3257"/>
                  </a:cubicBezTo>
                  <a:cubicBezTo>
                    <a:pt x="2556" y="3257"/>
                    <a:pt x="3285" y="2527"/>
                    <a:pt x="3285" y="1629"/>
                  </a:cubicBezTo>
                  <a:cubicBezTo>
                    <a:pt x="3285" y="731"/>
                    <a:pt x="2556" y="1"/>
                    <a:pt x="165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1244;p25">
              <a:extLst>
                <a:ext uri="{FF2B5EF4-FFF2-40B4-BE49-F238E27FC236}">
                  <a16:creationId xmlns:a16="http://schemas.microsoft.com/office/drawing/2014/main" id="{DB827A66-A33E-8FC5-D1FE-338EEEE07B75}"/>
                </a:ext>
              </a:extLst>
            </p:cNvPr>
            <p:cNvSpPr/>
            <p:nvPr/>
          </p:nvSpPr>
          <p:spPr>
            <a:xfrm>
              <a:off x="2899675" y="2124725"/>
              <a:ext cx="271625" cy="294825"/>
            </a:xfrm>
            <a:custGeom>
              <a:avLst/>
              <a:gdLst/>
              <a:ahLst/>
              <a:cxnLst/>
              <a:rect l="l" t="t" r="r" b="b"/>
              <a:pathLst>
                <a:path w="10865" h="11793" extrusionOk="0">
                  <a:moveTo>
                    <a:pt x="10865" y="1"/>
                  </a:moveTo>
                  <a:cubicBezTo>
                    <a:pt x="10275" y="1"/>
                    <a:pt x="9686" y="57"/>
                    <a:pt x="9124" y="141"/>
                  </a:cubicBezTo>
                  <a:cubicBezTo>
                    <a:pt x="3650" y="1096"/>
                    <a:pt x="0" y="6318"/>
                    <a:pt x="955" y="11792"/>
                  </a:cubicBezTo>
                  <a:lnTo>
                    <a:pt x="10865" y="10052"/>
                  </a:lnTo>
                  <a:lnTo>
                    <a:pt x="10865"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1245;p25">
              <a:extLst>
                <a:ext uri="{FF2B5EF4-FFF2-40B4-BE49-F238E27FC236}">
                  <a16:creationId xmlns:a16="http://schemas.microsoft.com/office/drawing/2014/main" id="{AC16FD1F-4C6F-BA6A-A6FD-C6B3CDE006D7}"/>
                </a:ext>
              </a:extLst>
            </p:cNvPr>
            <p:cNvSpPr/>
            <p:nvPr/>
          </p:nvSpPr>
          <p:spPr>
            <a:xfrm>
              <a:off x="2913700" y="2118425"/>
              <a:ext cx="263225" cy="306875"/>
            </a:xfrm>
            <a:custGeom>
              <a:avLst/>
              <a:gdLst/>
              <a:ahLst/>
              <a:cxnLst/>
              <a:rect l="l" t="t" r="r" b="b"/>
              <a:pathLst>
                <a:path w="10529" h="12275" extrusionOk="0">
                  <a:moveTo>
                    <a:pt x="10051" y="481"/>
                  </a:moveTo>
                  <a:lnTo>
                    <a:pt x="10051" y="10114"/>
                  </a:lnTo>
                  <a:lnTo>
                    <a:pt x="10051" y="10114"/>
                  </a:lnTo>
                  <a:lnTo>
                    <a:pt x="586" y="11781"/>
                  </a:lnTo>
                  <a:lnTo>
                    <a:pt x="586" y="11781"/>
                  </a:lnTo>
                  <a:cubicBezTo>
                    <a:pt x="520" y="11276"/>
                    <a:pt x="478" y="10786"/>
                    <a:pt x="478" y="10276"/>
                  </a:cubicBezTo>
                  <a:cubicBezTo>
                    <a:pt x="478" y="5615"/>
                    <a:pt x="3819" y="1460"/>
                    <a:pt x="8591" y="618"/>
                  </a:cubicBezTo>
                  <a:cubicBezTo>
                    <a:pt x="9069" y="546"/>
                    <a:pt x="9567" y="495"/>
                    <a:pt x="10051" y="481"/>
                  </a:cubicBezTo>
                  <a:close/>
                  <a:moveTo>
                    <a:pt x="10304" y="0"/>
                  </a:moveTo>
                  <a:cubicBezTo>
                    <a:pt x="9714" y="0"/>
                    <a:pt x="9097" y="56"/>
                    <a:pt x="8507" y="169"/>
                  </a:cubicBezTo>
                  <a:cubicBezTo>
                    <a:pt x="3510" y="1039"/>
                    <a:pt x="1" y="5391"/>
                    <a:pt x="1" y="10276"/>
                  </a:cubicBezTo>
                  <a:cubicBezTo>
                    <a:pt x="1" y="10893"/>
                    <a:pt x="57" y="11483"/>
                    <a:pt x="169" y="12072"/>
                  </a:cubicBezTo>
                  <a:cubicBezTo>
                    <a:pt x="193" y="12195"/>
                    <a:pt x="282" y="12274"/>
                    <a:pt x="397" y="12274"/>
                  </a:cubicBezTo>
                  <a:cubicBezTo>
                    <a:pt x="414" y="12274"/>
                    <a:pt x="432" y="12273"/>
                    <a:pt x="450" y="12269"/>
                  </a:cubicBezTo>
                  <a:lnTo>
                    <a:pt x="10332" y="10528"/>
                  </a:lnTo>
                  <a:cubicBezTo>
                    <a:pt x="10444" y="10500"/>
                    <a:pt x="10529" y="10416"/>
                    <a:pt x="10529" y="10304"/>
                  </a:cubicBezTo>
                  <a:lnTo>
                    <a:pt x="10529" y="253"/>
                  </a:lnTo>
                  <a:cubicBezTo>
                    <a:pt x="10529" y="169"/>
                    <a:pt x="10501" y="113"/>
                    <a:pt x="10472" y="85"/>
                  </a:cubicBezTo>
                  <a:cubicBezTo>
                    <a:pt x="10416" y="28"/>
                    <a:pt x="10360" y="0"/>
                    <a:pt x="10304"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1246;p25">
              <a:extLst>
                <a:ext uri="{FF2B5EF4-FFF2-40B4-BE49-F238E27FC236}">
                  <a16:creationId xmlns:a16="http://schemas.microsoft.com/office/drawing/2014/main" id="{4590610D-1175-12DC-E9C6-6404BE98F11D}"/>
                </a:ext>
              </a:extLst>
            </p:cNvPr>
            <p:cNvSpPr/>
            <p:nvPr/>
          </p:nvSpPr>
          <p:spPr>
            <a:xfrm>
              <a:off x="2923525" y="2376000"/>
              <a:ext cx="247775" cy="197950"/>
            </a:xfrm>
            <a:custGeom>
              <a:avLst/>
              <a:gdLst/>
              <a:ahLst/>
              <a:cxnLst/>
              <a:rect l="l" t="t" r="r" b="b"/>
              <a:pathLst>
                <a:path w="9911" h="7918" extrusionOk="0">
                  <a:moveTo>
                    <a:pt x="9911" y="1"/>
                  </a:moveTo>
                  <a:lnTo>
                    <a:pt x="1" y="1741"/>
                  </a:lnTo>
                  <a:cubicBezTo>
                    <a:pt x="450" y="4324"/>
                    <a:pt x="1657" y="6318"/>
                    <a:pt x="3706" y="7918"/>
                  </a:cubicBezTo>
                  <a:lnTo>
                    <a:pt x="9911"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1247;p25">
              <a:extLst>
                <a:ext uri="{FF2B5EF4-FFF2-40B4-BE49-F238E27FC236}">
                  <a16:creationId xmlns:a16="http://schemas.microsoft.com/office/drawing/2014/main" id="{400BB8AE-45E2-24D7-83CB-24659C31051B}"/>
                </a:ext>
              </a:extLst>
            </p:cNvPr>
            <p:cNvSpPr/>
            <p:nvPr/>
          </p:nvSpPr>
          <p:spPr>
            <a:xfrm>
              <a:off x="2916500" y="2367575"/>
              <a:ext cx="268850" cy="214800"/>
            </a:xfrm>
            <a:custGeom>
              <a:avLst/>
              <a:gdLst/>
              <a:ahLst/>
              <a:cxnLst/>
              <a:rect l="l" t="t" r="r" b="b"/>
              <a:pathLst>
                <a:path w="10754" h="8592" extrusionOk="0">
                  <a:moveTo>
                    <a:pt x="9630" y="666"/>
                  </a:moveTo>
                  <a:lnTo>
                    <a:pt x="3964" y="7929"/>
                  </a:lnTo>
                  <a:lnTo>
                    <a:pt x="3964" y="7929"/>
                  </a:lnTo>
                  <a:cubicBezTo>
                    <a:pt x="2101" y="6427"/>
                    <a:pt x="1009" y="4618"/>
                    <a:pt x="547" y="2266"/>
                  </a:cubicBezTo>
                  <a:lnTo>
                    <a:pt x="547" y="2266"/>
                  </a:lnTo>
                  <a:lnTo>
                    <a:pt x="9630" y="666"/>
                  </a:lnTo>
                  <a:close/>
                  <a:moveTo>
                    <a:pt x="10753" y="1"/>
                  </a:moveTo>
                  <a:lnTo>
                    <a:pt x="10136" y="113"/>
                  </a:lnTo>
                  <a:lnTo>
                    <a:pt x="1" y="1882"/>
                  </a:lnTo>
                  <a:lnTo>
                    <a:pt x="57" y="2106"/>
                  </a:lnTo>
                  <a:cubicBezTo>
                    <a:pt x="506" y="4745"/>
                    <a:pt x="1741" y="6795"/>
                    <a:pt x="3847" y="8451"/>
                  </a:cubicBezTo>
                  <a:lnTo>
                    <a:pt x="4044" y="8592"/>
                  </a:lnTo>
                  <a:lnTo>
                    <a:pt x="10753"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1248;p25">
              <a:extLst>
                <a:ext uri="{FF2B5EF4-FFF2-40B4-BE49-F238E27FC236}">
                  <a16:creationId xmlns:a16="http://schemas.microsoft.com/office/drawing/2014/main" id="{3B1607EE-A43A-F343-BD40-74B4CEA2CE9C}"/>
                </a:ext>
              </a:extLst>
            </p:cNvPr>
            <p:cNvSpPr/>
            <p:nvPr/>
          </p:nvSpPr>
          <p:spPr>
            <a:xfrm>
              <a:off x="3016175" y="2250375"/>
              <a:ext cx="442200" cy="377675"/>
            </a:xfrm>
            <a:custGeom>
              <a:avLst/>
              <a:gdLst/>
              <a:ahLst/>
              <a:cxnLst/>
              <a:rect l="l" t="t" r="r" b="b"/>
              <a:pathLst>
                <a:path w="17688" h="15107" extrusionOk="0">
                  <a:moveTo>
                    <a:pt x="14908" y="0"/>
                  </a:moveTo>
                  <a:lnTo>
                    <a:pt x="6205" y="5026"/>
                  </a:lnTo>
                  <a:lnTo>
                    <a:pt x="0" y="12943"/>
                  </a:lnTo>
                  <a:cubicBezTo>
                    <a:pt x="1846" y="14382"/>
                    <a:pt x="3997" y="15106"/>
                    <a:pt x="6167" y="15106"/>
                  </a:cubicBezTo>
                  <a:cubicBezTo>
                    <a:pt x="7891" y="15106"/>
                    <a:pt x="9627" y="14649"/>
                    <a:pt x="11230" y="13729"/>
                  </a:cubicBezTo>
                  <a:cubicBezTo>
                    <a:pt x="16031" y="10949"/>
                    <a:pt x="17688" y="4801"/>
                    <a:pt x="1490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1249;p25">
              <a:extLst>
                <a:ext uri="{FF2B5EF4-FFF2-40B4-BE49-F238E27FC236}">
                  <a16:creationId xmlns:a16="http://schemas.microsoft.com/office/drawing/2014/main" id="{0E8D7F3A-02E4-AA76-9B45-7FBC321105D7}"/>
                </a:ext>
              </a:extLst>
            </p:cNvPr>
            <p:cNvSpPr/>
            <p:nvPr/>
          </p:nvSpPr>
          <p:spPr>
            <a:xfrm>
              <a:off x="3009850" y="2244450"/>
              <a:ext cx="418350" cy="389175"/>
            </a:xfrm>
            <a:custGeom>
              <a:avLst/>
              <a:gdLst/>
              <a:ahLst/>
              <a:cxnLst/>
              <a:rect l="l" t="t" r="r" b="b"/>
              <a:pathLst>
                <a:path w="16734" h="15567" extrusionOk="0">
                  <a:moveTo>
                    <a:pt x="15077" y="547"/>
                  </a:moveTo>
                  <a:cubicBezTo>
                    <a:pt x="15898" y="2037"/>
                    <a:pt x="16284" y="3649"/>
                    <a:pt x="16284" y="5235"/>
                  </a:cubicBezTo>
                  <a:cubicBezTo>
                    <a:pt x="16284" y="8632"/>
                    <a:pt x="14515" y="11945"/>
                    <a:pt x="11371" y="13769"/>
                  </a:cubicBezTo>
                  <a:cubicBezTo>
                    <a:pt x="9799" y="14668"/>
                    <a:pt x="8114" y="15117"/>
                    <a:pt x="6430" y="15117"/>
                  </a:cubicBezTo>
                  <a:cubicBezTo>
                    <a:pt x="4374" y="15117"/>
                    <a:pt x="2371" y="14439"/>
                    <a:pt x="595" y="13134"/>
                  </a:cubicBezTo>
                  <a:lnTo>
                    <a:pt x="595" y="13134"/>
                  </a:lnTo>
                  <a:lnTo>
                    <a:pt x="6593" y="5446"/>
                  </a:lnTo>
                  <a:lnTo>
                    <a:pt x="6593" y="5446"/>
                  </a:lnTo>
                  <a:lnTo>
                    <a:pt x="15077" y="547"/>
                  </a:lnTo>
                  <a:close/>
                  <a:moveTo>
                    <a:pt x="15166" y="0"/>
                  </a:moveTo>
                  <a:cubicBezTo>
                    <a:pt x="15127" y="0"/>
                    <a:pt x="15086" y="13"/>
                    <a:pt x="15049" y="41"/>
                  </a:cubicBezTo>
                  <a:lnTo>
                    <a:pt x="6346" y="5066"/>
                  </a:lnTo>
                  <a:lnTo>
                    <a:pt x="6261" y="5122"/>
                  </a:lnTo>
                  <a:lnTo>
                    <a:pt x="85" y="13039"/>
                  </a:lnTo>
                  <a:cubicBezTo>
                    <a:pt x="1" y="13124"/>
                    <a:pt x="29" y="13292"/>
                    <a:pt x="113" y="13376"/>
                  </a:cubicBezTo>
                  <a:cubicBezTo>
                    <a:pt x="1994" y="14836"/>
                    <a:pt x="4212" y="15566"/>
                    <a:pt x="6430" y="15566"/>
                  </a:cubicBezTo>
                  <a:cubicBezTo>
                    <a:pt x="8199" y="15566"/>
                    <a:pt x="9967" y="15117"/>
                    <a:pt x="11596" y="14162"/>
                  </a:cubicBezTo>
                  <a:cubicBezTo>
                    <a:pt x="14908" y="12253"/>
                    <a:pt x="16733" y="8800"/>
                    <a:pt x="16733" y="5235"/>
                  </a:cubicBezTo>
                  <a:cubicBezTo>
                    <a:pt x="16733" y="3494"/>
                    <a:pt x="16284" y="1725"/>
                    <a:pt x="15358" y="125"/>
                  </a:cubicBezTo>
                  <a:cubicBezTo>
                    <a:pt x="15320" y="50"/>
                    <a:pt x="15245" y="0"/>
                    <a:pt x="1516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1250;p25">
              <a:extLst>
                <a:ext uri="{FF2B5EF4-FFF2-40B4-BE49-F238E27FC236}">
                  <a16:creationId xmlns:a16="http://schemas.microsoft.com/office/drawing/2014/main" id="{98F5FD8A-3729-6F0E-770F-97A05A5B292D}"/>
                </a:ext>
              </a:extLst>
            </p:cNvPr>
            <p:cNvSpPr/>
            <p:nvPr/>
          </p:nvSpPr>
          <p:spPr>
            <a:xfrm>
              <a:off x="3171275" y="2124725"/>
              <a:ext cx="217625" cy="251300"/>
            </a:xfrm>
            <a:custGeom>
              <a:avLst/>
              <a:gdLst/>
              <a:ahLst/>
              <a:cxnLst/>
              <a:rect l="l" t="t" r="r" b="b"/>
              <a:pathLst>
                <a:path w="8705" h="10052" extrusionOk="0">
                  <a:moveTo>
                    <a:pt x="1" y="1"/>
                  </a:moveTo>
                  <a:lnTo>
                    <a:pt x="1" y="10052"/>
                  </a:lnTo>
                  <a:lnTo>
                    <a:pt x="8704" y="5026"/>
                  </a:lnTo>
                  <a:cubicBezTo>
                    <a:pt x="6851" y="1798"/>
                    <a:pt x="3707" y="1"/>
                    <a:pt x="1" y="1"/>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1251;p25">
              <a:extLst>
                <a:ext uri="{FF2B5EF4-FFF2-40B4-BE49-F238E27FC236}">
                  <a16:creationId xmlns:a16="http://schemas.microsoft.com/office/drawing/2014/main" id="{37845133-8844-5260-A784-E652E7E42FA4}"/>
                </a:ext>
              </a:extLst>
            </p:cNvPr>
            <p:cNvSpPr/>
            <p:nvPr/>
          </p:nvSpPr>
          <p:spPr>
            <a:xfrm>
              <a:off x="3164975" y="2118425"/>
              <a:ext cx="231625" cy="267425"/>
            </a:xfrm>
            <a:custGeom>
              <a:avLst/>
              <a:gdLst/>
              <a:ahLst/>
              <a:cxnLst/>
              <a:rect l="l" t="t" r="r" b="b"/>
              <a:pathLst>
                <a:path w="9265" h="10697" extrusionOk="0">
                  <a:moveTo>
                    <a:pt x="478" y="480"/>
                  </a:moveTo>
                  <a:cubicBezTo>
                    <a:pt x="3926" y="550"/>
                    <a:pt x="6847" y="2238"/>
                    <a:pt x="8645" y="5197"/>
                  </a:cubicBezTo>
                  <a:lnTo>
                    <a:pt x="8645" y="5197"/>
                  </a:lnTo>
                  <a:lnTo>
                    <a:pt x="478" y="9913"/>
                  </a:lnTo>
                  <a:lnTo>
                    <a:pt x="478" y="480"/>
                  </a:lnTo>
                  <a:close/>
                  <a:moveTo>
                    <a:pt x="0" y="0"/>
                  </a:moveTo>
                  <a:lnTo>
                    <a:pt x="0" y="10697"/>
                  </a:lnTo>
                  <a:lnTo>
                    <a:pt x="365" y="10500"/>
                  </a:lnTo>
                  <a:lnTo>
                    <a:pt x="9265" y="5363"/>
                  </a:lnTo>
                  <a:lnTo>
                    <a:pt x="9153" y="5166"/>
                  </a:lnTo>
                  <a:cubicBezTo>
                    <a:pt x="7272" y="1881"/>
                    <a:pt x="4043" y="0"/>
                    <a:pt x="253"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1252;p25">
              <a:extLst>
                <a:ext uri="{FF2B5EF4-FFF2-40B4-BE49-F238E27FC236}">
                  <a16:creationId xmlns:a16="http://schemas.microsoft.com/office/drawing/2014/main" id="{A5CDB8A3-8B75-0CF1-2A01-74D50D9B5E03}"/>
                </a:ext>
              </a:extLst>
            </p:cNvPr>
            <p:cNvSpPr/>
            <p:nvPr/>
          </p:nvSpPr>
          <p:spPr>
            <a:xfrm>
              <a:off x="3048450" y="2253175"/>
              <a:ext cx="244975" cy="244975"/>
            </a:xfrm>
            <a:custGeom>
              <a:avLst/>
              <a:gdLst/>
              <a:ahLst/>
              <a:cxnLst/>
              <a:rect l="l" t="t" r="r" b="b"/>
              <a:pathLst>
                <a:path w="9799" h="9799" extrusionOk="0">
                  <a:moveTo>
                    <a:pt x="4914" y="1"/>
                  </a:moveTo>
                  <a:cubicBezTo>
                    <a:pt x="2191" y="1"/>
                    <a:pt x="1" y="2190"/>
                    <a:pt x="1" y="4914"/>
                  </a:cubicBezTo>
                  <a:cubicBezTo>
                    <a:pt x="1" y="7609"/>
                    <a:pt x="2191" y="9799"/>
                    <a:pt x="4914" y="9799"/>
                  </a:cubicBezTo>
                  <a:cubicBezTo>
                    <a:pt x="7609" y="9799"/>
                    <a:pt x="9799" y="7609"/>
                    <a:pt x="9799" y="4914"/>
                  </a:cubicBezTo>
                  <a:cubicBezTo>
                    <a:pt x="9799" y="2190"/>
                    <a:pt x="7609" y="1"/>
                    <a:pt x="49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1253;p25">
              <a:extLst>
                <a:ext uri="{FF2B5EF4-FFF2-40B4-BE49-F238E27FC236}">
                  <a16:creationId xmlns:a16="http://schemas.microsoft.com/office/drawing/2014/main" id="{CE794193-3779-484C-3914-E49079B7BB1F}"/>
                </a:ext>
              </a:extLst>
            </p:cNvPr>
            <p:cNvSpPr/>
            <p:nvPr/>
          </p:nvSpPr>
          <p:spPr>
            <a:xfrm>
              <a:off x="3042850" y="2247575"/>
              <a:ext cx="256900" cy="256900"/>
            </a:xfrm>
            <a:custGeom>
              <a:avLst/>
              <a:gdLst/>
              <a:ahLst/>
              <a:cxnLst/>
              <a:rect l="l" t="t" r="r" b="b"/>
              <a:pathLst>
                <a:path w="10276" h="10276" extrusionOk="0">
                  <a:moveTo>
                    <a:pt x="5138" y="477"/>
                  </a:moveTo>
                  <a:cubicBezTo>
                    <a:pt x="6429" y="477"/>
                    <a:pt x="7580" y="983"/>
                    <a:pt x="8423" y="1825"/>
                  </a:cubicBezTo>
                  <a:cubicBezTo>
                    <a:pt x="9265" y="2667"/>
                    <a:pt x="9798" y="3846"/>
                    <a:pt x="9798" y="5138"/>
                  </a:cubicBezTo>
                  <a:cubicBezTo>
                    <a:pt x="9798" y="6429"/>
                    <a:pt x="9265" y="7580"/>
                    <a:pt x="8423" y="8422"/>
                  </a:cubicBezTo>
                  <a:cubicBezTo>
                    <a:pt x="7580" y="9265"/>
                    <a:pt x="6429" y="9798"/>
                    <a:pt x="5138" y="9798"/>
                  </a:cubicBezTo>
                  <a:cubicBezTo>
                    <a:pt x="3847" y="9798"/>
                    <a:pt x="2667" y="9265"/>
                    <a:pt x="1825" y="8422"/>
                  </a:cubicBezTo>
                  <a:cubicBezTo>
                    <a:pt x="983" y="7580"/>
                    <a:pt x="478" y="6429"/>
                    <a:pt x="478" y="5138"/>
                  </a:cubicBezTo>
                  <a:cubicBezTo>
                    <a:pt x="478" y="3846"/>
                    <a:pt x="983" y="2667"/>
                    <a:pt x="1825" y="1825"/>
                  </a:cubicBezTo>
                  <a:cubicBezTo>
                    <a:pt x="2667" y="983"/>
                    <a:pt x="3847" y="477"/>
                    <a:pt x="5138" y="477"/>
                  </a:cubicBezTo>
                  <a:close/>
                  <a:moveTo>
                    <a:pt x="5138" y="0"/>
                  </a:moveTo>
                  <a:cubicBezTo>
                    <a:pt x="2302" y="0"/>
                    <a:pt x="0" y="2302"/>
                    <a:pt x="0" y="5138"/>
                  </a:cubicBezTo>
                  <a:cubicBezTo>
                    <a:pt x="0" y="7973"/>
                    <a:pt x="2302" y="10275"/>
                    <a:pt x="5138" y="10275"/>
                  </a:cubicBezTo>
                  <a:cubicBezTo>
                    <a:pt x="7974" y="10275"/>
                    <a:pt x="10276" y="7973"/>
                    <a:pt x="10276" y="5138"/>
                  </a:cubicBezTo>
                  <a:cubicBezTo>
                    <a:pt x="10276" y="2302"/>
                    <a:pt x="7974" y="0"/>
                    <a:pt x="5138"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1254;p25">
              <a:extLst>
                <a:ext uri="{FF2B5EF4-FFF2-40B4-BE49-F238E27FC236}">
                  <a16:creationId xmlns:a16="http://schemas.microsoft.com/office/drawing/2014/main" id="{9A05A938-01C6-9E8F-176F-F2FE9F5762A6}"/>
                </a:ext>
              </a:extLst>
            </p:cNvPr>
            <p:cNvSpPr/>
            <p:nvPr/>
          </p:nvSpPr>
          <p:spPr>
            <a:xfrm>
              <a:off x="2176025" y="2376000"/>
              <a:ext cx="295525" cy="251575"/>
            </a:xfrm>
            <a:custGeom>
              <a:avLst/>
              <a:gdLst/>
              <a:ahLst/>
              <a:cxnLst/>
              <a:rect l="l" t="t" r="r" b="b"/>
              <a:pathLst>
                <a:path w="11821" h="10063" extrusionOk="0">
                  <a:moveTo>
                    <a:pt x="1" y="1"/>
                  </a:moveTo>
                  <a:cubicBezTo>
                    <a:pt x="1" y="590"/>
                    <a:pt x="57" y="1208"/>
                    <a:pt x="169" y="1769"/>
                  </a:cubicBezTo>
                  <a:cubicBezTo>
                    <a:pt x="1022" y="6632"/>
                    <a:pt x="5276" y="10063"/>
                    <a:pt x="10074" y="10063"/>
                  </a:cubicBezTo>
                  <a:cubicBezTo>
                    <a:pt x="10650" y="10063"/>
                    <a:pt x="11234" y="10013"/>
                    <a:pt x="11820" y="9911"/>
                  </a:cubicBezTo>
                  <a:lnTo>
                    <a:pt x="10080"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1255;p25">
              <a:extLst>
                <a:ext uri="{FF2B5EF4-FFF2-40B4-BE49-F238E27FC236}">
                  <a16:creationId xmlns:a16="http://schemas.microsoft.com/office/drawing/2014/main" id="{854815F5-7D46-EE34-E7AF-D46E4201882F}"/>
                </a:ext>
              </a:extLst>
            </p:cNvPr>
            <p:cNvSpPr/>
            <p:nvPr/>
          </p:nvSpPr>
          <p:spPr>
            <a:xfrm>
              <a:off x="2170425" y="2370400"/>
              <a:ext cx="306750" cy="263225"/>
            </a:xfrm>
            <a:custGeom>
              <a:avLst/>
              <a:gdLst/>
              <a:ahLst/>
              <a:cxnLst/>
              <a:rect l="l" t="t" r="r" b="b"/>
              <a:pathLst>
                <a:path w="12270" h="10529" extrusionOk="0">
                  <a:moveTo>
                    <a:pt x="10086" y="477"/>
                  </a:moveTo>
                  <a:lnTo>
                    <a:pt x="11775" y="9941"/>
                  </a:lnTo>
                  <a:lnTo>
                    <a:pt x="11775" y="9941"/>
                  </a:lnTo>
                  <a:cubicBezTo>
                    <a:pt x="11279" y="10008"/>
                    <a:pt x="10767" y="10051"/>
                    <a:pt x="10276" y="10051"/>
                  </a:cubicBezTo>
                  <a:cubicBezTo>
                    <a:pt x="5615" y="10051"/>
                    <a:pt x="1460" y="6710"/>
                    <a:pt x="618" y="1937"/>
                  </a:cubicBezTo>
                  <a:cubicBezTo>
                    <a:pt x="546" y="1483"/>
                    <a:pt x="495" y="967"/>
                    <a:pt x="481" y="477"/>
                  </a:cubicBezTo>
                  <a:close/>
                  <a:moveTo>
                    <a:pt x="225" y="0"/>
                  </a:moveTo>
                  <a:cubicBezTo>
                    <a:pt x="169" y="0"/>
                    <a:pt x="113" y="28"/>
                    <a:pt x="85" y="56"/>
                  </a:cubicBezTo>
                  <a:cubicBezTo>
                    <a:pt x="28" y="112"/>
                    <a:pt x="0" y="169"/>
                    <a:pt x="0" y="225"/>
                  </a:cubicBezTo>
                  <a:cubicBezTo>
                    <a:pt x="0" y="814"/>
                    <a:pt x="57" y="1432"/>
                    <a:pt x="169" y="2022"/>
                  </a:cubicBezTo>
                  <a:cubicBezTo>
                    <a:pt x="1039" y="7019"/>
                    <a:pt x="5391" y="10528"/>
                    <a:pt x="10276" y="10528"/>
                  </a:cubicBezTo>
                  <a:cubicBezTo>
                    <a:pt x="10865" y="10528"/>
                    <a:pt x="11483" y="10472"/>
                    <a:pt x="12073" y="10360"/>
                  </a:cubicBezTo>
                  <a:cubicBezTo>
                    <a:pt x="12129" y="10360"/>
                    <a:pt x="12185" y="10332"/>
                    <a:pt x="12241" y="10275"/>
                  </a:cubicBezTo>
                  <a:cubicBezTo>
                    <a:pt x="12269" y="10219"/>
                    <a:pt x="12269" y="10163"/>
                    <a:pt x="12269" y="10107"/>
                  </a:cubicBezTo>
                  <a:lnTo>
                    <a:pt x="10528" y="197"/>
                  </a:lnTo>
                  <a:cubicBezTo>
                    <a:pt x="10500" y="84"/>
                    <a:pt x="10416" y="0"/>
                    <a:pt x="10304"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1256;p25">
              <a:extLst>
                <a:ext uri="{FF2B5EF4-FFF2-40B4-BE49-F238E27FC236}">
                  <a16:creationId xmlns:a16="http://schemas.microsoft.com/office/drawing/2014/main" id="{BC7FD113-744B-A73B-BE4D-77AF1F138764}"/>
                </a:ext>
              </a:extLst>
            </p:cNvPr>
            <p:cNvSpPr/>
            <p:nvPr/>
          </p:nvSpPr>
          <p:spPr>
            <a:xfrm>
              <a:off x="2428000" y="2376000"/>
              <a:ext cx="197950" cy="247800"/>
            </a:xfrm>
            <a:custGeom>
              <a:avLst/>
              <a:gdLst/>
              <a:ahLst/>
              <a:cxnLst/>
              <a:rect l="l" t="t" r="r" b="b"/>
              <a:pathLst>
                <a:path w="7918" h="9912" extrusionOk="0">
                  <a:moveTo>
                    <a:pt x="1" y="1"/>
                  </a:moveTo>
                  <a:lnTo>
                    <a:pt x="1741" y="9911"/>
                  </a:lnTo>
                  <a:cubicBezTo>
                    <a:pt x="4324" y="9462"/>
                    <a:pt x="6290" y="8255"/>
                    <a:pt x="7918" y="6205"/>
                  </a:cubicBezTo>
                  <a:lnTo>
                    <a:pt x="1"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1257;p25">
              <a:extLst>
                <a:ext uri="{FF2B5EF4-FFF2-40B4-BE49-F238E27FC236}">
                  <a16:creationId xmlns:a16="http://schemas.microsoft.com/office/drawing/2014/main" id="{71B469F1-113C-FF42-9124-5DF10F0E6A07}"/>
                </a:ext>
              </a:extLst>
            </p:cNvPr>
            <p:cNvSpPr/>
            <p:nvPr/>
          </p:nvSpPr>
          <p:spPr>
            <a:xfrm>
              <a:off x="2419575" y="2361975"/>
              <a:ext cx="214100" cy="268825"/>
            </a:xfrm>
            <a:custGeom>
              <a:avLst/>
              <a:gdLst/>
              <a:ahLst/>
              <a:cxnLst/>
              <a:rect l="l" t="t" r="r" b="b"/>
              <a:pathLst>
                <a:path w="8564" h="10753" extrusionOk="0">
                  <a:moveTo>
                    <a:pt x="670" y="1148"/>
                  </a:moveTo>
                  <a:lnTo>
                    <a:pt x="7928" y="6790"/>
                  </a:lnTo>
                  <a:lnTo>
                    <a:pt x="7928" y="6790"/>
                  </a:lnTo>
                  <a:cubicBezTo>
                    <a:pt x="6430" y="8647"/>
                    <a:pt x="4603" y="9738"/>
                    <a:pt x="2261" y="10203"/>
                  </a:cubicBezTo>
                  <a:lnTo>
                    <a:pt x="2261" y="10203"/>
                  </a:lnTo>
                  <a:lnTo>
                    <a:pt x="670" y="1148"/>
                  </a:lnTo>
                  <a:close/>
                  <a:moveTo>
                    <a:pt x="1" y="0"/>
                  </a:moveTo>
                  <a:lnTo>
                    <a:pt x="85" y="618"/>
                  </a:lnTo>
                  <a:lnTo>
                    <a:pt x="1882" y="10753"/>
                  </a:lnTo>
                  <a:lnTo>
                    <a:pt x="2107" y="10697"/>
                  </a:lnTo>
                  <a:cubicBezTo>
                    <a:pt x="4746" y="10248"/>
                    <a:pt x="6795" y="9012"/>
                    <a:pt x="8423" y="6907"/>
                  </a:cubicBezTo>
                  <a:lnTo>
                    <a:pt x="8564" y="6710"/>
                  </a:lnTo>
                  <a:lnTo>
                    <a:pt x="1"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1258;p25">
              <a:extLst>
                <a:ext uri="{FF2B5EF4-FFF2-40B4-BE49-F238E27FC236}">
                  <a16:creationId xmlns:a16="http://schemas.microsoft.com/office/drawing/2014/main" id="{39AA6CF5-68E6-F908-20D7-521702EE02E8}"/>
                </a:ext>
              </a:extLst>
            </p:cNvPr>
            <p:cNvSpPr/>
            <p:nvPr/>
          </p:nvSpPr>
          <p:spPr>
            <a:xfrm>
              <a:off x="2302375" y="2124700"/>
              <a:ext cx="395175" cy="406450"/>
            </a:xfrm>
            <a:custGeom>
              <a:avLst/>
              <a:gdLst/>
              <a:ahLst/>
              <a:cxnLst/>
              <a:rect l="l" t="t" r="r" b="b"/>
              <a:pathLst>
                <a:path w="15807" h="16258" extrusionOk="0">
                  <a:moveTo>
                    <a:pt x="5009" y="1"/>
                  </a:moveTo>
                  <a:cubicBezTo>
                    <a:pt x="3306" y="1"/>
                    <a:pt x="1580" y="435"/>
                    <a:pt x="0" y="1350"/>
                  </a:cubicBezTo>
                  <a:lnTo>
                    <a:pt x="5026" y="10053"/>
                  </a:lnTo>
                  <a:lnTo>
                    <a:pt x="12943" y="16257"/>
                  </a:lnTo>
                  <a:cubicBezTo>
                    <a:pt x="15498" y="12972"/>
                    <a:pt x="15807" y="8649"/>
                    <a:pt x="13729" y="5027"/>
                  </a:cubicBezTo>
                  <a:cubicBezTo>
                    <a:pt x="11864" y="1806"/>
                    <a:pt x="8483" y="1"/>
                    <a:pt x="50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1259;p25">
              <a:extLst>
                <a:ext uri="{FF2B5EF4-FFF2-40B4-BE49-F238E27FC236}">
                  <a16:creationId xmlns:a16="http://schemas.microsoft.com/office/drawing/2014/main" id="{B1966828-221C-9290-FC4A-544F497EB1F2}"/>
                </a:ext>
              </a:extLst>
            </p:cNvPr>
            <p:cNvSpPr/>
            <p:nvPr/>
          </p:nvSpPr>
          <p:spPr>
            <a:xfrm>
              <a:off x="2295350" y="2119125"/>
              <a:ext cx="390275" cy="417625"/>
            </a:xfrm>
            <a:custGeom>
              <a:avLst/>
              <a:gdLst/>
              <a:ahLst/>
              <a:cxnLst/>
              <a:rect l="l" t="t" r="r" b="b"/>
              <a:pathLst>
                <a:path w="15611" h="16705" extrusionOk="0">
                  <a:moveTo>
                    <a:pt x="5279" y="478"/>
                  </a:moveTo>
                  <a:cubicBezTo>
                    <a:pt x="8676" y="478"/>
                    <a:pt x="11989" y="2218"/>
                    <a:pt x="13785" y="5391"/>
                  </a:cubicBezTo>
                  <a:cubicBezTo>
                    <a:pt x="14712" y="6935"/>
                    <a:pt x="15161" y="8647"/>
                    <a:pt x="15161" y="10304"/>
                  </a:cubicBezTo>
                  <a:cubicBezTo>
                    <a:pt x="15134" y="12359"/>
                    <a:pt x="14482" y="14388"/>
                    <a:pt x="13180" y="16140"/>
                  </a:cubicBezTo>
                  <a:lnTo>
                    <a:pt x="13180" y="16140"/>
                  </a:lnTo>
                  <a:lnTo>
                    <a:pt x="5490" y="10141"/>
                  </a:lnTo>
                  <a:lnTo>
                    <a:pt x="5490" y="10141"/>
                  </a:lnTo>
                  <a:lnTo>
                    <a:pt x="593" y="1660"/>
                  </a:lnTo>
                  <a:lnTo>
                    <a:pt x="593" y="1660"/>
                  </a:lnTo>
                  <a:cubicBezTo>
                    <a:pt x="2082" y="863"/>
                    <a:pt x="3693" y="478"/>
                    <a:pt x="5279" y="478"/>
                  </a:cubicBezTo>
                  <a:close/>
                  <a:moveTo>
                    <a:pt x="5279" y="0"/>
                  </a:moveTo>
                  <a:cubicBezTo>
                    <a:pt x="3538" y="0"/>
                    <a:pt x="1769" y="450"/>
                    <a:pt x="141" y="1376"/>
                  </a:cubicBezTo>
                  <a:cubicBezTo>
                    <a:pt x="29" y="1432"/>
                    <a:pt x="1" y="1573"/>
                    <a:pt x="57" y="1685"/>
                  </a:cubicBezTo>
                  <a:lnTo>
                    <a:pt x="5082" y="10416"/>
                  </a:lnTo>
                  <a:lnTo>
                    <a:pt x="5138" y="10472"/>
                  </a:lnTo>
                  <a:lnTo>
                    <a:pt x="13084" y="16649"/>
                  </a:lnTo>
                  <a:cubicBezTo>
                    <a:pt x="13112" y="16705"/>
                    <a:pt x="13196" y="16705"/>
                    <a:pt x="13252" y="16705"/>
                  </a:cubicBezTo>
                  <a:cubicBezTo>
                    <a:pt x="13308" y="16705"/>
                    <a:pt x="13364" y="16677"/>
                    <a:pt x="13392" y="16621"/>
                  </a:cubicBezTo>
                  <a:cubicBezTo>
                    <a:pt x="14880" y="14740"/>
                    <a:pt x="15610" y="12550"/>
                    <a:pt x="15610" y="10304"/>
                  </a:cubicBezTo>
                  <a:cubicBezTo>
                    <a:pt x="15610" y="8563"/>
                    <a:pt x="15161" y="6766"/>
                    <a:pt x="14207" y="5138"/>
                  </a:cubicBezTo>
                  <a:cubicBezTo>
                    <a:pt x="12297" y="1853"/>
                    <a:pt x="8844" y="0"/>
                    <a:pt x="5279"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1260;p25">
              <a:extLst>
                <a:ext uri="{FF2B5EF4-FFF2-40B4-BE49-F238E27FC236}">
                  <a16:creationId xmlns:a16="http://schemas.microsoft.com/office/drawing/2014/main" id="{772322DE-7457-73DA-AA92-5F473EE44207}"/>
                </a:ext>
              </a:extLst>
            </p:cNvPr>
            <p:cNvSpPr/>
            <p:nvPr/>
          </p:nvSpPr>
          <p:spPr>
            <a:xfrm>
              <a:off x="2176025" y="2158425"/>
              <a:ext cx="252000" cy="217600"/>
            </a:xfrm>
            <a:custGeom>
              <a:avLst/>
              <a:gdLst/>
              <a:ahLst/>
              <a:cxnLst/>
              <a:rect l="l" t="t" r="r" b="b"/>
              <a:pathLst>
                <a:path w="10080" h="8704" extrusionOk="0">
                  <a:moveTo>
                    <a:pt x="5054" y="1"/>
                  </a:moveTo>
                  <a:cubicBezTo>
                    <a:pt x="1826" y="1853"/>
                    <a:pt x="1" y="4998"/>
                    <a:pt x="1" y="8704"/>
                  </a:cubicBezTo>
                  <a:lnTo>
                    <a:pt x="10080" y="8704"/>
                  </a:lnTo>
                  <a:lnTo>
                    <a:pt x="5054"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1261;p25">
              <a:extLst>
                <a:ext uri="{FF2B5EF4-FFF2-40B4-BE49-F238E27FC236}">
                  <a16:creationId xmlns:a16="http://schemas.microsoft.com/office/drawing/2014/main" id="{B66DD8A5-910B-6A46-430C-EB7B51F9C2A9}"/>
                </a:ext>
              </a:extLst>
            </p:cNvPr>
            <p:cNvSpPr/>
            <p:nvPr/>
          </p:nvSpPr>
          <p:spPr>
            <a:xfrm>
              <a:off x="2170425" y="2150700"/>
              <a:ext cx="267425" cy="231650"/>
            </a:xfrm>
            <a:custGeom>
              <a:avLst/>
              <a:gdLst/>
              <a:ahLst/>
              <a:cxnLst/>
              <a:rect l="l" t="t" r="r" b="b"/>
              <a:pathLst>
                <a:path w="10697" h="9266" extrusionOk="0">
                  <a:moveTo>
                    <a:pt x="5176" y="634"/>
                  </a:moveTo>
                  <a:lnTo>
                    <a:pt x="9869" y="8788"/>
                  </a:lnTo>
                  <a:lnTo>
                    <a:pt x="480" y="8788"/>
                  </a:lnTo>
                  <a:cubicBezTo>
                    <a:pt x="550" y="5347"/>
                    <a:pt x="2230" y="2433"/>
                    <a:pt x="5176" y="634"/>
                  </a:cubicBezTo>
                  <a:close/>
                  <a:moveTo>
                    <a:pt x="5363" y="1"/>
                  </a:moveTo>
                  <a:lnTo>
                    <a:pt x="5138" y="113"/>
                  </a:lnTo>
                  <a:cubicBezTo>
                    <a:pt x="1853" y="1994"/>
                    <a:pt x="0" y="5223"/>
                    <a:pt x="0" y="9013"/>
                  </a:cubicBezTo>
                  <a:lnTo>
                    <a:pt x="0" y="9265"/>
                  </a:lnTo>
                  <a:lnTo>
                    <a:pt x="10697" y="9265"/>
                  </a:lnTo>
                  <a:lnTo>
                    <a:pt x="10500" y="8900"/>
                  </a:lnTo>
                  <a:lnTo>
                    <a:pt x="5363"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1262;p25">
              <a:extLst>
                <a:ext uri="{FF2B5EF4-FFF2-40B4-BE49-F238E27FC236}">
                  <a16:creationId xmlns:a16="http://schemas.microsoft.com/office/drawing/2014/main" id="{C72AEFC0-309F-90E8-C762-F108B77A2BB8}"/>
                </a:ext>
              </a:extLst>
            </p:cNvPr>
            <p:cNvSpPr/>
            <p:nvPr/>
          </p:nvSpPr>
          <p:spPr>
            <a:xfrm>
              <a:off x="2305175" y="2253875"/>
              <a:ext cx="244975" cy="244975"/>
            </a:xfrm>
            <a:custGeom>
              <a:avLst/>
              <a:gdLst/>
              <a:ahLst/>
              <a:cxnLst/>
              <a:rect l="l" t="t" r="r" b="b"/>
              <a:pathLst>
                <a:path w="9799" h="9799" extrusionOk="0">
                  <a:moveTo>
                    <a:pt x="4914" y="1"/>
                  </a:moveTo>
                  <a:cubicBezTo>
                    <a:pt x="2191" y="1"/>
                    <a:pt x="1" y="2191"/>
                    <a:pt x="1" y="4886"/>
                  </a:cubicBezTo>
                  <a:cubicBezTo>
                    <a:pt x="1" y="7609"/>
                    <a:pt x="2191" y="9799"/>
                    <a:pt x="4914" y="9799"/>
                  </a:cubicBezTo>
                  <a:cubicBezTo>
                    <a:pt x="7609" y="9799"/>
                    <a:pt x="9799" y="7609"/>
                    <a:pt x="9799" y="4886"/>
                  </a:cubicBezTo>
                  <a:cubicBezTo>
                    <a:pt x="9799" y="2191"/>
                    <a:pt x="7609" y="1"/>
                    <a:pt x="49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1263;p25">
              <a:extLst>
                <a:ext uri="{FF2B5EF4-FFF2-40B4-BE49-F238E27FC236}">
                  <a16:creationId xmlns:a16="http://schemas.microsoft.com/office/drawing/2014/main" id="{77E28E52-FBB5-C639-CDC7-76B42B305FEB}"/>
                </a:ext>
              </a:extLst>
            </p:cNvPr>
            <p:cNvSpPr/>
            <p:nvPr/>
          </p:nvSpPr>
          <p:spPr>
            <a:xfrm>
              <a:off x="2299575" y="2247575"/>
              <a:ext cx="256200" cy="256900"/>
            </a:xfrm>
            <a:custGeom>
              <a:avLst/>
              <a:gdLst/>
              <a:ahLst/>
              <a:cxnLst/>
              <a:rect l="l" t="t" r="r" b="b"/>
              <a:pathLst>
                <a:path w="10248" h="10276" extrusionOk="0">
                  <a:moveTo>
                    <a:pt x="5138" y="477"/>
                  </a:moveTo>
                  <a:cubicBezTo>
                    <a:pt x="6401" y="477"/>
                    <a:pt x="7580" y="1011"/>
                    <a:pt x="8423" y="1853"/>
                  </a:cubicBezTo>
                  <a:cubicBezTo>
                    <a:pt x="9265" y="2695"/>
                    <a:pt x="9798" y="3846"/>
                    <a:pt x="9798" y="5138"/>
                  </a:cubicBezTo>
                  <a:cubicBezTo>
                    <a:pt x="9798" y="6429"/>
                    <a:pt x="9265" y="7608"/>
                    <a:pt x="8423" y="8451"/>
                  </a:cubicBezTo>
                  <a:cubicBezTo>
                    <a:pt x="7580" y="9293"/>
                    <a:pt x="6401" y="9826"/>
                    <a:pt x="5138" y="9826"/>
                  </a:cubicBezTo>
                  <a:cubicBezTo>
                    <a:pt x="3846" y="9826"/>
                    <a:pt x="2667" y="9293"/>
                    <a:pt x="1825" y="8451"/>
                  </a:cubicBezTo>
                  <a:cubicBezTo>
                    <a:pt x="983" y="7608"/>
                    <a:pt x="449" y="6429"/>
                    <a:pt x="449" y="5138"/>
                  </a:cubicBezTo>
                  <a:cubicBezTo>
                    <a:pt x="449" y="3846"/>
                    <a:pt x="983" y="2695"/>
                    <a:pt x="1825" y="1853"/>
                  </a:cubicBezTo>
                  <a:cubicBezTo>
                    <a:pt x="2667" y="1011"/>
                    <a:pt x="3846" y="477"/>
                    <a:pt x="5138" y="477"/>
                  </a:cubicBezTo>
                  <a:close/>
                  <a:moveTo>
                    <a:pt x="5138" y="0"/>
                  </a:moveTo>
                  <a:cubicBezTo>
                    <a:pt x="2302" y="0"/>
                    <a:pt x="0" y="2302"/>
                    <a:pt x="0" y="5138"/>
                  </a:cubicBezTo>
                  <a:cubicBezTo>
                    <a:pt x="0" y="7973"/>
                    <a:pt x="2302" y="10275"/>
                    <a:pt x="5138" y="10275"/>
                  </a:cubicBezTo>
                  <a:cubicBezTo>
                    <a:pt x="7973" y="10275"/>
                    <a:pt x="10247" y="7973"/>
                    <a:pt x="10247" y="5138"/>
                  </a:cubicBezTo>
                  <a:cubicBezTo>
                    <a:pt x="10247" y="2302"/>
                    <a:pt x="7973" y="0"/>
                    <a:pt x="5138"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1264;p25">
              <a:extLst>
                <a:ext uri="{FF2B5EF4-FFF2-40B4-BE49-F238E27FC236}">
                  <a16:creationId xmlns:a16="http://schemas.microsoft.com/office/drawing/2014/main" id="{D02FA2E9-8A4B-5178-D491-293AD459F86A}"/>
                </a:ext>
              </a:extLst>
            </p:cNvPr>
            <p:cNvSpPr/>
            <p:nvPr/>
          </p:nvSpPr>
          <p:spPr>
            <a:xfrm>
              <a:off x="3662600" y="2376000"/>
              <a:ext cx="294800" cy="251575"/>
            </a:xfrm>
            <a:custGeom>
              <a:avLst/>
              <a:gdLst/>
              <a:ahLst/>
              <a:cxnLst/>
              <a:rect l="l" t="t" r="r" b="b"/>
              <a:pathLst>
                <a:path w="11792" h="10063" extrusionOk="0">
                  <a:moveTo>
                    <a:pt x="0" y="1"/>
                  </a:moveTo>
                  <a:cubicBezTo>
                    <a:pt x="0" y="590"/>
                    <a:pt x="56" y="1208"/>
                    <a:pt x="141" y="1769"/>
                  </a:cubicBezTo>
                  <a:cubicBezTo>
                    <a:pt x="1018" y="6632"/>
                    <a:pt x="5252" y="10063"/>
                    <a:pt x="10046" y="10063"/>
                  </a:cubicBezTo>
                  <a:cubicBezTo>
                    <a:pt x="10622" y="10063"/>
                    <a:pt x="11205" y="10013"/>
                    <a:pt x="11792" y="9911"/>
                  </a:cubicBezTo>
                  <a:lnTo>
                    <a:pt x="10051"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1265;p25">
              <a:extLst>
                <a:ext uri="{FF2B5EF4-FFF2-40B4-BE49-F238E27FC236}">
                  <a16:creationId xmlns:a16="http://schemas.microsoft.com/office/drawing/2014/main" id="{2AF4F0A7-F090-55AD-813D-1F82D44DF24E}"/>
                </a:ext>
              </a:extLst>
            </p:cNvPr>
            <p:cNvSpPr/>
            <p:nvPr/>
          </p:nvSpPr>
          <p:spPr>
            <a:xfrm>
              <a:off x="3656275" y="2370400"/>
              <a:ext cx="307450" cy="263225"/>
            </a:xfrm>
            <a:custGeom>
              <a:avLst/>
              <a:gdLst/>
              <a:ahLst/>
              <a:cxnLst/>
              <a:rect l="l" t="t" r="r" b="b"/>
              <a:pathLst>
                <a:path w="12298" h="10529" extrusionOk="0">
                  <a:moveTo>
                    <a:pt x="10114" y="477"/>
                  </a:moveTo>
                  <a:lnTo>
                    <a:pt x="11777" y="9943"/>
                  </a:lnTo>
                  <a:lnTo>
                    <a:pt x="11777" y="9943"/>
                  </a:lnTo>
                  <a:cubicBezTo>
                    <a:pt x="11273" y="10009"/>
                    <a:pt x="10785" y="10051"/>
                    <a:pt x="10276" y="10051"/>
                  </a:cubicBezTo>
                  <a:cubicBezTo>
                    <a:pt x="5616" y="10051"/>
                    <a:pt x="1461" y="6710"/>
                    <a:pt x="618" y="1937"/>
                  </a:cubicBezTo>
                  <a:cubicBezTo>
                    <a:pt x="547" y="1483"/>
                    <a:pt x="495" y="967"/>
                    <a:pt x="482" y="477"/>
                  </a:cubicBezTo>
                  <a:close/>
                  <a:moveTo>
                    <a:pt x="253" y="0"/>
                  </a:moveTo>
                  <a:cubicBezTo>
                    <a:pt x="197" y="0"/>
                    <a:pt x="113" y="28"/>
                    <a:pt x="85" y="56"/>
                  </a:cubicBezTo>
                  <a:cubicBezTo>
                    <a:pt x="29" y="112"/>
                    <a:pt x="1" y="169"/>
                    <a:pt x="1" y="225"/>
                  </a:cubicBezTo>
                  <a:cubicBezTo>
                    <a:pt x="1" y="814"/>
                    <a:pt x="57" y="1432"/>
                    <a:pt x="169" y="2022"/>
                  </a:cubicBezTo>
                  <a:cubicBezTo>
                    <a:pt x="1039" y="7019"/>
                    <a:pt x="5391" y="10528"/>
                    <a:pt x="10276" y="10528"/>
                  </a:cubicBezTo>
                  <a:cubicBezTo>
                    <a:pt x="10894" y="10528"/>
                    <a:pt x="11483" y="10472"/>
                    <a:pt x="12101" y="10360"/>
                  </a:cubicBezTo>
                  <a:cubicBezTo>
                    <a:pt x="12157" y="10360"/>
                    <a:pt x="12213" y="10332"/>
                    <a:pt x="12241" y="10275"/>
                  </a:cubicBezTo>
                  <a:cubicBezTo>
                    <a:pt x="12269" y="10219"/>
                    <a:pt x="12297" y="10163"/>
                    <a:pt x="12269" y="10107"/>
                  </a:cubicBezTo>
                  <a:lnTo>
                    <a:pt x="10529" y="197"/>
                  </a:lnTo>
                  <a:cubicBezTo>
                    <a:pt x="10501" y="84"/>
                    <a:pt x="10416" y="0"/>
                    <a:pt x="10304"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1266;p25">
              <a:extLst>
                <a:ext uri="{FF2B5EF4-FFF2-40B4-BE49-F238E27FC236}">
                  <a16:creationId xmlns:a16="http://schemas.microsoft.com/office/drawing/2014/main" id="{55273E3C-0AA3-641C-71EF-0B7FD666BFAA}"/>
                </a:ext>
              </a:extLst>
            </p:cNvPr>
            <p:cNvSpPr/>
            <p:nvPr/>
          </p:nvSpPr>
          <p:spPr>
            <a:xfrm>
              <a:off x="3913875" y="2376000"/>
              <a:ext cx="197950" cy="247800"/>
            </a:xfrm>
            <a:custGeom>
              <a:avLst/>
              <a:gdLst/>
              <a:ahLst/>
              <a:cxnLst/>
              <a:rect l="l" t="t" r="r" b="b"/>
              <a:pathLst>
                <a:path w="7918" h="9912" extrusionOk="0">
                  <a:moveTo>
                    <a:pt x="0" y="1"/>
                  </a:moveTo>
                  <a:lnTo>
                    <a:pt x="1741" y="9911"/>
                  </a:lnTo>
                  <a:cubicBezTo>
                    <a:pt x="4324" y="9462"/>
                    <a:pt x="6317" y="8255"/>
                    <a:pt x="7917" y="6205"/>
                  </a:cubicBezTo>
                  <a:lnTo>
                    <a:pt x="0"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1267;p25">
              <a:extLst>
                <a:ext uri="{FF2B5EF4-FFF2-40B4-BE49-F238E27FC236}">
                  <a16:creationId xmlns:a16="http://schemas.microsoft.com/office/drawing/2014/main" id="{BB106572-0268-E186-87AE-3F0F47FF6497}"/>
                </a:ext>
              </a:extLst>
            </p:cNvPr>
            <p:cNvSpPr/>
            <p:nvPr/>
          </p:nvSpPr>
          <p:spPr>
            <a:xfrm>
              <a:off x="3905450" y="2361975"/>
              <a:ext cx="214800" cy="268825"/>
            </a:xfrm>
            <a:custGeom>
              <a:avLst/>
              <a:gdLst/>
              <a:ahLst/>
              <a:cxnLst/>
              <a:rect l="l" t="t" r="r" b="b"/>
              <a:pathLst>
                <a:path w="8592" h="10753" extrusionOk="0">
                  <a:moveTo>
                    <a:pt x="665" y="1124"/>
                  </a:moveTo>
                  <a:lnTo>
                    <a:pt x="7944" y="6802"/>
                  </a:lnTo>
                  <a:lnTo>
                    <a:pt x="7944" y="6802"/>
                  </a:lnTo>
                  <a:cubicBezTo>
                    <a:pt x="6418" y="8659"/>
                    <a:pt x="4610" y="9747"/>
                    <a:pt x="2261" y="10208"/>
                  </a:cubicBezTo>
                  <a:lnTo>
                    <a:pt x="2261" y="10208"/>
                  </a:lnTo>
                  <a:lnTo>
                    <a:pt x="665" y="1124"/>
                  </a:lnTo>
                  <a:close/>
                  <a:moveTo>
                    <a:pt x="0" y="0"/>
                  </a:moveTo>
                  <a:lnTo>
                    <a:pt x="112" y="618"/>
                  </a:lnTo>
                  <a:lnTo>
                    <a:pt x="1881" y="10753"/>
                  </a:lnTo>
                  <a:lnTo>
                    <a:pt x="2134" y="10697"/>
                  </a:lnTo>
                  <a:cubicBezTo>
                    <a:pt x="4745" y="10248"/>
                    <a:pt x="6794" y="9012"/>
                    <a:pt x="8451" y="6907"/>
                  </a:cubicBezTo>
                  <a:lnTo>
                    <a:pt x="8591" y="6710"/>
                  </a:lnTo>
                  <a:lnTo>
                    <a:pt x="0"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1268;p25">
              <a:extLst>
                <a:ext uri="{FF2B5EF4-FFF2-40B4-BE49-F238E27FC236}">
                  <a16:creationId xmlns:a16="http://schemas.microsoft.com/office/drawing/2014/main" id="{7C5EB1A2-873D-8177-8CFB-31F286D12365}"/>
                </a:ext>
              </a:extLst>
            </p:cNvPr>
            <p:cNvSpPr/>
            <p:nvPr/>
          </p:nvSpPr>
          <p:spPr>
            <a:xfrm>
              <a:off x="3788225" y="2124700"/>
              <a:ext cx="395175" cy="406450"/>
            </a:xfrm>
            <a:custGeom>
              <a:avLst/>
              <a:gdLst/>
              <a:ahLst/>
              <a:cxnLst/>
              <a:rect l="l" t="t" r="r" b="b"/>
              <a:pathLst>
                <a:path w="15807" h="16258" extrusionOk="0">
                  <a:moveTo>
                    <a:pt x="5010" y="1"/>
                  </a:moveTo>
                  <a:cubicBezTo>
                    <a:pt x="3306" y="1"/>
                    <a:pt x="1580" y="435"/>
                    <a:pt x="1" y="1350"/>
                  </a:cubicBezTo>
                  <a:lnTo>
                    <a:pt x="5026" y="10053"/>
                  </a:lnTo>
                  <a:lnTo>
                    <a:pt x="12943" y="16257"/>
                  </a:lnTo>
                  <a:cubicBezTo>
                    <a:pt x="15526" y="12972"/>
                    <a:pt x="15807" y="8649"/>
                    <a:pt x="13729" y="5027"/>
                  </a:cubicBezTo>
                  <a:cubicBezTo>
                    <a:pt x="11864" y="1806"/>
                    <a:pt x="8483" y="1"/>
                    <a:pt x="50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1269;p25">
              <a:extLst>
                <a:ext uri="{FF2B5EF4-FFF2-40B4-BE49-F238E27FC236}">
                  <a16:creationId xmlns:a16="http://schemas.microsoft.com/office/drawing/2014/main" id="{930E8908-DB3F-CE49-8944-C9EFF62500A1}"/>
                </a:ext>
              </a:extLst>
            </p:cNvPr>
            <p:cNvSpPr/>
            <p:nvPr/>
          </p:nvSpPr>
          <p:spPr>
            <a:xfrm>
              <a:off x="3781200" y="2119125"/>
              <a:ext cx="390975" cy="417625"/>
            </a:xfrm>
            <a:custGeom>
              <a:avLst/>
              <a:gdLst/>
              <a:ahLst/>
              <a:cxnLst/>
              <a:rect l="l" t="t" r="r" b="b"/>
              <a:pathLst>
                <a:path w="15639" h="16705" extrusionOk="0">
                  <a:moveTo>
                    <a:pt x="5307" y="478"/>
                  </a:moveTo>
                  <a:cubicBezTo>
                    <a:pt x="8676" y="478"/>
                    <a:pt x="11989" y="2218"/>
                    <a:pt x="13814" y="5391"/>
                  </a:cubicBezTo>
                  <a:cubicBezTo>
                    <a:pt x="14712" y="6935"/>
                    <a:pt x="15161" y="8647"/>
                    <a:pt x="15161" y="10304"/>
                  </a:cubicBezTo>
                  <a:cubicBezTo>
                    <a:pt x="15161" y="12364"/>
                    <a:pt x="14507" y="14398"/>
                    <a:pt x="13198" y="16154"/>
                  </a:cubicBezTo>
                  <a:lnTo>
                    <a:pt x="13198" y="16154"/>
                  </a:lnTo>
                  <a:lnTo>
                    <a:pt x="5491" y="10141"/>
                  </a:lnTo>
                  <a:lnTo>
                    <a:pt x="5491" y="10141"/>
                  </a:lnTo>
                  <a:lnTo>
                    <a:pt x="593" y="1660"/>
                  </a:lnTo>
                  <a:lnTo>
                    <a:pt x="593" y="1660"/>
                  </a:lnTo>
                  <a:cubicBezTo>
                    <a:pt x="2083" y="863"/>
                    <a:pt x="3695" y="478"/>
                    <a:pt x="5307" y="478"/>
                  </a:cubicBezTo>
                  <a:close/>
                  <a:moveTo>
                    <a:pt x="5307" y="0"/>
                  </a:moveTo>
                  <a:cubicBezTo>
                    <a:pt x="3538" y="0"/>
                    <a:pt x="1770" y="450"/>
                    <a:pt x="169" y="1376"/>
                  </a:cubicBezTo>
                  <a:cubicBezTo>
                    <a:pt x="57" y="1432"/>
                    <a:pt x="1" y="1573"/>
                    <a:pt x="85" y="1685"/>
                  </a:cubicBezTo>
                  <a:lnTo>
                    <a:pt x="5111" y="10416"/>
                  </a:lnTo>
                  <a:lnTo>
                    <a:pt x="5167" y="10472"/>
                  </a:lnTo>
                  <a:lnTo>
                    <a:pt x="13084" y="16649"/>
                  </a:lnTo>
                  <a:cubicBezTo>
                    <a:pt x="13140" y="16705"/>
                    <a:pt x="13196" y="16705"/>
                    <a:pt x="13252" y="16705"/>
                  </a:cubicBezTo>
                  <a:cubicBezTo>
                    <a:pt x="13308" y="16705"/>
                    <a:pt x="13365" y="16677"/>
                    <a:pt x="13421" y="16621"/>
                  </a:cubicBezTo>
                  <a:cubicBezTo>
                    <a:pt x="14881" y="14740"/>
                    <a:pt x="15639" y="12550"/>
                    <a:pt x="15639" y="10304"/>
                  </a:cubicBezTo>
                  <a:cubicBezTo>
                    <a:pt x="15639" y="8563"/>
                    <a:pt x="15161" y="6766"/>
                    <a:pt x="14207" y="5138"/>
                  </a:cubicBezTo>
                  <a:cubicBezTo>
                    <a:pt x="12298" y="1853"/>
                    <a:pt x="8844" y="0"/>
                    <a:pt x="5307"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1270;p25">
              <a:extLst>
                <a:ext uri="{FF2B5EF4-FFF2-40B4-BE49-F238E27FC236}">
                  <a16:creationId xmlns:a16="http://schemas.microsoft.com/office/drawing/2014/main" id="{C74F7481-823A-5274-1A6E-29715FCD305E}"/>
                </a:ext>
              </a:extLst>
            </p:cNvPr>
            <p:cNvSpPr/>
            <p:nvPr/>
          </p:nvSpPr>
          <p:spPr>
            <a:xfrm>
              <a:off x="3662600" y="2158425"/>
              <a:ext cx="251300" cy="217600"/>
            </a:xfrm>
            <a:custGeom>
              <a:avLst/>
              <a:gdLst/>
              <a:ahLst/>
              <a:cxnLst/>
              <a:rect l="l" t="t" r="r" b="b"/>
              <a:pathLst>
                <a:path w="10052" h="8704" extrusionOk="0">
                  <a:moveTo>
                    <a:pt x="5026" y="1"/>
                  </a:moveTo>
                  <a:cubicBezTo>
                    <a:pt x="1797" y="1853"/>
                    <a:pt x="0" y="4998"/>
                    <a:pt x="0" y="8704"/>
                  </a:cubicBezTo>
                  <a:lnTo>
                    <a:pt x="10051" y="8704"/>
                  </a:lnTo>
                  <a:lnTo>
                    <a:pt x="5026"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1271;p25">
              <a:extLst>
                <a:ext uri="{FF2B5EF4-FFF2-40B4-BE49-F238E27FC236}">
                  <a16:creationId xmlns:a16="http://schemas.microsoft.com/office/drawing/2014/main" id="{3D96B710-24FA-A4DC-E153-90FB3D188D44}"/>
                </a:ext>
              </a:extLst>
            </p:cNvPr>
            <p:cNvSpPr/>
            <p:nvPr/>
          </p:nvSpPr>
          <p:spPr>
            <a:xfrm>
              <a:off x="3656275" y="2150700"/>
              <a:ext cx="267450" cy="231650"/>
            </a:xfrm>
            <a:custGeom>
              <a:avLst/>
              <a:gdLst/>
              <a:ahLst/>
              <a:cxnLst/>
              <a:rect l="l" t="t" r="r" b="b"/>
              <a:pathLst>
                <a:path w="10698" h="9266" extrusionOk="0">
                  <a:moveTo>
                    <a:pt x="5197" y="621"/>
                  </a:moveTo>
                  <a:lnTo>
                    <a:pt x="9897" y="8788"/>
                  </a:lnTo>
                  <a:lnTo>
                    <a:pt x="480" y="8788"/>
                  </a:lnTo>
                  <a:cubicBezTo>
                    <a:pt x="550" y="5339"/>
                    <a:pt x="2238" y="2419"/>
                    <a:pt x="5197" y="621"/>
                  </a:cubicBezTo>
                  <a:close/>
                  <a:moveTo>
                    <a:pt x="5363" y="1"/>
                  </a:moveTo>
                  <a:lnTo>
                    <a:pt x="5166" y="113"/>
                  </a:lnTo>
                  <a:cubicBezTo>
                    <a:pt x="1882" y="1994"/>
                    <a:pt x="1" y="5223"/>
                    <a:pt x="1" y="9013"/>
                  </a:cubicBezTo>
                  <a:lnTo>
                    <a:pt x="1" y="9265"/>
                  </a:lnTo>
                  <a:lnTo>
                    <a:pt x="10697" y="9265"/>
                  </a:lnTo>
                  <a:lnTo>
                    <a:pt x="10501" y="8900"/>
                  </a:lnTo>
                  <a:lnTo>
                    <a:pt x="5363"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1272;p25">
              <a:extLst>
                <a:ext uri="{FF2B5EF4-FFF2-40B4-BE49-F238E27FC236}">
                  <a16:creationId xmlns:a16="http://schemas.microsoft.com/office/drawing/2014/main" id="{1DF9E1A7-6088-8611-E236-79A895867C3B}"/>
                </a:ext>
              </a:extLst>
            </p:cNvPr>
            <p:cNvSpPr/>
            <p:nvPr/>
          </p:nvSpPr>
          <p:spPr>
            <a:xfrm>
              <a:off x="3791025" y="2253875"/>
              <a:ext cx="245000" cy="244975"/>
            </a:xfrm>
            <a:custGeom>
              <a:avLst/>
              <a:gdLst/>
              <a:ahLst/>
              <a:cxnLst/>
              <a:rect l="l" t="t" r="r" b="b"/>
              <a:pathLst>
                <a:path w="9800" h="9799" extrusionOk="0">
                  <a:moveTo>
                    <a:pt x="4914" y="1"/>
                  </a:moveTo>
                  <a:cubicBezTo>
                    <a:pt x="2191" y="1"/>
                    <a:pt x="1" y="2191"/>
                    <a:pt x="1" y="4886"/>
                  </a:cubicBezTo>
                  <a:cubicBezTo>
                    <a:pt x="1" y="7609"/>
                    <a:pt x="2191" y="9799"/>
                    <a:pt x="4914" y="9799"/>
                  </a:cubicBezTo>
                  <a:cubicBezTo>
                    <a:pt x="7609" y="9799"/>
                    <a:pt x="9799" y="7609"/>
                    <a:pt x="9799" y="4886"/>
                  </a:cubicBezTo>
                  <a:cubicBezTo>
                    <a:pt x="9799" y="2191"/>
                    <a:pt x="7609" y="1"/>
                    <a:pt x="49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1273;p25">
              <a:extLst>
                <a:ext uri="{FF2B5EF4-FFF2-40B4-BE49-F238E27FC236}">
                  <a16:creationId xmlns:a16="http://schemas.microsoft.com/office/drawing/2014/main" id="{146BFE36-D056-BBFD-D4B8-19FFDABE0151}"/>
                </a:ext>
              </a:extLst>
            </p:cNvPr>
            <p:cNvSpPr/>
            <p:nvPr/>
          </p:nvSpPr>
          <p:spPr>
            <a:xfrm>
              <a:off x="3785425" y="2247575"/>
              <a:ext cx="256900" cy="256900"/>
            </a:xfrm>
            <a:custGeom>
              <a:avLst/>
              <a:gdLst/>
              <a:ahLst/>
              <a:cxnLst/>
              <a:rect l="l" t="t" r="r" b="b"/>
              <a:pathLst>
                <a:path w="10276" h="10276" extrusionOk="0">
                  <a:moveTo>
                    <a:pt x="5138" y="477"/>
                  </a:moveTo>
                  <a:cubicBezTo>
                    <a:pt x="6430" y="477"/>
                    <a:pt x="7581" y="1011"/>
                    <a:pt x="8423" y="1853"/>
                  </a:cubicBezTo>
                  <a:cubicBezTo>
                    <a:pt x="9293" y="2695"/>
                    <a:pt x="9798" y="3846"/>
                    <a:pt x="9798" y="5138"/>
                  </a:cubicBezTo>
                  <a:cubicBezTo>
                    <a:pt x="9798" y="6429"/>
                    <a:pt x="9293" y="7608"/>
                    <a:pt x="8423" y="8451"/>
                  </a:cubicBezTo>
                  <a:cubicBezTo>
                    <a:pt x="7581" y="9293"/>
                    <a:pt x="6430" y="9826"/>
                    <a:pt x="5138" y="9826"/>
                  </a:cubicBezTo>
                  <a:cubicBezTo>
                    <a:pt x="3847" y="9826"/>
                    <a:pt x="2667" y="9293"/>
                    <a:pt x="1825" y="8451"/>
                  </a:cubicBezTo>
                  <a:cubicBezTo>
                    <a:pt x="983" y="7608"/>
                    <a:pt x="478" y="6429"/>
                    <a:pt x="478" y="5138"/>
                  </a:cubicBezTo>
                  <a:cubicBezTo>
                    <a:pt x="478" y="3846"/>
                    <a:pt x="983" y="2695"/>
                    <a:pt x="1825" y="1853"/>
                  </a:cubicBezTo>
                  <a:cubicBezTo>
                    <a:pt x="2667" y="1011"/>
                    <a:pt x="3847" y="477"/>
                    <a:pt x="5138" y="477"/>
                  </a:cubicBezTo>
                  <a:close/>
                  <a:moveTo>
                    <a:pt x="5138" y="0"/>
                  </a:moveTo>
                  <a:cubicBezTo>
                    <a:pt x="2303" y="0"/>
                    <a:pt x="0" y="2302"/>
                    <a:pt x="0" y="5138"/>
                  </a:cubicBezTo>
                  <a:cubicBezTo>
                    <a:pt x="0" y="7973"/>
                    <a:pt x="2303" y="10275"/>
                    <a:pt x="5138" y="10275"/>
                  </a:cubicBezTo>
                  <a:cubicBezTo>
                    <a:pt x="7974" y="10275"/>
                    <a:pt x="10276" y="7973"/>
                    <a:pt x="10276" y="5138"/>
                  </a:cubicBezTo>
                  <a:cubicBezTo>
                    <a:pt x="10276" y="2302"/>
                    <a:pt x="7974" y="0"/>
                    <a:pt x="5138"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1274;p25">
              <a:extLst>
                <a:ext uri="{FF2B5EF4-FFF2-40B4-BE49-F238E27FC236}">
                  <a16:creationId xmlns:a16="http://schemas.microsoft.com/office/drawing/2014/main" id="{B07C744B-07EC-526C-D8C1-A9BA80646FF7}"/>
                </a:ext>
              </a:extLst>
            </p:cNvPr>
            <p:cNvSpPr/>
            <p:nvPr/>
          </p:nvSpPr>
          <p:spPr>
            <a:xfrm>
              <a:off x="2155675" y="1182825"/>
              <a:ext cx="277975" cy="11950"/>
            </a:xfrm>
            <a:custGeom>
              <a:avLst/>
              <a:gdLst/>
              <a:ahLst/>
              <a:cxnLst/>
              <a:rect l="l" t="t" r="r" b="b"/>
              <a:pathLst>
                <a:path w="11119" h="478" extrusionOk="0">
                  <a:moveTo>
                    <a:pt x="1" y="1"/>
                  </a:moveTo>
                  <a:lnTo>
                    <a:pt x="1" y="478"/>
                  </a:lnTo>
                  <a:lnTo>
                    <a:pt x="11118" y="478"/>
                  </a:lnTo>
                  <a:lnTo>
                    <a:pt x="1111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1275;p25">
              <a:extLst>
                <a:ext uri="{FF2B5EF4-FFF2-40B4-BE49-F238E27FC236}">
                  <a16:creationId xmlns:a16="http://schemas.microsoft.com/office/drawing/2014/main" id="{BD199215-DDE1-FA5C-0358-C4E8ACB225AB}"/>
                </a:ext>
              </a:extLst>
            </p:cNvPr>
            <p:cNvSpPr/>
            <p:nvPr/>
          </p:nvSpPr>
          <p:spPr>
            <a:xfrm>
              <a:off x="2155675" y="1229850"/>
              <a:ext cx="277975" cy="11950"/>
            </a:xfrm>
            <a:custGeom>
              <a:avLst/>
              <a:gdLst/>
              <a:ahLst/>
              <a:cxnLst/>
              <a:rect l="l" t="t" r="r" b="b"/>
              <a:pathLst>
                <a:path w="11119" h="478" extrusionOk="0">
                  <a:moveTo>
                    <a:pt x="1" y="1"/>
                  </a:moveTo>
                  <a:lnTo>
                    <a:pt x="1" y="478"/>
                  </a:lnTo>
                  <a:lnTo>
                    <a:pt x="11118" y="478"/>
                  </a:lnTo>
                  <a:lnTo>
                    <a:pt x="1111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1276;p25">
              <a:extLst>
                <a:ext uri="{FF2B5EF4-FFF2-40B4-BE49-F238E27FC236}">
                  <a16:creationId xmlns:a16="http://schemas.microsoft.com/office/drawing/2014/main" id="{3F0F94B4-DEE1-8356-DFC9-ADCA146BD09E}"/>
                </a:ext>
              </a:extLst>
            </p:cNvPr>
            <p:cNvSpPr/>
            <p:nvPr/>
          </p:nvSpPr>
          <p:spPr>
            <a:xfrm>
              <a:off x="2155675" y="1277575"/>
              <a:ext cx="277975" cy="11950"/>
            </a:xfrm>
            <a:custGeom>
              <a:avLst/>
              <a:gdLst/>
              <a:ahLst/>
              <a:cxnLst/>
              <a:rect l="l" t="t" r="r" b="b"/>
              <a:pathLst>
                <a:path w="11119" h="478" extrusionOk="0">
                  <a:moveTo>
                    <a:pt x="1" y="1"/>
                  </a:moveTo>
                  <a:lnTo>
                    <a:pt x="1" y="478"/>
                  </a:lnTo>
                  <a:lnTo>
                    <a:pt x="11118" y="478"/>
                  </a:lnTo>
                  <a:lnTo>
                    <a:pt x="1111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1277;p25">
              <a:extLst>
                <a:ext uri="{FF2B5EF4-FFF2-40B4-BE49-F238E27FC236}">
                  <a16:creationId xmlns:a16="http://schemas.microsoft.com/office/drawing/2014/main" id="{619115A2-0AD2-5B5E-57ED-B07CF2D7280E}"/>
                </a:ext>
              </a:extLst>
            </p:cNvPr>
            <p:cNvSpPr/>
            <p:nvPr/>
          </p:nvSpPr>
          <p:spPr>
            <a:xfrm>
              <a:off x="2155675" y="1324600"/>
              <a:ext cx="277975" cy="11950"/>
            </a:xfrm>
            <a:custGeom>
              <a:avLst/>
              <a:gdLst/>
              <a:ahLst/>
              <a:cxnLst/>
              <a:rect l="l" t="t" r="r" b="b"/>
              <a:pathLst>
                <a:path w="11119" h="478" extrusionOk="0">
                  <a:moveTo>
                    <a:pt x="1" y="1"/>
                  </a:moveTo>
                  <a:lnTo>
                    <a:pt x="1" y="478"/>
                  </a:lnTo>
                  <a:lnTo>
                    <a:pt x="11118" y="478"/>
                  </a:lnTo>
                  <a:lnTo>
                    <a:pt x="1111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1278;p25">
              <a:extLst>
                <a:ext uri="{FF2B5EF4-FFF2-40B4-BE49-F238E27FC236}">
                  <a16:creationId xmlns:a16="http://schemas.microsoft.com/office/drawing/2014/main" id="{D83AD587-D5A9-6C34-DFD5-DA48940B6653}"/>
                </a:ext>
              </a:extLst>
            </p:cNvPr>
            <p:cNvSpPr/>
            <p:nvPr/>
          </p:nvSpPr>
          <p:spPr>
            <a:xfrm>
              <a:off x="4314625" y="1290925"/>
              <a:ext cx="604350" cy="291850"/>
            </a:xfrm>
            <a:custGeom>
              <a:avLst/>
              <a:gdLst/>
              <a:ahLst/>
              <a:cxnLst/>
              <a:rect l="l" t="t" r="r" b="b"/>
              <a:pathLst>
                <a:path w="24174" h="11674" extrusionOk="0">
                  <a:moveTo>
                    <a:pt x="225" y="0"/>
                  </a:moveTo>
                  <a:cubicBezTo>
                    <a:pt x="113" y="0"/>
                    <a:pt x="1" y="112"/>
                    <a:pt x="1" y="225"/>
                  </a:cubicBezTo>
                  <a:cubicBezTo>
                    <a:pt x="1" y="365"/>
                    <a:pt x="113" y="477"/>
                    <a:pt x="225" y="477"/>
                  </a:cubicBezTo>
                  <a:lnTo>
                    <a:pt x="11034" y="477"/>
                  </a:lnTo>
                  <a:lnTo>
                    <a:pt x="23752" y="11623"/>
                  </a:lnTo>
                  <a:cubicBezTo>
                    <a:pt x="23799" y="11658"/>
                    <a:pt x="23851" y="11674"/>
                    <a:pt x="23902" y="11674"/>
                  </a:cubicBezTo>
                  <a:cubicBezTo>
                    <a:pt x="23972" y="11674"/>
                    <a:pt x="24040" y="11644"/>
                    <a:pt x="24089" y="11595"/>
                  </a:cubicBezTo>
                  <a:cubicBezTo>
                    <a:pt x="24173" y="11483"/>
                    <a:pt x="24173" y="11342"/>
                    <a:pt x="24061" y="11258"/>
                  </a:cubicBezTo>
                  <a:lnTo>
                    <a:pt x="11259" y="56"/>
                  </a:lnTo>
                  <a:cubicBezTo>
                    <a:pt x="11231" y="28"/>
                    <a:pt x="11174" y="0"/>
                    <a:pt x="11118"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1279;p25">
              <a:extLst>
                <a:ext uri="{FF2B5EF4-FFF2-40B4-BE49-F238E27FC236}">
                  <a16:creationId xmlns:a16="http://schemas.microsoft.com/office/drawing/2014/main" id="{65476CD2-FD88-9E3D-BF4F-4BC0C2FD28B3}"/>
                </a:ext>
              </a:extLst>
            </p:cNvPr>
            <p:cNvSpPr/>
            <p:nvPr/>
          </p:nvSpPr>
          <p:spPr>
            <a:xfrm>
              <a:off x="4963850" y="1490950"/>
              <a:ext cx="277975" cy="11950"/>
            </a:xfrm>
            <a:custGeom>
              <a:avLst/>
              <a:gdLst/>
              <a:ahLst/>
              <a:cxnLst/>
              <a:rect l="l" t="t" r="r" b="b"/>
              <a:pathLst>
                <a:path w="11119" h="478" extrusionOk="0">
                  <a:moveTo>
                    <a:pt x="1" y="0"/>
                  </a:moveTo>
                  <a:lnTo>
                    <a:pt x="1" y="478"/>
                  </a:lnTo>
                  <a:lnTo>
                    <a:pt x="11118" y="478"/>
                  </a:lnTo>
                  <a:lnTo>
                    <a:pt x="11118"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1280;p25">
              <a:extLst>
                <a:ext uri="{FF2B5EF4-FFF2-40B4-BE49-F238E27FC236}">
                  <a16:creationId xmlns:a16="http://schemas.microsoft.com/office/drawing/2014/main" id="{53569318-49C6-D5CA-9DEB-8834B99A602A}"/>
                </a:ext>
              </a:extLst>
            </p:cNvPr>
            <p:cNvSpPr/>
            <p:nvPr/>
          </p:nvSpPr>
          <p:spPr>
            <a:xfrm>
              <a:off x="4963850" y="1537975"/>
              <a:ext cx="277975" cy="11950"/>
            </a:xfrm>
            <a:custGeom>
              <a:avLst/>
              <a:gdLst/>
              <a:ahLst/>
              <a:cxnLst/>
              <a:rect l="l" t="t" r="r" b="b"/>
              <a:pathLst>
                <a:path w="11119" h="478" extrusionOk="0">
                  <a:moveTo>
                    <a:pt x="1" y="0"/>
                  </a:moveTo>
                  <a:lnTo>
                    <a:pt x="1" y="478"/>
                  </a:lnTo>
                  <a:lnTo>
                    <a:pt x="11118" y="478"/>
                  </a:lnTo>
                  <a:lnTo>
                    <a:pt x="11118"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1281;p25">
              <a:extLst>
                <a:ext uri="{FF2B5EF4-FFF2-40B4-BE49-F238E27FC236}">
                  <a16:creationId xmlns:a16="http://schemas.microsoft.com/office/drawing/2014/main" id="{781E75CB-18B2-D301-96B1-4CD50EB4B875}"/>
                </a:ext>
              </a:extLst>
            </p:cNvPr>
            <p:cNvSpPr/>
            <p:nvPr/>
          </p:nvSpPr>
          <p:spPr>
            <a:xfrm>
              <a:off x="4963850" y="1585700"/>
              <a:ext cx="277975" cy="11250"/>
            </a:xfrm>
            <a:custGeom>
              <a:avLst/>
              <a:gdLst/>
              <a:ahLst/>
              <a:cxnLst/>
              <a:rect l="l" t="t" r="r" b="b"/>
              <a:pathLst>
                <a:path w="11119" h="450" extrusionOk="0">
                  <a:moveTo>
                    <a:pt x="1" y="1"/>
                  </a:moveTo>
                  <a:lnTo>
                    <a:pt x="1" y="450"/>
                  </a:lnTo>
                  <a:lnTo>
                    <a:pt x="11118" y="450"/>
                  </a:lnTo>
                  <a:lnTo>
                    <a:pt x="1111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1282;p25">
              <a:extLst>
                <a:ext uri="{FF2B5EF4-FFF2-40B4-BE49-F238E27FC236}">
                  <a16:creationId xmlns:a16="http://schemas.microsoft.com/office/drawing/2014/main" id="{9F9EF9B8-AA36-16BC-7CC0-9986CA631827}"/>
                </a:ext>
              </a:extLst>
            </p:cNvPr>
            <p:cNvSpPr/>
            <p:nvPr/>
          </p:nvSpPr>
          <p:spPr>
            <a:xfrm>
              <a:off x="4963850" y="1632725"/>
              <a:ext cx="277975" cy="11950"/>
            </a:xfrm>
            <a:custGeom>
              <a:avLst/>
              <a:gdLst/>
              <a:ahLst/>
              <a:cxnLst/>
              <a:rect l="l" t="t" r="r" b="b"/>
              <a:pathLst>
                <a:path w="11119" h="478" extrusionOk="0">
                  <a:moveTo>
                    <a:pt x="1" y="1"/>
                  </a:moveTo>
                  <a:lnTo>
                    <a:pt x="1" y="478"/>
                  </a:lnTo>
                  <a:lnTo>
                    <a:pt x="11118" y="478"/>
                  </a:lnTo>
                  <a:lnTo>
                    <a:pt x="1111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1283;p25">
              <a:extLst>
                <a:ext uri="{FF2B5EF4-FFF2-40B4-BE49-F238E27FC236}">
                  <a16:creationId xmlns:a16="http://schemas.microsoft.com/office/drawing/2014/main" id="{039AC8FD-D802-1B3B-E7AB-E1ADD76CF78F}"/>
                </a:ext>
              </a:extLst>
            </p:cNvPr>
            <p:cNvSpPr/>
            <p:nvPr/>
          </p:nvSpPr>
          <p:spPr>
            <a:xfrm>
              <a:off x="4963850" y="2298800"/>
              <a:ext cx="277975" cy="11950"/>
            </a:xfrm>
            <a:custGeom>
              <a:avLst/>
              <a:gdLst/>
              <a:ahLst/>
              <a:cxnLst/>
              <a:rect l="l" t="t" r="r" b="b"/>
              <a:pathLst>
                <a:path w="11119" h="478" extrusionOk="0">
                  <a:moveTo>
                    <a:pt x="1" y="0"/>
                  </a:moveTo>
                  <a:lnTo>
                    <a:pt x="1" y="478"/>
                  </a:lnTo>
                  <a:lnTo>
                    <a:pt x="11118" y="478"/>
                  </a:lnTo>
                  <a:lnTo>
                    <a:pt x="11118"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1284;p25">
              <a:extLst>
                <a:ext uri="{FF2B5EF4-FFF2-40B4-BE49-F238E27FC236}">
                  <a16:creationId xmlns:a16="http://schemas.microsoft.com/office/drawing/2014/main" id="{5846276B-C48F-032B-4FFA-0620354A8743}"/>
                </a:ext>
              </a:extLst>
            </p:cNvPr>
            <p:cNvSpPr/>
            <p:nvPr/>
          </p:nvSpPr>
          <p:spPr>
            <a:xfrm>
              <a:off x="4963850" y="2345825"/>
              <a:ext cx="277975" cy="11950"/>
            </a:xfrm>
            <a:custGeom>
              <a:avLst/>
              <a:gdLst/>
              <a:ahLst/>
              <a:cxnLst/>
              <a:rect l="l" t="t" r="r" b="b"/>
              <a:pathLst>
                <a:path w="11119" h="478" extrusionOk="0">
                  <a:moveTo>
                    <a:pt x="1" y="1"/>
                  </a:moveTo>
                  <a:lnTo>
                    <a:pt x="1" y="478"/>
                  </a:lnTo>
                  <a:lnTo>
                    <a:pt x="11118" y="478"/>
                  </a:lnTo>
                  <a:lnTo>
                    <a:pt x="1111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1285;p25">
              <a:extLst>
                <a:ext uri="{FF2B5EF4-FFF2-40B4-BE49-F238E27FC236}">
                  <a16:creationId xmlns:a16="http://schemas.microsoft.com/office/drawing/2014/main" id="{89332842-FA4A-3F2F-E0ED-FEC5F674B1A3}"/>
                </a:ext>
              </a:extLst>
            </p:cNvPr>
            <p:cNvSpPr/>
            <p:nvPr/>
          </p:nvSpPr>
          <p:spPr>
            <a:xfrm>
              <a:off x="4963850" y="2393550"/>
              <a:ext cx="277975" cy="11950"/>
            </a:xfrm>
            <a:custGeom>
              <a:avLst/>
              <a:gdLst/>
              <a:ahLst/>
              <a:cxnLst/>
              <a:rect l="l" t="t" r="r" b="b"/>
              <a:pathLst>
                <a:path w="11119" h="478" extrusionOk="0">
                  <a:moveTo>
                    <a:pt x="1" y="1"/>
                  </a:moveTo>
                  <a:lnTo>
                    <a:pt x="1" y="478"/>
                  </a:lnTo>
                  <a:lnTo>
                    <a:pt x="11118" y="478"/>
                  </a:lnTo>
                  <a:lnTo>
                    <a:pt x="1111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1286;p25">
              <a:extLst>
                <a:ext uri="{FF2B5EF4-FFF2-40B4-BE49-F238E27FC236}">
                  <a16:creationId xmlns:a16="http://schemas.microsoft.com/office/drawing/2014/main" id="{6A2F19F2-A090-FF68-BE95-BBC54F87808C}"/>
                </a:ext>
              </a:extLst>
            </p:cNvPr>
            <p:cNvSpPr/>
            <p:nvPr/>
          </p:nvSpPr>
          <p:spPr>
            <a:xfrm>
              <a:off x="4963850" y="2440575"/>
              <a:ext cx="277975" cy="11950"/>
            </a:xfrm>
            <a:custGeom>
              <a:avLst/>
              <a:gdLst/>
              <a:ahLst/>
              <a:cxnLst/>
              <a:rect l="l" t="t" r="r" b="b"/>
              <a:pathLst>
                <a:path w="11119" h="478" extrusionOk="0">
                  <a:moveTo>
                    <a:pt x="1" y="1"/>
                  </a:moveTo>
                  <a:lnTo>
                    <a:pt x="1" y="478"/>
                  </a:lnTo>
                  <a:lnTo>
                    <a:pt x="11118" y="478"/>
                  </a:lnTo>
                  <a:lnTo>
                    <a:pt x="1111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1287;p25">
              <a:extLst>
                <a:ext uri="{FF2B5EF4-FFF2-40B4-BE49-F238E27FC236}">
                  <a16:creationId xmlns:a16="http://schemas.microsoft.com/office/drawing/2014/main" id="{36DFB6B6-BCFD-5276-9ECD-623E90DEDB37}"/>
                </a:ext>
              </a:extLst>
            </p:cNvPr>
            <p:cNvSpPr/>
            <p:nvPr/>
          </p:nvSpPr>
          <p:spPr>
            <a:xfrm>
              <a:off x="2291850" y="3234400"/>
              <a:ext cx="278650" cy="11950"/>
            </a:xfrm>
            <a:custGeom>
              <a:avLst/>
              <a:gdLst/>
              <a:ahLst/>
              <a:cxnLst/>
              <a:rect l="l" t="t" r="r" b="b"/>
              <a:pathLst>
                <a:path w="11146" h="478" extrusionOk="0">
                  <a:moveTo>
                    <a:pt x="0" y="0"/>
                  </a:moveTo>
                  <a:lnTo>
                    <a:pt x="0" y="477"/>
                  </a:lnTo>
                  <a:lnTo>
                    <a:pt x="11146" y="477"/>
                  </a:lnTo>
                  <a:lnTo>
                    <a:pt x="11146"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1288;p25">
              <a:extLst>
                <a:ext uri="{FF2B5EF4-FFF2-40B4-BE49-F238E27FC236}">
                  <a16:creationId xmlns:a16="http://schemas.microsoft.com/office/drawing/2014/main" id="{1497B91B-7453-EE38-F566-5062D5DA7D5B}"/>
                </a:ext>
              </a:extLst>
            </p:cNvPr>
            <p:cNvSpPr/>
            <p:nvPr/>
          </p:nvSpPr>
          <p:spPr>
            <a:xfrm>
              <a:off x="2291850" y="3282125"/>
              <a:ext cx="278650" cy="11950"/>
            </a:xfrm>
            <a:custGeom>
              <a:avLst/>
              <a:gdLst/>
              <a:ahLst/>
              <a:cxnLst/>
              <a:rect l="l" t="t" r="r" b="b"/>
              <a:pathLst>
                <a:path w="11146" h="478" extrusionOk="0">
                  <a:moveTo>
                    <a:pt x="0" y="0"/>
                  </a:moveTo>
                  <a:lnTo>
                    <a:pt x="0" y="478"/>
                  </a:lnTo>
                  <a:lnTo>
                    <a:pt x="11146" y="478"/>
                  </a:lnTo>
                  <a:lnTo>
                    <a:pt x="11146"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1289;p25">
              <a:extLst>
                <a:ext uri="{FF2B5EF4-FFF2-40B4-BE49-F238E27FC236}">
                  <a16:creationId xmlns:a16="http://schemas.microsoft.com/office/drawing/2014/main" id="{78251DD3-0CAF-1CC9-7427-A3777D679E1A}"/>
                </a:ext>
              </a:extLst>
            </p:cNvPr>
            <p:cNvSpPr/>
            <p:nvPr/>
          </p:nvSpPr>
          <p:spPr>
            <a:xfrm>
              <a:off x="2291850" y="3329150"/>
              <a:ext cx="278650" cy="11950"/>
            </a:xfrm>
            <a:custGeom>
              <a:avLst/>
              <a:gdLst/>
              <a:ahLst/>
              <a:cxnLst/>
              <a:rect l="l" t="t" r="r" b="b"/>
              <a:pathLst>
                <a:path w="11146" h="478" extrusionOk="0">
                  <a:moveTo>
                    <a:pt x="0" y="0"/>
                  </a:moveTo>
                  <a:lnTo>
                    <a:pt x="0" y="478"/>
                  </a:lnTo>
                  <a:lnTo>
                    <a:pt x="11146" y="478"/>
                  </a:lnTo>
                  <a:lnTo>
                    <a:pt x="11146"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1290;p25">
              <a:extLst>
                <a:ext uri="{FF2B5EF4-FFF2-40B4-BE49-F238E27FC236}">
                  <a16:creationId xmlns:a16="http://schemas.microsoft.com/office/drawing/2014/main" id="{26AED131-8DAA-FEBA-1F10-98E9F915B17D}"/>
                </a:ext>
              </a:extLst>
            </p:cNvPr>
            <p:cNvSpPr/>
            <p:nvPr/>
          </p:nvSpPr>
          <p:spPr>
            <a:xfrm>
              <a:off x="2291850" y="3376875"/>
              <a:ext cx="278650" cy="11250"/>
            </a:xfrm>
            <a:custGeom>
              <a:avLst/>
              <a:gdLst/>
              <a:ahLst/>
              <a:cxnLst/>
              <a:rect l="l" t="t" r="r" b="b"/>
              <a:pathLst>
                <a:path w="11146" h="450" extrusionOk="0">
                  <a:moveTo>
                    <a:pt x="0" y="0"/>
                  </a:moveTo>
                  <a:lnTo>
                    <a:pt x="0" y="450"/>
                  </a:lnTo>
                  <a:lnTo>
                    <a:pt x="11146" y="450"/>
                  </a:lnTo>
                  <a:lnTo>
                    <a:pt x="11146"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1291;p25">
              <a:extLst>
                <a:ext uri="{FF2B5EF4-FFF2-40B4-BE49-F238E27FC236}">
                  <a16:creationId xmlns:a16="http://schemas.microsoft.com/office/drawing/2014/main" id="{3AEF4CDD-AE00-1B12-AB75-C738CC0F5508}"/>
                </a:ext>
              </a:extLst>
            </p:cNvPr>
            <p:cNvSpPr/>
            <p:nvPr/>
          </p:nvSpPr>
          <p:spPr>
            <a:xfrm>
              <a:off x="4036000" y="2098775"/>
              <a:ext cx="888575" cy="274450"/>
            </a:xfrm>
            <a:custGeom>
              <a:avLst/>
              <a:gdLst/>
              <a:ahLst/>
              <a:cxnLst/>
              <a:rect l="l" t="t" r="r" b="b"/>
              <a:pathLst>
                <a:path w="35543" h="10978" extrusionOk="0">
                  <a:moveTo>
                    <a:pt x="4548" y="0"/>
                  </a:moveTo>
                  <a:lnTo>
                    <a:pt x="0" y="5194"/>
                  </a:lnTo>
                  <a:lnTo>
                    <a:pt x="365" y="5503"/>
                  </a:lnTo>
                  <a:lnTo>
                    <a:pt x="4773" y="477"/>
                  </a:lnTo>
                  <a:lnTo>
                    <a:pt x="22488" y="477"/>
                  </a:lnTo>
                  <a:lnTo>
                    <a:pt x="35234" y="10977"/>
                  </a:lnTo>
                  <a:lnTo>
                    <a:pt x="35543" y="10612"/>
                  </a:lnTo>
                  <a:lnTo>
                    <a:pt x="22656"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1292;p25">
              <a:extLst>
                <a:ext uri="{FF2B5EF4-FFF2-40B4-BE49-F238E27FC236}">
                  <a16:creationId xmlns:a16="http://schemas.microsoft.com/office/drawing/2014/main" id="{670E687C-F298-95FB-9E0F-50B34BD94AEC}"/>
                </a:ext>
              </a:extLst>
            </p:cNvPr>
            <p:cNvSpPr/>
            <p:nvPr/>
          </p:nvSpPr>
          <p:spPr>
            <a:xfrm>
              <a:off x="2418875" y="2616750"/>
              <a:ext cx="11975" cy="600125"/>
            </a:xfrm>
            <a:custGeom>
              <a:avLst/>
              <a:gdLst/>
              <a:ahLst/>
              <a:cxnLst/>
              <a:rect l="l" t="t" r="r" b="b"/>
              <a:pathLst>
                <a:path w="479" h="24005" extrusionOk="0">
                  <a:moveTo>
                    <a:pt x="1" y="0"/>
                  </a:moveTo>
                  <a:lnTo>
                    <a:pt x="1" y="24004"/>
                  </a:lnTo>
                  <a:lnTo>
                    <a:pt x="478" y="24004"/>
                  </a:lnTo>
                  <a:lnTo>
                    <a:pt x="478"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1293;p25">
              <a:extLst>
                <a:ext uri="{FF2B5EF4-FFF2-40B4-BE49-F238E27FC236}">
                  <a16:creationId xmlns:a16="http://schemas.microsoft.com/office/drawing/2014/main" id="{6C51DAB2-23E3-3DCA-E46B-E22D107EF8B6}"/>
                </a:ext>
              </a:extLst>
            </p:cNvPr>
            <p:cNvSpPr/>
            <p:nvPr/>
          </p:nvSpPr>
          <p:spPr>
            <a:xfrm>
              <a:off x="1831425" y="3538000"/>
              <a:ext cx="129875" cy="102100"/>
            </a:xfrm>
            <a:custGeom>
              <a:avLst/>
              <a:gdLst/>
              <a:ahLst/>
              <a:cxnLst/>
              <a:rect l="l" t="t" r="r" b="b"/>
              <a:pathLst>
                <a:path w="5195" h="4084" extrusionOk="0">
                  <a:moveTo>
                    <a:pt x="1580" y="1"/>
                  </a:moveTo>
                  <a:cubicBezTo>
                    <a:pt x="1521" y="1"/>
                    <a:pt x="1462" y="5"/>
                    <a:pt x="1404" y="13"/>
                  </a:cubicBezTo>
                  <a:cubicBezTo>
                    <a:pt x="506" y="125"/>
                    <a:pt x="0" y="1023"/>
                    <a:pt x="197" y="1894"/>
                  </a:cubicBezTo>
                  <a:cubicBezTo>
                    <a:pt x="393" y="2736"/>
                    <a:pt x="1292" y="3381"/>
                    <a:pt x="2050" y="3718"/>
                  </a:cubicBezTo>
                  <a:cubicBezTo>
                    <a:pt x="2860" y="4062"/>
                    <a:pt x="4638" y="4084"/>
                    <a:pt x="5070" y="4084"/>
                  </a:cubicBezTo>
                  <a:cubicBezTo>
                    <a:pt x="5132" y="4084"/>
                    <a:pt x="5166" y="4083"/>
                    <a:pt x="5166" y="4083"/>
                  </a:cubicBezTo>
                  <a:cubicBezTo>
                    <a:pt x="5194" y="4083"/>
                    <a:pt x="4689" y="2623"/>
                    <a:pt x="4661" y="2539"/>
                  </a:cubicBezTo>
                  <a:cubicBezTo>
                    <a:pt x="4206" y="1576"/>
                    <a:pt x="2782" y="1"/>
                    <a:pt x="1580"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1294;p25">
              <a:extLst>
                <a:ext uri="{FF2B5EF4-FFF2-40B4-BE49-F238E27FC236}">
                  <a16:creationId xmlns:a16="http://schemas.microsoft.com/office/drawing/2014/main" id="{054484CC-ECF2-A2EA-AE89-C44154609067}"/>
                </a:ext>
              </a:extLst>
            </p:cNvPr>
            <p:cNvSpPr/>
            <p:nvPr/>
          </p:nvSpPr>
          <p:spPr>
            <a:xfrm>
              <a:off x="1834225" y="3377750"/>
              <a:ext cx="807875" cy="1698375"/>
            </a:xfrm>
            <a:custGeom>
              <a:avLst/>
              <a:gdLst/>
              <a:ahLst/>
              <a:cxnLst/>
              <a:rect l="l" t="t" r="r" b="b"/>
              <a:pathLst>
                <a:path w="32315" h="67935" extrusionOk="0">
                  <a:moveTo>
                    <a:pt x="15189" y="33037"/>
                  </a:moveTo>
                  <a:cubicBezTo>
                    <a:pt x="15835" y="33739"/>
                    <a:pt x="17491" y="34553"/>
                    <a:pt x="17716" y="34666"/>
                  </a:cubicBezTo>
                  <a:cubicBezTo>
                    <a:pt x="17491" y="35199"/>
                    <a:pt x="17267" y="35733"/>
                    <a:pt x="17042" y="36238"/>
                  </a:cubicBezTo>
                  <a:cubicBezTo>
                    <a:pt x="16284" y="37979"/>
                    <a:pt x="15582" y="39410"/>
                    <a:pt x="15077" y="40393"/>
                  </a:cubicBezTo>
                  <a:cubicBezTo>
                    <a:pt x="14993" y="40590"/>
                    <a:pt x="14880" y="40758"/>
                    <a:pt x="14796" y="40926"/>
                  </a:cubicBezTo>
                  <a:lnTo>
                    <a:pt x="14712" y="40926"/>
                  </a:lnTo>
                  <a:cubicBezTo>
                    <a:pt x="14712" y="40730"/>
                    <a:pt x="14684" y="40533"/>
                    <a:pt x="14628" y="40281"/>
                  </a:cubicBezTo>
                  <a:cubicBezTo>
                    <a:pt x="14487" y="39186"/>
                    <a:pt x="14234" y="37614"/>
                    <a:pt x="13870" y="35733"/>
                  </a:cubicBezTo>
                  <a:cubicBezTo>
                    <a:pt x="13757" y="35115"/>
                    <a:pt x="13617" y="34497"/>
                    <a:pt x="13476" y="33852"/>
                  </a:cubicBezTo>
                  <a:cubicBezTo>
                    <a:pt x="13617" y="33795"/>
                    <a:pt x="14459" y="33459"/>
                    <a:pt x="15189" y="33037"/>
                  </a:cubicBezTo>
                  <a:close/>
                  <a:moveTo>
                    <a:pt x="6799" y="1"/>
                  </a:moveTo>
                  <a:cubicBezTo>
                    <a:pt x="6583" y="1"/>
                    <a:pt x="6362" y="52"/>
                    <a:pt x="6149" y="162"/>
                  </a:cubicBezTo>
                  <a:cubicBezTo>
                    <a:pt x="5026" y="751"/>
                    <a:pt x="4745" y="2997"/>
                    <a:pt x="4914" y="4092"/>
                  </a:cubicBezTo>
                  <a:cubicBezTo>
                    <a:pt x="4942" y="4205"/>
                    <a:pt x="5363" y="5665"/>
                    <a:pt x="5363" y="5665"/>
                  </a:cubicBezTo>
                  <a:lnTo>
                    <a:pt x="5391" y="5636"/>
                  </a:lnTo>
                  <a:lnTo>
                    <a:pt x="5391" y="5636"/>
                  </a:lnTo>
                  <a:cubicBezTo>
                    <a:pt x="5335" y="6001"/>
                    <a:pt x="5307" y="6366"/>
                    <a:pt x="5251" y="6787"/>
                  </a:cubicBezTo>
                  <a:cubicBezTo>
                    <a:pt x="5166" y="7574"/>
                    <a:pt x="5110" y="8444"/>
                    <a:pt x="5082" y="9398"/>
                  </a:cubicBezTo>
                  <a:cubicBezTo>
                    <a:pt x="5054" y="10353"/>
                    <a:pt x="5054" y="11392"/>
                    <a:pt x="5138" y="12487"/>
                  </a:cubicBezTo>
                  <a:cubicBezTo>
                    <a:pt x="5251" y="13582"/>
                    <a:pt x="5419" y="14733"/>
                    <a:pt x="5728" y="15884"/>
                  </a:cubicBezTo>
                  <a:lnTo>
                    <a:pt x="5728" y="15940"/>
                  </a:lnTo>
                  <a:cubicBezTo>
                    <a:pt x="5531" y="15603"/>
                    <a:pt x="4942" y="14761"/>
                    <a:pt x="4914" y="14705"/>
                  </a:cubicBezTo>
                  <a:cubicBezTo>
                    <a:pt x="4274" y="13994"/>
                    <a:pt x="2816" y="13024"/>
                    <a:pt x="1685" y="13024"/>
                  </a:cubicBezTo>
                  <a:cubicBezTo>
                    <a:pt x="1475" y="13024"/>
                    <a:pt x="1276" y="13058"/>
                    <a:pt x="1096" y="13132"/>
                  </a:cubicBezTo>
                  <a:cubicBezTo>
                    <a:pt x="253" y="13497"/>
                    <a:pt x="1" y="14480"/>
                    <a:pt x="422" y="15238"/>
                  </a:cubicBezTo>
                  <a:cubicBezTo>
                    <a:pt x="843" y="16024"/>
                    <a:pt x="1882" y="16417"/>
                    <a:pt x="2724" y="16529"/>
                  </a:cubicBezTo>
                  <a:cubicBezTo>
                    <a:pt x="2826" y="16545"/>
                    <a:pt x="2941" y="16552"/>
                    <a:pt x="3065" y="16552"/>
                  </a:cubicBezTo>
                  <a:cubicBezTo>
                    <a:pt x="4063" y="16552"/>
                    <a:pt x="5634" y="16102"/>
                    <a:pt x="5784" y="16052"/>
                  </a:cubicBezTo>
                  <a:cubicBezTo>
                    <a:pt x="6093" y="17147"/>
                    <a:pt x="6486" y="18270"/>
                    <a:pt x="6963" y="19365"/>
                  </a:cubicBezTo>
                  <a:cubicBezTo>
                    <a:pt x="7244" y="19983"/>
                    <a:pt x="7525" y="20628"/>
                    <a:pt x="7833" y="21246"/>
                  </a:cubicBezTo>
                  <a:cubicBezTo>
                    <a:pt x="7665" y="20965"/>
                    <a:pt x="7497" y="20741"/>
                    <a:pt x="7468" y="20713"/>
                  </a:cubicBezTo>
                  <a:cubicBezTo>
                    <a:pt x="6853" y="20002"/>
                    <a:pt x="5378" y="19032"/>
                    <a:pt x="4241" y="19032"/>
                  </a:cubicBezTo>
                  <a:cubicBezTo>
                    <a:pt x="4030" y="19032"/>
                    <a:pt x="3831" y="19066"/>
                    <a:pt x="3650" y="19140"/>
                  </a:cubicBezTo>
                  <a:cubicBezTo>
                    <a:pt x="2808" y="19505"/>
                    <a:pt x="2583" y="20488"/>
                    <a:pt x="3005" y="21246"/>
                  </a:cubicBezTo>
                  <a:cubicBezTo>
                    <a:pt x="3426" y="22032"/>
                    <a:pt x="4436" y="22425"/>
                    <a:pt x="5279" y="22537"/>
                  </a:cubicBezTo>
                  <a:cubicBezTo>
                    <a:pt x="5385" y="22555"/>
                    <a:pt x="5505" y="22563"/>
                    <a:pt x="5634" y="22563"/>
                  </a:cubicBezTo>
                  <a:cubicBezTo>
                    <a:pt x="6527" y="22563"/>
                    <a:pt x="7862" y="22186"/>
                    <a:pt x="8255" y="22088"/>
                  </a:cubicBezTo>
                  <a:cubicBezTo>
                    <a:pt x="8367" y="22313"/>
                    <a:pt x="8479" y="22566"/>
                    <a:pt x="8620" y="22790"/>
                  </a:cubicBezTo>
                  <a:cubicBezTo>
                    <a:pt x="9181" y="23941"/>
                    <a:pt x="9743" y="25064"/>
                    <a:pt x="10276" y="26187"/>
                  </a:cubicBezTo>
                  <a:cubicBezTo>
                    <a:pt x="10472" y="26608"/>
                    <a:pt x="10641" y="27001"/>
                    <a:pt x="10809" y="27394"/>
                  </a:cubicBezTo>
                  <a:cubicBezTo>
                    <a:pt x="10641" y="27170"/>
                    <a:pt x="10529" y="26973"/>
                    <a:pt x="10501" y="26945"/>
                  </a:cubicBezTo>
                  <a:cubicBezTo>
                    <a:pt x="9867" y="26217"/>
                    <a:pt x="8427" y="25253"/>
                    <a:pt x="7300" y="25253"/>
                  </a:cubicBezTo>
                  <a:cubicBezTo>
                    <a:pt x="7079" y="25253"/>
                    <a:pt x="6871" y="25290"/>
                    <a:pt x="6682" y="25373"/>
                  </a:cubicBezTo>
                  <a:cubicBezTo>
                    <a:pt x="5840" y="25710"/>
                    <a:pt x="5587" y="26721"/>
                    <a:pt x="6009" y="27479"/>
                  </a:cubicBezTo>
                  <a:cubicBezTo>
                    <a:pt x="6458" y="28265"/>
                    <a:pt x="7468" y="28658"/>
                    <a:pt x="8311" y="28770"/>
                  </a:cubicBezTo>
                  <a:cubicBezTo>
                    <a:pt x="8406" y="28784"/>
                    <a:pt x="8514" y="28790"/>
                    <a:pt x="8630" y="28790"/>
                  </a:cubicBezTo>
                  <a:cubicBezTo>
                    <a:pt x="9464" y="28790"/>
                    <a:pt x="10734" y="28469"/>
                    <a:pt x="11202" y="28321"/>
                  </a:cubicBezTo>
                  <a:cubicBezTo>
                    <a:pt x="11371" y="28742"/>
                    <a:pt x="11539" y="29163"/>
                    <a:pt x="11680" y="29556"/>
                  </a:cubicBezTo>
                  <a:cubicBezTo>
                    <a:pt x="11764" y="29837"/>
                    <a:pt x="11848" y="30118"/>
                    <a:pt x="11932" y="30398"/>
                  </a:cubicBezTo>
                  <a:cubicBezTo>
                    <a:pt x="12017" y="30679"/>
                    <a:pt x="12101" y="30960"/>
                    <a:pt x="12157" y="31241"/>
                  </a:cubicBezTo>
                  <a:cubicBezTo>
                    <a:pt x="12297" y="31774"/>
                    <a:pt x="12438" y="32336"/>
                    <a:pt x="12550" y="32841"/>
                  </a:cubicBezTo>
                  <a:cubicBezTo>
                    <a:pt x="12634" y="33206"/>
                    <a:pt x="12690" y="33571"/>
                    <a:pt x="12775" y="33936"/>
                  </a:cubicBezTo>
                  <a:cubicBezTo>
                    <a:pt x="12578" y="33515"/>
                    <a:pt x="12213" y="32757"/>
                    <a:pt x="12185" y="32700"/>
                  </a:cubicBezTo>
                  <a:cubicBezTo>
                    <a:pt x="11624" y="31833"/>
                    <a:pt x="10159" y="30525"/>
                    <a:pt x="8990" y="30525"/>
                  </a:cubicBezTo>
                  <a:cubicBezTo>
                    <a:pt x="8872" y="30525"/>
                    <a:pt x="8758" y="30539"/>
                    <a:pt x="8648" y="30567"/>
                  </a:cubicBezTo>
                  <a:cubicBezTo>
                    <a:pt x="7777" y="30791"/>
                    <a:pt x="7384" y="31746"/>
                    <a:pt x="7665" y="32560"/>
                  </a:cubicBezTo>
                  <a:cubicBezTo>
                    <a:pt x="7974" y="33402"/>
                    <a:pt x="8928" y="33936"/>
                    <a:pt x="9743" y="34160"/>
                  </a:cubicBezTo>
                  <a:cubicBezTo>
                    <a:pt x="10047" y="34259"/>
                    <a:pt x="10487" y="34292"/>
                    <a:pt x="10940" y="34292"/>
                  </a:cubicBezTo>
                  <a:cubicBezTo>
                    <a:pt x="11780" y="34292"/>
                    <a:pt x="12667" y="34179"/>
                    <a:pt x="12831" y="34160"/>
                  </a:cubicBezTo>
                  <a:cubicBezTo>
                    <a:pt x="12943" y="34750"/>
                    <a:pt x="13055" y="35311"/>
                    <a:pt x="13140" y="35873"/>
                  </a:cubicBezTo>
                  <a:cubicBezTo>
                    <a:pt x="13476" y="37726"/>
                    <a:pt x="13673" y="39298"/>
                    <a:pt x="13785" y="40393"/>
                  </a:cubicBezTo>
                  <a:cubicBezTo>
                    <a:pt x="13813" y="40590"/>
                    <a:pt x="13841" y="40758"/>
                    <a:pt x="13870" y="40926"/>
                  </a:cubicBezTo>
                  <a:lnTo>
                    <a:pt x="10079" y="40926"/>
                  </a:lnTo>
                  <a:lnTo>
                    <a:pt x="11455" y="67934"/>
                  </a:lnTo>
                  <a:lnTo>
                    <a:pt x="17912" y="67934"/>
                  </a:lnTo>
                  <a:lnTo>
                    <a:pt x="19288" y="40926"/>
                  </a:lnTo>
                  <a:lnTo>
                    <a:pt x="15751" y="40926"/>
                  </a:lnTo>
                  <a:cubicBezTo>
                    <a:pt x="15779" y="40870"/>
                    <a:pt x="15807" y="40814"/>
                    <a:pt x="15835" y="40758"/>
                  </a:cubicBezTo>
                  <a:cubicBezTo>
                    <a:pt x="16312" y="39747"/>
                    <a:pt x="16986" y="38315"/>
                    <a:pt x="17716" y="36547"/>
                  </a:cubicBezTo>
                  <a:cubicBezTo>
                    <a:pt x="17940" y="35985"/>
                    <a:pt x="18193" y="35368"/>
                    <a:pt x="18418" y="34750"/>
                  </a:cubicBezTo>
                  <a:cubicBezTo>
                    <a:pt x="18620" y="34795"/>
                    <a:pt x="19909" y="35057"/>
                    <a:pt x="20874" y="35057"/>
                  </a:cubicBezTo>
                  <a:cubicBezTo>
                    <a:pt x="21111" y="35057"/>
                    <a:pt x="21329" y="35041"/>
                    <a:pt x="21506" y="35003"/>
                  </a:cubicBezTo>
                  <a:cubicBezTo>
                    <a:pt x="22320" y="34806"/>
                    <a:pt x="23303" y="34329"/>
                    <a:pt x="23668" y="33543"/>
                  </a:cubicBezTo>
                  <a:cubicBezTo>
                    <a:pt x="24033" y="32729"/>
                    <a:pt x="23724" y="31774"/>
                    <a:pt x="22853" y="31465"/>
                  </a:cubicBezTo>
                  <a:cubicBezTo>
                    <a:pt x="22709" y="31417"/>
                    <a:pt x="22555" y="31395"/>
                    <a:pt x="22395" y="31395"/>
                  </a:cubicBezTo>
                  <a:cubicBezTo>
                    <a:pt x="21245" y="31395"/>
                    <a:pt x="19767" y="32530"/>
                    <a:pt x="19176" y="33318"/>
                  </a:cubicBezTo>
                  <a:cubicBezTo>
                    <a:pt x="19148" y="33374"/>
                    <a:pt x="18783" y="34020"/>
                    <a:pt x="18558" y="34413"/>
                  </a:cubicBezTo>
                  <a:cubicBezTo>
                    <a:pt x="18642" y="34160"/>
                    <a:pt x="18726" y="33908"/>
                    <a:pt x="18839" y="33655"/>
                  </a:cubicBezTo>
                  <a:cubicBezTo>
                    <a:pt x="19035" y="33122"/>
                    <a:pt x="19204" y="32616"/>
                    <a:pt x="19400" y="32055"/>
                  </a:cubicBezTo>
                  <a:cubicBezTo>
                    <a:pt x="19484" y="31774"/>
                    <a:pt x="19569" y="31493"/>
                    <a:pt x="19653" y="31213"/>
                  </a:cubicBezTo>
                  <a:cubicBezTo>
                    <a:pt x="19737" y="30932"/>
                    <a:pt x="19793" y="30623"/>
                    <a:pt x="19878" y="30342"/>
                  </a:cubicBezTo>
                  <a:cubicBezTo>
                    <a:pt x="20018" y="29668"/>
                    <a:pt x="20158" y="28967"/>
                    <a:pt x="20271" y="28237"/>
                  </a:cubicBezTo>
                  <a:cubicBezTo>
                    <a:pt x="20699" y="28397"/>
                    <a:pt x="22197" y="28914"/>
                    <a:pt x="23066" y="28914"/>
                  </a:cubicBezTo>
                  <a:cubicBezTo>
                    <a:pt x="23109" y="28914"/>
                    <a:pt x="23151" y="28913"/>
                    <a:pt x="23190" y="28910"/>
                  </a:cubicBezTo>
                  <a:cubicBezTo>
                    <a:pt x="24033" y="28854"/>
                    <a:pt x="25071" y="28545"/>
                    <a:pt x="25577" y="27815"/>
                  </a:cubicBezTo>
                  <a:cubicBezTo>
                    <a:pt x="26054" y="27086"/>
                    <a:pt x="25886" y="26075"/>
                    <a:pt x="25071" y="25654"/>
                  </a:cubicBezTo>
                  <a:cubicBezTo>
                    <a:pt x="24845" y="25535"/>
                    <a:pt x="24583" y="25483"/>
                    <a:pt x="24302" y="25483"/>
                  </a:cubicBezTo>
                  <a:cubicBezTo>
                    <a:pt x="23192" y="25483"/>
                    <a:pt x="21791" y="26290"/>
                    <a:pt x="21141" y="26917"/>
                  </a:cubicBezTo>
                  <a:cubicBezTo>
                    <a:pt x="21085" y="26973"/>
                    <a:pt x="20579" y="27619"/>
                    <a:pt x="20327" y="27956"/>
                  </a:cubicBezTo>
                  <a:cubicBezTo>
                    <a:pt x="20383" y="27535"/>
                    <a:pt x="20439" y="27114"/>
                    <a:pt x="20495" y="26692"/>
                  </a:cubicBezTo>
                  <a:cubicBezTo>
                    <a:pt x="20664" y="25429"/>
                    <a:pt x="20776" y="24166"/>
                    <a:pt x="20888" y="22902"/>
                  </a:cubicBezTo>
                  <a:cubicBezTo>
                    <a:pt x="20944" y="22509"/>
                    <a:pt x="20972" y="22116"/>
                    <a:pt x="21029" y="21751"/>
                  </a:cubicBezTo>
                  <a:cubicBezTo>
                    <a:pt x="21164" y="21805"/>
                    <a:pt x="22960" y="22456"/>
                    <a:pt x="23922" y="22456"/>
                  </a:cubicBezTo>
                  <a:cubicBezTo>
                    <a:pt x="23960" y="22456"/>
                    <a:pt x="23997" y="22455"/>
                    <a:pt x="24033" y="22453"/>
                  </a:cubicBezTo>
                  <a:cubicBezTo>
                    <a:pt x="24875" y="22397"/>
                    <a:pt x="25942" y="22088"/>
                    <a:pt x="26419" y="21330"/>
                  </a:cubicBezTo>
                  <a:cubicBezTo>
                    <a:pt x="26896" y="20600"/>
                    <a:pt x="26728" y="19590"/>
                    <a:pt x="25914" y="19168"/>
                  </a:cubicBezTo>
                  <a:cubicBezTo>
                    <a:pt x="25695" y="19059"/>
                    <a:pt x="25444" y="19012"/>
                    <a:pt x="25174" y="19012"/>
                  </a:cubicBezTo>
                  <a:cubicBezTo>
                    <a:pt x="24059" y="19012"/>
                    <a:pt x="22639" y="19827"/>
                    <a:pt x="21983" y="20460"/>
                  </a:cubicBezTo>
                  <a:cubicBezTo>
                    <a:pt x="21927" y="20516"/>
                    <a:pt x="21197" y="21443"/>
                    <a:pt x="21029" y="21667"/>
                  </a:cubicBezTo>
                  <a:cubicBezTo>
                    <a:pt x="21113" y="20825"/>
                    <a:pt x="21225" y="19983"/>
                    <a:pt x="21337" y="19140"/>
                  </a:cubicBezTo>
                  <a:cubicBezTo>
                    <a:pt x="21534" y="17989"/>
                    <a:pt x="21759" y="16894"/>
                    <a:pt x="22067" y="15828"/>
                  </a:cubicBezTo>
                  <a:cubicBezTo>
                    <a:pt x="22147" y="15854"/>
                    <a:pt x="23941" y="16536"/>
                    <a:pt x="24941" y="16536"/>
                  </a:cubicBezTo>
                  <a:cubicBezTo>
                    <a:pt x="24996" y="16536"/>
                    <a:pt x="25049" y="16534"/>
                    <a:pt x="25099" y="16529"/>
                  </a:cubicBezTo>
                  <a:cubicBezTo>
                    <a:pt x="25942" y="16473"/>
                    <a:pt x="27009" y="16164"/>
                    <a:pt x="27486" y="15435"/>
                  </a:cubicBezTo>
                  <a:cubicBezTo>
                    <a:pt x="27963" y="14705"/>
                    <a:pt x="27795" y="13666"/>
                    <a:pt x="26980" y="13273"/>
                  </a:cubicBezTo>
                  <a:cubicBezTo>
                    <a:pt x="26754" y="13154"/>
                    <a:pt x="26492" y="13102"/>
                    <a:pt x="26211" y="13102"/>
                  </a:cubicBezTo>
                  <a:cubicBezTo>
                    <a:pt x="25101" y="13102"/>
                    <a:pt x="23700" y="13909"/>
                    <a:pt x="23050" y="14536"/>
                  </a:cubicBezTo>
                  <a:cubicBezTo>
                    <a:pt x="22994" y="14592"/>
                    <a:pt x="22208" y="15575"/>
                    <a:pt x="22095" y="15771"/>
                  </a:cubicBezTo>
                  <a:cubicBezTo>
                    <a:pt x="22095" y="15715"/>
                    <a:pt x="22123" y="15631"/>
                    <a:pt x="22123" y="15575"/>
                  </a:cubicBezTo>
                  <a:cubicBezTo>
                    <a:pt x="22488" y="14452"/>
                    <a:pt x="22966" y="13385"/>
                    <a:pt x="23443" y="12431"/>
                  </a:cubicBezTo>
                  <a:cubicBezTo>
                    <a:pt x="23724" y="11869"/>
                    <a:pt x="24033" y="11364"/>
                    <a:pt x="24341" y="10858"/>
                  </a:cubicBezTo>
                  <a:cubicBezTo>
                    <a:pt x="24706" y="11027"/>
                    <a:pt x="26363" y="11841"/>
                    <a:pt x="27233" y="11869"/>
                  </a:cubicBezTo>
                  <a:cubicBezTo>
                    <a:pt x="27284" y="11871"/>
                    <a:pt x="27336" y="11872"/>
                    <a:pt x="27388" y="11872"/>
                  </a:cubicBezTo>
                  <a:cubicBezTo>
                    <a:pt x="28202" y="11872"/>
                    <a:pt x="29176" y="11660"/>
                    <a:pt x="29704" y="11027"/>
                  </a:cubicBezTo>
                  <a:cubicBezTo>
                    <a:pt x="30265" y="10353"/>
                    <a:pt x="30209" y="9314"/>
                    <a:pt x="29451" y="8809"/>
                  </a:cubicBezTo>
                  <a:cubicBezTo>
                    <a:pt x="29170" y="8631"/>
                    <a:pt x="28816" y="8557"/>
                    <a:pt x="28431" y="8557"/>
                  </a:cubicBezTo>
                  <a:cubicBezTo>
                    <a:pt x="27359" y="8557"/>
                    <a:pt x="26049" y="9134"/>
                    <a:pt x="25408" y="9651"/>
                  </a:cubicBezTo>
                  <a:cubicBezTo>
                    <a:pt x="25352" y="9707"/>
                    <a:pt x="24903" y="10156"/>
                    <a:pt x="24594" y="10465"/>
                  </a:cubicBezTo>
                  <a:cubicBezTo>
                    <a:pt x="24734" y="10241"/>
                    <a:pt x="24875" y="10016"/>
                    <a:pt x="25015" y="9791"/>
                  </a:cubicBezTo>
                  <a:cubicBezTo>
                    <a:pt x="25549" y="9005"/>
                    <a:pt x="26082" y="8304"/>
                    <a:pt x="26559" y="7714"/>
                  </a:cubicBezTo>
                  <a:cubicBezTo>
                    <a:pt x="26840" y="7349"/>
                    <a:pt x="27093" y="7040"/>
                    <a:pt x="27317" y="6759"/>
                  </a:cubicBezTo>
                  <a:cubicBezTo>
                    <a:pt x="27767" y="6759"/>
                    <a:pt x="29535" y="6703"/>
                    <a:pt x="30321" y="6338"/>
                  </a:cubicBezTo>
                  <a:cubicBezTo>
                    <a:pt x="31079" y="5973"/>
                    <a:pt x="31950" y="5328"/>
                    <a:pt x="32146" y="4457"/>
                  </a:cubicBezTo>
                  <a:cubicBezTo>
                    <a:pt x="32315" y="3587"/>
                    <a:pt x="31809" y="2717"/>
                    <a:pt x="30883" y="2604"/>
                  </a:cubicBezTo>
                  <a:cubicBezTo>
                    <a:pt x="30844" y="2601"/>
                    <a:pt x="30805" y="2599"/>
                    <a:pt x="30766" y="2599"/>
                  </a:cubicBezTo>
                  <a:cubicBezTo>
                    <a:pt x="29555" y="2599"/>
                    <a:pt x="28145" y="4236"/>
                    <a:pt x="27710" y="5215"/>
                  </a:cubicBezTo>
                  <a:cubicBezTo>
                    <a:pt x="27654" y="5300"/>
                    <a:pt x="27205" y="6759"/>
                    <a:pt x="27233" y="6759"/>
                  </a:cubicBezTo>
                  <a:lnTo>
                    <a:pt x="27261" y="6759"/>
                  </a:lnTo>
                  <a:cubicBezTo>
                    <a:pt x="27009" y="7040"/>
                    <a:pt x="26756" y="7321"/>
                    <a:pt x="26503" y="7658"/>
                  </a:cubicBezTo>
                  <a:cubicBezTo>
                    <a:pt x="25998" y="8247"/>
                    <a:pt x="25464" y="8949"/>
                    <a:pt x="24903" y="9735"/>
                  </a:cubicBezTo>
                  <a:cubicBezTo>
                    <a:pt x="24369" y="10493"/>
                    <a:pt x="23780" y="11364"/>
                    <a:pt x="23275" y="12346"/>
                  </a:cubicBezTo>
                  <a:cubicBezTo>
                    <a:pt x="22741" y="13301"/>
                    <a:pt x="22236" y="14340"/>
                    <a:pt x="21871" y="15491"/>
                  </a:cubicBezTo>
                  <a:lnTo>
                    <a:pt x="21843" y="15547"/>
                  </a:lnTo>
                  <a:cubicBezTo>
                    <a:pt x="21871" y="15154"/>
                    <a:pt x="21843" y="14143"/>
                    <a:pt x="21843" y="14059"/>
                  </a:cubicBezTo>
                  <a:cubicBezTo>
                    <a:pt x="21702" y="12936"/>
                    <a:pt x="20748" y="10858"/>
                    <a:pt x="19513" y="10634"/>
                  </a:cubicBezTo>
                  <a:cubicBezTo>
                    <a:pt x="19422" y="10617"/>
                    <a:pt x="19333" y="10609"/>
                    <a:pt x="19246" y="10609"/>
                  </a:cubicBezTo>
                  <a:cubicBezTo>
                    <a:pt x="18473" y="10609"/>
                    <a:pt x="17876" y="11255"/>
                    <a:pt x="17800" y="12037"/>
                  </a:cubicBezTo>
                  <a:cubicBezTo>
                    <a:pt x="17716" y="12936"/>
                    <a:pt x="18361" y="13806"/>
                    <a:pt x="19007" y="14368"/>
                  </a:cubicBezTo>
                  <a:cubicBezTo>
                    <a:pt x="19709" y="15013"/>
                    <a:pt x="21674" y="15631"/>
                    <a:pt x="21815" y="15659"/>
                  </a:cubicBezTo>
                  <a:cubicBezTo>
                    <a:pt x="21478" y="16754"/>
                    <a:pt x="21197" y="17905"/>
                    <a:pt x="21001" y="19084"/>
                  </a:cubicBezTo>
                  <a:cubicBezTo>
                    <a:pt x="20860" y="19758"/>
                    <a:pt x="20776" y="20432"/>
                    <a:pt x="20692" y="21134"/>
                  </a:cubicBezTo>
                  <a:cubicBezTo>
                    <a:pt x="20664" y="20797"/>
                    <a:pt x="20664" y="20516"/>
                    <a:pt x="20664" y="20488"/>
                  </a:cubicBezTo>
                  <a:cubicBezTo>
                    <a:pt x="20523" y="19365"/>
                    <a:pt x="19597" y="17287"/>
                    <a:pt x="18333" y="17063"/>
                  </a:cubicBezTo>
                  <a:cubicBezTo>
                    <a:pt x="18246" y="17046"/>
                    <a:pt x="18159" y="17038"/>
                    <a:pt x="18074" y="17038"/>
                  </a:cubicBezTo>
                  <a:cubicBezTo>
                    <a:pt x="17317" y="17038"/>
                    <a:pt x="16697" y="17684"/>
                    <a:pt x="16621" y="18467"/>
                  </a:cubicBezTo>
                  <a:cubicBezTo>
                    <a:pt x="16565" y="19365"/>
                    <a:pt x="17210" y="20235"/>
                    <a:pt x="17828" y="20797"/>
                  </a:cubicBezTo>
                  <a:cubicBezTo>
                    <a:pt x="18446" y="21358"/>
                    <a:pt x="20130" y="21920"/>
                    <a:pt x="20551" y="22060"/>
                  </a:cubicBezTo>
                  <a:cubicBezTo>
                    <a:pt x="20523" y="22341"/>
                    <a:pt x="20495" y="22594"/>
                    <a:pt x="20467" y="22846"/>
                  </a:cubicBezTo>
                  <a:cubicBezTo>
                    <a:pt x="20299" y="24110"/>
                    <a:pt x="20158" y="25373"/>
                    <a:pt x="19990" y="26608"/>
                  </a:cubicBezTo>
                  <a:cubicBezTo>
                    <a:pt x="19934" y="27057"/>
                    <a:pt x="19849" y="27479"/>
                    <a:pt x="19765" y="27900"/>
                  </a:cubicBezTo>
                  <a:cubicBezTo>
                    <a:pt x="19765" y="27619"/>
                    <a:pt x="19765" y="27366"/>
                    <a:pt x="19765" y="27338"/>
                  </a:cubicBezTo>
                  <a:cubicBezTo>
                    <a:pt x="19597" y="26215"/>
                    <a:pt x="18670" y="24166"/>
                    <a:pt x="17435" y="23941"/>
                  </a:cubicBezTo>
                  <a:cubicBezTo>
                    <a:pt x="17344" y="23924"/>
                    <a:pt x="17255" y="23916"/>
                    <a:pt x="17168" y="23916"/>
                  </a:cubicBezTo>
                  <a:cubicBezTo>
                    <a:pt x="16391" y="23916"/>
                    <a:pt x="15773" y="24560"/>
                    <a:pt x="15722" y="25317"/>
                  </a:cubicBezTo>
                  <a:cubicBezTo>
                    <a:pt x="15638" y="26215"/>
                    <a:pt x="16284" y="27114"/>
                    <a:pt x="16902" y="27647"/>
                  </a:cubicBezTo>
                  <a:cubicBezTo>
                    <a:pt x="17519" y="28209"/>
                    <a:pt x="19035" y="28714"/>
                    <a:pt x="19569" y="28910"/>
                  </a:cubicBezTo>
                  <a:cubicBezTo>
                    <a:pt x="19484" y="29332"/>
                    <a:pt x="19400" y="29753"/>
                    <a:pt x="19288" y="30174"/>
                  </a:cubicBezTo>
                  <a:cubicBezTo>
                    <a:pt x="19204" y="30455"/>
                    <a:pt x="19148" y="30735"/>
                    <a:pt x="19035" y="31016"/>
                  </a:cubicBezTo>
                  <a:cubicBezTo>
                    <a:pt x="18951" y="31297"/>
                    <a:pt x="18867" y="31578"/>
                    <a:pt x="18783" y="31858"/>
                  </a:cubicBezTo>
                  <a:cubicBezTo>
                    <a:pt x="18586" y="32364"/>
                    <a:pt x="18390" y="32897"/>
                    <a:pt x="18193" y="33402"/>
                  </a:cubicBezTo>
                  <a:cubicBezTo>
                    <a:pt x="18053" y="33767"/>
                    <a:pt x="17940" y="34104"/>
                    <a:pt x="17800" y="34413"/>
                  </a:cubicBezTo>
                  <a:cubicBezTo>
                    <a:pt x="17856" y="33992"/>
                    <a:pt x="17968" y="33150"/>
                    <a:pt x="17968" y="33065"/>
                  </a:cubicBezTo>
                  <a:cubicBezTo>
                    <a:pt x="17997" y="32336"/>
                    <a:pt x="17744" y="31100"/>
                    <a:pt x="17210" y="30258"/>
                  </a:cubicBezTo>
                  <a:cubicBezTo>
                    <a:pt x="17210" y="30146"/>
                    <a:pt x="17210" y="30033"/>
                    <a:pt x="17182" y="29921"/>
                  </a:cubicBezTo>
                  <a:cubicBezTo>
                    <a:pt x="17061" y="29194"/>
                    <a:pt x="16437" y="28613"/>
                    <a:pt x="15708" y="28613"/>
                  </a:cubicBezTo>
                  <a:cubicBezTo>
                    <a:pt x="15594" y="28613"/>
                    <a:pt x="15476" y="28627"/>
                    <a:pt x="15357" y="28658"/>
                  </a:cubicBezTo>
                  <a:cubicBezTo>
                    <a:pt x="14150" y="28995"/>
                    <a:pt x="13364" y="31128"/>
                    <a:pt x="13308" y="32251"/>
                  </a:cubicBezTo>
                  <a:cubicBezTo>
                    <a:pt x="13308" y="32307"/>
                    <a:pt x="13364" y="33037"/>
                    <a:pt x="13392" y="33487"/>
                  </a:cubicBezTo>
                  <a:cubicBezTo>
                    <a:pt x="13336" y="33234"/>
                    <a:pt x="13280" y="32981"/>
                    <a:pt x="13196" y="32700"/>
                  </a:cubicBezTo>
                  <a:cubicBezTo>
                    <a:pt x="13083" y="32167"/>
                    <a:pt x="12943" y="31634"/>
                    <a:pt x="12775" y="31044"/>
                  </a:cubicBezTo>
                  <a:cubicBezTo>
                    <a:pt x="12690" y="30791"/>
                    <a:pt x="12606" y="30511"/>
                    <a:pt x="12522" y="30230"/>
                  </a:cubicBezTo>
                  <a:cubicBezTo>
                    <a:pt x="12466" y="29949"/>
                    <a:pt x="12325" y="29668"/>
                    <a:pt x="12241" y="29360"/>
                  </a:cubicBezTo>
                  <a:cubicBezTo>
                    <a:pt x="11989" y="28714"/>
                    <a:pt x="11708" y="28068"/>
                    <a:pt x="11427" y="27394"/>
                  </a:cubicBezTo>
                  <a:cubicBezTo>
                    <a:pt x="11904" y="27282"/>
                    <a:pt x="13561" y="26861"/>
                    <a:pt x="14234" y="26356"/>
                  </a:cubicBezTo>
                  <a:cubicBezTo>
                    <a:pt x="14908" y="25850"/>
                    <a:pt x="15610" y="25008"/>
                    <a:pt x="15610" y="24110"/>
                  </a:cubicBezTo>
                  <a:cubicBezTo>
                    <a:pt x="15584" y="23297"/>
                    <a:pt x="14995" y="22583"/>
                    <a:pt x="14163" y="22583"/>
                  </a:cubicBezTo>
                  <a:cubicBezTo>
                    <a:pt x="14104" y="22583"/>
                    <a:pt x="14043" y="22586"/>
                    <a:pt x="13982" y="22594"/>
                  </a:cubicBezTo>
                  <a:cubicBezTo>
                    <a:pt x="12747" y="22734"/>
                    <a:pt x="11652" y="24727"/>
                    <a:pt x="11427" y="25822"/>
                  </a:cubicBezTo>
                  <a:cubicBezTo>
                    <a:pt x="11427" y="25878"/>
                    <a:pt x="11343" y="26692"/>
                    <a:pt x="11315" y="27142"/>
                  </a:cubicBezTo>
                  <a:cubicBezTo>
                    <a:pt x="11118" y="26749"/>
                    <a:pt x="10950" y="26356"/>
                    <a:pt x="10753" y="25963"/>
                  </a:cubicBezTo>
                  <a:cubicBezTo>
                    <a:pt x="10192" y="24840"/>
                    <a:pt x="9602" y="23717"/>
                    <a:pt x="9013" y="22594"/>
                  </a:cubicBezTo>
                  <a:cubicBezTo>
                    <a:pt x="8816" y="22257"/>
                    <a:pt x="8648" y="21920"/>
                    <a:pt x="8451" y="21555"/>
                  </a:cubicBezTo>
                  <a:cubicBezTo>
                    <a:pt x="8620" y="21527"/>
                    <a:pt x="10613" y="21078"/>
                    <a:pt x="11371" y="20488"/>
                  </a:cubicBezTo>
                  <a:cubicBezTo>
                    <a:pt x="12045" y="19983"/>
                    <a:pt x="12747" y="19140"/>
                    <a:pt x="12747" y="18242"/>
                  </a:cubicBezTo>
                  <a:cubicBezTo>
                    <a:pt x="12747" y="17418"/>
                    <a:pt x="12117" y="16719"/>
                    <a:pt x="11263" y="16719"/>
                  </a:cubicBezTo>
                  <a:cubicBezTo>
                    <a:pt x="11216" y="16719"/>
                    <a:pt x="11167" y="16722"/>
                    <a:pt x="11118" y="16726"/>
                  </a:cubicBezTo>
                  <a:cubicBezTo>
                    <a:pt x="9883" y="16866"/>
                    <a:pt x="8788" y="18860"/>
                    <a:pt x="8563" y="19955"/>
                  </a:cubicBezTo>
                  <a:cubicBezTo>
                    <a:pt x="8535" y="20039"/>
                    <a:pt x="8451" y="21218"/>
                    <a:pt x="8423" y="21499"/>
                  </a:cubicBezTo>
                  <a:cubicBezTo>
                    <a:pt x="8030" y="20741"/>
                    <a:pt x="7637" y="19983"/>
                    <a:pt x="7300" y="19225"/>
                  </a:cubicBezTo>
                  <a:cubicBezTo>
                    <a:pt x="6823" y="18158"/>
                    <a:pt x="6402" y="17091"/>
                    <a:pt x="6065" y="16052"/>
                  </a:cubicBezTo>
                  <a:cubicBezTo>
                    <a:pt x="6149" y="16024"/>
                    <a:pt x="8226" y="15547"/>
                    <a:pt x="9013" y="14957"/>
                  </a:cubicBezTo>
                  <a:cubicBezTo>
                    <a:pt x="9658" y="14452"/>
                    <a:pt x="10360" y="13610"/>
                    <a:pt x="10360" y="12739"/>
                  </a:cubicBezTo>
                  <a:cubicBezTo>
                    <a:pt x="10360" y="11914"/>
                    <a:pt x="9728" y="11189"/>
                    <a:pt x="8896" y="11189"/>
                  </a:cubicBezTo>
                  <a:cubicBezTo>
                    <a:pt x="8851" y="11189"/>
                    <a:pt x="8806" y="11191"/>
                    <a:pt x="8760" y="11195"/>
                  </a:cubicBezTo>
                  <a:cubicBezTo>
                    <a:pt x="7497" y="11336"/>
                    <a:pt x="6430" y="13329"/>
                    <a:pt x="6177" y="14424"/>
                  </a:cubicBezTo>
                  <a:cubicBezTo>
                    <a:pt x="6177" y="14508"/>
                    <a:pt x="6065" y="15771"/>
                    <a:pt x="6065" y="15996"/>
                  </a:cubicBezTo>
                  <a:cubicBezTo>
                    <a:pt x="6037" y="15940"/>
                    <a:pt x="6009" y="15884"/>
                    <a:pt x="5981" y="15799"/>
                  </a:cubicBezTo>
                  <a:cubicBezTo>
                    <a:pt x="5644" y="14677"/>
                    <a:pt x="5475" y="13525"/>
                    <a:pt x="5363" y="12459"/>
                  </a:cubicBezTo>
                  <a:cubicBezTo>
                    <a:pt x="5279" y="11841"/>
                    <a:pt x="5251" y="11223"/>
                    <a:pt x="5223" y="10662"/>
                  </a:cubicBezTo>
                  <a:cubicBezTo>
                    <a:pt x="5644" y="10606"/>
                    <a:pt x="7440" y="10353"/>
                    <a:pt x="8198" y="9904"/>
                  </a:cubicBezTo>
                  <a:cubicBezTo>
                    <a:pt x="8900" y="9483"/>
                    <a:pt x="9714" y="8725"/>
                    <a:pt x="9799" y="7826"/>
                  </a:cubicBezTo>
                  <a:cubicBezTo>
                    <a:pt x="9883" y="6956"/>
                    <a:pt x="9265" y="6142"/>
                    <a:pt x="8367" y="6142"/>
                  </a:cubicBezTo>
                  <a:cubicBezTo>
                    <a:pt x="7104" y="6142"/>
                    <a:pt x="5812" y="7995"/>
                    <a:pt x="5447" y="9062"/>
                  </a:cubicBezTo>
                  <a:cubicBezTo>
                    <a:pt x="5447" y="9118"/>
                    <a:pt x="5307" y="9735"/>
                    <a:pt x="5223" y="10185"/>
                  </a:cubicBezTo>
                  <a:cubicBezTo>
                    <a:pt x="5223" y="9932"/>
                    <a:pt x="5223" y="9651"/>
                    <a:pt x="5223" y="9398"/>
                  </a:cubicBezTo>
                  <a:cubicBezTo>
                    <a:pt x="5223" y="8444"/>
                    <a:pt x="5279" y="7574"/>
                    <a:pt x="5335" y="6787"/>
                  </a:cubicBezTo>
                  <a:cubicBezTo>
                    <a:pt x="5363" y="6366"/>
                    <a:pt x="5419" y="5973"/>
                    <a:pt x="5447" y="5608"/>
                  </a:cubicBezTo>
                  <a:cubicBezTo>
                    <a:pt x="5812" y="5356"/>
                    <a:pt x="7272" y="4317"/>
                    <a:pt x="7721" y="3587"/>
                  </a:cubicBezTo>
                  <a:cubicBezTo>
                    <a:pt x="8170" y="2857"/>
                    <a:pt x="8535" y="1818"/>
                    <a:pt x="8198" y="1004"/>
                  </a:cubicBezTo>
                  <a:cubicBezTo>
                    <a:pt x="7970" y="403"/>
                    <a:pt x="7406" y="1"/>
                    <a:pt x="6799"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1295;p25">
              <a:extLst>
                <a:ext uri="{FF2B5EF4-FFF2-40B4-BE49-F238E27FC236}">
                  <a16:creationId xmlns:a16="http://schemas.microsoft.com/office/drawing/2014/main" id="{EE53CF07-2831-7E48-CB31-F9B09CD86892}"/>
                </a:ext>
              </a:extLst>
            </p:cNvPr>
            <p:cNvSpPr/>
            <p:nvPr/>
          </p:nvSpPr>
          <p:spPr>
            <a:xfrm>
              <a:off x="2360625" y="3503225"/>
              <a:ext cx="95475" cy="140375"/>
            </a:xfrm>
            <a:custGeom>
              <a:avLst/>
              <a:gdLst/>
              <a:ahLst/>
              <a:cxnLst/>
              <a:rect l="l" t="t" r="r" b="b"/>
              <a:pathLst>
                <a:path w="3819" h="5615" extrusionOk="0">
                  <a:moveTo>
                    <a:pt x="1726" y="0"/>
                  </a:moveTo>
                  <a:cubicBezTo>
                    <a:pt x="1103" y="0"/>
                    <a:pt x="522" y="423"/>
                    <a:pt x="309" y="1039"/>
                  </a:cubicBezTo>
                  <a:cubicBezTo>
                    <a:pt x="1" y="1881"/>
                    <a:pt x="366" y="2891"/>
                    <a:pt x="843" y="3593"/>
                  </a:cubicBezTo>
                  <a:cubicBezTo>
                    <a:pt x="1376" y="4436"/>
                    <a:pt x="3229" y="5615"/>
                    <a:pt x="3229" y="5615"/>
                  </a:cubicBezTo>
                  <a:cubicBezTo>
                    <a:pt x="3257" y="5615"/>
                    <a:pt x="3650" y="4127"/>
                    <a:pt x="3650" y="4043"/>
                  </a:cubicBezTo>
                  <a:cubicBezTo>
                    <a:pt x="3819" y="2920"/>
                    <a:pt x="3454" y="674"/>
                    <a:pt x="2331" y="140"/>
                  </a:cubicBezTo>
                  <a:cubicBezTo>
                    <a:pt x="2132" y="44"/>
                    <a:pt x="1927" y="0"/>
                    <a:pt x="172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1296;p25">
              <a:extLst>
                <a:ext uri="{FF2B5EF4-FFF2-40B4-BE49-F238E27FC236}">
                  <a16:creationId xmlns:a16="http://schemas.microsoft.com/office/drawing/2014/main" id="{88A1EE7E-167F-5F4F-4E50-68A2A3BEFCF1}"/>
                </a:ext>
              </a:extLst>
            </p:cNvPr>
            <p:cNvSpPr/>
            <p:nvPr/>
          </p:nvSpPr>
          <p:spPr>
            <a:xfrm>
              <a:off x="3864725" y="5031175"/>
              <a:ext cx="1179875" cy="346750"/>
            </a:xfrm>
            <a:custGeom>
              <a:avLst/>
              <a:gdLst/>
              <a:ahLst/>
              <a:cxnLst/>
              <a:rect l="l" t="t" r="r" b="b"/>
              <a:pathLst>
                <a:path w="47195" h="13870" extrusionOk="0">
                  <a:moveTo>
                    <a:pt x="23584" y="1"/>
                  </a:moveTo>
                  <a:cubicBezTo>
                    <a:pt x="10557" y="1"/>
                    <a:pt x="1" y="3117"/>
                    <a:pt x="1" y="6935"/>
                  </a:cubicBezTo>
                  <a:cubicBezTo>
                    <a:pt x="1" y="10753"/>
                    <a:pt x="10557" y="13869"/>
                    <a:pt x="23584" y="13869"/>
                  </a:cubicBezTo>
                  <a:cubicBezTo>
                    <a:pt x="36610" y="13869"/>
                    <a:pt x="47194" y="10753"/>
                    <a:pt x="47194" y="6935"/>
                  </a:cubicBezTo>
                  <a:cubicBezTo>
                    <a:pt x="47194" y="3117"/>
                    <a:pt x="36610" y="1"/>
                    <a:pt x="23584" y="1"/>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1297;p25">
              <a:extLst>
                <a:ext uri="{FF2B5EF4-FFF2-40B4-BE49-F238E27FC236}">
                  <a16:creationId xmlns:a16="http://schemas.microsoft.com/office/drawing/2014/main" id="{A9F9C3F4-F5E1-7C8F-18F6-604B56695589}"/>
                </a:ext>
              </a:extLst>
            </p:cNvPr>
            <p:cNvSpPr/>
            <p:nvPr/>
          </p:nvSpPr>
          <p:spPr>
            <a:xfrm>
              <a:off x="3864725" y="5031175"/>
              <a:ext cx="1179875" cy="346750"/>
            </a:xfrm>
            <a:custGeom>
              <a:avLst/>
              <a:gdLst/>
              <a:ahLst/>
              <a:cxnLst/>
              <a:rect l="l" t="t" r="r" b="b"/>
              <a:pathLst>
                <a:path w="47195" h="13870" extrusionOk="0">
                  <a:moveTo>
                    <a:pt x="23584" y="1"/>
                  </a:moveTo>
                  <a:cubicBezTo>
                    <a:pt x="10557" y="1"/>
                    <a:pt x="1" y="3117"/>
                    <a:pt x="1" y="6935"/>
                  </a:cubicBezTo>
                  <a:cubicBezTo>
                    <a:pt x="1" y="10753"/>
                    <a:pt x="10557" y="13869"/>
                    <a:pt x="23584" y="13869"/>
                  </a:cubicBezTo>
                  <a:cubicBezTo>
                    <a:pt x="36610" y="13869"/>
                    <a:pt x="47194" y="10753"/>
                    <a:pt x="47194" y="6935"/>
                  </a:cubicBezTo>
                  <a:cubicBezTo>
                    <a:pt x="47194" y="3117"/>
                    <a:pt x="36610" y="1"/>
                    <a:pt x="23584" y="1"/>
                  </a:cubicBezTo>
                  <a:close/>
                </a:path>
              </a:pathLst>
            </a:custGeom>
            <a:solidFill>
              <a:srgbClr val="BBE3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1298;p25">
              <a:extLst>
                <a:ext uri="{FF2B5EF4-FFF2-40B4-BE49-F238E27FC236}">
                  <a16:creationId xmlns:a16="http://schemas.microsoft.com/office/drawing/2014/main" id="{234F2DA0-C38B-6C69-A8DE-89CB3A3D7321}"/>
                </a:ext>
              </a:extLst>
            </p:cNvPr>
            <p:cNvSpPr/>
            <p:nvPr/>
          </p:nvSpPr>
          <p:spPr>
            <a:xfrm>
              <a:off x="4084425" y="2377175"/>
              <a:ext cx="392350" cy="435425"/>
            </a:xfrm>
            <a:custGeom>
              <a:avLst/>
              <a:gdLst/>
              <a:ahLst/>
              <a:cxnLst/>
              <a:rect l="l" t="t" r="r" b="b"/>
              <a:pathLst>
                <a:path w="15694" h="17417" extrusionOk="0">
                  <a:moveTo>
                    <a:pt x="7946" y="0"/>
                  </a:moveTo>
                  <a:cubicBezTo>
                    <a:pt x="5367" y="0"/>
                    <a:pt x="3225" y="1790"/>
                    <a:pt x="2162" y="2958"/>
                  </a:cubicBezTo>
                  <a:cubicBezTo>
                    <a:pt x="1011" y="4249"/>
                    <a:pt x="1769" y="6748"/>
                    <a:pt x="1657" y="7253"/>
                  </a:cubicBezTo>
                  <a:cubicBezTo>
                    <a:pt x="1516" y="7759"/>
                    <a:pt x="0" y="9415"/>
                    <a:pt x="56" y="9920"/>
                  </a:cubicBezTo>
                  <a:cubicBezTo>
                    <a:pt x="113" y="10426"/>
                    <a:pt x="871" y="10510"/>
                    <a:pt x="871" y="10510"/>
                  </a:cubicBezTo>
                  <a:cubicBezTo>
                    <a:pt x="871" y="10510"/>
                    <a:pt x="1516" y="13486"/>
                    <a:pt x="1909" y="14216"/>
                  </a:cubicBezTo>
                  <a:cubicBezTo>
                    <a:pt x="2274" y="14918"/>
                    <a:pt x="3313" y="15030"/>
                    <a:pt x="3678" y="15030"/>
                  </a:cubicBezTo>
                  <a:cubicBezTo>
                    <a:pt x="4071" y="15030"/>
                    <a:pt x="4464" y="15339"/>
                    <a:pt x="4464" y="15339"/>
                  </a:cubicBezTo>
                  <a:lnTo>
                    <a:pt x="5054" y="17416"/>
                  </a:lnTo>
                  <a:lnTo>
                    <a:pt x="13785" y="15423"/>
                  </a:lnTo>
                  <a:lnTo>
                    <a:pt x="13504" y="12531"/>
                  </a:lnTo>
                  <a:cubicBezTo>
                    <a:pt x="13504" y="12531"/>
                    <a:pt x="15694" y="9668"/>
                    <a:pt x="15497" y="6860"/>
                  </a:cubicBezTo>
                  <a:cubicBezTo>
                    <a:pt x="15301" y="4053"/>
                    <a:pt x="13083" y="2649"/>
                    <a:pt x="13083" y="2649"/>
                  </a:cubicBezTo>
                  <a:cubicBezTo>
                    <a:pt x="13083" y="2649"/>
                    <a:pt x="11483" y="347"/>
                    <a:pt x="8591" y="38"/>
                  </a:cubicBezTo>
                  <a:cubicBezTo>
                    <a:pt x="8373" y="12"/>
                    <a:pt x="8158" y="0"/>
                    <a:pt x="79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1299;p25">
              <a:extLst>
                <a:ext uri="{FF2B5EF4-FFF2-40B4-BE49-F238E27FC236}">
                  <a16:creationId xmlns:a16="http://schemas.microsoft.com/office/drawing/2014/main" id="{CF172200-799B-0B97-B3B1-A5FC8D5D7C1E}"/>
                </a:ext>
              </a:extLst>
            </p:cNvPr>
            <p:cNvSpPr/>
            <p:nvPr/>
          </p:nvSpPr>
          <p:spPr>
            <a:xfrm>
              <a:off x="4079500" y="2371100"/>
              <a:ext cx="398700" cy="447250"/>
            </a:xfrm>
            <a:custGeom>
              <a:avLst/>
              <a:gdLst/>
              <a:ahLst/>
              <a:cxnLst/>
              <a:rect l="l" t="t" r="r" b="b"/>
              <a:pathLst>
                <a:path w="15948" h="17890" extrusionOk="0">
                  <a:moveTo>
                    <a:pt x="8170" y="477"/>
                  </a:moveTo>
                  <a:cubicBezTo>
                    <a:pt x="8367" y="477"/>
                    <a:pt x="8564" y="477"/>
                    <a:pt x="8788" y="506"/>
                  </a:cubicBezTo>
                  <a:cubicBezTo>
                    <a:pt x="10164" y="674"/>
                    <a:pt x="11231" y="1292"/>
                    <a:pt x="11961" y="1881"/>
                  </a:cubicBezTo>
                  <a:cubicBezTo>
                    <a:pt x="12326" y="2190"/>
                    <a:pt x="12606" y="2471"/>
                    <a:pt x="12803" y="2695"/>
                  </a:cubicBezTo>
                  <a:cubicBezTo>
                    <a:pt x="12887" y="2780"/>
                    <a:pt x="12971" y="2864"/>
                    <a:pt x="12999" y="2948"/>
                  </a:cubicBezTo>
                  <a:lnTo>
                    <a:pt x="13055" y="3004"/>
                  </a:lnTo>
                  <a:lnTo>
                    <a:pt x="13084" y="3032"/>
                  </a:lnTo>
                  <a:lnTo>
                    <a:pt x="13140" y="3088"/>
                  </a:lnTo>
                  <a:lnTo>
                    <a:pt x="13168" y="3116"/>
                  </a:lnTo>
                  <a:cubicBezTo>
                    <a:pt x="13280" y="3173"/>
                    <a:pt x="13813" y="3566"/>
                    <a:pt x="14347" y="4211"/>
                  </a:cubicBezTo>
                  <a:cubicBezTo>
                    <a:pt x="14852" y="4885"/>
                    <a:pt x="15386" y="5868"/>
                    <a:pt x="15470" y="7131"/>
                  </a:cubicBezTo>
                  <a:cubicBezTo>
                    <a:pt x="15470" y="7243"/>
                    <a:pt x="15470" y="7356"/>
                    <a:pt x="15470" y="7468"/>
                  </a:cubicBezTo>
                  <a:cubicBezTo>
                    <a:pt x="15470" y="8760"/>
                    <a:pt x="14993" y="10051"/>
                    <a:pt x="14487" y="11034"/>
                  </a:cubicBezTo>
                  <a:cubicBezTo>
                    <a:pt x="14263" y="11511"/>
                    <a:pt x="14010" y="11932"/>
                    <a:pt x="13842" y="12213"/>
                  </a:cubicBezTo>
                  <a:cubicBezTo>
                    <a:pt x="13729" y="12353"/>
                    <a:pt x="13673" y="12465"/>
                    <a:pt x="13617" y="12522"/>
                  </a:cubicBezTo>
                  <a:lnTo>
                    <a:pt x="13561" y="12606"/>
                  </a:lnTo>
                  <a:lnTo>
                    <a:pt x="13533" y="12634"/>
                  </a:lnTo>
                  <a:cubicBezTo>
                    <a:pt x="13505" y="12690"/>
                    <a:pt x="13477" y="12746"/>
                    <a:pt x="13477" y="12802"/>
                  </a:cubicBezTo>
                  <a:lnTo>
                    <a:pt x="13729" y="15469"/>
                  </a:lnTo>
                  <a:lnTo>
                    <a:pt x="5391" y="17378"/>
                  </a:lnTo>
                  <a:lnTo>
                    <a:pt x="4886" y="15526"/>
                  </a:lnTo>
                  <a:cubicBezTo>
                    <a:pt x="4858" y="15469"/>
                    <a:pt x="4830" y="15413"/>
                    <a:pt x="4801" y="15385"/>
                  </a:cubicBezTo>
                  <a:cubicBezTo>
                    <a:pt x="4773" y="15385"/>
                    <a:pt x="4689" y="15301"/>
                    <a:pt x="4521" y="15217"/>
                  </a:cubicBezTo>
                  <a:cubicBezTo>
                    <a:pt x="4352" y="15132"/>
                    <a:pt x="4128" y="15048"/>
                    <a:pt x="3875" y="15048"/>
                  </a:cubicBezTo>
                  <a:cubicBezTo>
                    <a:pt x="3707" y="15048"/>
                    <a:pt x="3398" y="15020"/>
                    <a:pt x="3061" y="14908"/>
                  </a:cubicBezTo>
                  <a:cubicBezTo>
                    <a:pt x="2752" y="14796"/>
                    <a:pt x="2443" y="14599"/>
                    <a:pt x="2303" y="14346"/>
                  </a:cubicBezTo>
                  <a:cubicBezTo>
                    <a:pt x="2219" y="14178"/>
                    <a:pt x="2106" y="13869"/>
                    <a:pt x="1994" y="13504"/>
                  </a:cubicBezTo>
                  <a:cubicBezTo>
                    <a:pt x="1826" y="12943"/>
                    <a:pt x="1657" y="12241"/>
                    <a:pt x="1517" y="11679"/>
                  </a:cubicBezTo>
                  <a:cubicBezTo>
                    <a:pt x="1404" y="11118"/>
                    <a:pt x="1320" y="10697"/>
                    <a:pt x="1292" y="10697"/>
                  </a:cubicBezTo>
                  <a:cubicBezTo>
                    <a:pt x="1292" y="10584"/>
                    <a:pt x="1208" y="10528"/>
                    <a:pt x="1096" y="10500"/>
                  </a:cubicBezTo>
                  <a:cubicBezTo>
                    <a:pt x="1068" y="10500"/>
                    <a:pt x="899" y="10472"/>
                    <a:pt x="731" y="10416"/>
                  </a:cubicBezTo>
                  <a:cubicBezTo>
                    <a:pt x="675" y="10388"/>
                    <a:pt x="590" y="10332"/>
                    <a:pt x="562" y="10304"/>
                  </a:cubicBezTo>
                  <a:cubicBezTo>
                    <a:pt x="506" y="10247"/>
                    <a:pt x="478" y="10191"/>
                    <a:pt x="478" y="10135"/>
                  </a:cubicBezTo>
                  <a:cubicBezTo>
                    <a:pt x="478" y="10107"/>
                    <a:pt x="478" y="10051"/>
                    <a:pt x="534" y="9967"/>
                  </a:cubicBezTo>
                  <a:cubicBezTo>
                    <a:pt x="646" y="9686"/>
                    <a:pt x="983" y="9181"/>
                    <a:pt x="1320" y="8731"/>
                  </a:cubicBezTo>
                  <a:cubicBezTo>
                    <a:pt x="1489" y="8507"/>
                    <a:pt x="1657" y="8282"/>
                    <a:pt x="1797" y="8086"/>
                  </a:cubicBezTo>
                  <a:cubicBezTo>
                    <a:pt x="1910" y="7889"/>
                    <a:pt x="2022" y="7721"/>
                    <a:pt x="2078" y="7552"/>
                  </a:cubicBezTo>
                  <a:cubicBezTo>
                    <a:pt x="2078" y="7468"/>
                    <a:pt x="2078" y="7412"/>
                    <a:pt x="2078" y="7328"/>
                  </a:cubicBezTo>
                  <a:cubicBezTo>
                    <a:pt x="2078" y="7103"/>
                    <a:pt x="2050" y="6822"/>
                    <a:pt x="2022" y="6485"/>
                  </a:cubicBezTo>
                  <a:cubicBezTo>
                    <a:pt x="1966" y="6149"/>
                    <a:pt x="1938" y="5756"/>
                    <a:pt x="1938" y="5362"/>
                  </a:cubicBezTo>
                  <a:cubicBezTo>
                    <a:pt x="1938" y="4604"/>
                    <a:pt x="2078" y="3875"/>
                    <a:pt x="2527" y="3369"/>
                  </a:cubicBezTo>
                  <a:cubicBezTo>
                    <a:pt x="3033" y="2780"/>
                    <a:pt x="3847" y="2050"/>
                    <a:pt x="4801" y="1488"/>
                  </a:cubicBezTo>
                  <a:cubicBezTo>
                    <a:pt x="5784" y="899"/>
                    <a:pt x="6935" y="477"/>
                    <a:pt x="8170" y="477"/>
                  </a:cubicBezTo>
                  <a:close/>
                  <a:moveTo>
                    <a:pt x="8170" y="0"/>
                  </a:moveTo>
                  <a:cubicBezTo>
                    <a:pt x="6823" y="0"/>
                    <a:pt x="5588" y="477"/>
                    <a:pt x="4577" y="1067"/>
                  </a:cubicBezTo>
                  <a:cubicBezTo>
                    <a:pt x="3538" y="1685"/>
                    <a:pt x="2724" y="2443"/>
                    <a:pt x="2191" y="3060"/>
                  </a:cubicBezTo>
                  <a:cubicBezTo>
                    <a:pt x="1601" y="3706"/>
                    <a:pt x="1489" y="4576"/>
                    <a:pt x="1489" y="5362"/>
                  </a:cubicBezTo>
                  <a:cubicBezTo>
                    <a:pt x="1489" y="5784"/>
                    <a:pt x="1517" y="6177"/>
                    <a:pt x="1545" y="6514"/>
                  </a:cubicBezTo>
                  <a:cubicBezTo>
                    <a:pt x="1601" y="6879"/>
                    <a:pt x="1629" y="7159"/>
                    <a:pt x="1629" y="7328"/>
                  </a:cubicBezTo>
                  <a:cubicBezTo>
                    <a:pt x="1629" y="7384"/>
                    <a:pt x="1629" y="7412"/>
                    <a:pt x="1601" y="7440"/>
                  </a:cubicBezTo>
                  <a:lnTo>
                    <a:pt x="1626" y="7446"/>
                  </a:lnTo>
                  <a:lnTo>
                    <a:pt x="1626" y="7446"/>
                  </a:lnTo>
                  <a:cubicBezTo>
                    <a:pt x="1594" y="7508"/>
                    <a:pt x="1484" y="7700"/>
                    <a:pt x="1348" y="7917"/>
                  </a:cubicBezTo>
                  <a:cubicBezTo>
                    <a:pt x="1124" y="8226"/>
                    <a:pt x="787" y="8675"/>
                    <a:pt x="534" y="9068"/>
                  </a:cubicBezTo>
                  <a:cubicBezTo>
                    <a:pt x="394" y="9265"/>
                    <a:pt x="253" y="9433"/>
                    <a:pt x="169" y="9630"/>
                  </a:cubicBezTo>
                  <a:cubicBezTo>
                    <a:pt x="85" y="9798"/>
                    <a:pt x="29" y="9967"/>
                    <a:pt x="1" y="10135"/>
                  </a:cubicBezTo>
                  <a:lnTo>
                    <a:pt x="29" y="10219"/>
                  </a:lnTo>
                  <a:lnTo>
                    <a:pt x="30" y="10219"/>
                  </a:lnTo>
                  <a:lnTo>
                    <a:pt x="30" y="10219"/>
                  </a:lnTo>
                  <a:cubicBezTo>
                    <a:pt x="40" y="10401"/>
                    <a:pt x="146" y="10534"/>
                    <a:pt x="253" y="10641"/>
                  </a:cubicBezTo>
                  <a:cubicBezTo>
                    <a:pt x="422" y="10809"/>
                    <a:pt x="618" y="10865"/>
                    <a:pt x="759" y="10921"/>
                  </a:cubicBezTo>
                  <a:cubicBezTo>
                    <a:pt x="804" y="10936"/>
                    <a:pt x="845" y="10947"/>
                    <a:pt x="882" y="10956"/>
                  </a:cubicBezTo>
                  <a:lnTo>
                    <a:pt x="882" y="10956"/>
                  </a:lnTo>
                  <a:cubicBezTo>
                    <a:pt x="943" y="11227"/>
                    <a:pt x="1068" y="11783"/>
                    <a:pt x="1208" y="12381"/>
                  </a:cubicBezTo>
                  <a:cubicBezTo>
                    <a:pt x="1320" y="12802"/>
                    <a:pt x="1433" y="13251"/>
                    <a:pt x="1545" y="13645"/>
                  </a:cubicBezTo>
                  <a:cubicBezTo>
                    <a:pt x="1657" y="14038"/>
                    <a:pt x="1769" y="14346"/>
                    <a:pt x="1882" y="14543"/>
                  </a:cubicBezTo>
                  <a:cubicBezTo>
                    <a:pt x="2134" y="14992"/>
                    <a:pt x="2527" y="15217"/>
                    <a:pt x="2920" y="15357"/>
                  </a:cubicBezTo>
                  <a:cubicBezTo>
                    <a:pt x="3314" y="15469"/>
                    <a:pt x="3679" y="15497"/>
                    <a:pt x="3875" y="15497"/>
                  </a:cubicBezTo>
                  <a:cubicBezTo>
                    <a:pt x="4015" y="15497"/>
                    <a:pt x="4184" y="15554"/>
                    <a:pt x="4296" y="15638"/>
                  </a:cubicBezTo>
                  <a:cubicBezTo>
                    <a:pt x="4350" y="15665"/>
                    <a:pt x="4403" y="15691"/>
                    <a:pt x="4432" y="15718"/>
                  </a:cubicBezTo>
                  <a:lnTo>
                    <a:pt x="4432" y="15718"/>
                  </a:lnTo>
                  <a:lnTo>
                    <a:pt x="5026" y="17715"/>
                  </a:lnTo>
                  <a:cubicBezTo>
                    <a:pt x="5050" y="17813"/>
                    <a:pt x="5138" y="17889"/>
                    <a:pt x="5235" y="17889"/>
                  </a:cubicBezTo>
                  <a:cubicBezTo>
                    <a:pt x="5249" y="17889"/>
                    <a:pt x="5264" y="17888"/>
                    <a:pt x="5279" y="17884"/>
                  </a:cubicBezTo>
                  <a:lnTo>
                    <a:pt x="14010" y="15891"/>
                  </a:lnTo>
                  <a:cubicBezTo>
                    <a:pt x="14150" y="15862"/>
                    <a:pt x="14207" y="15750"/>
                    <a:pt x="14207" y="15638"/>
                  </a:cubicBezTo>
                  <a:lnTo>
                    <a:pt x="13959" y="12830"/>
                  </a:lnTo>
                  <a:lnTo>
                    <a:pt x="13959" y="12830"/>
                  </a:lnTo>
                  <a:cubicBezTo>
                    <a:pt x="14108" y="12620"/>
                    <a:pt x="14508" y="12030"/>
                    <a:pt x="14908" y="11230"/>
                  </a:cubicBezTo>
                  <a:cubicBezTo>
                    <a:pt x="15414" y="10219"/>
                    <a:pt x="15947" y="8872"/>
                    <a:pt x="15947" y="7468"/>
                  </a:cubicBezTo>
                  <a:cubicBezTo>
                    <a:pt x="15947" y="7328"/>
                    <a:pt x="15947" y="7215"/>
                    <a:pt x="15919" y="7075"/>
                  </a:cubicBezTo>
                  <a:cubicBezTo>
                    <a:pt x="15835" y="5615"/>
                    <a:pt x="15189" y="4520"/>
                    <a:pt x="14600" y="3790"/>
                  </a:cubicBezTo>
                  <a:cubicBezTo>
                    <a:pt x="14040" y="3129"/>
                    <a:pt x="13526" y="2767"/>
                    <a:pt x="13414" y="2705"/>
                  </a:cubicBezTo>
                  <a:lnTo>
                    <a:pt x="13414" y="2705"/>
                  </a:lnTo>
                  <a:cubicBezTo>
                    <a:pt x="13299" y="2554"/>
                    <a:pt x="12901" y="2054"/>
                    <a:pt x="12269" y="1516"/>
                  </a:cubicBezTo>
                  <a:cubicBezTo>
                    <a:pt x="11483" y="899"/>
                    <a:pt x="10332" y="197"/>
                    <a:pt x="8816" y="56"/>
                  </a:cubicBezTo>
                  <a:cubicBezTo>
                    <a:pt x="8620" y="28"/>
                    <a:pt x="8395" y="0"/>
                    <a:pt x="8170"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1300;p25">
              <a:extLst>
                <a:ext uri="{FF2B5EF4-FFF2-40B4-BE49-F238E27FC236}">
                  <a16:creationId xmlns:a16="http://schemas.microsoft.com/office/drawing/2014/main" id="{158F8238-C7A4-1DD2-5571-6832B354DA45}"/>
                </a:ext>
              </a:extLst>
            </p:cNvPr>
            <p:cNvSpPr/>
            <p:nvPr/>
          </p:nvSpPr>
          <p:spPr>
            <a:xfrm>
              <a:off x="4160925" y="2436200"/>
              <a:ext cx="315850" cy="264150"/>
            </a:xfrm>
            <a:custGeom>
              <a:avLst/>
              <a:gdLst/>
              <a:ahLst/>
              <a:cxnLst/>
              <a:rect l="l" t="t" r="r" b="b"/>
              <a:pathLst>
                <a:path w="12634" h="10566" extrusionOk="0">
                  <a:moveTo>
                    <a:pt x="3102" y="0"/>
                  </a:moveTo>
                  <a:cubicBezTo>
                    <a:pt x="2764" y="0"/>
                    <a:pt x="2447" y="83"/>
                    <a:pt x="2162" y="288"/>
                  </a:cubicBezTo>
                  <a:cubicBezTo>
                    <a:pt x="2162" y="288"/>
                    <a:pt x="0" y="2085"/>
                    <a:pt x="113" y="2899"/>
                  </a:cubicBezTo>
                  <a:cubicBezTo>
                    <a:pt x="253" y="3741"/>
                    <a:pt x="1264" y="4387"/>
                    <a:pt x="1208" y="5145"/>
                  </a:cubicBezTo>
                  <a:cubicBezTo>
                    <a:pt x="1161" y="5772"/>
                    <a:pt x="1364" y="6975"/>
                    <a:pt x="1659" y="6975"/>
                  </a:cubicBezTo>
                  <a:cubicBezTo>
                    <a:pt x="1720" y="6975"/>
                    <a:pt x="1785" y="6923"/>
                    <a:pt x="1853" y="6801"/>
                  </a:cubicBezTo>
                  <a:cubicBezTo>
                    <a:pt x="2218" y="6099"/>
                    <a:pt x="2022" y="5341"/>
                    <a:pt x="2611" y="5145"/>
                  </a:cubicBezTo>
                  <a:cubicBezTo>
                    <a:pt x="2659" y="5128"/>
                    <a:pt x="2709" y="5120"/>
                    <a:pt x="2760" y="5120"/>
                  </a:cubicBezTo>
                  <a:cubicBezTo>
                    <a:pt x="3311" y="5120"/>
                    <a:pt x="4025" y="6040"/>
                    <a:pt x="4127" y="6914"/>
                  </a:cubicBezTo>
                  <a:cubicBezTo>
                    <a:pt x="4268" y="7896"/>
                    <a:pt x="4071" y="8317"/>
                    <a:pt x="4577" y="9019"/>
                  </a:cubicBezTo>
                  <a:cubicBezTo>
                    <a:pt x="5094" y="9700"/>
                    <a:pt x="6245" y="10566"/>
                    <a:pt x="7518" y="10566"/>
                  </a:cubicBezTo>
                  <a:cubicBezTo>
                    <a:pt x="7558" y="10566"/>
                    <a:pt x="7597" y="10565"/>
                    <a:pt x="7637" y="10563"/>
                  </a:cubicBezTo>
                  <a:cubicBezTo>
                    <a:pt x="8984" y="10507"/>
                    <a:pt x="10444" y="10170"/>
                    <a:pt x="10444" y="10170"/>
                  </a:cubicBezTo>
                  <a:cubicBezTo>
                    <a:pt x="10444" y="10170"/>
                    <a:pt x="12634" y="7307"/>
                    <a:pt x="12437" y="4499"/>
                  </a:cubicBezTo>
                  <a:cubicBezTo>
                    <a:pt x="12241" y="1692"/>
                    <a:pt x="10023" y="288"/>
                    <a:pt x="10023" y="288"/>
                  </a:cubicBezTo>
                  <a:lnTo>
                    <a:pt x="10023" y="288"/>
                  </a:lnTo>
                  <a:cubicBezTo>
                    <a:pt x="10023" y="288"/>
                    <a:pt x="10079" y="1186"/>
                    <a:pt x="8226" y="1495"/>
                  </a:cubicBezTo>
                  <a:cubicBezTo>
                    <a:pt x="8116" y="1515"/>
                    <a:pt x="8003" y="1524"/>
                    <a:pt x="7887" y="1524"/>
                  </a:cubicBezTo>
                  <a:cubicBezTo>
                    <a:pt x="6410" y="1524"/>
                    <a:pt x="4554" y="0"/>
                    <a:pt x="31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1301;p25">
              <a:extLst>
                <a:ext uri="{FF2B5EF4-FFF2-40B4-BE49-F238E27FC236}">
                  <a16:creationId xmlns:a16="http://schemas.microsoft.com/office/drawing/2014/main" id="{D0D0AECD-0FDF-AD67-23D8-CDA7D4F3F7F8}"/>
                </a:ext>
              </a:extLst>
            </p:cNvPr>
            <p:cNvSpPr/>
            <p:nvPr/>
          </p:nvSpPr>
          <p:spPr>
            <a:xfrm>
              <a:off x="4158125" y="2430050"/>
              <a:ext cx="320075" cy="275850"/>
            </a:xfrm>
            <a:custGeom>
              <a:avLst/>
              <a:gdLst/>
              <a:ahLst/>
              <a:cxnLst/>
              <a:rect l="l" t="t" r="r" b="b"/>
              <a:pathLst>
                <a:path w="12803" h="11034" extrusionOk="0">
                  <a:moveTo>
                    <a:pt x="3201" y="478"/>
                  </a:moveTo>
                  <a:cubicBezTo>
                    <a:pt x="3846" y="478"/>
                    <a:pt x="4689" y="843"/>
                    <a:pt x="5503" y="1236"/>
                  </a:cubicBezTo>
                  <a:cubicBezTo>
                    <a:pt x="6345" y="1601"/>
                    <a:pt x="7187" y="1994"/>
                    <a:pt x="8001" y="1994"/>
                  </a:cubicBezTo>
                  <a:cubicBezTo>
                    <a:pt x="8142" y="1994"/>
                    <a:pt x="8254" y="1994"/>
                    <a:pt x="8366" y="1966"/>
                  </a:cubicBezTo>
                  <a:cubicBezTo>
                    <a:pt x="9265" y="1825"/>
                    <a:pt x="9770" y="1517"/>
                    <a:pt x="10051" y="1236"/>
                  </a:cubicBezTo>
                  <a:cubicBezTo>
                    <a:pt x="10150" y="1127"/>
                    <a:pt x="10217" y="1022"/>
                    <a:pt x="10263" y="926"/>
                  </a:cubicBezTo>
                  <a:lnTo>
                    <a:pt x="10263" y="926"/>
                  </a:lnTo>
                  <a:cubicBezTo>
                    <a:pt x="10494" y="1108"/>
                    <a:pt x="10848" y="1425"/>
                    <a:pt x="11202" y="1853"/>
                  </a:cubicBezTo>
                  <a:cubicBezTo>
                    <a:pt x="11707" y="2527"/>
                    <a:pt x="12241" y="3510"/>
                    <a:pt x="12325" y="4773"/>
                  </a:cubicBezTo>
                  <a:cubicBezTo>
                    <a:pt x="12325" y="4885"/>
                    <a:pt x="12325" y="4998"/>
                    <a:pt x="12325" y="5110"/>
                  </a:cubicBezTo>
                  <a:cubicBezTo>
                    <a:pt x="12325" y="6402"/>
                    <a:pt x="11848" y="7693"/>
                    <a:pt x="11342" y="8676"/>
                  </a:cubicBezTo>
                  <a:cubicBezTo>
                    <a:pt x="11118" y="9153"/>
                    <a:pt x="10865" y="9574"/>
                    <a:pt x="10697" y="9855"/>
                  </a:cubicBezTo>
                  <a:cubicBezTo>
                    <a:pt x="10584" y="9995"/>
                    <a:pt x="10528" y="10107"/>
                    <a:pt x="10472" y="10164"/>
                  </a:cubicBezTo>
                  <a:lnTo>
                    <a:pt x="10437" y="10216"/>
                  </a:lnTo>
                  <a:lnTo>
                    <a:pt x="10437" y="10216"/>
                  </a:lnTo>
                  <a:cubicBezTo>
                    <a:pt x="10397" y="10225"/>
                    <a:pt x="10343" y="10237"/>
                    <a:pt x="10275" y="10248"/>
                  </a:cubicBezTo>
                  <a:cubicBezTo>
                    <a:pt x="9798" y="10332"/>
                    <a:pt x="8731" y="10529"/>
                    <a:pt x="7749" y="10585"/>
                  </a:cubicBezTo>
                  <a:lnTo>
                    <a:pt x="7636" y="10585"/>
                  </a:lnTo>
                  <a:cubicBezTo>
                    <a:pt x="7047" y="10585"/>
                    <a:pt x="6457" y="10388"/>
                    <a:pt x="5980" y="10107"/>
                  </a:cubicBezTo>
                  <a:cubicBezTo>
                    <a:pt x="5503" y="9827"/>
                    <a:pt x="5110" y="9462"/>
                    <a:pt x="4885" y="9153"/>
                  </a:cubicBezTo>
                  <a:cubicBezTo>
                    <a:pt x="4660" y="8816"/>
                    <a:pt x="4604" y="8591"/>
                    <a:pt x="4576" y="8311"/>
                  </a:cubicBezTo>
                  <a:cubicBezTo>
                    <a:pt x="4520" y="8002"/>
                    <a:pt x="4548" y="7637"/>
                    <a:pt x="4492" y="7131"/>
                  </a:cubicBezTo>
                  <a:cubicBezTo>
                    <a:pt x="4408" y="6654"/>
                    <a:pt x="4183" y="6177"/>
                    <a:pt x="3902" y="5784"/>
                  </a:cubicBezTo>
                  <a:cubicBezTo>
                    <a:pt x="3762" y="5615"/>
                    <a:pt x="3594" y="5447"/>
                    <a:pt x="3425" y="5335"/>
                  </a:cubicBezTo>
                  <a:cubicBezTo>
                    <a:pt x="3257" y="5222"/>
                    <a:pt x="3060" y="5138"/>
                    <a:pt x="2864" y="5138"/>
                  </a:cubicBezTo>
                  <a:cubicBezTo>
                    <a:pt x="2779" y="5138"/>
                    <a:pt x="2723" y="5138"/>
                    <a:pt x="2639" y="5166"/>
                  </a:cubicBezTo>
                  <a:cubicBezTo>
                    <a:pt x="2443" y="5222"/>
                    <a:pt x="2302" y="5363"/>
                    <a:pt x="2218" y="5503"/>
                  </a:cubicBezTo>
                  <a:cubicBezTo>
                    <a:pt x="2078" y="5728"/>
                    <a:pt x="2050" y="5980"/>
                    <a:pt x="1993" y="6205"/>
                  </a:cubicBezTo>
                  <a:cubicBezTo>
                    <a:pt x="1940" y="6445"/>
                    <a:pt x="1887" y="6685"/>
                    <a:pt x="1762" y="6900"/>
                  </a:cubicBezTo>
                  <a:lnTo>
                    <a:pt x="1762" y="6900"/>
                  </a:lnTo>
                  <a:cubicBezTo>
                    <a:pt x="1754" y="6885"/>
                    <a:pt x="1747" y="6869"/>
                    <a:pt x="1741" y="6851"/>
                  </a:cubicBezTo>
                  <a:cubicBezTo>
                    <a:pt x="1628" y="6570"/>
                    <a:pt x="1544" y="6008"/>
                    <a:pt x="1544" y="5587"/>
                  </a:cubicBezTo>
                  <a:cubicBezTo>
                    <a:pt x="1544" y="5531"/>
                    <a:pt x="1544" y="5475"/>
                    <a:pt x="1544" y="5391"/>
                  </a:cubicBezTo>
                  <a:lnTo>
                    <a:pt x="1544" y="5307"/>
                  </a:lnTo>
                  <a:cubicBezTo>
                    <a:pt x="1544" y="5082"/>
                    <a:pt x="1488" y="4857"/>
                    <a:pt x="1376" y="4661"/>
                  </a:cubicBezTo>
                  <a:cubicBezTo>
                    <a:pt x="1207" y="4380"/>
                    <a:pt x="1011" y="4127"/>
                    <a:pt x="814" y="3875"/>
                  </a:cubicBezTo>
                  <a:cubicBezTo>
                    <a:pt x="646" y="3594"/>
                    <a:pt x="505" y="3341"/>
                    <a:pt x="449" y="3117"/>
                  </a:cubicBezTo>
                  <a:lnTo>
                    <a:pt x="449" y="3089"/>
                  </a:lnTo>
                  <a:cubicBezTo>
                    <a:pt x="449" y="2948"/>
                    <a:pt x="562" y="2724"/>
                    <a:pt x="730" y="2443"/>
                  </a:cubicBezTo>
                  <a:cubicBezTo>
                    <a:pt x="1011" y="2050"/>
                    <a:pt x="1432" y="1629"/>
                    <a:pt x="1797" y="1292"/>
                  </a:cubicBezTo>
                  <a:cubicBezTo>
                    <a:pt x="1965" y="1123"/>
                    <a:pt x="2134" y="983"/>
                    <a:pt x="2246" y="871"/>
                  </a:cubicBezTo>
                  <a:cubicBezTo>
                    <a:pt x="2329" y="788"/>
                    <a:pt x="2381" y="736"/>
                    <a:pt x="2403" y="714"/>
                  </a:cubicBezTo>
                  <a:lnTo>
                    <a:pt x="2403" y="714"/>
                  </a:lnTo>
                  <a:lnTo>
                    <a:pt x="2415" y="730"/>
                  </a:lnTo>
                  <a:cubicBezTo>
                    <a:pt x="2639" y="562"/>
                    <a:pt x="2920" y="478"/>
                    <a:pt x="3201" y="478"/>
                  </a:cubicBezTo>
                  <a:close/>
                  <a:moveTo>
                    <a:pt x="3201" y="0"/>
                  </a:moveTo>
                  <a:cubicBezTo>
                    <a:pt x="2836" y="0"/>
                    <a:pt x="2471" y="113"/>
                    <a:pt x="2134" y="337"/>
                  </a:cubicBezTo>
                  <a:lnTo>
                    <a:pt x="2134" y="365"/>
                  </a:lnTo>
                  <a:cubicBezTo>
                    <a:pt x="2106" y="365"/>
                    <a:pt x="1600" y="787"/>
                    <a:pt x="1067" y="1320"/>
                  </a:cubicBezTo>
                  <a:cubicBezTo>
                    <a:pt x="814" y="1601"/>
                    <a:pt x="562" y="1881"/>
                    <a:pt x="365" y="2190"/>
                  </a:cubicBezTo>
                  <a:cubicBezTo>
                    <a:pt x="140" y="2471"/>
                    <a:pt x="0" y="2780"/>
                    <a:pt x="0" y="3089"/>
                  </a:cubicBezTo>
                  <a:lnTo>
                    <a:pt x="0" y="3201"/>
                  </a:lnTo>
                  <a:lnTo>
                    <a:pt x="5" y="3200"/>
                  </a:lnTo>
                  <a:lnTo>
                    <a:pt x="5" y="3200"/>
                  </a:lnTo>
                  <a:cubicBezTo>
                    <a:pt x="95" y="3691"/>
                    <a:pt x="397" y="4050"/>
                    <a:pt x="618" y="4408"/>
                  </a:cubicBezTo>
                  <a:cubicBezTo>
                    <a:pt x="758" y="4577"/>
                    <a:pt x="870" y="4745"/>
                    <a:pt x="955" y="4885"/>
                  </a:cubicBezTo>
                  <a:cubicBezTo>
                    <a:pt x="1039" y="5054"/>
                    <a:pt x="1095" y="5194"/>
                    <a:pt x="1095" y="5307"/>
                  </a:cubicBezTo>
                  <a:lnTo>
                    <a:pt x="1095" y="5363"/>
                  </a:lnTo>
                  <a:cubicBezTo>
                    <a:pt x="1067" y="5447"/>
                    <a:pt x="1067" y="5531"/>
                    <a:pt x="1067" y="5587"/>
                  </a:cubicBezTo>
                  <a:cubicBezTo>
                    <a:pt x="1067" y="5952"/>
                    <a:pt x="1123" y="6373"/>
                    <a:pt x="1207" y="6710"/>
                  </a:cubicBezTo>
                  <a:cubicBezTo>
                    <a:pt x="1263" y="6879"/>
                    <a:pt x="1292" y="7047"/>
                    <a:pt x="1376" y="7160"/>
                  </a:cubicBezTo>
                  <a:cubicBezTo>
                    <a:pt x="1404" y="7244"/>
                    <a:pt x="1460" y="7300"/>
                    <a:pt x="1516" y="7356"/>
                  </a:cubicBezTo>
                  <a:cubicBezTo>
                    <a:pt x="1572" y="7412"/>
                    <a:pt x="1656" y="7440"/>
                    <a:pt x="1769" y="7440"/>
                  </a:cubicBezTo>
                  <a:cubicBezTo>
                    <a:pt x="1853" y="7440"/>
                    <a:pt x="1937" y="7412"/>
                    <a:pt x="2021" y="7356"/>
                  </a:cubicBezTo>
                  <a:cubicBezTo>
                    <a:pt x="2078" y="7300"/>
                    <a:pt x="2106" y="7244"/>
                    <a:pt x="2162" y="7160"/>
                  </a:cubicBezTo>
                  <a:cubicBezTo>
                    <a:pt x="2386" y="6766"/>
                    <a:pt x="2415" y="6373"/>
                    <a:pt x="2499" y="6065"/>
                  </a:cubicBezTo>
                  <a:cubicBezTo>
                    <a:pt x="2527" y="5924"/>
                    <a:pt x="2555" y="5812"/>
                    <a:pt x="2611" y="5756"/>
                  </a:cubicBezTo>
                  <a:cubicBezTo>
                    <a:pt x="2667" y="5672"/>
                    <a:pt x="2695" y="5644"/>
                    <a:pt x="2779" y="5615"/>
                  </a:cubicBezTo>
                  <a:lnTo>
                    <a:pt x="2864" y="5587"/>
                  </a:lnTo>
                  <a:cubicBezTo>
                    <a:pt x="2948" y="5587"/>
                    <a:pt x="3060" y="5615"/>
                    <a:pt x="3173" y="5700"/>
                  </a:cubicBezTo>
                  <a:cubicBezTo>
                    <a:pt x="3341" y="5840"/>
                    <a:pt x="3537" y="6065"/>
                    <a:pt x="3706" y="6317"/>
                  </a:cubicBezTo>
                  <a:cubicBezTo>
                    <a:pt x="3874" y="6598"/>
                    <a:pt x="3987" y="6907"/>
                    <a:pt x="4015" y="7216"/>
                  </a:cubicBezTo>
                  <a:cubicBezTo>
                    <a:pt x="4071" y="7665"/>
                    <a:pt x="4071" y="8002"/>
                    <a:pt x="4099" y="8339"/>
                  </a:cubicBezTo>
                  <a:cubicBezTo>
                    <a:pt x="4127" y="8676"/>
                    <a:pt x="4239" y="9041"/>
                    <a:pt x="4520" y="9406"/>
                  </a:cubicBezTo>
                  <a:cubicBezTo>
                    <a:pt x="4773" y="9799"/>
                    <a:pt x="5222" y="10192"/>
                    <a:pt x="5755" y="10500"/>
                  </a:cubicBezTo>
                  <a:cubicBezTo>
                    <a:pt x="6289" y="10809"/>
                    <a:pt x="6935" y="11034"/>
                    <a:pt x="7636" y="11034"/>
                  </a:cubicBezTo>
                  <a:lnTo>
                    <a:pt x="7777" y="11034"/>
                  </a:lnTo>
                  <a:cubicBezTo>
                    <a:pt x="9152" y="10978"/>
                    <a:pt x="10612" y="10669"/>
                    <a:pt x="10612" y="10669"/>
                  </a:cubicBezTo>
                  <a:cubicBezTo>
                    <a:pt x="10668" y="10641"/>
                    <a:pt x="10725" y="10613"/>
                    <a:pt x="10753" y="10557"/>
                  </a:cubicBezTo>
                  <a:cubicBezTo>
                    <a:pt x="10753" y="10557"/>
                    <a:pt x="11258" y="9883"/>
                    <a:pt x="11763" y="8872"/>
                  </a:cubicBezTo>
                  <a:cubicBezTo>
                    <a:pt x="12269" y="7861"/>
                    <a:pt x="12802" y="6514"/>
                    <a:pt x="12802" y="5110"/>
                  </a:cubicBezTo>
                  <a:cubicBezTo>
                    <a:pt x="12802" y="4970"/>
                    <a:pt x="12802" y="4857"/>
                    <a:pt x="12774" y="4717"/>
                  </a:cubicBezTo>
                  <a:cubicBezTo>
                    <a:pt x="12690" y="3257"/>
                    <a:pt x="12044" y="2162"/>
                    <a:pt x="11455" y="1432"/>
                  </a:cubicBezTo>
                  <a:cubicBezTo>
                    <a:pt x="10837" y="702"/>
                    <a:pt x="10275" y="337"/>
                    <a:pt x="10247" y="337"/>
                  </a:cubicBezTo>
                  <a:cubicBezTo>
                    <a:pt x="10205" y="309"/>
                    <a:pt x="10163" y="295"/>
                    <a:pt x="10125" y="295"/>
                  </a:cubicBezTo>
                  <a:cubicBezTo>
                    <a:pt x="10086" y="295"/>
                    <a:pt x="10051" y="309"/>
                    <a:pt x="10023" y="337"/>
                  </a:cubicBezTo>
                  <a:cubicBezTo>
                    <a:pt x="9939" y="365"/>
                    <a:pt x="9882" y="450"/>
                    <a:pt x="9882" y="534"/>
                  </a:cubicBezTo>
                  <a:cubicBezTo>
                    <a:pt x="9882" y="562"/>
                    <a:pt x="9882" y="702"/>
                    <a:pt x="9714" y="927"/>
                  </a:cubicBezTo>
                  <a:cubicBezTo>
                    <a:pt x="9517" y="1123"/>
                    <a:pt x="9124" y="1376"/>
                    <a:pt x="8282" y="1517"/>
                  </a:cubicBezTo>
                  <a:lnTo>
                    <a:pt x="8284" y="1523"/>
                  </a:lnTo>
                  <a:lnTo>
                    <a:pt x="8284" y="1523"/>
                  </a:lnTo>
                  <a:cubicBezTo>
                    <a:pt x="8184" y="1545"/>
                    <a:pt x="8105" y="1545"/>
                    <a:pt x="8001" y="1545"/>
                  </a:cubicBezTo>
                  <a:cubicBezTo>
                    <a:pt x="7356" y="1545"/>
                    <a:pt x="6541" y="1180"/>
                    <a:pt x="5699" y="787"/>
                  </a:cubicBezTo>
                  <a:cubicBezTo>
                    <a:pt x="4857" y="422"/>
                    <a:pt x="4015" y="29"/>
                    <a:pt x="3201"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1302;p25">
              <a:extLst>
                <a:ext uri="{FF2B5EF4-FFF2-40B4-BE49-F238E27FC236}">
                  <a16:creationId xmlns:a16="http://schemas.microsoft.com/office/drawing/2014/main" id="{74E1E1FC-ACD2-963D-D1B3-C0D23DF4250C}"/>
                </a:ext>
              </a:extLst>
            </p:cNvPr>
            <p:cNvSpPr/>
            <p:nvPr/>
          </p:nvSpPr>
          <p:spPr>
            <a:xfrm>
              <a:off x="4207250" y="2635575"/>
              <a:ext cx="66700" cy="50675"/>
            </a:xfrm>
            <a:custGeom>
              <a:avLst/>
              <a:gdLst/>
              <a:ahLst/>
              <a:cxnLst/>
              <a:rect l="l" t="t" r="r" b="b"/>
              <a:pathLst>
                <a:path w="2668" h="2027" extrusionOk="0">
                  <a:moveTo>
                    <a:pt x="2398" y="0"/>
                  </a:moveTo>
                  <a:cubicBezTo>
                    <a:pt x="2297" y="0"/>
                    <a:pt x="2190" y="80"/>
                    <a:pt x="2190" y="202"/>
                  </a:cubicBezTo>
                  <a:cubicBezTo>
                    <a:pt x="2162" y="258"/>
                    <a:pt x="2106" y="567"/>
                    <a:pt x="1966" y="848"/>
                  </a:cubicBezTo>
                  <a:cubicBezTo>
                    <a:pt x="1881" y="1016"/>
                    <a:pt x="1797" y="1156"/>
                    <a:pt x="1685" y="1269"/>
                  </a:cubicBezTo>
                  <a:cubicBezTo>
                    <a:pt x="1572" y="1409"/>
                    <a:pt x="1432" y="1493"/>
                    <a:pt x="1264" y="1521"/>
                  </a:cubicBezTo>
                  <a:cubicBezTo>
                    <a:pt x="1208" y="1549"/>
                    <a:pt x="1179" y="1549"/>
                    <a:pt x="1123" y="1549"/>
                  </a:cubicBezTo>
                  <a:cubicBezTo>
                    <a:pt x="1011" y="1549"/>
                    <a:pt x="927" y="1521"/>
                    <a:pt x="843" y="1437"/>
                  </a:cubicBezTo>
                  <a:cubicBezTo>
                    <a:pt x="730" y="1297"/>
                    <a:pt x="618" y="1072"/>
                    <a:pt x="562" y="876"/>
                  </a:cubicBezTo>
                  <a:cubicBezTo>
                    <a:pt x="534" y="763"/>
                    <a:pt x="506" y="679"/>
                    <a:pt x="506" y="623"/>
                  </a:cubicBezTo>
                  <a:lnTo>
                    <a:pt x="478" y="539"/>
                  </a:lnTo>
                  <a:lnTo>
                    <a:pt x="478" y="511"/>
                  </a:lnTo>
                  <a:cubicBezTo>
                    <a:pt x="452" y="410"/>
                    <a:pt x="360" y="310"/>
                    <a:pt x="260" y="310"/>
                  </a:cubicBezTo>
                  <a:cubicBezTo>
                    <a:pt x="249" y="310"/>
                    <a:pt x="237" y="311"/>
                    <a:pt x="225" y="314"/>
                  </a:cubicBezTo>
                  <a:cubicBezTo>
                    <a:pt x="85" y="342"/>
                    <a:pt x="0" y="455"/>
                    <a:pt x="0" y="567"/>
                  </a:cubicBezTo>
                  <a:cubicBezTo>
                    <a:pt x="0" y="595"/>
                    <a:pt x="56" y="904"/>
                    <a:pt x="197" y="1269"/>
                  </a:cubicBezTo>
                  <a:cubicBezTo>
                    <a:pt x="281" y="1437"/>
                    <a:pt x="365" y="1606"/>
                    <a:pt x="506" y="1774"/>
                  </a:cubicBezTo>
                  <a:cubicBezTo>
                    <a:pt x="674" y="1914"/>
                    <a:pt x="871" y="2027"/>
                    <a:pt x="1123" y="2027"/>
                  </a:cubicBezTo>
                  <a:cubicBezTo>
                    <a:pt x="1208" y="2027"/>
                    <a:pt x="1292" y="1999"/>
                    <a:pt x="1404" y="1971"/>
                  </a:cubicBezTo>
                  <a:cubicBezTo>
                    <a:pt x="1657" y="1914"/>
                    <a:pt x="1881" y="1746"/>
                    <a:pt x="2050" y="1578"/>
                  </a:cubicBezTo>
                  <a:cubicBezTo>
                    <a:pt x="2527" y="1016"/>
                    <a:pt x="2639" y="286"/>
                    <a:pt x="2639" y="258"/>
                  </a:cubicBezTo>
                  <a:cubicBezTo>
                    <a:pt x="2667" y="146"/>
                    <a:pt x="2583" y="5"/>
                    <a:pt x="2443" y="5"/>
                  </a:cubicBezTo>
                  <a:cubicBezTo>
                    <a:pt x="2428" y="2"/>
                    <a:pt x="2413" y="0"/>
                    <a:pt x="2398"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1303;p25">
              <a:extLst>
                <a:ext uri="{FF2B5EF4-FFF2-40B4-BE49-F238E27FC236}">
                  <a16:creationId xmlns:a16="http://schemas.microsoft.com/office/drawing/2014/main" id="{59363C31-ADC7-DD70-3519-B5D8999E5AAD}"/>
                </a:ext>
              </a:extLst>
            </p:cNvPr>
            <p:cNvSpPr/>
            <p:nvPr/>
          </p:nvSpPr>
          <p:spPr>
            <a:xfrm>
              <a:off x="4134950" y="2749975"/>
              <a:ext cx="383950" cy="124375"/>
            </a:xfrm>
            <a:custGeom>
              <a:avLst/>
              <a:gdLst/>
              <a:ahLst/>
              <a:cxnLst/>
              <a:rect l="l" t="t" r="r" b="b"/>
              <a:pathLst>
                <a:path w="15358" h="4975" extrusionOk="0">
                  <a:moveTo>
                    <a:pt x="9549" y="0"/>
                  </a:moveTo>
                  <a:cubicBezTo>
                    <a:pt x="9483" y="0"/>
                    <a:pt x="9416" y="2"/>
                    <a:pt x="9350" y="6"/>
                  </a:cubicBezTo>
                  <a:cubicBezTo>
                    <a:pt x="7188" y="146"/>
                    <a:pt x="2499" y="1887"/>
                    <a:pt x="1657" y="2785"/>
                  </a:cubicBezTo>
                  <a:cubicBezTo>
                    <a:pt x="843" y="3683"/>
                    <a:pt x="394" y="4469"/>
                    <a:pt x="394" y="4469"/>
                  </a:cubicBezTo>
                  <a:lnTo>
                    <a:pt x="1" y="4975"/>
                  </a:lnTo>
                  <a:cubicBezTo>
                    <a:pt x="1" y="4975"/>
                    <a:pt x="2948" y="4217"/>
                    <a:pt x="7272" y="3627"/>
                  </a:cubicBezTo>
                  <a:cubicBezTo>
                    <a:pt x="8093" y="3521"/>
                    <a:pt x="8880" y="3478"/>
                    <a:pt x="9617" y="3478"/>
                  </a:cubicBezTo>
                  <a:cubicBezTo>
                    <a:pt x="12785" y="3478"/>
                    <a:pt x="15021" y="4273"/>
                    <a:pt x="15021" y="4273"/>
                  </a:cubicBezTo>
                  <a:cubicBezTo>
                    <a:pt x="15021" y="4273"/>
                    <a:pt x="15357" y="3318"/>
                    <a:pt x="14319" y="2504"/>
                  </a:cubicBezTo>
                  <a:cubicBezTo>
                    <a:pt x="13339" y="1688"/>
                    <a:pt x="11647" y="0"/>
                    <a:pt x="9549"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1304;p25">
              <a:extLst>
                <a:ext uri="{FF2B5EF4-FFF2-40B4-BE49-F238E27FC236}">
                  <a16:creationId xmlns:a16="http://schemas.microsoft.com/office/drawing/2014/main" id="{252BDC4C-531C-DC83-D27D-58875D514751}"/>
                </a:ext>
              </a:extLst>
            </p:cNvPr>
            <p:cNvSpPr/>
            <p:nvPr/>
          </p:nvSpPr>
          <p:spPr>
            <a:xfrm>
              <a:off x="4128625" y="2744475"/>
              <a:ext cx="388875" cy="135675"/>
            </a:xfrm>
            <a:custGeom>
              <a:avLst/>
              <a:gdLst/>
              <a:ahLst/>
              <a:cxnLst/>
              <a:rect l="l" t="t" r="r" b="b"/>
              <a:pathLst>
                <a:path w="15555" h="5427" extrusionOk="0">
                  <a:moveTo>
                    <a:pt x="459" y="4555"/>
                  </a:moveTo>
                  <a:cubicBezTo>
                    <a:pt x="459" y="4555"/>
                    <a:pt x="459" y="4555"/>
                    <a:pt x="459" y="4555"/>
                  </a:cubicBezTo>
                  <a:lnTo>
                    <a:pt x="459" y="4555"/>
                  </a:lnTo>
                  <a:lnTo>
                    <a:pt x="459" y="4555"/>
                  </a:lnTo>
                  <a:close/>
                  <a:moveTo>
                    <a:pt x="9827" y="450"/>
                  </a:moveTo>
                  <a:cubicBezTo>
                    <a:pt x="10810" y="450"/>
                    <a:pt x="11708" y="843"/>
                    <a:pt x="12494" y="1377"/>
                  </a:cubicBezTo>
                  <a:cubicBezTo>
                    <a:pt x="13280" y="1882"/>
                    <a:pt x="13926" y="2500"/>
                    <a:pt x="14431" y="2893"/>
                  </a:cubicBezTo>
                  <a:cubicBezTo>
                    <a:pt x="14993" y="3342"/>
                    <a:pt x="15077" y="3791"/>
                    <a:pt x="15077" y="4100"/>
                  </a:cubicBezTo>
                  <a:cubicBezTo>
                    <a:pt x="15077" y="4133"/>
                    <a:pt x="15077" y="4161"/>
                    <a:pt x="15076" y="4185"/>
                  </a:cubicBezTo>
                  <a:lnTo>
                    <a:pt x="15076" y="4185"/>
                  </a:lnTo>
                  <a:cubicBezTo>
                    <a:pt x="14405" y="3978"/>
                    <a:pt x="12456" y="3454"/>
                    <a:pt x="9911" y="3454"/>
                  </a:cubicBezTo>
                  <a:cubicBezTo>
                    <a:pt x="9153" y="3454"/>
                    <a:pt x="8339" y="3510"/>
                    <a:pt x="7497" y="3623"/>
                  </a:cubicBezTo>
                  <a:cubicBezTo>
                    <a:pt x="4351" y="4029"/>
                    <a:pt x="1938" y="4552"/>
                    <a:pt x="843" y="4811"/>
                  </a:cubicBezTo>
                  <a:lnTo>
                    <a:pt x="843" y="4811"/>
                  </a:lnTo>
                  <a:lnTo>
                    <a:pt x="843" y="4802"/>
                  </a:lnTo>
                  <a:lnTo>
                    <a:pt x="871" y="4774"/>
                  </a:lnTo>
                  <a:cubicBezTo>
                    <a:pt x="955" y="4605"/>
                    <a:pt x="1377" y="3931"/>
                    <a:pt x="2078" y="3173"/>
                  </a:cubicBezTo>
                  <a:cubicBezTo>
                    <a:pt x="2247" y="3005"/>
                    <a:pt x="2696" y="2724"/>
                    <a:pt x="3258" y="2415"/>
                  </a:cubicBezTo>
                  <a:cubicBezTo>
                    <a:pt x="4128" y="1994"/>
                    <a:pt x="5335" y="1517"/>
                    <a:pt x="6514" y="1152"/>
                  </a:cubicBezTo>
                  <a:cubicBezTo>
                    <a:pt x="7693" y="787"/>
                    <a:pt x="8844" y="506"/>
                    <a:pt x="9631" y="450"/>
                  </a:cubicBezTo>
                  <a:close/>
                  <a:moveTo>
                    <a:pt x="9603" y="1"/>
                  </a:moveTo>
                  <a:cubicBezTo>
                    <a:pt x="8451" y="57"/>
                    <a:pt x="6739" y="534"/>
                    <a:pt x="5167" y="1124"/>
                  </a:cubicBezTo>
                  <a:cubicBezTo>
                    <a:pt x="4409" y="1405"/>
                    <a:pt x="3651" y="1714"/>
                    <a:pt x="3061" y="1994"/>
                  </a:cubicBezTo>
                  <a:cubicBezTo>
                    <a:pt x="2443" y="2303"/>
                    <a:pt x="1994" y="2584"/>
                    <a:pt x="1742" y="2865"/>
                  </a:cubicBezTo>
                  <a:cubicBezTo>
                    <a:pt x="968" y="3690"/>
                    <a:pt x="526" y="4420"/>
                    <a:pt x="459" y="4555"/>
                  </a:cubicBezTo>
                  <a:lnTo>
                    <a:pt x="459" y="4555"/>
                  </a:lnTo>
                  <a:lnTo>
                    <a:pt x="450" y="4549"/>
                  </a:lnTo>
                  <a:lnTo>
                    <a:pt x="85" y="5054"/>
                  </a:lnTo>
                  <a:cubicBezTo>
                    <a:pt x="1" y="5139"/>
                    <a:pt x="1" y="5251"/>
                    <a:pt x="57" y="5307"/>
                  </a:cubicBezTo>
                  <a:cubicBezTo>
                    <a:pt x="103" y="5376"/>
                    <a:pt x="188" y="5427"/>
                    <a:pt x="263" y="5427"/>
                  </a:cubicBezTo>
                  <a:cubicBezTo>
                    <a:pt x="279" y="5427"/>
                    <a:pt x="295" y="5424"/>
                    <a:pt x="310" y="5419"/>
                  </a:cubicBezTo>
                  <a:cubicBezTo>
                    <a:pt x="310" y="5419"/>
                    <a:pt x="506" y="5363"/>
                    <a:pt x="843" y="5279"/>
                  </a:cubicBezTo>
                  <a:cubicBezTo>
                    <a:pt x="1854" y="5054"/>
                    <a:pt x="4324" y="4521"/>
                    <a:pt x="7581" y="4072"/>
                  </a:cubicBezTo>
                  <a:cubicBezTo>
                    <a:pt x="8395" y="3960"/>
                    <a:pt x="9181" y="3931"/>
                    <a:pt x="9911" y="3931"/>
                  </a:cubicBezTo>
                  <a:cubicBezTo>
                    <a:pt x="11455" y="3931"/>
                    <a:pt x="12775" y="4128"/>
                    <a:pt x="13701" y="4324"/>
                  </a:cubicBezTo>
                  <a:cubicBezTo>
                    <a:pt x="14179" y="4409"/>
                    <a:pt x="14544" y="4521"/>
                    <a:pt x="14796" y="4577"/>
                  </a:cubicBezTo>
                  <a:cubicBezTo>
                    <a:pt x="14937" y="4633"/>
                    <a:pt x="15021" y="4661"/>
                    <a:pt x="15077" y="4689"/>
                  </a:cubicBezTo>
                  <a:cubicBezTo>
                    <a:pt x="15161" y="4689"/>
                    <a:pt x="15189" y="4718"/>
                    <a:pt x="15189" y="4718"/>
                  </a:cubicBezTo>
                  <a:cubicBezTo>
                    <a:pt x="15209" y="4722"/>
                    <a:pt x="15229" y="4725"/>
                    <a:pt x="15249" y="4725"/>
                  </a:cubicBezTo>
                  <a:cubicBezTo>
                    <a:pt x="15347" y="4725"/>
                    <a:pt x="15447" y="4670"/>
                    <a:pt x="15470" y="4577"/>
                  </a:cubicBezTo>
                  <a:cubicBezTo>
                    <a:pt x="15498" y="4549"/>
                    <a:pt x="15554" y="4381"/>
                    <a:pt x="15554" y="4100"/>
                  </a:cubicBezTo>
                  <a:cubicBezTo>
                    <a:pt x="15554" y="3707"/>
                    <a:pt x="15386" y="3061"/>
                    <a:pt x="14740" y="2528"/>
                  </a:cubicBezTo>
                  <a:cubicBezTo>
                    <a:pt x="14235" y="2135"/>
                    <a:pt x="13561" y="1517"/>
                    <a:pt x="12747" y="984"/>
                  </a:cubicBezTo>
                  <a:cubicBezTo>
                    <a:pt x="11905" y="422"/>
                    <a:pt x="10922" y="1"/>
                    <a:pt x="982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1305;p25">
              <a:extLst>
                <a:ext uri="{FF2B5EF4-FFF2-40B4-BE49-F238E27FC236}">
                  <a16:creationId xmlns:a16="http://schemas.microsoft.com/office/drawing/2014/main" id="{8F315D99-CA90-E8E4-BEF6-42B61A18A3DB}"/>
                </a:ext>
              </a:extLst>
            </p:cNvPr>
            <p:cNvSpPr/>
            <p:nvPr/>
          </p:nvSpPr>
          <p:spPr>
            <a:xfrm>
              <a:off x="3856300" y="3795025"/>
              <a:ext cx="103200" cy="213500"/>
            </a:xfrm>
            <a:custGeom>
              <a:avLst/>
              <a:gdLst/>
              <a:ahLst/>
              <a:cxnLst/>
              <a:rect l="l" t="t" r="r" b="b"/>
              <a:pathLst>
                <a:path w="4128" h="8540" extrusionOk="0">
                  <a:moveTo>
                    <a:pt x="2125" y="1"/>
                  </a:moveTo>
                  <a:cubicBezTo>
                    <a:pt x="1332" y="1"/>
                    <a:pt x="1" y="203"/>
                    <a:pt x="1" y="203"/>
                  </a:cubicBezTo>
                  <a:cubicBezTo>
                    <a:pt x="1" y="203"/>
                    <a:pt x="562" y="4134"/>
                    <a:pt x="759" y="5088"/>
                  </a:cubicBezTo>
                  <a:cubicBezTo>
                    <a:pt x="935" y="5969"/>
                    <a:pt x="2058" y="8540"/>
                    <a:pt x="2835" y="8540"/>
                  </a:cubicBezTo>
                  <a:cubicBezTo>
                    <a:pt x="2925" y="8540"/>
                    <a:pt x="3010" y="8505"/>
                    <a:pt x="3089" y="8429"/>
                  </a:cubicBezTo>
                  <a:cubicBezTo>
                    <a:pt x="3847" y="7699"/>
                    <a:pt x="4128" y="5201"/>
                    <a:pt x="3735" y="3937"/>
                  </a:cubicBezTo>
                  <a:cubicBezTo>
                    <a:pt x="3342" y="2702"/>
                    <a:pt x="2780" y="400"/>
                    <a:pt x="2696" y="119"/>
                  </a:cubicBezTo>
                  <a:cubicBezTo>
                    <a:pt x="2664" y="32"/>
                    <a:pt x="2436" y="1"/>
                    <a:pt x="212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1306;p25">
              <a:extLst>
                <a:ext uri="{FF2B5EF4-FFF2-40B4-BE49-F238E27FC236}">
                  <a16:creationId xmlns:a16="http://schemas.microsoft.com/office/drawing/2014/main" id="{AF0D6E8C-BEAD-7EFA-785C-155603F7298C}"/>
                </a:ext>
              </a:extLst>
            </p:cNvPr>
            <p:cNvSpPr/>
            <p:nvPr/>
          </p:nvSpPr>
          <p:spPr>
            <a:xfrm>
              <a:off x="3850000" y="3788875"/>
              <a:ext cx="110200" cy="225325"/>
            </a:xfrm>
            <a:custGeom>
              <a:avLst/>
              <a:gdLst/>
              <a:ahLst/>
              <a:cxnLst/>
              <a:rect l="l" t="t" r="r" b="b"/>
              <a:pathLst>
                <a:path w="4408" h="9013" extrusionOk="0">
                  <a:moveTo>
                    <a:pt x="2415" y="477"/>
                  </a:moveTo>
                  <a:cubicBezTo>
                    <a:pt x="2555" y="477"/>
                    <a:pt x="2667" y="477"/>
                    <a:pt x="2724" y="506"/>
                  </a:cubicBezTo>
                  <a:lnTo>
                    <a:pt x="2737" y="506"/>
                  </a:lnTo>
                  <a:cubicBezTo>
                    <a:pt x="2759" y="600"/>
                    <a:pt x="2804" y="756"/>
                    <a:pt x="2864" y="955"/>
                  </a:cubicBezTo>
                  <a:cubicBezTo>
                    <a:pt x="3088" y="1797"/>
                    <a:pt x="3482" y="3313"/>
                    <a:pt x="3762" y="4268"/>
                  </a:cubicBezTo>
                  <a:cubicBezTo>
                    <a:pt x="3875" y="4604"/>
                    <a:pt x="3931" y="5082"/>
                    <a:pt x="3931" y="5559"/>
                  </a:cubicBezTo>
                  <a:cubicBezTo>
                    <a:pt x="3931" y="6149"/>
                    <a:pt x="3847" y="6794"/>
                    <a:pt x="3706" y="7328"/>
                  </a:cubicBezTo>
                  <a:cubicBezTo>
                    <a:pt x="3594" y="7861"/>
                    <a:pt x="3369" y="8310"/>
                    <a:pt x="3173" y="8507"/>
                  </a:cubicBezTo>
                  <a:cubicBezTo>
                    <a:pt x="3117" y="8535"/>
                    <a:pt x="3117" y="8535"/>
                    <a:pt x="3088" y="8563"/>
                  </a:cubicBezTo>
                  <a:cubicBezTo>
                    <a:pt x="3032" y="8563"/>
                    <a:pt x="2976" y="8535"/>
                    <a:pt x="2892" y="8479"/>
                  </a:cubicBezTo>
                  <a:cubicBezTo>
                    <a:pt x="2752" y="8395"/>
                    <a:pt x="2583" y="8170"/>
                    <a:pt x="2415" y="7917"/>
                  </a:cubicBezTo>
                  <a:cubicBezTo>
                    <a:pt x="2134" y="7524"/>
                    <a:pt x="1853" y="6991"/>
                    <a:pt x="1657" y="6514"/>
                  </a:cubicBezTo>
                  <a:cubicBezTo>
                    <a:pt x="1460" y="6008"/>
                    <a:pt x="1292" y="5559"/>
                    <a:pt x="1236" y="5306"/>
                  </a:cubicBezTo>
                  <a:cubicBezTo>
                    <a:pt x="1151" y="4829"/>
                    <a:pt x="955" y="3594"/>
                    <a:pt x="786" y="2499"/>
                  </a:cubicBezTo>
                  <a:cubicBezTo>
                    <a:pt x="666" y="1717"/>
                    <a:pt x="560" y="992"/>
                    <a:pt x="509" y="642"/>
                  </a:cubicBezTo>
                  <a:lnTo>
                    <a:pt x="509" y="642"/>
                  </a:lnTo>
                  <a:cubicBezTo>
                    <a:pt x="649" y="625"/>
                    <a:pt x="844" y="604"/>
                    <a:pt x="1067" y="590"/>
                  </a:cubicBezTo>
                  <a:cubicBezTo>
                    <a:pt x="1488" y="534"/>
                    <a:pt x="2022" y="477"/>
                    <a:pt x="2415" y="477"/>
                  </a:cubicBezTo>
                  <a:close/>
                  <a:moveTo>
                    <a:pt x="2415" y="0"/>
                  </a:moveTo>
                  <a:cubicBezTo>
                    <a:pt x="1572" y="0"/>
                    <a:pt x="225" y="225"/>
                    <a:pt x="225" y="225"/>
                  </a:cubicBezTo>
                  <a:cubicBezTo>
                    <a:pt x="84" y="225"/>
                    <a:pt x="0" y="365"/>
                    <a:pt x="28" y="477"/>
                  </a:cubicBezTo>
                  <a:cubicBezTo>
                    <a:pt x="28" y="477"/>
                    <a:pt x="590" y="4408"/>
                    <a:pt x="786" y="5391"/>
                  </a:cubicBezTo>
                  <a:cubicBezTo>
                    <a:pt x="871" y="5868"/>
                    <a:pt x="1207" y="6710"/>
                    <a:pt x="1601" y="7496"/>
                  </a:cubicBezTo>
                  <a:cubicBezTo>
                    <a:pt x="1825" y="7889"/>
                    <a:pt x="2050" y="8254"/>
                    <a:pt x="2274" y="8507"/>
                  </a:cubicBezTo>
                  <a:cubicBezTo>
                    <a:pt x="2387" y="8647"/>
                    <a:pt x="2499" y="8788"/>
                    <a:pt x="2639" y="8872"/>
                  </a:cubicBezTo>
                  <a:cubicBezTo>
                    <a:pt x="2780" y="8956"/>
                    <a:pt x="2920" y="9012"/>
                    <a:pt x="3088" y="9012"/>
                  </a:cubicBezTo>
                  <a:cubicBezTo>
                    <a:pt x="3229" y="9012"/>
                    <a:pt x="3369" y="8956"/>
                    <a:pt x="3482" y="8844"/>
                  </a:cubicBezTo>
                  <a:cubicBezTo>
                    <a:pt x="3818" y="8535"/>
                    <a:pt x="4015" y="8030"/>
                    <a:pt x="4183" y="7440"/>
                  </a:cubicBezTo>
                  <a:cubicBezTo>
                    <a:pt x="4324" y="6850"/>
                    <a:pt x="4408" y="6205"/>
                    <a:pt x="4408" y="5559"/>
                  </a:cubicBezTo>
                  <a:cubicBezTo>
                    <a:pt x="4408" y="5026"/>
                    <a:pt x="4352" y="4520"/>
                    <a:pt x="4211" y="4127"/>
                  </a:cubicBezTo>
                  <a:cubicBezTo>
                    <a:pt x="4015" y="3510"/>
                    <a:pt x="3790" y="2611"/>
                    <a:pt x="3594" y="1853"/>
                  </a:cubicBezTo>
                  <a:cubicBezTo>
                    <a:pt x="3482" y="1460"/>
                    <a:pt x="3397" y="1123"/>
                    <a:pt x="3313" y="842"/>
                  </a:cubicBezTo>
                  <a:cubicBezTo>
                    <a:pt x="3229" y="562"/>
                    <a:pt x="3173" y="365"/>
                    <a:pt x="3145" y="281"/>
                  </a:cubicBezTo>
                  <a:cubicBezTo>
                    <a:pt x="3117" y="169"/>
                    <a:pt x="3032" y="113"/>
                    <a:pt x="2976" y="84"/>
                  </a:cubicBezTo>
                  <a:cubicBezTo>
                    <a:pt x="2892" y="56"/>
                    <a:pt x="2808" y="28"/>
                    <a:pt x="2724" y="28"/>
                  </a:cubicBezTo>
                  <a:cubicBezTo>
                    <a:pt x="2611" y="28"/>
                    <a:pt x="2527" y="0"/>
                    <a:pt x="2415"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1307;p25">
              <a:extLst>
                <a:ext uri="{FF2B5EF4-FFF2-40B4-BE49-F238E27FC236}">
                  <a16:creationId xmlns:a16="http://schemas.microsoft.com/office/drawing/2014/main" id="{DD4A38C5-45F1-AA9A-55FF-F9C1858E9E9B}"/>
                </a:ext>
              </a:extLst>
            </p:cNvPr>
            <p:cNvSpPr/>
            <p:nvPr/>
          </p:nvSpPr>
          <p:spPr>
            <a:xfrm>
              <a:off x="3807875" y="3450575"/>
              <a:ext cx="162875" cy="381150"/>
            </a:xfrm>
            <a:custGeom>
              <a:avLst/>
              <a:gdLst/>
              <a:ahLst/>
              <a:cxnLst/>
              <a:rect l="l" t="t" r="r" b="b"/>
              <a:pathLst>
                <a:path w="6515" h="15246" extrusionOk="0">
                  <a:moveTo>
                    <a:pt x="843" y="0"/>
                  </a:moveTo>
                  <a:cubicBezTo>
                    <a:pt x="843" y="0"/>
                    <a:pt x="1" y="2723"/>
                    <a:pt x="1" y="4717"/>
                  </a:cubicBezTo>
                  <a:cubicBezTo>
                    <a:pt x="1" y="6682"/>
                    <a:pt x="338" y="8928"/>
                    <a:pt x="759" y="11848"/>
                  </a:cubicBezTo>
                  <a:cubicBezTo>
                    <a:pt x="1037" y="13546"/>
                    <a:pt x="2144" y="15245"/>
                    <a:pt x="3039" y="15245"/>
                  </a:cubicBezTo>
                  <a:cubicBezTo>
                    <a:pt x="3046" y="15245"/>
                    <a:pt x="3054" y="15245"/>
                    <a:pt x="3061" y="15245"/>
                  </a:cubicBezTo>
                  <a:cubicBezTo>
                    <a:pt x="5812" y="15104"/>
                    <a:pt x="4802" y="10023"/>
                    <a:pt x="5307" y="7075"/>
                  </a:cubicBezTo>
                  <a:cubicBezTo>
                    <a:pt x="5812" y="4127"/>
                    <a:pt x="6261" y="3959"/>
                    <a:pt x="6514" y="702"/>
                  </a:cubicBezTo>
                  <a:lnTo>
                    <a:pt x="843"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1308;p25">
              <a:extLst>
                <a:ext uri="{FF2B5EF4-FFF2-40B4-BE49-F238E27FC236}">
                  <a16:creationId xmlns:a16="http://schemas.microsoft.com/office/drawing/2014/main" id="{46A751B5-39E9-D312-79A0-CB02D5426A16}"/>
                </a:ext>
              </a:extLst>
            </p:cNvPr>
            <p:cNvSpPr/>
            <p:nvPr/>
          </p:nvSpPr>
          <p:spPr>
            <a:xfrm>
              <a:off x="3802275" y="3444500"/>
              <a:ext cx="174775" cy="392825"/>
            </a:xfrm>
            <a:custGeom>
              <a:avLst/>
              <a:gdLst/>
              <a:ahLst/>
              <a:cxnLst/>
              <a:rect l="l" t="t" r="r" b="b"/>
              <a:pathLst>
                <a:path w="6991" h="15713" extrusionOk="0">
                  <a:moveTo>
                    <a:pt x="1047" y="1"/>
                  </a:moveTo>
                  <a:cubicBezTo>
                    <a:pt x="955" y="1"/>
                    <a:pt x="864" y="71"/>
                    <a:pt x="842" y="159"/>
                  </a:cubicBezTo>
                  <a:cubicBezTo>
                    <a:pt x="842" y="187"/>
                    <a:pt x="0" y="2910"/>
                    <a:pt x="0" y="4960"/>
                  </a:cubicBezTo>
                  <a:cubicBezTo>
                    <a:pt x="0" y="6953"/>
                    <a:pt x="309" y="9199"/>
                    <a:pt x="758" y="12147"/>
                  </a:cubicBezTo>
                  <a:cubicBezTo>
                    <a:pt x="899" y="13017"/>
                    <a:pt x="1264" y="13888"/>
                    <a:pt x="1685" y="14561"/>
                  </a:cubicBezTo>
                  <a:cubicBezTo>
                    <a:pt x="1909" y="14898"/>
                    <a:pt x="2162" y="15179"/>
                    <a:pt x="2415" y="15375"/>
                  </a:cubicBezTo>
                  <a:cubicBezTo>
                    <a:pt x="2695" y="15572"/>
                    <a:pt x="2976" y="15712"/>
                    <a:pt x="3257" y="15712"/>
                  </a:cubicBezTo>
                  <a:lnTo>
                    <a:pt x="3313" y="15712"/>
                  </a:lnTo>
                  <a:cubicBezTo>
                    <a:pt x="3678" y="15712"/>
                    <a:pt x="4015" y="15600"/>
                    <a:pt x="4296" y="15404"/>
                  </a:cubicBezTo>
                  <a:cubicBezTo>
                    <a:pt x="4773" y="15095"/>
                    <a:pt x="5054" y="14561"/>
                    <a:pt x="5222" y="13944"/>
                  </a:cubicBezTo>
                  <a:cubicBezTo>
                    <a:pt x="5503" y="13017"/>
                    <a:pt x="5531" y="11838"/>
                    <a:pt x="5559" y="10659"/>
                  </a:cubicBezTo>
                  <a:cubicBezTo>
                    <a:pt x="5587" y="9480"/>
                    <a:pt x="5587" y="8301"/>
                    <a:pt x="5756" y="7346"/>
                  </a:cubicBezTo>
                  <a:cubicBezTo>
                    <a:pt x="6008" y="5886"/>
                    <a:pt x="6261" y="5128"/>
                    <a:pt x="6457" y="4314"/>
                  </a:cubicBezTo>
                  <a:cubicBezTo>
                    <a:pt x="6654" y="3472"/>
                    <a:pt x="6850" y="2601"/>
                    <a:pt x="6963" y="945"/>
                  </a:cubicBezTo>
                  <a:cubicBezTo>
                    <a:pt x="6991" y="833"/>
                    <a:pt x="6878" y="720"/>
                    <a:pt x="6766" y="692"/>
                  </a:cubicBezTo>
                  <a:cubicBezTo>
                    <a:pt x="6626" y="692"/>
                    <a:pt x="6514" y="777"/>
                    <a:pt x="6514" y="917"/>
                  </a:cubicBezTo>
                  <a:cubicBezTo>
                    <a:pt x="6373" y="2545"/>
                    <a:pt x="6205" y="3388"/>
                    <a:pt x="6008" y="4174"/>
                  </a:cubicBezTo>
                  <a:cubicBezTo>
                    <a:pt x="5812" y="4988"/>
                    <a:pt x="5559" y="5802"/>
                    <a:pt x="5306" y="7290"/>
                  </a:cubicBezTo>
                  <a:cubicBezTo>
                    <a:pt x="5026" y="8778"/>
                    <a:pt x="5166" y="10799"/>
                    <a:pt x="5026" y="12428"/>
                  </a:cubicBezTo>
                  <a:cubicBezTo>
                    <a:pt x="4941" y="13242"/>
                    <a:pt x="4801" y="13972"/>
                    <a:pt x="4520" y="14449"/>
                  </a:cubicBezTo>
                  <a:cubicBezTo>
                    <a:pt x="4380" y="14702"/>
                    <a:pt x="4239" y="14898"/>
                    <a:pt x="4015" y="15039"/>
                  </a:cubicBezTo>
                  <a:cubicBezTo>
                    <a:pt x="3818" y="15151"/>
                    <a:pt x="3594" y="15235"/>
                    <a:pt x="3285" y="15263"/>
                  </a:cubicBezTo>
                  <a:lnTo>
                    <a:pt x="3257" y="15263"/>
                  </a:lnTo>
                  <a:cubicBezTo>
                    <a:pt x="3116" y="15263"/>
                    <a:pt x="2920" y="15179"/>
                    <a:pt x="2723" y="15011"/>
                  </a:cubicBezTo>
                  <a:cubicBezTo>
                    <a:pt x="2078" y="14505"/>
                    <a:pt x="1404" y="13270"/>
                    <a:pt x="1235" y="12063"/>
                  </a:cubicBezTo>
                  <a:cubicBezTo>
                    <a:pt x="786" y="9143"/>
                    <a:pt x="477" y="6897"/>
                    <a:pt x="477" y="4960"/>
                  </a:cubicBezTo>
                  <a:cubicBezTo>
                    <a:pt x="477" y="4005"/>
                    <a:pt x="674" y="2826"/>
                    <a:pt x="871" y="1900"/>
                  </a:cubicBezTo>
                  <a:cubicBezTo>
                    <a:pt x="983" y="1450"/>
                    <a:pt x="1067" y="1029"/>
                    <a:pt x="1151" y="749"/>
                  </a:cubicBezTo>
                  <a:cubicBezTo>
                    <a:pt x="1235" y="468"/>
                    <a:pt x="1292" y="299"/>
                    <a:pt x="1292" y="299"/>
                  </a:cubicBezTo>
                  <a:cubicBezTo>
                    <a:pt x="1320" y="187"/>
                    <a:pt x="1264" y="47"/>
                    <a:pt x="1123" y="19"/>
                  </a:cubicBezTo>
                  <a:cubicBezTo>
                    <a:pt x="1099" y="6"/>
                    <a:pt x="1073" y="1"/>
                    <a:pt x="104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1309;p25">
              <a:extLst>
                <a:ext uri="{FF2B5EF4-FFF2-40B4-BE49-F238E27FC236}">
                  <a16:creationId xmlns:a16="http://schemas.microsoft.com/office/drawing/2014/main" id="{64B7C7A9-5BFD-DC82-0039-9A2116A0DCCB}"/>
                </a:ext>
              </a:extLst>
            </p:cNvPr>
            <p:cNvSpPr/>
            <p:nvPr/>
          </p:nvSpPr>
          <p:spPr>
            <a:xfrm>
              <a:off x="4094250" y="5104850"/>
              <a:ext cx="209875" cy="142550"/>
            </a:xfrm>
            <a:custGeom>
              <a:avLst/>
              <a:gdLst/>
              <a:ahLst/>
              <a:cxnLst/>
              <a:rect l="l" t="t" r="r" b="b"/>
              <a:pathLst>
                <a:path w="8395" h="5702" extrusionOk="0">
                  <a:moveTo>
                    <a:pt x="2570" y="1"/>
                  </a:moveTo>
                  <a:cubicBezTo>
                    <a:pt x="2394" y="1"/>
                    <a:pt x="1689" y="22"/>
                    <a:pt x="983" y="338"/>
                  </a:cubicBezTo>
                  <a:cubicBezTo>
                    <a:pt x="197" y="703"/>
                    <a:pt x="0" y="1209"/>
                    <a:pt x="253" y="1714"/>
                  </a:cubicBezTo>
                  <a:cubicBezTo>
                    <a:pt x="534" y="2219"/>
                    <a:pt x="1123" y="3427"/>
                    <a:pt x="2106" y="4016"/>
                  </a:cubicBezTo>
                  <a:cubicBezTo>
                    <a:pt x="3060" y="4634"/>
                    <a:pt x="4408" y="4914"/>
                    <a:pt x="5166" y="5420"/>
                  </a:cubicBezTo>
                  <a:cubicBezTo>
                    <a:pt x="5456" y="5606"/>
                    <a:pt x="5835" y="5701"/>
                    <a:pt x="6222" y="5701"/>
                  </a:cubicBezTo>
                  <a:cubicBezTo>
                    <a:pt x="6883" y="5701"/>
                    <a:pt x="7571" y="5425"/>
                    <a:pt x="7889" y="4858"/>
                  </a:cubicBezTo>
                  <a:cubicBezTo>
                    <a:pt x="8395" y="3960"/>
                    <a:pt x="7777" y="1939"/>
                    <a:pt x="7777" y="1939"/>
                  </a:cubicBezTo>
                  <a:cubicBezTo>
                    <a:pt x="7777" y="1939"/>
                    <a:pt x="5643" y="1405"/>
                    <a:pt x="4464" y="872"/>
                  </a:cubicBezTo>
                  <a:cubicBezTo>
                    <a:pt x="3313" y="338"/>
                    <a:pt x="2611" y="1"/>
                    <a:pt x="2611" y="1"/>
                  </a:cubicBezTo>
                  <a:cubicBezTo>
                    <a:pt x="2611" y="1"/>
                    <a:pt x="2597" y="1"/>
                    <a:pt x="25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1310;p25">
              <a:extLst>
                <a:ext uri="{FF2B5EF4-FFF2-40B4-BE49-F238E27FC236}">
                  <a16:creationId xmlns:a16="http://schemas.microsoft.com/office/drawing/2014/main" id="{BC813398-AB26-8F16-B528-5890DA24D547}"/>
                </a:ext>
              </a:extLst>
            </p:cNvPr>
            <p:cNvSpPr/>
            <p:nvPr/>
          </p:nvSpPr>
          <p:spPr>
            <a:xfrm>
              <a:off x="4092150" y="5099250"/>
              <a:ext cx="209875" cy="153750"/>
            </a:xfrm>
            <a:custGeom>
              <a:avLst/>
              <a:gdLst/>
              <a:ahLst/>
              <a:cxnLst/>
              <a:rect l="l" t="t" r="r" b="b"/>
              <a:pathLst>
                <a:path w="8395" h="6150" extrusionOk="0">
                  <a:moveTo>
                    <a:pt x="2584" y="451"/>
                  </a:moveTo>
                  <a:cubicBezTo>
                    <a:pt x="2619" y="467"/>
                    <a:pt x="3315" y="800"/>
                    <a:pt x="4464" y="1320"/>
                  </a:cubicBezTo>
                  <a:cubicBezTo>
                    <a:pt x="5502" y="1779"/>
                    <a:pt x="7224" y="2237"/>
                    <a:pt x="7687" y="2357"/>
                  </a:cubicBezTo>
                  <a:lnTo>
                    <a:pt x="7687" y="2357"/>
                  </a:lnTo>
                  <a:cubicBezTo>
                    <a:pt x="7765" y="2647"/>
                    <a:pt x="7945" y="3393"/>
                    <a:pt x="7945" y="4072"/>
                  </a:cubicBezTo>
                  <a:cubicBezTo>
                    <a:pt x="7945" y="4437"/>
                    <a:pt x="7889" y="4773"/>
                    <a:pt x="7777" y="4970"/>
                  </a:cubicBezTo>
                  <a:cubicBezTo>
                    <a:pt x="7636" y="5195"/>
                    <a:pt x="7412" y="5391"/>
                    <a:pt x="7159" y="5503"/>
                  </a:cubicBezTo>
                  <a:cubicBezTo>
                    <a:pt x="6906" y="5644"/>
                    <a:pt x="6598" y="5700"/>
                    <a:pt x="6289" y="5700"/>
                  </a:cubicBezTo>
                  <a:cubicBezTo>
                    <a:pt x="5952" y="5700"/>
                    <a:pt x="5615" y="5616"/>
                    <a:pt x="5390" y="5447"/>
                  </a:cubicBezTo>
                  <a:cubicBezTo>
                    <a:pt x="4969" y="5195"/>
                    <a:pt x="4436" y="4970"/>
                    <a:pt x="3874" y="4773"/>
                  </a:cubicBezTo>
                  <a:cubicBezTo>
                    <a:pt x="3341" y="4549"/>
                    <a:pt x="2751" y="4324"/>
                    <a:pt x="2302" y="4044"/>
                  </a:cubicBezTo>
                  <a:cubicBezTo>
                    <a:pt x="1404" y="3482"/>
                    <a:pt x="814" y="2331"/>
                    <a:pt x="562" y="1826"/>
                  </a:cubicBezTo>
                  <a:cubicBezTo>
                    <a:pt x="477" y="1713"/>
                    <a:pt x="477" y="1601"/>
                    <a:pt x="477" y="1517"/>
                  </a:cubicBezTo>
                  <a:cubicBezTo>
                    <a:pt x="477" y="1405"/>
                    <a:pt x="505" y="1292"/>
                    <a:pt x="618" y="1152"/>
                  </a:cubicBezTo>
                  <a:cubicBezTo>
                    <a:pt x="730" y="1040"/>
                    <a:pt x="898" y="899"/>
                    <a:pt x="1179" y="787"/>
                  </a:cubicBezTo>
                  <a:cubicBezTo>
                    <a:pt x="1748" y="502"/>
                    <a:pt x="2341" y="456"/>
                    <a:pt x="2584" y="451"/>
                  </a:cubicBezTo>
                  <a:close/>
                  <a:moveTo>
                    <a:pt x="2639" y="1"/>
                  </a:moveTo>
                  <a:cubicBezTo>
                    <a:pt x="2414" y="1"/>
                    <a:pt x="1713" y="29"/>
                    <a:pt x="983" y="338"/>
                  </a:cubicBezTo>
                  <a:cubicBezTo>
                    <a:pt x="674" y="506"/>
                    <a:pt x="421" y="675"/>
                    <a:pt x="253" y="871"/>
                  </a:cubicBezTo>
                  <a:cubicBezTo>
                    <a:pt x="84" y="1040"/>
                    <a:pt x="0" y="1292"/>
                    <a:pt x="0" y="1517"/>
                  </a:cubicBezTo>
                  <a:cubicBezTo>
                    <a:pt x="0" y="1713"/>
                    <a:pt x="56" y="1882"/>
                    <a:pt x="140" y="2050"/>
                  </a:cubicBezTo>
                  <a:cubicBezTo>
                    <a:pt x="393" y="2556"/>
                    <a:pt x="1011" y="3791"/>
                    <a:pt x="2050" y="4437"/>
                  </a:cubicBezTo>
                  <a:cubicBezTo>
                    <a:pt x="2583" y="4745"/>
                    <a:pt x="3173" y="4998"/>
                    <a:pt x="3706" y="5195"/>
                  </a:cubicBezTo>
                  <a:cubicBezTo>
                    <a:pt x="4267" y="5419"/>
                    <a:pt x="4773" y="5616"/>
                    <a:pt x="5138" y="5840"/>
                  </a:cubicBezTo>
                  <a:cubicBezTo>
                    <a:pt x="5475" y="6065"/>
                    <a:pt x="5868" y="6149"/>
                    <a:pt x="6289" y="6149"/>
                  </a:cubicBezTo>
                  <a:cubicBezTo>
                    <a:pt x="6654" y="6149"/>
                    <a:pt x="7047" y="6093"/>
                    <a:pt x="7356" y="5925"/>
                  </a:cubicBezTo>
                  <a:cubicBezTo>
                    <a:pt x="7693" y="5784"/>
                    <a:pt x="7973" y="5532"/>
                    <a:pt x="8170" y="5195"/>
                  </a:cubicBezTo>
                  <a:cubicBezTo>
                    <a:pt x="8338" y="4858"/>
                    <a:pt x="8394" y="4465"/>
                    <a:pt x="8394" y="4072"/>
                  </a:cubicBezTo>
                  <a:cubicBezTo>
                    <a:pt x="8394" y="3117"/>
                    <a:pt x="8086" y="2106"/>
                    <a:pt x="8086" y="2106"/>
                  </a:cubicBezTo>
                  <a:cubicBezTo>
                    <a:pt x="8058" y="2022"/>
                    <a:pt x="8001" y="1966"/>
                    <a:pt x="7917" y="1938"/>
                  </a:cubicBezTo>
                  <a:cubicBezTo>
                    <a:pt x="7917" y="1938"/>
                    <a:pt x="7805" y="1910"/>
                    <a:pt x="7580" y="1854"/>
                  </a:cubicBezTo>
                  <a:cubicBezTo>
                    <a:pt x="6935" y="1685"/>
                    <a:pt x="5503" y="1264"/>
                    <a:pt x="4660" y="899"/>
                  </a:cubicBezTo>
                  <a:cubicBezTo>
                    <a:pt x="4071" y="618"/>
                    <a:pt x="3594" y="394"/>
                    <a:pt x="3285" y="253"/>
                  </a:cubicBezTo>
                  <a:cubicBezTo>
                    <a:pt x="2948" y="113"/>
                    <a:pt x="2779" y="29"/>
                    <a:pt x="2779" y="29"/>
                  </a:cubicBezTo>
                  <a:lnTo>
                    <a:pt x="2695"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1311;p25">
              <a:extLst>
                <a:ext uri="{FF2B5EF4-FFF2-40B4-BE49-F238E27FC236}">
                  <a16:creationId xmlns:a16="http://schemas.microsoft.com/office/drawing/2014/main" id="{39142BC7-1B1B-0B89-90E8-D32A909864F9}"/>
                </a:ext>
              </a:extLst>
            </p:cNvPr>
            <p:cNvSpPr/>
            <p:nvPr/>
          </p:nvSpPr>
          <p:spPr>
            <a:xfrm>
              <a:off x="4095650" y="5121025"/>
              <a:ext cx="197950" cy="126375"/>
            </a:xfrm>
            <a:custGeom>
              <a:avLst/>
              <a:gdLst/>
              <a:ahLst/>
              <a:cxnLst/>
              <a:rect l="l" t="t" r="r" b="b"/>
              <a:pathLst>
                <a:path w="7918" h="5055" extrusionOk="0">
                  <a:moveTo>
                    <a:pt x="450" y="0"/>
                  </a:moveTo>
                  <a:cubicBezTo>
                    <a:pt x="57" y="309"/>
                    <a:pt x="0" y="702"/>
                    <a:pt x="197" y="1067"/>
                  </a:cubicBezTo>
                  <a:cubicBezTo>
                    <a:pt x="478" y="1572"/>
                    <a:pt x="1067" y="2780"/>
                    <a:pt x="2050" y="3369"/>
                  </a:cubicBezTo>
                  <a:cubicBezTo>
                    <a:pt x="3004" y="3987"/>
                    <a:pt x="4352" y="4267"/>
                    <a:pt x="5110" y="4773"/>
                  </a:cubicBezTo>
                  <a:cubicBezTo>
                    <a:pt x="5400" y="4959"/>
                    <a:pt x="5779" y="5054"/>
                    <a:pt x="6166" y="5054"/>
                  </a:cubicBezTo>
                  <a:cubicBezTo>
                    <a:pt x="6827" y="5054"/>
                    <a:pt x="7515" y="4778"/>
                    <a:pt x="7833" y="4211"/>
                  </a:cubicBezTo>
                  <a:cubicBezTo>
                    <a:pt x="7861" y="4127"/>
                    <a:pt x="7889" y="4043"/>
                    <a:pt x="7918" y="3959"/>
                  </a:cubicBezTo>
                  <a:lnTo>
                    <a:pt x="7918" y="3959"/>
                  </a:lnTo>
                  <a:cubicBezTo>
                    <a:pt x="7377" y="4500"/>
                    <a:pt x="6619" y="4674"/>
                    <a:pt x="6043" y="4674"/>
                  </a:cubicBezTo>
                  <a:cubicBezTo>
                    <a:pt x="5871" y="4674"/>
                    <a:pt x="5716" y="4658"/>
                    <a:pt x="5587" y="4632"/>
                  </a:cubicBezTo>
                  <a:cubicBezTo>
                    <a:pt x="4914" y="4520"/>
                    <a:pt x="3706" y="3678"/>
                    <a:pt x="2948" y="3369"/>
                  </a:cubicBezTo>
                  <a:cubicBezTo>
                    <a:pt x="2162" y="3060"/>
                    <a:pt x="1264" y="2162"/>
                    <a:pt x="843" y="1404"/>
                  </a:cubicBezTo>
                  <a:cubicBezTo>
                    <a:pt x="534" y="842"/>
                    <a:pt x="450" y="281"/>
                    <a:pt x="4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1312;p25">
              <a:extLst>
                <a:ext uri="{FF2B5EF4-FFF2-40B4-BE49-F238E27FC236}">
                  <a16:creationId xmlns:a16="http://schemas.microsoft.com/office/drawing/2014/main" id="{98F1FCD5-0FE4-1BEA-8B2D-5A3FC39D150E}"/>
                </a:ext>
              </a:extLst>
            </p:cNvPr>
            <p:cNvSpPr/>
            <p:nvPr/>
          </p:nvSpPr>
          <p:spPr>
            <a:xfrm>
              <a:off x="4092150" y="5115125"/>
              <a:ext cx="208475" cy="137875"/>
            </a:xfrm>
            <a:custGeom>
              <a:avLst/>
              <a:gdLst/>
              <a:ahLst/>
              <a:cxnLst/>
              <a:rect l="l" t="t" r="r" b="b"/>
              <a:pathLst>
                <a:path w="8339" h="5515" extrusionOk="0">
                  <a:moveTo>
                    <a:pt x="606" y="0"/>
                  </a:moveTo>
                  <a:cubicBezTo>
                    <a:pt x="544" y="0"/>
                    <a:pt x="483" y="27"/>
                    <a:pt x="421" y="68"/>
                  </a:cubicBezTo>
                  <a:cubicBezTo>
                    <a:pt x="140" y="292"/>
                    <a:pt x="0" y="573"/>
                    <a:pt x="0" y="882"/>
                  </a:cubicBezTo>
                  <a:cubicBezTo>
                    <a:pt x="0" y="1078"/>
                    <a:pt x="56" y="1247"/>
                    <a:pt x="140" y="1415"/>
                  </a:cubicBezTo>
                  <a:cubicBezTo>
                    <a:pt x="393" y="1921"/>
                    <a:pt x="1011" y="3156"/>
                    <a:pt x="2050" y="3802"/>
                  </a:cubicBezTo>
                  <a:cubicBezTo>
                    <a:pt x="2583" y="4110"/>
                    <a:pt x="3173" y="4363"/>
                    <a:pt x="3706" y="4560"/>
                  </a:cubicBezTo>
                  <a:cubicBezTo>
                    <a:pt x="4267" y="4784"/>
                    <a:pt x="4773" y="4981"/>
                    <a:pt x="5138" y="5205"/>
                  </a:cubicBezTo>
                  <a:cubicBezTo>
                    <a:pt x="5475" y="5430"/>
                    <a:pt x="5868" y="5514"/>
                    <a:pt x="6289" y="5514"/>
                  </a:cubicBezTo>
                  <a:cubicBezTo>
                    <a:pt x="6654" y="5514"/>
                    <a:pt x="7047" y="5458"/>
                    <a:pt x="7356" y="5290"/>
                  </a:cubicBezTo>
                  <a:cubicBezTo>
                    <a:pt x="7693" y="5149"/>
                    <a:pt x="7973" y="4897"/>
                    <a:pt x="8170" y="4560"/>
                  </a:cubicBezTo>
                  <a:cubicBezTo>
                    <a:pt x="8226" y="4475"/>
                    <a:pt x="8254" y="4363"/>
                    <a:pt x="8282" y="4279"/>
                  </a:cubicBezTo>
                  <a:cubicBezTo>
                    <a:pt x="8338" y="4167"/>
                    <a:pt x="8282" y="4054"/>
                    <a:pt x="8198" y="3998"/>
                  </a:cubicBezTo>
                  <a:cubicBezTo>
                    <a:pt x="8155" y="3977"/>
                    <a:pt x="8112" y="3968"/>
                    <a:pt x="8072" y="3968"/>
                  </a:cubicBezTo>
                  <a:cubicBezTo>
                    <a:pt x="8008" y="3968"/>
                    <a:pt x="7952" y="3991"/>
                    <a:pt x="7917" y="4026"/>
                  </a:cubicBezTo>
                  <a:cubicBezTo>
                    <a:pt x="7443" y="4474"/>
                    <a:pt x="6796" y="4675"/>
                    <a:pt x="6278" y="4675"/>
                  </a:cubicBezTo>
                  <a:cubicBezTo>
                    <a:pt x="6243" y="4675"/>
                    <a:pt x="6210" y="4674"/>
                    <a:pt x="6176" y="4672"/>
                  </a:cubicBezTo>
                  <a:cubicBezTo>
                    <a:pt x="6008" y="4672"/>
                    <a:pt x="5868" y="4672"/>
                    <a:pt x="5783" y="4644"/>
                  </a:cubicBezTo>
                  <a:cubicBezTo>
                    <a:pt x="5503" y="4588"/>
                    <a:pt x="5025" y="4363"/>
                    <a:pt x="4548" y="4110"/>
                  </a:cubicBezTo>
                  <a:cubicBezTo>
                    <a:pt x="4071" y="3830"/>
                    <a:pt x="3594" y="3549"/>
                    <a:pt x="3173" y="3380"/>
                  </a:cubicBezTo>
                  <a:cubicBezTo>
                    <a:pt x="2836" y="3268"/>
                    <a:pt x="2414" y="2959"/>
                    <a:pt x="2078" y="2622"/>
                  </a:cubicBezTo>
                  <a:cubicBezTo>
                    <a:pt x="1713" y="2286"/>
                    <a:pt x="1376" y="1893"/>
                    <a:pt x="1179" y="1528"/>
                  </a:cubicBezTo>
                  <a:cubicBezTo>
                    <a:pt x="898" y="1022"/>
                    <a:pt x="814" y="489"/>
                    <a:pt x="814" y="236"/>
                  </a:cubicBezTo>
                  <a:cubicBezTo>
                    <a:pt x="814" y="124"/>
                    <a:pt x="758" y="68"/>
                    <a:pt x="674" y="12"/>
                  </a:cubicBezTo>
                  <a:cubicBezTo>
                    <a:pt x="651" y="4"/>
                    <a:pt x="629" y="0"/>
                    <a:pt x="60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1313;p25">
              <a:extLst>
                <a:ext uri="{FF2B5EF4-FFF2-40B4-BE49-F238E27FC236}">
                  <a16:creationId xmlns:a16="http://schemas.microsoft.com/office/drawing/2014/main" id="{CD7EBE91-3F7D-C479-0B7F-2E7F76166306}"/>
                </a:ext>
              </a:extLst>
            </p:cNvPr>
            <p:cNvSpPr/>
            <p:nvPr/>
          </p:nvSpPr>
          <p:spPr>
            <a:xfrm>
              <a:off x="4480275" y="5126625"/>
              <a:ext cx="139000" cy="99000"/>
            </a:xfrm>
            <a:custGeom>
              <a:avLst/>
              <a:gdLst/>
              <a:ahLst/>
              <a:cxnLst/>
              <a:rect l="l" t="t" r="r" b="b"/>
              <a:pathLst>
                <a:path w="5560" h="3960" extrusionOk="0">
                  <a:moveTo>
                    <a:pt x="0" y="1"/>
                  </a:moveTo>
                  <a:lnTo>
                    <a:pt x="0" y="1"/>
                  </a:lnTo>
                  <a:cubicBezTo>
                    <a:pt x="0" y="1"/>
                    <a:pt x="253" y="1573"/>
                    <a:pt x="253" y="2191"/>
                  </a:cubicBezTo>
                  <a:cubicBezTo>
                    <a:pt x="253" y="2836"/>
                    <a:pt x="1320" y="3959"/>
                    <a:pt x="2415" y="3959"/>
                  </a:cubicBezTo>
                  <a:cubicBezTo>
                    <a:pt x="3538" y="3959"/>
                    <a:pt x="4633" y="3538"/>
                    <a:pt x="5110" y="2977"/>
                  </a:cubicBezTo>
                  <a:cubicBezTo>
                    <a:pt x="5559" y="2387"/>
                    <a:pt x="5391" y="422"/>
                    <a:pt x="5391" y="422"/>
                  </a:cubicBezTo>
                  <a:lnTo>
                    <a:pt x="5391" y="422"/>
                  </a:lnTo>
                  <a:cubicBezTo>
                    <a:pt x="5391" y="422"/>
                    <a:pt x="4066" y="627"/>
                    <a:pt x="2704" y="627"/>
                  </a:cubicBezTo>
                  <a:cubicBezTo>
                    <a:pt x="1597" y="627"/>
                    <a:pt x="466" y="492"/>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1314;p25">
              <a:extLst>
                <a:ext uri="{FF2B5EF4-FFF2-40B4-BE49-F238E27FC236}">
                  <a16:creationId xmlns:a16="http://schemas.microsoft.com/office/drawing/2014/main" id="{94C68928-975C-B81F-ABF8-7CFDF182E559}"/>
                </a:ext>
              </a:extLst>
            </p:cNvPr>
            <p:cNvSpPr/>
            <p:nvPr/>
          </p:nvSpPr>
          <p:spPr>
            <a:xfrm>
              <a:off x="4474650" y="5120600"/>
              <a:ext cx="147425" cy="111325"/>
            </a:xfrm>
            <a:custGeom>
              <a:avLst/>
              <a:gdLst/>
              <a:ahLst/>
              <a:cxnLst/>
              <a:rect l="l" t="t" r="r" b="b"/>
              <a:pathLst>
                <a:path w="5897" h="4453" extrusionOk="0">
                  <a:moveTo>
                    <a:pt x="549" y="720"/>
                  </a:moveTo>
                  <a:lnTo>
                    <a:pt x="549" y="720"/>
                  </a:lnTo>
                  <a:cubicBezTo>
                    <a:pt x="780" y="831"/>
                    <a:pt x="1042" y="910"/>
                    <a:pt x="1320" y="972"/>
                  </a:cubicBezTo>
                  <a:cubicBezTo>
                    <a:pt x="1826" y="1056"/>
                    <a:pt x="2387" y="1112"/>
                    <a:pt x="2977" y="1112"/>
                  </a:cubicBezTo>
                  <a:cubicBezTo>
                    <a:pt x="3987" y="1112"/>
                    <a:pt x="4953" y="991"/>
                    <a:pt x="5394" y="926"/>
                  </a:cubicBezTo>
                  <a:lnTo>
                    <a:pt x="5394" y="926"/>
                  </a:lnTo>
                  <a:cubicBezTo>
                    <a:pt x="5419" y="1040"/>
                    <a:pt x="5419" y="1231"/>
                    <a:pt x="5419" y="1449"/>
                  </a:cubicBezTo>
                  <a:cubicBezTo>
                    <a:pt x="5419" y="1758"/>
                    <a:pt x="5391" y="2095"/>
                    <a:pt x="5363" y="2403"/>
                  </a:cubicBezTo>
                  <a:cubicBezTo>
                    <a:pt x="5307" y="2712"/>
                    <a:pt x="5223" y="2965"/>
                    <a:pt x="5138" y="3049"/>
                  </a:cubicBezTo>
                  <a:cubicBezTo>
                    <a:pt x="4942" y="3302"/>
                    <a:pt x="4577" y="3526"/>
                    <a:pt x="4128" y="3695"/>
                  </a:cubicBezTo>
                  <a:cubicBezTo>
                    <a:pt x="3707" y="3863"/>
                    <a:pt x="3173" y="3976"/>
                    <a:pt x="2640" y="3976"/>
                  </a:cubicBezTo>
                  <a:cubicBezTo>
                    <a:pt x="2163" y="3976"/>
                    <a:pt x="1685" y="3723"/>
                    <a:pt x="1292" y="3386"/>
                  </a:cubicBezTo>
                  <a:cubicBezTo>
                    <a:pt x="1124" y="3218"/>
                    <a:pt x="955" y="3049"/>
                    <a:pt x="843" y="2853"/>
                  </a:cubicBezTo>
                  <a:cubicBezTo>
                    <a:pt x="759" y="2684"/>
                    <a:pt x="703" y="2544"/>
                    <a:pt x="703" y="2432"/>
                  </a:cubicBezTo>
                  <a:cubicBezTo>
                    <a:pt x="703" y="2095"/>
                    <a:pt x="647" y="1533"/>
                    <a:pt x="590" y="1056"/>
                  </a:cubicBezTo>
                  <a:cubicBezTo>
                    <a:pt x="576" y="937"/>
                    <a:pt x="562" y="824"/>
                    <a:pt x="549" y="720"/>
                  </a:cubicBezTo>
                  <a:close/>
                  <a:moveTo>
                    <a:pt x="241" y="0"/>
                  </a:moveTo>
                  <a:cubicBezTo>
                    <a:pt x="207" y="0"/>
                    <a:pt x="172" y="7"/>
                    <a:pt x="141" y="17"/>
                  </a:cubicBezTo>
                  <a:cubicBezTo>
                    <a:pt x="29" y="73"/>
                    <a:pt x="1" y="157"/>
                    <a:pt x="1" y="270"/>
                  </a:cubicBezTo>
                  <a:cubicBezTo>
                    <a:pt x="1" y="270"/>
                    <a:pt x="57" y="663"/>
                    <a:pt x="113" y="1112"/>
                  </a:cubicBezTo>
                  <a:cubicBezTo>
                    <a:pt x="169" y="1589"/>
                    <a:pt x="225" y="2151"/>
                    <a:pt x="225" y="2432"/>
                  </a:cubicBezTo>
                  <a:cubicBezTo>
                    <a:pt x="225" y="2656"/>
                    <a:pt x="338" y="2881"/>
                    <a:pt x="450" y="3105"/>
                  </a:cubicBezTo>
                  <a:cubicBezTo>
                    <a:pt x="647" y="3442"/>
                    <a:pt x="955" y="3751"/>
                    <a:pt x="1348" y="4004"/>
                  </a:cubicBezTo>
                  <a:cubicBezTo>
                    <a:pt x="1713" y="4256"/>
                    <a:pt x="2163" y="4453"/>
                    <a:pt x="2640" y="4453"/>
                  </a:cubicBezTo>
                  <a:cubicBezTo>
                    <a:pt x="3229" y="4453"/>
                    <a:pt x="3791" y="4341"/>
                    <a:pt x="4296" y="4144"/>
                  </a:cubicBezTo>
                  <a:cubicBezTo>
                    <a:pt x="4802" y="3948"/>
                    <a:pt x="5223" y="3695"/>
                    <a:pt x="5503" y="3358"/>
                  </a:cubicBezTo>
                  <a:cubicBezTo>
                    <a:pt x="5700" y="3133"/>
                    <a:pt x="5756" y="2797"/>
                    <a:pt x="5812" y="2460"/>
                  </a:cubicBezTo>
                  <a:cubicBezTo>
                    <a:pt x="5868" y="2123"/>
                    <a:pt x="5896" y="1758"/>
                    <a:pt x="5896" y="1449"/>
                  </a:cubicBezTo>
                  <a:cubicBezTo>
                    <a:pt x="5896" y="1000"/>
                    <a:pt x="5868" y="663"/>
                    <a:pt x="5868" y="635"/>
                  </a:cubicBezTo>
                  <a:cubicBezTo>
                    <a:pt x="5840" y="579"/>
                    <a:pt x="5812" y="522"/>
                    <a:pt x="5756" y="494"/>
                  </a:cubicBezTo>
                  <a:cubicBezTo>
                    <a:pt x="5728" y="438"/>
                    <a:pt x="5644" y="438"/>
                    <a:pt x="5588" y="438"/>
                  </a:cubicBezTo>
                  <a:cubicBezTo>
                    <a:pt x="5588" y="438"/>
                    <a:pt x="5503" y="438"/>
                    <a:pt x="5363" y="466"/>
                  </a:cubicBezTo>
                  <a:cubicBezTo>
                    <a:pt x="4942" y="522"/>
                    <a:pt x="3959" y="635"/>
                    <a:pt x="2977" y="635"/>
                  </a:cubicBezTo>
                  <a:cubicBezTo>
                    <a:pt x="2415" y="635"/>
                    <a:pt x="1854" y="607"/>
                    <a:pt x="1405" y="494"/>
                  </a:cubicBezTo>
                  <a:cubicBezTo>
                    <a:pt x="955" y="410"/>
                    <a:pt x="590" y="270"/>
                    <a:pt x="394" y="73"/>
                  </a:cubicBezTo>
                  <a:cubicBezTo>
                    <a:pt x="358" y="20"/>
                    <a:pt x="300" y="0"/>
                    <a:pt x="241"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1315;p25">
              <a:extLst>
                <a:ext uri="{FF2B5EF4-FFF2-40B4-BE49-F238E27FC236}">
                  <a16:creationId xmlns:a16="http://schemas.microsoft.com/office/drawing/2014/main" id="{B0C50CF9-BEC9-8FF5-FBDA-26E7DD9C6AD8}"/>
                </a:ext>
              </a:extLst>
            </p:cNvPr>
            <p:cNvSpPr/>
            <p:nvPr/>
          </p:nvSpPr>
          <p:spPr>
            <a:xfrm>
              <a:off x="4485875" y="5175750"/>
              <a:ext cx="127775" cy="49875"/>
            </a:xfrm>
            <a:custGeom>
              <a:avLst/>
              <a:gdLst/>
              <a:ahLst/>
              <a:cxnLst/>
              <a:rect l="l" t="t" r="r" b="b"/>
              <a:pathLst>
                <a:path w="5111" h="1995" extrusionOk="0">
                  <a:moveTo>
                    <a:pt x="1" y="1"/>
                  </a:moveTo>
                  <a:cubicBezTo>
                    <a:pt x="29" y="85"/>
                    <a:pt x="29" y="169"/>
                    <a:pt x="29" y="226"/>
                  </a:cubicBezTo>
                  <a:cubicBezTo>
                    <a:pt x="29" y="871"/>
                    <a:pt x="1096" y="1994"/>
                    <a:pt x="2191" y="1994"/>
                  </a:cubicBezTo>
                  <a:cubicBezTo>
                    <a:pt x="3314" y="1994"/>
                    <a:pt x="4409" y="1573"/>
                    <a:pt x="4886" y="1012"/>
                  </a:cubicBezTo>
                  <a:cubicBezTo>
                    <a:pt x="4998" y="843"/>
                    <a:pt x="5083" y="619"/>
                    <a:pt x="5111" y="338"/>
                  </a:cubicBezTo>
                  <a:lnTo>
                    <a:pt x="5111" y="338"/>
                  </a:lnTo>
                  <a:cubicBezTo>
                    <a:pt x="4636" y="862"/>
                    <a:pt x="3739" y="1609"/>
                    <a:pt x="2697" y="1609"/>
                  </a:cubicBezTo>
                  <a:cubicBezTo>
                    <a:pt x="2567" y="1609"/>
                    <a:pt x="2436" y="1598"/>
                    <a:pt x="2303" y="1573"/>
                  </a:cubicBezTo>
                  <a:cubicBezTo>
                    <a:pt x="1180" y="1349"/>
                    <a:pt x="366" y="478"/>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1316;p25">
              <a:extLst>
                <a:ext uri="{FF2B5EF4-FFF2-40B4-BE49-F238E27FC236}">
                  <a16:creationId xmlns:a16="http://schemas.microsoft.com/office/drawing/2014/main" id="{EB9420D3-A1B5-5CF4-69C9-2F99B4DF901A}"/>
                </a:ext>
              </a:extLst>
            </p:cNvPr>
            <p:cNvSpPr/>
            <p:nvPr/>
          </p:nvSpPr>
          <p:spPr>
            <a:xfrm>
              <a:off x="4480275" y="5169875"/>
              <a:ext cx="139700" cy="62050"/>
            </a:xfrm>
            <a:custGeom>
              <a:avLst/>
              <a:gdLst/>
              <a:ahLst/>
              <a:cxnLst/>
              <a:rect l="l" t="t" r="r" b="b"/>
              <a:pathLst>
                <a:path w="5588" h="2482" extrusionOk="0">
                  <a:moveTo>
                    <a:pt x="1012" y="1359"/>
                  </a:moveTo>
                  <a:cubicBezTo>
                    <a:pt x="1374" y="1636"/>
                    <a:pt x="1814" y="1880"/>
                    <a:pt x="2324" y="2002"/>
                  </a:cubicBezTo>
                  <a:lnTo>
                    <a:pt x="2324" y="2002"/>
                  </a:lnTo>
                  <a:cubicBezTo>
                    <a:pt x="1878" y="1972"/>
                    <a:pt x="1435" y="1731"/>
                    <a:pt x="1067" y="1415"/>
                  </a:cubicBezTo>
                  <a:cubicBezTo>
                    <a:pt x="1049" y="1397"/>
                    <a:pt x="1030" y="1378"/>
                    <a:pt x="1012" y="1359"/>
                  </a:cubicBezTo>
                  <a:close/>
                  <a:moveTo>
                    <a:pt x="236" y="1"/>
                  </a:moveTo>
                  <a:cubicBezTo>
                    <a:pt x="213" y="1"/>
                    <a:pt x="190" y="4"/>
                    <a:pt x="169" y="11"/>
                  </a:cubicBezTo>
                  <a:cubicBezTo>
                    <a:pt x="57" y="39"/>
                    <a:pt x="0" y="152"/>
                    <a:pt x="0" y="236"/>
                  </a:cubicBezTo>
                  <a:cubicBezTo>
                    <a:pt x="0" y="320"/>
                    <a:pt x="0" y="404"/>
                    <a:pt x="0" y="461"/>
                  </a:cubicBezTo>
                  <a:cubicBezTo>
                    <a:pt x="0" y="685"/>
                    <a:pt x="113" y="910"/>
                    <a:pt x="225" y="1134"/>
                  </a:cubicBezTo>
                  <a:cubicBezTo>
                    <a:pt x="422" y="1471"/>
                    <a:pt x="730" y="1780"/>
                    <a:pt x="1123" y="2033"/>
                  </a:cubicBezTo>
                  <a:cubicBezTo>
                    <a:pt x="1488" y="2285"/>
                    <a:pt x="1938" y="2482"/>
                    <a:pt x="2415" y="2482"/>
                  </a:cubicBezTo>
                  <a:cubicBezTo>
                    <a:pt x="3004" y="2482"/>
                    <a:pt x="3566" y="2370"/>
                    <a:pt x="4071" y="2173"/>
                  </a:cubicBezTo>
                  <a:cubicBezTo>
                    <a:pt x="4577" y="1977"/>
                    <a:pt x="4998" y="1724"/>
                    <a:pt x="5278" y="1387"/>
                  </a:cubicBezTo>
                  <a:cubicBezTo>
                    <a:pt x="5447" y="1190"/>
                    <a:pt x="5531" y="910"/>
                    <a:pt x="5587" y="629"/>
                  </a:cubicBezTo>
                  <a:cubicBezTo>
                    <a:pt x="5587" y="517"/>
                    <a:pt x="5531" y="404"/>
                    <a:pt x="5447" y="376"/>
                  </a:cubicBezTo>
                  <a:cubicBezTo>
                    <a:pt x="5417" y="356"/>
                    <a:pt x="5384" y="347"/>
                    <a:pt x="5349" y="347"/>
                  </a:cubicBezTo>
                  <a:cubicBezTo>
                    <a:pt x="5287" y="347"/>
                    <a:pt x="5221" y="378"/>
                    <a:pt x="5166" y="432"/>
                  </a:cubicBezTo>
                  <a:cubicBezTo>
                    <a:pt x="4942" y="685"/>
                    <a:pt x="4605" y="966"/>
                    <a:pt x="4240" y="1219"/>
                  </a:cubicBezTo>
                  <a:cubicBezTo>
                    <a:pt x="3847" y="1443"/>
                    <a:pt x="3397" y="1612"/>
                    <a:pt x="2920" y="1612"/>
                  </a:cubicBezTo>
                  <a:cubicBezTo>
                    <a:pt x="2808" y="1612"/>
                    <a:pt x="2696" y="1612"/>
                    <a:pt x="2555" y="1584"/>
                  </a:cubicBezTo>
                  <a:cubicBezTo>
                    <a:pt x="1544" y="1387"/>
                    <a:pt x="786" y="545"/>
                    <a:pt x="422" y="96"/>
                  </a:cubicBezTo>
                  <a:cubicBezTo>
                    <a:pt x="379" y="32"/>
                    <a:pt x="306" y="1"/>
                    <a:pt x="236"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1317;p25">
              <a:extLst>
                <a:ext uri="{FF2B5EF4-FFF2-40B4-BE49-F238E27FC236}">
                  <a16:creationId xmlns:a16="http://schemas.microsoft.com/office/drawing/2014/main" id="{ED062225-7536-7D74-E6C9-1DB46A3FA7DA}"/>
                </a:ext>
              </a:extLst>
            </p:cNvPr>
            <p:cNvSpPr/>
            <p:nvPr/>
          </p:nvSpPr>
          <p:spPr>
            <a:xfrm>
              <a:off x="4017975" y="3637125"/>
              <a:ext cx="654625" cy="1546225"/>
            </a:xfrm>
            <a:custGeom>
              <a:avLst/>
              <a:gdLst/>
              <a:ahLst/>
              <a:cxnLst/>
              <a:rect l="l" t="t" r="r" b="b"/>
              <a:pathLst>
                <a:path w="26185" h="61849" extrusionOk="0">
                  <a:moveTo>
                    <a:pt x="360" y="0"/>
                  </a:moveTo>
                  <a:cubicBezTo>
                    <a:pt x="136" y="0"/>
                    <a:pt x="0" y="108"/>
                    <a:pt x="103" y="427"/>
                  </a:cubicBezTo>
                  <a:cubicBezTo>
                    <a:pt x="103" y="427"/>
                    <a:pt x="356" y="5677"/>
                    <a:pt x="216" y="7895"/>
                  </a:cubicBezTo>
                  <a:cubicBezTo>
                    <a:pt x="103" y="10141"/>
                    <a:pt x="412" y="21567"/>
                    <a:pt x="665" y="25329"/>
                  </a:cubicBezTo>
                  <a:cubicBezTo>
                    <a:pt x="918" y="29092"/>
                    <a:pt x="1760" y="37598"/>
                    <a:pt x="2321" y="41023"/>
                  </a:cubicBezTo>
                  <a:cubicBezTo>
                    <a:pt x="2911" y="44476"/>
                    <a:pt x="5915" y="58009"/>
                    <a:pt x="5915" y="58009"/>
                  </a:cubicBezTo>
                  <a:cubicBezTo>
                    <a:pt x="5915" y="58009"/>
                    <a:pt x="5297" y="59244"/>
                    <a:pt x="5466" y="59749"/>
                  </a:cubicBezTo>
                  <a:cubicBezTo>
                    <a:pt x="5606" y="60254"/>
                    <a:pt x="6841" y="61602"/>
                    <a:pt x="8666" y="61799"/>
                  </a:cubicBezTo>
                  <a:cubicBezTo>
                    <a:pt x="8981" y="61832"/>
                    <a:pt x="9254" y="61848"/>
                    <a:pt x="9490" y="61848"/>
                  </a:cubicBezTo>
                  <a:cubicBezTo>
                    <a:pt x="10643" y="61848"/>
                    <a:pt x="10941" y="61459"/>
                    <a:pt x="11221" y="60760"/>
                  </a:cubicBezTo>
                  <a:cubicBezTo>
                    <a:pt x="11586" y="59946"/>
                    <a:pt x="11726" y="57812"/>
                    <a:pt x="11839" y="56492"/>
                  </a:cubicBezTo>
                  <a:cubicBezTo>
                    <a:pt x="11951" y="55145"/>
                    <a:pt x="13046" y="52450"/>
                    <a:pt x="12653" y="48884"/>
                  </a:cubicBezTo>
                  <a:cubicBezTo>
                    <a:pt x="12288" y="45319"/>
                    <a:pt x="12990" y="32854"/>
                    <a:pt x="12990" y="32854"/>
                  </a:cubicBezTo>
                  <a:lnTo>
                    <a:pt x="13551" y="24319"/>
                  </a:lnTo>
                  <a:cubicBezTo>
                    <a:pt x="13551" y="24319"/>
                    <a:pt x="13944" y="34791"/>
                    <a:pt x="14337" y="36363"/>
                  </a:cubicBezTo>
                  <a:cubicBezTo>
                    <a:pt x="14702" y="37963"/>
                    <a:pt x="17622" y="55201"/>
                    <a:pt x="17931" y="56156"/>
                  </a:cubicBezTo>
                  <a:cubicBezTo>
                    <a:pt x="18240" y="57138"/>
                    <a:pt x="17987" y="58879"/>
                    <a:pt x="18184" y="59272"/>
                  </a:cubicBezTo>
                  <a:cubicBezTo>
                    <a:pt x="18380" y="59693"/>
                    <a:pt x="18549" y="60619"/>
                    <a:pt x="19054" y="61013"/>
                  </a:cubicBezTo>
                  <a:cubicBezTo>
                    <a:pt x="19375" y="61280"/>
                    <a:pt x="20375" y="61457"/>
                    <a:pt x="21271" y="61457"/>
                  </a:cubicBezTo>
                  <a:cubicBezTo>
                    <a:pt x="21786" y="61457"/>
                    <a:pt x="22266" y="61398"/>
                    <a:pt x="22563" y="61265"/>
                  </a:cubicBezTo>
                  <a:cubicBezTo>
                    <a:pt x="23377" y="60928"/>
                    <a:pt x="24051" y="60451"/>
                    <a:pt x="24051" y="60086"/>
                  </a:cubicBezTo>
                  <a:cubicBezTo>
                    <a:pt x="24051" y="59749"/>
                    <a:pt x="24360" y="58065"/>
                    <a:pt x="24248" y="57138"/>
                  </a:cubicBezTo>
                  <a:cubicBezTo>
                    <a:pt x="24163" y="56212"/>
                    <a:pt x="23911" y="55454"/>
                    <a:pt x="23911" y="55201"/>
                  </a:cubicBezTo>
                  <a:cubicBezTo>
                    <a:pt x="23911" y="54948"/>
                    <a:pt x="24669" y="41360"/>
                    <a:pt x="24669" y="37598"/>
                  </a:cubicBezTo>
                  <a:cubicBezTo>
                    <a:pt x="24669" y="33836"/>
                    <a:pt x="24220" y="29597"/>
                    <a:pt x="24220" y="29597"/>
                  </a:cubicBezTo>
                  <a:cubicBezTo>
                    <a:pt x="24220" y="29597"/>
                    <a:pt x="25680" y="18507"/>
                    <a:pt x="25932" y="14043"/>
                  </a:cubicBezTo>
                  <a:cubicBezTo>
                    <a:pt x="26185" y="9580"/>
                    <a:pt x="25876" y="5930"/>
                    <a:pt x="25623" y="4582"/>
                  </a:cubicBezTo>
                  <a:cubicBezTo>
                    <a:pt x="25371" y="3263"/>
                    <a:pt x="24922" y="371"/>
                    <a:pt x="24922" y="371"/>
                  </a:cubicBezTo>
                  <a:cubicBezTo>
                    <a:pt x="24922" y="371"/>
                    <a:pt x="19559" y="2027"/>
                    <a:pt x="15348" y="2168"/>
                  </a:cubicBezTo>
                  <a:cubicBezTo>
                    <a:pt x="12975" y="2231"/>
                    <a:pt x="11476" y="2366"/>
                    <a:pt x="10192" y="2366"/>
                  </a:cubicBezTo>
                  <a:cubicBezTo>
                    <a:pt x="9198" y="2366"/>
                    <a:pt x="8332" y="2285"/>
                    <a:pt x="7291" y="2027"/>
                  </a:cubicBezTo>
                  <a:cubicBezTo>
                    <a:pt x="4932" y="1466"/>
                    <a:pt x="1816" y="624"/>
                    <a:pt x="1563" y="427"/>
                  </a:cubicBezTo>
                  <a:cubicBezTo>
                    <a:pt x="1403" y="321"/>
                    <a:pt x="748" y="0"/>
                    <a:pt x="360"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1318;p25">
              <a:extLst>
                <a:ext uri="{FF2B5EF4-FFF2-40B4-BE49-F238E27FC236}">
                  <a16:creationId xmlns:a16="http://schemas.microsoft.com/office/drawing/2014/main" id="{7B662E99-64A0-E1F4-6CF3-E777E9801EED}"/>
                </a:ext>
              </a:extLst>
            </p:cNvPr>
            <p:cNvSpPr/>
            <p:nvPr/>
          </p:nvSpPr>
          <p:spPr>
            <a:xfrm>
              <a:off x="4013525" y="3630950"/>
              <a:ext cx="661200" cy="1558175"/>
            </a:xfrm>
            <a:custGeom>
              <a:avLst/>
              <a:gdLst/>
              <a:ahLst/>
              <a:cxnLst/>
              <a:rect l="l" t="t" r="r" b="b"/>
              <a:pathLst>
                <a:path w="26448" h="62327" extrusionOk="0">
                  <a:moveTo>
                    <a:pt x="534" y="478"/>
                  </a:moveTo>
                  <a:cubicBezTo>
                    <a:pt x="674" y="478"/>
                    <a:pt x="927" y="534"/>
                    <a:pt x="1124" y="646"/>
                  </a:cubicBezTo>
                  <a:cubicBezTo>
                    <a:pt x="1236" y="674"/>
                    <a:pt x="1348" y="730"/>
                    <a:pt x="1432" y="786"/>
                  </a:cubicBezTo>
                  <a:cubicBezTo>
                    <a:pt x="1517" y="815"/>
                    <a:pt x="1573" y="871"/>
                    <a:pt x="1601" y="871"/>
                  </a:cubicBezTo>
                  <a:cubicBezTo>
                    <a:pt x="1629" y="899"/>
                    <a:pt x="1685" y="927"/>
                    <a:pt x="1713" y="955"/>
                  </a:cubicBezTo>
                  <a:cubicBezTo>
                    <a:pt x="1882" y="1011"/>
                    <a:pt x="2162" y="1123"/>
                    <a:pt x="2555" y="1236"/>
                  </a:cubicBezTo>
                  <a:cubicBezTo>
                    <a:pt x="3735" y="1573"/>
                    <a:pt x="5756" y="2106"/>
                    <a:pt x="7440" y="2499"/>
                  </a:cubicBezTo>
                  <a:cubicBezTo>
                    <a:pt x="8479" y="2780"/>
                    <a:pt x="9378" y="2836"/>
                    <a:pt x="10388" y="2836"/>
                  </a:cubicBezTo>
                  <a:cubicBezTo>
                    <a:pt x="11680" y="2836"/>
                    <a:pt x="13168" y="2724"/>
                    <a:pt x="15526" y="2639"/>
                  </a:cubicBezTo>
                  <a:cubicBezTo>
                    <a:pt x="19256" y="2541"/>
                    <a:pt x="23822" y="1242"/>
                    <a:pt x="24913" y="916"/>
                  </a:cubicBezTo>
                  <a:lnTo>
                    <a:pt x="24913" y="916"/>
                  </a:lnTo>
                  <a:cubicBezTo>
                    <a:pt x="25027" y="1635"/>
                    <a:pt x="25369" y="3775"/>
                    <a:pt x="25577" y="4885"/>
                  </a:cubicBezTo>
                  <a:cubicBezTo>
                    <a:pt x="25745" y="5840"/>
                    <a:pt x="25970" y="8086"/>
                    <a:pt x="25970" y="11006"/>
                  </a:cubicBezTo>
                  <a:cubicBezTo>
                    <a:pt x="25970" y="12016"/>
                    <a:pt x="25942" y="13111"/>
                    <a:pt x="25886" y="14262"/>
                  </a:cubicBezTo>
                  <a:cubicBezTo>
                    <a:pt x="25773" y="16480"/>
                    <a:pt x="25324" y="20383"/>
                    <a:pt x="24931" y="23724"/>
                  </a:cubicBezTo>
                  <a:cubicBezTo>
                    <a:pt x="24735" y="25380"/>
                    <a:pt x="24538" y="26924"/>
                    <a:pt x="24398" y="28019"/>
                  </a:cubicBezTo>
                  <a:cubicBezTo>
                    <a:pt x="24257" y="29142"/>
                    <a:pt x="24173" y="29816"/>
                    <a:pt x="24173" y="29816"/>
                  </a:cubicBezTo>
                  <a:lnTo>
                    <a:pt x="24173" y="29872"/>
                  </a:lnTo>
                  <a:cubicBezTo>
                    <a:pt x="24173" y="29872"/>
                    <a:pt x="24201" y="30153"/>
                    <a:pt x="24229" y="30602"/>
                  </a:cubicBezTo>
                  <a:cubicBezTo>
                    <a:pt x="24370" y="31949"/>
                    <a:pt x="24622" y="35038"/>
                    <a:pt x="24622" y="37845"/>
                  </a:cubicBezTo>
                  <a:cubicBezTo>
                    <a:pt x="24622" y="39698"/>
                    <a:pt x="24426" y="44050"/>
                    <a:pt x="24229" y="47952"/>
                  </a:cubicBezTo>
                  <a:cubicBezTo>
                    <a:pt x="24145" y="49889"/>
                    <a:pt x="24033" y="51742"/>
                    <a:pt x="23977" y="53090"/>
                  </a:cubicBezTo>
                  <a:cubicBezTo>
                    <a:pt x="23920" y="53792"/>
                    <a:pt x="23892" y="54353"/>
                    <a:pt x="23892" y="54746"/>
                  </a:cubicBezTo>
                  <a:cubicBezTo>
                    <a:pt x="23864" y="54971"/>
                    <a:pt x="23864" y="55111"/>
                    <a:pt x="23864" y="55223"/>
                  </a:cubicBezTo>
                  <a:cubicBezTo>
                    <a:pt x="23836" y="55364"/>
                    <a:pt x="23836" y="55420"/>
                    <a:pt x="23836" y="55448"/>
                  </a:cubicBezTo>
                  <a:cubicBezTo>
                    <a:pt x="23836" y="55532"/>
                    <a:pt x="23864" y="55645"/>
                    <a:pt x="23892" y="55785"/>
                  </a:cubicBezTo>
                  <a:cubicBezTo>
                    <a:pt x="23977" y="56150"/>
                    <a:pt x="24117" y="56739"/>
                    <a:pt x="24201" y="57413"/>
                  </a:cubicBezTo>
                  <a:cubicBezTo>
                    <a:pt x="24229" y="57526"/>
                    <a:pt x="24229" y="57666"/>
                    <a:pt x="24229" y="57806"/>
                  </a:cubicBezTo>
                  <a:cubicBezTo>
                    <a:pt x="24229" y="58256"/>
                    <a:pt x="24173" y="58817"/>
                    <a:pt x="24117" y="59294"/>
                  </a:cubicBezTo>
                  <a:cubicBezTo>
                    <a:pt x="24089" y="59519"/>
                    <a:pt x="24061" y="59743"/>
                    <a:pt x="24033" y="59912"/>
                  </a:cubicBezTo>
                  <a:cubicBezTo>
                    <a:pt x="24005" y="60108"/>
                    <a:pt x="24005" y="60249"/>
                    <a:pt x="24005" y="60333"/>
                  </a:cubicBezTo>
                  <a:cubicBezTo>
                    <a:pt x="24005" y="60361"/>
                    <a:pt x="23977" y="60417"/>
                    <a:pt x="23920" y="60501"/>
                  </a:cubicBezTo>
                  <a:cubicBezTo>
                    <a:pt x="23752" y="60726"/>
                    <a:pt x="23247" y="61063"/>
                    <a:pt x="22657" y="61316"/>
                  </a:cubicBezTo>
                  <a:cubicBezTo>
                    <a:pt x="22462" y="61389"/>
                    <a:pt x="22078" y="61462"/>
                    <a:pt x="21669" y="61462"/>
                  </a:cubicBezTo>
                  <a:cubicBezTo>
                    <a:pt x="21606" y="61462"/>
                    <a:pt x="21542" y="61460"/>
                    <a:pt x="21478" y="61456"/>
                  </a:cubicBezTo>
                  <a:cubicBezTo>
                    <a:pt x="21057" y="61456"/>
                    <a:pt x="20579" y="61428"/>
                    <a:pt x="20186" y="61344"/>
                  </a:cubicBezTo>
                  <a:cubicBezTo>
                    <a:pt x="19990" y="61316"/>
                    <a:pt x="19821" y="61260"/>
                    <a:pt x="19681" y="61231"/>
                  </a:cubicBezTo>
                  <a:cubicBezTo>
                    <a:pt x="19513" y="61175"/>
                    <a:pt x="19428" y="61119"/>
                    <a:pt x="19372" y="61091"/>
                  </a:cubicBezTo>
                  <a:cubicBezTo>
                    <a:pt x="19176" y="60923"/>
                    <a:pt x="19007" y="60642"/>
                    <a:pt x="18895" y="60305"/>
                  </a:cubicBezTo>
                  <a:cubicBezTo>
                    <a:pt x="18783" y="59996"/>
                    <a:pt x="18698" y="59659"/>
                    <a:pt x="18558" y="59435"/>
                  </a:cubicBezTo>
                  <a:cubicBezTo>
                    <a:pt x="18558" y="59407"/>
                    <a:pt x="18530" y="59294"/>
                    <a:pt x="18530" y="59126"/>
                  </a:cubicBezTo>
                  <a:cubicBezTo>
                    <a:pt x="18502" y="58957"/>
                    <a:pt x="18502" y="58761"/>
                    <a:pt x="18502" y="58536"/>
                  </a:cubicBezTo>
                  <a:cubicBezTo>
                    <a:pt x="18502" y="58424"/>
                    <a:pt x="18502" y="58312"/>
                    <a:pt x="18502" y="58171"/>
                  </a:cubicBezTo>
                  <a:cubicBezTo>
                    <a:pt x="18502" y="57582"/>
                    <a:pt x="18502" y="56880"/>
                    <a:pt x="18333" y="56346"/>
                  </a:cubicBezTo>
                  <a:cubicBezTo>
                    <a:pt x="18305" y="56290"/>
                    <a:pt x="18277" y="56178"/>
                    <a:pt x="18249" y="56010"/>
                  </a:cubicBezTo>
                  <a:cubicBezTo>
                    <a:pt x="17969" y="54662"/>
                    <a:pt x="17182" y="50170"/>
                    <a:pt x="16424" y="45846"/>
                  </a:cubicBezTo>
                  <a:cubicBezTo>
                    <a:pt x="16031" y="43685"/>
                    <a:pt x="15666" y="41551"/>
                    <a:pt x="15358" y="39867"/>
                  </a:cubicBezTo>
                  <a:cubicBezTo>
                    <a:pt x="15049" y="38182"/>
                    <a:pt x="14824" y="36947"/>
                    <a:pt x="14740" y="36582"/>
                  </a:cubicBezTo>
                  <a:cubicBezTo>
                    <a:pt x="14684" y="36385"/>
                    <a:pt x="14628" y="36048"/>
                    <a:pt x="14600" y="35627"/>
                  </a:cubicBezTo>
                  <a:cubicBezTo>
                    <a:pt x="14431" y="34083"/>
                    <a:pt x="14263" y="31332"/>
                    <a:pt x="14150" y="28945"/>
                  </a:cubicBezTo>
                  <a:cubicBezTo>
                    <a:pt x="14094" y="27738"/>
                    <a:pt x="14066" y="26643"/>
                    <a:pt x="14010" y="25857"/>
                  </a:cubicBezTo>
                  <a:cubicBezTo>
                    <a:pt x="13982" y="25043"/>
                    <a:pt x="13982" y="24566"/>
                    <a:pt x="13982" y="24538"/>
                  </a:cubicBezTo>
                  <a:cubicBezTo>
                    <a:pt x="13954" y="24425"/>
                    <a:pt x="13870" y="24341"/>
                    <a:pt x="13729" y="24313"/>
                  </a:cubicBezTo>
                  <a:cubicBezTo>
                    <a:pt x="13617" y="24313"/>
                    <a:pt x="13505" y="24425"/>
                    <a:pt x="13505" y="24538"/>
                  </a:cubicBezTo>
                  <a:lnTo>
                    <a:pt x="12943" y="33101"/>
                  </a:lnTo>
                  <a:lnTo>
                    <a:pt x="12915" y="33101"/>
                  </a:lnTo>
                  <a:cubicBezTo>
                    <a:pt x="12915" y="33101"/>
                    <a:pt x="12494" y="40793"/>
                    <a:pt x="12494" y="45818"/>
                  </a:cubicBezTo>
                  <a:cubicBezTo>
                    <a:pt x="12494" y="47194"/>
                    <a:pt x="12522" y="48373"/>
                    <a:pt x="12606" y="49159"/>
                  </a:cubicBezTo>
                  <a:cubicBezTo>
                    <a:pt x="12662" y="49665"/>
                    <a:pt x="12690" y="50170"/>
                    <a:pt x="12690" y="50647"/>
                  </a:cubicBezTo>
                  <a:cubicBezTo>
                    <a:pt x="12690" y="52023"/>
                    <a:pt x="12494" y="53258"/>
                    <a:pt x="12269" y="54269"/>
                  </a:cubicBezTo>
                  <a:cubicBezTo>
                    <a:pt x="12073" y="55308"/>
                    <a:pt x="11820" y="56094"/>
                    <a:pt x="11792" y="56711"/>
                  </a:cubicBezTo>
                  <a:cubicBezTo>
                    <a:pt x="11736" y="57385"/>
                    <a:pt x="11680" y="58256"/>
                    <a:pt x="11567" y="59042"/>
                  </a:cubicBezTo>
                  <a:cubicBezTo>
                    <a:pt x="11483" y="59828"/>
                    <a:pt x="11343" y="60558"/>
                    <a:pt x="11203" y="60923"/>
                  </a:cubicBezTo>
                  <a:cubicBezTo>
                    <a:pt x="11034" y="61260"/>
                    <a:pt x="10922" y="61484"/>
                    <a:pt x="10725" y="61624"/>
                  </a:cubicBezTo>
                  <a:cubicBezTo>
                    <a:pt x="10529" y="61765"/>
                    <a:pt x="10220" y="61849"/>
                    <a:pt x="9686" y="61849"/>
                  </a:cubicBezTo>
                  <a:cubicBezTo>
                    <a:pt x="9462" y="61849"/>
                    <a:pt x="9181" y="61849"/>
                    <a:pt x="8872" y="61821"/>
                  </a:cubicBezTo>
                  <a:cubicBezTo>
                    <a:pt x="8002" y="61709"/>
                    <a:pt x="7272" y="61344"/>
                    <a:pt x="6767" y="60951"/>
                  </a:cubicBezTo>
                  <a:cubicBezTo>
                    <a:pt x="6486" y="60754"/>
                    <a:pt x="6289" y="60530"/>
                    <a:pt x="6121" y="60361"/>
                  </a:cubicBezTo>
                  <a:cubicBezTo>
                    <a:pt x="5981" y="60165"/>
                    <a:pt x="5868" y="59996"/>
                    <a:pt x="5868" y="59940"/>
                  </a:cubicBezTo>
                  <a:cubicBezTo>
                    <a:pt x="5840" y="59912"/>
                    <a:pt x="5840" y="59856"/>
                    <a:pt x="5840" y="59800"/>
                  </a:cubicBezTo>
                  <a:cubicBezTo>
                    <a:pt x="5840" y="59575"/>
                    <a:pt x="5953" y="59210"/>
                    <a:pt x="6065" y="58901"/>
                  </a:cubicBezTo>
                  <a:cubicBezTo>
                    <a:pt x="6121" y="58761"/>
                    <a:pt x="6177" y="58620"/>
                    <a:pt x="6233" y="58508"/>
                  </a:cubicBezTo>
                  <a:cubicBezTo>
                    <a:pt x="6261" y="58480"/>
                    <a:pt x="6261" y="58424"/>
                    <a:pt x="6289" y="58396"/>
                  </a:cubicBezTo>
                  <a:lnTo>
                    <a:pt x="6318" y="58368"/>
                  </a:lnTo>
                  <a:cubicBezTo>
                    <a:pt x="6318" y="58312"/>
                    <a:pt x="6346" y="58256"/>
                    <a:pt x="6318" y="58199"/>
                  </a:cubicBezTo>
                  <a:cubicBezTo>
                    <a:pt x="6318" y="58199"/>
                    <a:pt x="6121" y="57357"/>
                    <a:pt x="5840" y="56038"/>
                  </a:cubicBezTo>
                  <a:cubicBezTo>
                    <a:pt x="4970" y="52079"/>
                    <a:pt x="3173" y="43825"/>
                    <a:pt x="2724" y="41242"/>
                  </a:cubicBezTo>
                  <a:cubicBezTo>
                    <a:pt x="2162" y="37817"/>
                    <a:pt x="1320" y="29310"/>
                    <a:pt x="1068" y="25576"/>
                  </a:cubicBezTo>
                  <a:cubicBezTo>
                    <a:pt x="871" y="22404"/>
                    <a:pt x="590" y="13785"/>
                    <a:pt x="590" y="9827"/>
                  </a:cubicBezTo>
                  <a:cubicBezTo>
                    <a:pt x="590" y="9097"/>
                    <a:pt x="618" y="8507"/>
                    <a:pt x="618" y="8170"/>
                  </a:cubicBezTo>
                  <a:cubicBezTo>
                    <a:pt x="646" y="7721"/>
                    <a:pt x="674" y="7131"/>
                    <a:pt x="674" y="6514"/>
                  </a:cubicBezTo>
                  <a:cubicBezTo>
                    <a:pt x="674" y="4015"/>
                    <a:pt x="506" y="674"/>
                    <a:pt x="506" y="674"/>
                  </a:cubicBezTo>
                  <a:lnTo>
                    <a:pt x="506" y="618"/>
                  </a:lnTo>
                  <a:cubicBezTo>
                    <a:pt x="478" y="562"/>
                    <a:pt x="478" y="534"/>
                    <a:pt x="478" y="506"/>
                  </a:cubicBezTo>
                  <a:lnTo>
                    <a:pt x="478" y="478"/>
                  </a:lnTo>
                  <a:close/>
                  <a:moveTo>
                    <a:pt x="534" y="0"/>
                  </a:moveTo>
                  <a:cubicBezTo>
                    <a:pt x="422" y="0"/>
                    <a:pt x="310" y="28"/>
                    <a:pt x="197" y="113"/>
                  </a:cubicBezTo>
                  <a:cubicBezTo>
                    <a:pt x="57" y="197"/>
                    <a:pt x="1" y="365"/>
                    <a:pt x="1" y="506"/>
                  </a:cubicBezTo>
                  <a:cubicBezTo>
                    <a:pt x="1" y="571"/>
                    <a:pt x="17" y="636"/>
                    <a:pt x="38" y="701"/>
                  </a:cubicBezTo>
                  <a:lnTo>
                    <a:pt x="38" y="701"/>
                  </a:lnTo>
                  <a:lnTo>
                    <a:pt x="29" y="702"/>
                  </a:lnTo>
                  <a:cubicBezTo>
                    <a:pt x="29" y="702"/>
                    <a:pt x="85" y="1545"/>
                    <a:pt x="113" y="2696"/>
                  </a:cubicBezTo>
                  <a:cubicBezTo>
                    <a:pt x="169" y="3819"/>
                    <a:pt x="197" y="5278"/>
                    <a:pt x="197" y="6514"/>
                  </a:cubicBezTo>
                  <a:cubicBezTo>
                    <a:pt x="197" y="7131"/>
                    <a:pt x="197" y="7693"/>
                    <a:pt x="169" y="8142"/>
                  </a:cubicBezTo>
                  <a:cubicBezTo>
                    <a:pt x="141" y="8507"/>
                    <a:pt x="141" y="9069"/>
                    <a:pt x="141" y="9827"/>
                  </a:cubicBezTo>
                  <a:cubicBezTo>
                    <a:pt x="141" y="13785"/>
                    <a:pt x="394" y="22404"/>
                    <a:pt x="618" y="25605"/>
                  </a:cubicBezTo>
                  <a:cubicBezTo>
                    <a:pt x="871" y="29367"/>
                    <a:pt x="1685" y="37845"/>
                    <a:pt x="2275" y="41326"/>
                  </a:cubicBezTo>
                  <a:cubicBezTo>
                    <a:pt x="2840" y="44639"/>
                    <a:pt x="5628" y="57226"/>
                    <a:pt x="5854" y="58246"/>
                  </a:cubicBezTo>
                  <a:lnTo>
                    <a:pt x="5854" y="58246"/>
                  </a:lnTo>
                  <a:cubicBezTo>
                    <a:pt x="5803" y="58338"/>
                    <a:pt x="5718" y="58511"/>
                    <a:pt x="5644" y="58733"/>
                  </a:cubicBezTo>
                  <a:cubicBezTo>
                    <a:pt x="5503" y="59070"/>
                    <a:pt x="5391" y="59463"/>
                    <a:pt x="5363" y="59800"/>
                  </a:cubicBezTo>
                  <a:cubicBezTo>
                    <a:pt x="5363" y="59884"/>
                    <a:pt x="5391" y="59968"/>
                    <a:pt x="5419" y="60080"/>
                  </a:cubicBezTo>
                  <a:lnTo>
                    <a:pt x="5419" y="60052"/>
                  </a:lnTo>
                  <a:cubicBezTo>
                    <a:pt x="5475" y="60249"/>
                    <a:pt x="5588" y="60445"/>
                    <a:pt x="5756" y="60642"/>
                  </a:cubicBezTo>
                  <a:cubicBezTo>
                    <a:pt x="6289" y="61288"/>
                    <a:pt x="7384" y="62102"/>
                    <a:pt x="8816" y="62270"/>
                  </a:cubicBezTo>
                  <a:cubicBezTo>
                    <a:pt x="9153" y="62298"/>
                    <a:pt x="9434" y="62326"/>
                    <a:pt x="9686" y="62326"/>
                  </a:cubicBezTo>
                  <a:cubicBezTo>
                    <a:pt x="10276" y="62326"/>
                    <a:pt x="10697" y="62214"/>
                    <a:pt x="11006" y="61989"/>
                  </a:cubicBezTo>
                  <a:cubicBezTo>
                    <a:pt x="11315" y="61765"/>
                    <a:pt x="11455" y="61456"/>
                    <a:pt x="11624" y="61119"/>
                  </a:cubicBezTo>
                  <a:cubicBezTo>
                    <a:pt x="11820" y="60642"/>
                    <a:pt x="11932" y="59912"/>
                    <a:pt x="12045" y="59098"/>
                  </a:cubicBezTo>
                  <a:cubicBezTo>
                    <a:pt x="12129" y="58284"/>
                    <a:pt x="12213" y="57413"/>
                    <a:pt x="12241" y="56739"/>
                  </a:cubicBezTo>
                  <a:cubicBezTo>
                    <a:pt x="12297" y="56234"/>
                    <a:pt x="12522" y="55392"/>
                    <a:pt x="12719" y="54381"/>
                  </a:cubicBezTo>
                  <a:cubicBezTo>
                    <a:pt x="12943" y="53342"/>
                    <a:pt x="13168" y="52079"/>
                    <a:pt x="13168" y="50647"/>
                  </a:cubicBezTo>
                  <a:cubicBezTo>
                    <a:pt x="13168" y="50142"/>
                    <a:pt x="13140" y="49637"/>
                    <a:pt x="13084" y="49103"/>
                  </a:cubicBezTo>
                  <a:cubicBezTo>
                    <a:pt x="12999" y="48373"/>
                    <a:pt x="12971" y="47194"/>
                    <a:pt x="12971" y="45818"/>
                  </a:cubicBezTo>
                  <a:cubicBezTo>
                    <a:pt x="12971" y="43320"/>
                    <a:pt x="13084" y="40147"/>
                    <a:pt x="13168" y="37592"/>
                  </a:cubicBezTo>
                  <a:cubicBezTo>
                    <a:pt x="13224" y="36329"/>
                    <a:pt x="13280" y="35206"/>
                    <a:pt x="13336" y="34392"/>
                  </a:cubicBezTo>
                  <a:cubicBezTo>
                    <a:pt x="13364" y="33606"/>
                    <a:pt x="13392" y="33129"/>
                    <a:pt x="13392" y="33129"/>
                  </a:cubicBezTo>
                  <a:lnTo>
                    <a:pt x="13679" y="28962"/>
                  </a:lnTo>
                  <a:lnTo>
                    <a:pt x="13679" y="28962"/>
                  </a:lnTo>
                  <a:cubicBezTo>
                    <a:pt x="13695" y="29306"/>
                    <a:pt x="13712" y="29657"/>
                    <a:pt x="13729" y="30012"/>
                  </a:cubicBezTo>
                  <a:cubicBezTo>
                    <a:pt x="13813" y="31416"/>
                    <a:pt x="13898" y="32876"/>
                    <a:pt x="13982" y="34083"/>
                  </a:cubicBezTo>
                  <a:cubicBezTo>
                    <a:pt x="14038" y="34673"/>
                    <a:pt x="14066" y="35234"/>
                    <a:pt x="14122" y="35683"/>
                  </a:cubicBezTo>
                  <a:cubicBezTo>
                    <a:pt x="14178" y="36105"/>
                    <a:pt x="14235" y="36470"/>
                    <a:pt x="14263" y="36666"/>
                  </a:cubicBezTo>
                  <a:cubicBezTo>
                    <a:pt x="14375" y="37059"/>
                    <a:pt x="14628" y="38435"/>
                    <a:pt x="14965" y="40288"/>
                  </a:cubicBezTo>
                  <a:cubicBezTo>
                    <a:pt x="15442" y="43067"/>
                    <a:pt x="16116" y="46941"/>
                    <a:pt x="16705" y="50198"/>
                  </a:cubicBezTo>
                  <a:cubicBezTo>
                    <a:pt x="16986" y="51826"/>
                    <a:pt x="17267" y="53286"/>
                    <a:pt x="17463" y="54409"/>
                  </a:cubicBezTo>
                  <a:cubicBezTo>
                    <a:pt x="17575" y="54971"/>
                    <a:pt x="17660" y="55420"/>
                    <a:pt x="17716" y="55785"/>
                  </a:cubicBezTo>
                  <a:cubicBezTo>
                    <a:pt x="17800" y="56150"/>
                    <a:pt x="17856" y="56375"/>
                    <a:pt x="17884" y="56487"/>
                  </a:cubicBezTo>
                  <a:cubicBezTo>
                    <a:pt x="18025" y="56908"/>
                    <a:pt x="18053" y="57582"/>
                    <a:pt x="18025" y="58171"/>
                  </a:cubicBezTo>
                  <a:cubicBezTo>
                    <a:pt x="18025" y="58312"/>
                    <a:pt x="18025" y="58424"/>
                    <a:pt x="18025" y="58536"/>
                  </a:cubicBezTo>
                  <a:cubicBezTo>
                    <a:pt x="18025" y="58761"/>
                    <a:pt x="18025" y="58985"/>
                    <a:pt x="18053" y="59154"/>
                  </a:cubicBezTo>
                  <a:cubicBezTo>
                    <a:pt x="18053" y="59350"/>
                    <a:pt x="18081" y="59491"/>
                    <a:pt x="18165" y="59631"/>
                  </a:cubicBezTo>
                  <a:cubicBezTo>
                    <a:pt x="18249" y="59800"/>
                    <a:pt x="18333" y="60137"/>
                    <a:pt x="18474" y="60473"/>
                  </a:cubicBezTo>
                  <a:cubicBezTo>
                    <a:pt x="18586" y="60838"/>
                    <a:pt x="18783" y="61203"/>
                    <a:pt x="19092" y="61456"/>
                  </a:cubicBezTo>
                  <a:cubicBezTo>
                    <a:pt x="19204" y="61540"/>
                    <a:pt x="19344" y="61596"/>
                    <a:pt x="19513" y="61653"/>
                  </a:cubicBezTo>
                  <a:cubicBezTo>
                    <a:pt x="20018" y="61849"/>
                    <a:pt x="20776" y="61933"/>
                    <a:pt x="21478" y="61933"/>
                  </a:cubicBezTo>
                  <a:cubicBezTo>
                    <a:pt x="22011" y="61933"/>
                    <a:pt x="22489" y="61877"/>
                    <a:pt x="22854" y="61737"/>
                  </a:cubicBezTo>
                  <a:cubicBezTo>
                    <a:pt x="23275" y="61540"/>
                    <a:pt x="23640" y="61344"/>
                    <a:pt x="23948" y="61119"/>
                  </a:cubicBezTo>
                  <a:cubicBezTo>
                    <a:pt x="24089" y="61007"/>
                    <a:pt x="24201" y="60895"/>
                    <a:pt x="24313" y="60782"/>
                  </a:cubicBezTo>
                  <a:cubicBezTo>
                    <a:pt x="24398" y="60642"/>
                    <a:pt x="24454" y="60501"/>
                    <a:pt x="24454" y="60333"/>
                  </a:cubicBezTo>
                  <a:cubicBezTo>
                    <a:pt x="24454" y="60305"/>
                    <a:pt x="24482" y="60165"/>
                    <a:pt x="24510" y="59968"/>
                  </a:cubicBezTo>
                  <a:cubicBezTo>
                    <a:pt x="24566" y="59463"/>
                    <a:pt x="24678" y="58536"/>
                    <a:pt x="24678" y="57806"/>
                  </a:cubicBezTo>
                  <a:cubicBezTo>
                    <a:pt x="24678" y="57666"/>
                    <a:pt x="24678" y="57497"/>
                    <a:pt x="24678" y="57357"/>
                  </a:cubicBezTo>
                  <a:cubicBezTo>
                    <a:pt x="24622" y="56880"/>
                    <a:pt x="24538" y="56459"/>
                    <a:pt x="24454" y="56122"/>
                  </a:cubicBezTo>
                  <a:cubicBezTo>
                    <a:pt x="24398" y="55953"/>
                    <a:pt x="24370" y="55785"/>
                    <a:pt x="24341" y="55673"/>
                  </a:cubicBezTo>
                  <a:cubicBezTo>
                    <a:pt x="24313" y="55560"/>
                    <a:pt x="24313" y="55476"/>
                    <a:pt x="24313" y="55448"/>
                  </a:cubicBezTo>
                  <a:cubicBezTo>
                    <a:pt x="24313" y="55448"/>
                    <a:pt x="24313" y="55364"/>
                    <a:pt x="24313" y="55252"/>
                  </a:cubicBezTo>
                  <a:cubicBezTo>
                    <a:pt x="24398" y="53539"/>
                    <a:pt x="25071" y="41383"/>
                    <a:pt x="25071" y="37845"/>
                  </a:cubicBezTo>
                  <a:cubicBezTo>
                    <a:pt x="25071" y="34242"/>
                    <a:pt x="24665" y="30259"/>
                    <a:pt x="24625" y="29874"/>
                  </a:cubicBezTo>
                  <a:lnTo>
                    <a:pt x="24625" y="29874"/>
                  </a:lnTo>
                  <a:cubicBezTo>
                    <a:pt x="24701" y="29280"/>
                    <a:pt x="26117" y="18662"/>
                    <a:pt x="26363" y="14290"/>
                  </a:cubicBezTo>
                  <a:cubicBezTo>
                    <a:pt x="26419" y="13139"/>
                    <a:pt x="26447" y="12016"/>
                    <a:pt x="26447" y="11006"/>
                  </a:cubicBezTo>
                  <a:cubicBezTo>
                    <a:pt x="26447" y="8058"/>
                    <a:pt x="26222" y="5812"/>
                    <a:pt x="26026" y="4801"/>
                  </a:cubicBezTo>
                  <a:cubicBezTo>
                    <a:pt x="25914" y="4127"/>
                    <a:pt x="25717" y="3089"/>
                    <a:pt x="25577" y="2190"/>
                  </a:cubicBezTo>
                  <a:cubicBezTo>
                    <a:pt x="25436" y="1292"/>
                    <a:pt x="25324" y="590"/>
                    <a:pt x="25324" y="590"/>
                  </a:cubicBezTo>
                  <a:cubicBezTo>
                    <a:pt x="25324" y="534"/>
                    <a:pt x="25268" y="450"/>
                    <a:pt x="25212" y="422"/>
                  </a:cubicBezTo>
                  <a:cubicBezTo>
                    <a:pt x="25156" y="393"/>
                    <a:pt x="25100" y="393"/>
                    <a:pt x="25043" y="393"/>
                  </a:cubicBezTo>
                  <a:cubicBezTo>
                    <a:pt x="25015" y="393"/>
                    <a:pt x="24959" y="422"/>
                    <a:pt x="24791" y="478"/>
                  </a:cubicBezTo>
                  <a:cubicBezTo>
                    <a:pt x="23724" y="786"/>
                    <a:pt x="19148" y="2078"/>
                    <a:pt x="15526" y="2190"/>
                  </a:cubicBezTo>
                  <a:cubicBezTo>
                    <a:pt x="13140" y="2246"/>
                    <a:pt x="11652" y="2387"/>
                    <a:pt x="10388" y="2387"/>
                  </a:cubicBezTo>
                  <a:cubicBezTo>
                    <a:pt x="9378" y="2387"/>
                    <a:pt x="8563" y="2303"/>
                    <a:pt x="7525" y="2050"/>
                  </a:cubicBezTo>
                  <a:cubicBezTo>
                    <a:pt x="6346" y="1769"/>
                    <a:pt x="4998" y="1432"/>
                    <a:pt x="3875" y="1123"/>
                  </a:cubicBezTo>
                  <a:cubicBezTo>
                    <a:pt x="3342" y="955"/>
                    <a:pt x="2836" y="815"/>
                    <a:pt x="2471" y="702"/>
                  </a:cubicBezTo>
                  <a:cubicBezTo>
                    <a:pt x="2303" y="646"/>
                    <a:pt x="2162" y="618"/>
                    <a:pt x="2050" y="562"/>
                  </a:cubicBezTo>
                  <a:cubicBezTo>
                    <a:pt x="1994" y="562"/>
                    <a:pt x="1938" y="534"/>
                    <a:pt x="1910" y="506"/>
                  </a:cubicBezTo>
                  <a:lnTo>
                    <a:pt x="1882" y="506"/>
                  </a:lnTo>
                  <a:cubicBezTo>
                    <a:pt x="1826" y="450"/>
                    <a:pt x="1741" y="422"/>
                    <a:pt x="1657" y="365"/>
                  </a:cubicBezTo>
                  <a:cubicBezTo>
                    <a:pt x="1517" y="281"/>
                    <a:pt x="1320" y="197"/>
                    <a:pt x="1124" y="141"/>
                  </a:cubicBezTo>
                  <a:cubicBezTo>
                    <a:pt x="927" y="57"/>
                    <a:pt x="731" y="0"/>
                    <a:pt x="534"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1319;p25">
              <a:extLst>
                <a:ext uri="{FF2B5EF4-FFF2-40B4-BE49-F238E27FC236}">
                  <a16:creationId xmlns:a16="http://schemas.microsoft.com/office/drawing/2014/main" id="{58E83AAF-20C6-A0C3-7B35-14F2F11C83E5}"/>
                </a:ext>
              </a:extLst>
            </p:cNvPr>
            <p:cNvSpPr/>
            <p:nvPr/>
          </p:nvSpPr>
          <p:spPr>
            <a:xfrm>
              <a:off x="4350425" y="4004350"/>
              <a:ext cx="40025" cy="246475"/>
            </a:xfrm>
            <a:custGeom>
              <a:avLst/>
              <a:gdLst/>
              <a:ahLst/>
              <a:cxnLst/>
              <a:rect l="l" t="t" r="r" b="b"/>
              <a:pathLst>
                <a:path w="1601" h="9859" extrusionOk="0">
                  <a:moveTo>
                    <a:pt x="1376" y="0"/>
                  </a:moveTo>
                  <a:cubicBezTo>
                    <a:pt x="1236" y="0"/>
                    <a:pt x="1124" y="84"/>
                    <a:pt x="1124" y="225"/>
                  </a:cubicBezTo>
                  <a:lnTo>
                    <a:pt x="29" y="9602"/>
                  </a:lnTo>
                  <a:cubicBezTo>
                    <a:pt x="1" y="9714"/>
                    <a:pt x="113" y="9854"/>
                    <a:pt x="225" y="9854"/>
                  </a:cubicBezTo>
                  <a:cubicBezTo>
                    <a:pt x="240" y="9857"/>
                    <a:pt x="254" y="9859"/>
                    <a:pt x="269" y="9859"/>
                  </a:cubicBezTo>
                  <a:cubicBezTo>
                    <a:pt x="388" y="9859"/>
                    <a:pt x="481" y="9758"/>
                    <a:pt x="506" y="9658"/>
                  </a:cubicBezTo>
                  <a:lnTo>
                    <a:pt x="1573" y="281"/>
                  </a:lnTo>
                  <a:cubicBezTo>
                    <a:pt x="1601" y="141"/>
                    <a:pt x="1489" y="28"/>
                    <a:pt x="13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1320;p25">
              <a:extLst>
                <a:ext uri="{FF2B5EF4-FFF2-40B4-BE49-F238E27FC236}">
                  <a16:creationId xmlns:a16="http://schemas.microsoft.com/office/drawing/2014/main" id="{CDB13CC5-A5F3-56E7-D24C-9AFDCE6B547E}"/>
                </a:ext>
              </a:extLst>
            </p:cNvPr>
            <p:cNvSpPr/>
            <p:nvPr/>
          </p:nvSpPr>
          <p:spPr>
            <a:xfrm>
              <a:off x="4370775" y="4022050"/>
              <a:ext cx="101800" cy="48475"/>
            </a:xfrm>
            <a:custGeom>
              <a:avLst/>
              <a:gdLst/>
              <a:ahLst/>
              <a:cxnLst/>
              <a:rect l="l" t="t" r="r" b="b"/>
              <a:pathLst>
                <a:path w="4072" h="1939" extrusionOk="0">
                  <a:moveTo>
                    <a:pt x="3809" y="1"/>
                  </a:moveTo>
                  <a:cubicBezTo>
                    <a:pt x="3777" y="1"/>
                    <a:pt x="3743" y="8"/>
                    <a:pt x="3707" y="22"/>
                  </a:cubicBezTo>
                  <a:lnTo>
                    <a:pt x="197" y="1482"/>
                  </a:lnTo>
                  <a:cubicBezTo>
                    <a:pt x="57" y="1538"/>
                    <a:pt x="1" y="1679"/>
                    <a:pt x="57" y="1791"/>
                  </a:cubicBezTo>
                  <a:cubicBezTo>
                    <a:pt x="103" y="1884"/>
                    <a:pt x="208" y="1938"/>
                    <a:pt x="306" y="1938"/>
                  </a:cubicBezTo>
                  <a:cubicBezTo>
                    <a:pt x="326" y="1938"/>
                    <a:pt x="346" y="1936"/>
                    <a:pt x="366" y="1931"/>
                  </a:cubicBezTo>
                  <a:lnTo>
                    <a:pt x="3903" y="471"/>
                  </a:lnTo>
                  <a:cubicBezTo>
                    <a:pt x="4015" y="415"/>
                    <a:pt x="4072" y="275"/>
                    <a:pt x="4015" y="162"/>
                  </a:cubicBezTo>
                  <a:cubicBezTo>
                    <a:pt x="3974" y="58"/>
                    <a:pt x="3901" y="1"/>
                    <a:pt x="38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1321;p25">
              <a:extLst>
                <a:ext uri="{FF2B5EF4-FFF2-40B4-BE49-F238E27FC236}">
                  <a16:creationId xmlns:a16="http://schemas.microsoft.com/office/drawing/2014/main" id="{79900A5F-BA37-626D-4136-8D116566A41F}"/>
                </a:ext>
              </a:extLst>
            </p:cNvPr>
            <p:cNvSpPr/>
            <p:nvPr/>
          </p:nvSpPr>
          <p:spPr>
            <a:xfrm>
              <a:off x="4550450" y="4371275"/>
              <a:ext cx="79350" cy="306325"/>
            </a:xfrm>
            <a:custGeom>
              <a:avLst/>
              <a:gdLst/>
              <a:ahLst/>
              <a:cxnLst/>
              <a:rect l="l" t="t" r="r" b="b"/>
              <a:pathLst>
                <a:path w="3174" h="12253" extrusionOk="0">
                  <a:moveTo>
                    <a:pt x="2924" y="1"/>
                  </a:moveTo>
                  <a:cubicBezTo>
                    <a:pt x="2809" y="1"/>
                    <a:pt x="2720" y="81"/>
                    <a:pt x="2696" y="203"/>
                  </a:cubicBezTo>
                  <a:lnTo>
                    <a:pt x="29" y="11966"/>
                  </a:lnTo>
                  <a:cubicBezTo>
                    <a:pt x="1" y="12078"/>
                    <a:pt x="85" y="12219"/>
                    <a:pt x="225" y="12247"/>
                  </a:cubicBezTo>
                  <a:cubicBezTo>
                    <a:pt x="240" y="12250"/>
                    <a:pt x="255" y="12252"/>
                    <a:pt x="270" y="12252"/>
                  </a:cubicBezTo>
                  <a:cubicBezTo>
                    <a:pt x="372" y="12252"/>
                    <a:pt x="482" y="12173"/>
                    <a:pt x="506" y="12050"/>
                  </a:cubicBezTo>
                  <a:lnTo>
                    <a:pt x="3145" y="287"/>
                  </a:lnTo>
                  <a:cubicBezTo>
                    <a:pt x="3173" y="175"/>
                    <a:pt x="3089" y="34"/>
                    <a:pt x="2977" y="6"/>
                  </a:cubicBezTo>
                  <a:cubicBezTo>
                    <a:pt x="2959" y="3"/>
                    <a:pt x="2941" y="1"/>
                    <a:pt x="292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1322;p25">
              <a:extLst>
                <a:ext uri="{FF2B5EF4-FFF2-40B4-BE49-F238E27FC236}">
                  <a16:creationId xmlns:a16="http://schemas.microsoft.com/office/drawing/2014/main" id="{5FFB1E61-903E-1211-EEEC-FFC4640880DB}"/>
                </a:ext>
              </a:extLst>
            </p:cNvPr>
            <p:cNvSpPr/>
            <p:nvPr/>
          </p:nvSpPr>
          <p:spPr>
            <a:xfrm>
              <a:off x="4764525" y="2629475"/>
              <a:ext cx="126375" cy="225925"/>
            </a:xfrm>
            <a:custGeom>
              <a:avLst/>
              <a:gdLst/>
              <a:ahLst/>
              <a:cxnLst/>
              <a:rect l="l" t="t" r="r" b="b"/>
              <a:pathLst>
                <a:path w="5055" h="9037" extrusionOk="0">
                  <a:moveTo>
                    <a:pt x="4524" y="1"/>
                  </a:moveTo>
                  <a:cubicBezTo>
                    <a:pt x="4493" y="1"/>
                    <a:pt x="4464" y="35"/>
                    <a:pt x="4436" y="109"/>
                  </a:cubicBezTo>
                  <a:cubicBezTo>
                    <a:pt x="4212" y="699"/>
                    <a:pt x="4156" y="1541"/>
                    <a:pt x="4156" y="2215"/>
                  </a:cubicBezTo>
                  <a:cubicBezTo>
                    <a:pt x="4156" y="2888"/>
                    <a:pt x="3847" y="3253"/>
                    <a:pt x="3847" y="3253"/>
                  </a:cubicBezTo>
                  <a:cubicBezTo>
                    <a:pt x="3847" y="3253"/>
                    <a:pt x="2949" y="1288"/>
                    <a:pt x="2190" y="1232"/>
                  </a:cubicBezTo>
                  <a:cubicBezTo>
                    <a:pt x="2081" y="1220"/>
                    <a:pt x="1988" y="1214"/>
                    <a:pt x="1909" y="1214"/>
                  </a:cubicBezTo>
                  <a:cubicBezTo>
                    <a:pt x="1439" y="1214"/>
                    <a:pt x="1477" y="1417"/>
                    <a:pt x="1741" y="1681"/>
                  </a:cubicBezTo>
                  <a:cubicBezTo>
                    <a:pt x="2050" y="1990"/>
                    <a:pt x="2275" y="2130"/>
                    <a:pt x="2640" y="2804"/>
                  </a:cubicBezTo>
                  <a:cubicBezTo>
                    <a:pt x="3005" y="3478"/>
                    <a:pt x="3005" y="3703"/>
                    <a:pt x="3005" y="3703"/>
                  </a:cubicBezTo>
                  <a:cubicBezTo>
                    <a:pt x="3005" y="3703"/>
                    <a:pt x="1741" y="2271"/>
                    <a:pt x="1152" y="2271"/>
                  </a:cubicBezTo>
                  <a:cubicBezTo>
                    <a:pt x="534" y="2271"/>
                    <a:pt x="1" y="2580"/>
                    <a:pt x="394" y="2804"/>
                  </a:cubicBezTo>
                  <a:cubicBezTo>
                    <a:pt x="759" y="3029"/>
                    <a:pt x="1517" y="3169"/>
                    <a:pt x="1517" y="3169"/>
                  </a:cubicBezTo>
                  <a:lnTo>
                    <a:pt x="2050" y="4236"/>
                  </a:lnTo>
                  <a:cubicBezTo>
                    <a:pt x="2050" y="4236"/>
                    <a:pt x="1397" y="4009"/>
                    <a:pt x="889" y="4009"/>
                  </a:cubicBezTo>
                  <a:cubicBezTo>
                    <a:pt x="682" y="4009"/>
                    <a:pt x="499" y="4046"/>
                    <a:pt x="394" y="4152"/>
                  </a:cubicBezTo>
                  <a:cubicBezTo>
                    <a:pt x="1" y="4545"/>
                    <a:pt x="759" y="4685"/>
                    <a:pt x="759" y="4685"/>
                  </a:cubicBezTo>
                  <a:lnTo>
                    <a:pt x="1292" y="4769"/>
                  </a:lnTo>
                  <a:cubicBezTo>
                    <a:pt x="1292" y="4769"/>
                    <a:pt x="618" y="5892"/>
                    <a:pt x="618" y="6791"/>
                  </a:cubicBezTo>
                  <a:cubicBezTo>
                    <a:pt x="618" y="7689"/>
                    <a:pt x="843" y="9037"/>
                    <a:pt x="843" y="9037"/>
                  </a:cubicBezTo>
                  <a:lnTo>
                    <a:pt x="2949" y="8447"/>
                  </a:lnTo>
                  <a:cubicBezTo>
                    <a:pt x="2949" y="8447"/>
                    <a:pt x="3763" y="5949"/>
                    <a:pt x="4071" y="5219"/>
                  </a:cubicBezTo>
                  <a:cubicBezTo>
                    <a:pt x="4380" y="4461"/>
                    <a:pt x="5054" y="3618"/>
                    <a:pt x="5054" y="2664"/>
                  </a:cubicBezTo>
                  <a:cubicBezTo>
                    <a:pt x="5054" y="1799"/>
                    <a:pt x="4750" y="1"/>
                    <a:pt x="452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1323;p25">
              <a:extLst>
                <a:ext uri="{FF2B5EF4-FFF2-40B4-BE49-F238E27FC236}">
                  <a16:creationId xmlns:a16="http://schemas.microsoft.com/office/drawing/2014/main" id="{BF4AD86F-53F3-188C-6939-A2EEDAE6DEBD}"/>
                </a:ext>
              </a:extLst>
            </p:cNvPr>
            <p:cNvSpPr/>
            <p:nvPr/>
          </p:nvSpPr>
          <p:spPr>
            <a:xfrm>
              <a:off x="4765225" y="2623775"/>
              <a:ext cx="131275" cy="237525"/>
            </a:xfrm>
            <a:custGeom>
              <a:avLst/>
              <a:gdLst/>
              <a:ahLst/>
              <a:cxnLst/>
              <a:rect l="l" t="t" r="r" b="b"/>
              <a:pathLst>
                <a:path w="5251" h="9501" extrusionOk="0">
                  <a:moveTo>
                    <a:pt x="4522" y="799"/>
                  </a:moveTo>
                  <a:cubicBezTo>
                    <a:pt x="4575" y="1025"/>
                    <a:pt x="4624" y="1314"/>
                    <a:pt x="4661" y="1628"/>
                  </a:cubicBezTo>
                  <a:cubicBezTo>
                    <a:pt x="4745" y="2078"/>
                    <a:pt x="4773" y="2555"/>
                    <a:pt x="4773" y="2892"/>
                  </a:cubicBezTo>
                  <a:cubicBezTo>
                    <a:pt x="4773" y="3313"/>
                    <a:pt x="4633" y="3734"/>
                    <a:pt x="4437" y="4127"/>
                  </a:cubicBezTo>
                  <a:cubicBezTo>
                    <a:pt x="4240" y="4548"/>
                    <a:pt x="3987" y="4941"/>
                    <a:pt x="3819" y="5362"/>
                  </a:cubicBezTo>
                  <a:cubicBezTo>
                    <a:pt x="3549" y="6024"/>
                    <a:pt x="2895" y="7991"/>
                    <a:pt x="2733" y="8480"/>
                  </a:cubicBezTo>
                  <a:lnTo>
                    <a:pt x="2733" y="8480"/>
                  </a:lnTo>
                  <a:lnTo>
                    <a:pt x="1006" y="8970"/>
                  </a:lnTo>
                  <a:lnTo>
                    <a:pt x="1006" y="8970"/>
                  </a:lnTo>
                  <a:cubicBezTo>
                    <a:pt x="946" y="8532"/>
                    <a:pt x="815" y="7644"/>
                    <a:pt x="815" y="7019"/>
                  </a:cubicBezTo>
                  <a:cubicBezTo>
                    <a:pt x="815" y="6626"/>
                    <a:pt x="983" y="6120"/>
                    <a:pt x="1152" y="5755"/>
                  </a:cubicBezTo>
                  <a:cubicBezTo>
                    <a:pt x="1208" y="5559"/>
                    <a:pt x="1292" y="5390"/>
                    <a:pt x="1376" y="5278"/>
                  </a:cubicBezTo>
                  <a:cubicBezTo>
                    <a:pt x="1404" y="5222"/>
                    <a:pt x="1433" y="5194"/>
                    <a:pt x="1433" y="5138"/>
                  </a:cubicBezTo>
                  <a:lnTo>
                    <a:pt x="1461" y="5110"/>
                  </a:lnTo>
                  <a:cubicBezTo>
                    <a:pt x="1517" y="5025"/>
                    <a:pt x="1517" y="4969"/>
                    <a:pt x="1461" y="4885"/>
                  </a:cubicBezTo>
                  <a:cubicBezTo>
                    <a:pt x="1433" y="4801"/>
                    <a:pt x="1376" y="4773"/>
                    <a:pt x="1292" y="4745"/>
                  </a:cubicBezTo>
                  <a:lnTo>
                    <a:pt x="786" y="4691"/>
                  </a:lnTo>
                  <a:lnTo>
                    <a:pt x="786" y="4691"/>
                  </a:lnTo>
                  <a:lnTo>
                    <a:pt x="787" y="4689"/>
                  </a:lnTo>
                  <a:lnTo>
                    <a:pt x="759" y="4689"/>
                  </a:lnTo>
                  <a:cubicBezTo>
                    <a:pt x="731" y="4661"/>
                    <a:pt x="618" y="4632"/>
                    <a:pt x="562" y="4604"/>
                  </a:cubicBezTo>
                  <a:lnTo>
                    <a:pt x="512" y="4571"/>
                  </a:lnTo>
                  <a:lnTo>
                    <a:pt x="512" y="4571"/>
                  </a:lnTo>
                  <a:lnTo>
                    <a:pt x="534" y="4548"/>
                  </a:lnTo>
                  <a:cubicBezTo>
                    <a:pt x="534" y="4520"/>
                    <a:pt x="590" y="4520"/>
                    <a:pt x="646" y="4492"/>
                  </a:cubicBezTo>
                  <a:cubicBezTo>
                    <a:pt x="703" y="4464"/>
                    <a:pt x="787" y="4464"/>
                    <a:pt x="871" y="4464"/>
                  </a:cubicBezTo>
                  <a:cubicBezTo>
                    <a:pt x="1096" y="4464"/>
                    <a:pt x="1376" y="4520"/>
                    <a:pt x="1573" y="4576"/>
                  </a:cubicBezTo>
                  <a:cubicBezTo>
                    <a:pt x="1685" y="4604"/>
                    <a:pt x="1769" y="4632"/>
                    <a:pt x="1826" y="4661"/>
                  </a:cubicBezTo>
                  <a:lnTo>
                    <a:pt x="1910" y="4661"/>
                  </a:lnTo>
                  <a:lnTo>
                    <a:pt x="1938" y="4689"/>
                  </a:lnTo>
                  <a:cubicBezTo>
                    <a:pt x="1959" y="4696"/>
                    <a:pt x="1982" y="4699"/>
                    <a:pt x="2005" y="4699"/>
                  </a:cubicBezTo>
                  <a:cubicBezTo>
                    <a:pt x="2075" y="4699"/>
                    <a:pt x="2148" y="4668"/>
                    <a:pt x="2191" y="4604"/>
                  </a:cubicBezTo>
                  <a:cubicBezTo>
                    <a:pt x="2247" y="4548"/>
                    <a:pt x="2275" y="4436"/>
                    <a:pt x="2219" y="4352"/>
                  </a:cubicBezTo>
                  <a:lnTo>
                    <a:pt x="1685" y="3313"/>
                  </a:lnTo>
                  <a:cubicBezTo>
                    <a:pt x="1657" y="3229"/>
                    <a:pt x="1601" y="3201"/>
                    <a:pt x="1545" y="3173"/>
                  </a:cubicBezTo>
                  <a:cubicBezTo>
                    <a:pt x="1545" y="3173"/>
                    <a:pt x="1489" y="3173"/>
                    <a:pt x="1404" y="3144"/>
                  </a:cubicBezTo>
                  <a:cubicBezTo>
                    <a:pt x="1320" y="3116"/>
                    <a:pt x="1124" y="3088"/>
                    <a:pt x="955" y="3032"/>
                  </a:cubicBezTo>
                  <a:cubicBezTo>
                    <a:pt x="807" y="2983"/>
                    <a:pt x="637" y="2912"/>
                    <a:pt x="522" y="2857"/>
                  </a:cubicBezTo>
                  <a:lnTo>
                    <a:pt x="522" y="2857"/>
                  </a:lnTo>
                  <a:cubicBezTo>
                    <a:pt x="560" y="2838"/>
                    <a:pt x="612" y="2820"/>
                    <a:pt x="675" y="2808"/>
                  </a:cubicBezTo>
                  <a:cubicBezTo>
                    <a:pt x="787" y="2780"/>
                    <a:pt x="955" y="2751"/>
                    <a:pt x="1124" y="2751"/>
                  </a:cubicBezTo>
                  <a:cubicBezTo>
                    <a:pt x="1131" y="2748"/>
                    <a:pt x="1140" y="2746"/>
                    <a:pt x="1151" y="2746"/>
                  </a:cubicBezTo>
                  <a:cubicBezTo>
                    <a:pt x="1224" y="2746"/>
                    <a:pt x="1370" y="2822"/>
                    <a:pt x="1517" y="2920"/>
                  </a:cubicBezTo>
                  <a:cubicBezTo>
                    <a:pt x="1826" y="3116"/>
                    <a:pt x="2134" y="3397"/>
                    <a:pt x="2387" y="3650"/>
                  </a:cubicBezTo>
                  <a:cubicBezTo>
                    <a:pt x="2527" y="3762"/>
                    <a:pt x="2612" y="3874"/>
                    <a:pt x="2696" y="3959"/>
                  </a:cubicBezTo>
                  <a:cubicBezTo>
                    <a:pt x="2780" y="4043"/>
                    <a:pt x="2808" y="4099"/>
                    <a:pt x="2808" y="4099"/>
                  </a:cubicBezTo>
                  <a:cubicBezTo>
                    <a:pt x="2870" y="4140"/>
                    <a:pt x="2932" y="4166"/>
                    <a:pt x="2993" y="4166"/>
                  </a:cubicBezTo>
                  <a:cubicBezTo>
                    <a:pt x="3016" y="4166"/>
                    <a:pt x="3038" y="4163"/>
                    <a:pt x="3061" y="4155"/>
                  </a:cubicBezTo>
                  <a:cubicBezTo>
                    <a:pt x="3173" y="4127"/>
                    <a:pt x="3229" y="4043"/>
                    <a:pt x="3229" y="3931"/>
                  </a:cubicBezTo>
                  <a:cubicBezTo>
                    <a:pt x="3229" y="3874"/>
                    <a:pt x="3201" y="3622"/>
                    <a:pt x="2808" y="2920"/>
                  </a:cubicBezTo>
                  <a:cubicBezTo>
                    <a:pt x="2443" y="2218"/>
                    <a:pt x="2162" y="2021"/>
                    <a:pt x="1882" y="1741"/>
                  </a:cubicBezTo>
                  <a:cubicBezTo>
                    <a:pt x="1859" y="1718"/>
                    <a:pt x="1841" y="1700"/>
                    <a:pt x="1826" y="1685"/>
                  </a:cubicBezTo>
                  <a:lnTo>
                    <a:pt x="2134" y="1685"/>
                  </a:lnTo>
                  <a:cubicBezTo>
                    <a:pt x="2219" y="1685"/>
                    <a:pt x="2387" y="1797"/>
                    <a:pt x="2584" y="1965"/>
                  </a:cubicBezTo>
                  <a:cubicBezTo>
                    <a:pt x="2836" y="2218"/>
                    <a:pt x="3089" y="2639"/>
                    <a:pt x="3285" y="2976"/>
                  </a:cubicBezTo>
                  <a:cubicBezTo>
                    <a:pt x="3398" y="3144"/>
                    <a:pt x="3454" y="3285"/>
                    <a:pt x="3510" y="3397"/>
                  </a:cubicBezTo>
                  <a:cubicBezTo>
                    <a:pt x="3538" y="3453"/>
                    <a:pt x="3566" y="3509"/>
                    <a:pt x="3594" y="3538"/>
                  </a:cubicBezTo>
                  <a:lnTo>
                    <a:pt x="3594" y="3594"/>
                  </a:lnTo>
                  <a:cubicBezTo>
                    <a:pt x="3650" y="3650"/>
                    <a:pt x="3707" y="3706"/>
                    <a:pt x="3791" y="3706"/>
                  </a:cubicBezTo>
                  <a:cubicBezTo>
                    <a:pt x="3812" y="3713"/>
                    <a:pt x="3833" y="3717"/>
                    <a:pt x="3853" y="3717"/>
                  </a:cubicBezTo>
                  <a:cubicBezTo>
                    <a:pt x="3914" y="3717"/>
                    <a:pt x="3966" y="3685"/>
                    <a:pt x="3987" y="3622"/>
                  </a:cubicBezTo>
                  <a:cubicBezTo>
                    <a:pt x="4015" y="3594"/>
                    <a:pt x="4352" y="3173"/>
                    <a:pt x="4352" y="2443"/>
                  </a:cubicBezTo>
                  <a:cubicBezTo>
                    <a:pt x="4352" y="1913"/>
                    <a:pt x="4404" y="1298"/>
                    <a:pt x="4522" y="799"/>
                  </a:cubicBezTo>
                  <a:close/>
                  <a:moveTo>
                    <a:pt x="4493" y="0"/>
                  </a:moveTo>
                  <a:cubicBezTo>
                    <a:pt x="4408" y="0"/>
                    <a:pt x="4324" y="56"/>
                    <a:pt x="4268" y="112"/>
                  </a:cubicBezTo>
                  <a:cubicBezTo>
                    <a:pt x="4240" y="140"/>
                    <a:pt x="4212" y="197"/>
                    <a:pt x="4184" y="253"/>
                  </a:cubicBezTo>
                  <a:lnTo>
                    <a:pt x="4212" y="253"/>
                  </a:lnTo>
                  <a:cubicBezTo>
                    <a:pt x="3959" y="899"/>
                    <a:pt x="3875" y="1741"/>
                    <a:pt x="3875" y="2443"/>
                  </a:cubicBezTo>
                  <a:cubicBezTo>
                    <a:pt x="3875" y="2639"/>
                    <a:pt x="3847" y="2823"/>
                    <a:pt x="3812" y="2963"/>
                  </a:cubicBezTo>
                  <a:lnTo>
                    <a:pt x="3812" y="2963"/>
                  </a:lnTo>
                  <a:cubicBezTo>
                    <a:pt x="3723" y="2789"/>
                    <a:pt x="3610" y="2579"/>
                    <a:pt x="3482" y="2358"/>
                  </a:cubicBezTo>
                  <a:cubicBezTo>
                    <a:pt x="3314" y="2106"/>
                    <a:pt x="3117" y="1853"/>
                    <a:pt x="2892" y="1628"/>
                  </a:cubicBezTo>
                  <a:cubicBezTo>
                    <a:pt x="2696" y="1432"/>
                    <a:pt x="2471" y="1263"/>
                    <a:pt x="2191" y="1235"/>
                  </a:cubicBezTo>
                  <a:cubicBezTo>
                    <a:pt x="2078" y="1207"/>
                    <a:pt x="1994" y="1207"/>
                    <a:pt x="1910" y="1207"/>
                  </a:cubicBezTo>
                  <a:cubicBezTo>
                    <a:pt x="1741" y="1207"/>
                    <a:pt x="1629" y="1207"/>
                    <a:pt x="1517" y="1263"/>
                  </a:cubicBezTo>
                  <a:cubicBezTo>
                    <a:pt x="1461" y="1292"/>
                    <a:pt x="1404" y="1348"/>
                    <a:pt x="1348" y="1404"/>
                  </a:cubicBezTo>
                  <a:cubicBezTo>
                    <a:pt x="1320" y="1460"/>
                    <a:pt x="1292" y="1544"/>
                    <a:pt x="1292" y="1600"/>
                  </a:cubicBezTo>
                  <a:cubicBezTo>
                    <a:pt x="1292" y="1713"/>
                    <a:pt x="1320" y="1797"/>
                    <a:pt x="1376" y="1853"/>
                  </a:cubicBezTo>
                  <a:cubicBezTo>
                    <a:pt x="1433" y="1937"/>
                    <a:pt x="1489" y="1993"/>
                    <a:pt x="1545" y="2078"/>
                  </a:cubicBezTo>
                  <a:cubicBezTo>
                    <a:pt x="1814" y="2347"/>
                    <a:pt x="1997" y="2466"/>
                    <a:pt x="2281" y="2919"/>
                  </a:cubicBezTo>
                  <a:lnTo>
                    <a:pt x="2281" y="2919"/>
                  </a:lnTo>
                  <a:cubicBezTo>
                    <a:pt x="2112" y="2772"/>
                    <a:pt x="1947" y="2633"/>
                    <a:pt x="1798" y="2527"/>
                  </a:cubicBezTo>
                  <a:cubicBezTo>
                    <a:pt x="1573" y="2386"/>
                    <a:pt x="1348" y="2274"/>
                    <a:pt x="1124" y="2274"/>
                  </a:cubicBezTo>
                  <a:cubicBezTo>
                    <a:pt x="843" y="2274"/>
                    <a:pt x="618" y="2330"/>
                    <a:pt x="422" y="2415"/>
                  </a:cubicBezTo>
                  <a:cubicBezTo>
                    <a:pt x="310" y="2443"/>
                    <a:pt x="225" y="2499"/>
                    <a:pt x="141" y="2555"/>
                  </a:cubicBezTo>
                  <a:cubicBezTo>
                    <a:pt x="85" y="2639"/>
                    <a:pt x="1" y="2723"/>
                    <a:pt x="1" y="2864"/>
                  </a:cubicBezTo>
                  <a:cubicBezTo>
                    <a:pt x="1" y="2948"/>
                    <a:pt x="29" y="3032"/>
                    <a:pt x="85" y="3088"/>
                  </a:cubicBezTo>
                  <a:cubicBezTo>
                    <a:pt x="113" y="3144"/>
                    <a:pt x="169" y="3201"/>
                    <a:pt x="253" y="3229"/>
                  </a:cubicBezTo>
                  <a:cubicBezTo>
                    <a:pt x="478" y="3369"/>
                    <a:pt x="759" y="3453"/>
                    <a:pt x="1011" y="3538"/>
                  </a:cubicBezTo>
                  <a:cubicBezTo>
                    <a:pt x="1145" y="3571"/>
                    <a:pt x="1269" y="3604"/>
                    <a:pt x="1347" y="3626"/>
                  </a:cubicBezTo>
                  <a:lnTo>
                    <a:pt x="1347" y="3626"/>
                  </a:lnTo>
                  <a:lnTo>
                    <a:pt x="1572" y="4101"/>
                  </a:lnTo>
                  <a:lnTo>
                    <a:pt x="1572" y="4101"/>
                  </a:lnTo>
                  <a:cubicBezTo>
                    <a:pt x="1360" y="4055"/>
                    <a:pt x="1108" y="4015"/>
                    <a:pt x="871" y="4015"/>
                  </a:cubicBezTo>
                  <a:cubicBezTo>
                    <a:pt x="759" y="4015"/>
                    <a:pt x="618" y="4015"/>
                    <a:pt x="506" y="4043"/>
                  </a:cubicBezTo>
                  <a:cubicBezTo>
                    <a:pt x="394" y="4071"/>
                    <a:pt x="281" y="4127"/>
                    <a:pt x="197" y="4211"/>
                  </a:cubicBezTo>
                  <a:cubicBezTo>
                    <a:pt x="85" y="4324"/>
                    <a:pt x="29" y="4436"/>
                    <a:pt x="29" y="4576"/>
                  </a:cubicBezTo>
                  <a:cubicBezTo>
                    <a:pt x="29" y="4717"/>
                    <a:pt x="85" y="4829"/>
                    <a:pt x="169" y="4913"/>
                  </a:cubicBezTo>
                  <a:cubicBezTo>
                    <a:pt x="281" y="4997"/>
                    <a:pt x="422" y="5054"/>
                    <a:pt x="506" y="5082"/>
                  </a:cubicBezTo>
                  <a:cubicBezTo>
                    <a:pt x="618" y="5110"/>
                    <a:pt x="675" y="5138"/>
                    <a:pt x="703" y="5138"/>
                  </a:cubicBezTo>
                  <a:lnTo>
                    <a:pt x="894" y="5168"/>
                  </a:lnTo>
                  <a:lnTo>
                    <a:pt x="894" y="5168"/>
                  </a:lnTo>
                  <a:cubicBezTo>
                    <a:pt x="834" y="5277"/>
                    <a:pt x="766" y="5410"/>
                    <a:pt x="703" y="5559"/>
                  </a:cubicBezTo>
                  <a:cubicBezTo>
                    <a:pt x="534" y="5980"/>
                    <a:pt x="366" y="6513"/>
                    <a:pt x="366" y="7019"/>
                  </a:cubicBezTo>
                  <a:cubicBezTo>
                    <a:pt x="366" y="7945"/>
                    <a:pt x="590" y="9293"/>
                    <a:pt x="590" y="9293"/>
                  </a:cubicBezTo>
                  <a:cubicBezTo>
                    <a:pt x="590" y="9377"/>
                    <a:pt x="618" y="9433"/>
                    <a:pt x="675" y="9461"/>
                  </a:cubicBezTo>
                  <a:cubicBezTo>
                    <a:pt x="714" y="9481"/>
                    <a:pt x="768" y="9501"/>
                    <a:pt x="816" y="9501"/>
                  </a:cubicBezTo>
                  <a:cubicBezTo>
                    <a:pt x="836" y="9501"/>
                    <a:pt x="855" y="9498"/>
                    <a:pt x="871" y="9489"/>
                  </a:cubicBezTo>
                  <a:lnTo>
                    <a:pt x="2977" y="8900"/>
                  </a:lnTo>
                  <a:cubicBezTo>
                    <a:pt x="3061" y="8872"/>
                    <a:pt x="3117" y="8816"/>
                    <a:pt x="3145" y="8731"/>
                  </a:cubicBezTo>
                  <a:cubicBezTo>
                    <a:pt x="3145" y="8731"/>
                    <a:pt x="3342" y="8114"/>
                    <a:pt x="3594" y="7412"/>
                  </a:cubicBezTo>
                  <a:cubicBezTo>
                    <a:pt x="3819" y="6710"/>
                    <a:pt x="4100" y="5896"/>
                    <a:pt x="4268" y="5531"/>
                  </a:cubicBezTo>
                  <a:cubicBezTo>
                    <a:pt x="4408" y="5166"/>
                    <a:pt x="4633" y="4773"/>
                    <a:pt x="4858" y="4352"/>
                  </a:cubicBezTo>
                  <a:cubicBezTo>
                    <a:pt x="5054" y="3903"/>
                    <a:pt x="5251" y="3425"/>
                    <a:pt x="5251" y="2892"/>
                  </a:cubicBezTo>
                  <a:cubicBezTo>
                    <a:pt x="5251" y="2415"/>
                    <a:pt x="5166" y="1769"/>
                    <a:pt x="5082" y="1179"/>
                  </a:cubicBezTo>
                  <a:cubicBezTo>
                    <a:pt x="5026" y="899"/>
                    <a:pt x="4970" y="646"/>
                    <a:pt x="4886" y="449"/>
                  </a:cubicBezTo>
                  <a:cubicBezTo>
                    <a:pt x="4858" y="337"/>
                    <a:pt x="4830" y="253"/>
                    <a:pt x="4802" y="197"/>
                  </a:cubicBezTo>
                  <a:lnTo>
                    <a:pt x="4717" y="84"/>
                  </a:lnTo>
                  <a:cubicBezTo>
                    <a:pt x="4661" y="28"/>
                    <a:pt x="4605" y="0"/>
                    <a:pt x="4493"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1324;p25">
              <a:extLst>
                <a:ext uri="{FF2B5EF4-FFF2-40B4-BE49-F238E27FC236}">
                  <a16:creationId xmlns:a16="http://schemas.microsoft.com/office/drawing/2014/main" id="{919C3CDE-817F-83C3-EF88-30EE7081DF57}"/>
                </a:ext>
              </a:extLst>
            </p:cNvPr>
            <p:cNvSpPr/>
            <p:nvPr/>
          </p:nvSpPr>
          <p:spPr>
            <a:xfrm>
              <a:off x="4805950" y="2688050"/>
              <a:ext cx="101775" cy="120325"/>
            </a:xfrm>
            <a:custGeom>
              <a:avLst/>
              <a:gdLst/>
              <a:ahLst/>
              <a:cxnLst/>
              <a:rect l="l" t="t" r="r" b="b"/>
              <a:pathLst>
                <a:path w="4071" h="4813" extrusionOk="0">
                  <a:moveTo>
                    <a:pt x="3496" y="0"/>
                  </a:moveTo>
                  <a:cubicBezTo>
                    <a:pt x="3202" y="0"/>
                    <a:pt x="2918" y="706"/>
                    <a:pt x="2499" y="1219"/>
                  </a:cubicBezTo>
                  <a:cubicBezTo>
                    <a:pt x="1965" y="1809"/>
                    <a:pt x="1067" y="2202"/>
                    <a:pt x="674" y="2791"/>
                  </a:cubicBezTo>
                  <a:cubicBezTo>
                    <a:pt x="309" y="3381"/>
                    <a:pt x="0" y="4813"/>
                    <a:pt x="0" y="4813"/>
                  </a:cubicBezTo>
                  <a:lnTo>
                    <a:pt x="1656" y="4757"/>
                  </a:lnTo>
                  <a:cubicBezTo>
                    <a:pt x="1741" y="3549"/>
                    <a:pt x="3004" y="2202"/>
                    <a:pt x="3397" y="1668"/>
                  </a:cubicBezTo>
                  <a:cubicBezTo>
                    <a:pt x="3762" y="1135"/>
                    <a:pt x="4071" y="461"/>
                    <a:pt x="3678" y="96"/>
                  </a:cubicBezTo>
                  <a:cubicBezTo>
                    <a:pt x="3616" y="30"/>
                    <a:pt x="3556" y="0"/>
                    <a:pt x="34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1325;p25">
              <a:extLst>
                <a:ext uri="{FF2B5EF4-FFF2-40B4-BE49-F238E27FC236}">
                  <a16:creationId xmlns:a16="http://schemas.microsoft.com/office/drawing/2014/main" id="{FA6BD726-B14E-1C46-4CD9-12EC9833E300}"/>
                </a:ext>
              </a:extLst>
            </p:cNvPr>
            <p:cNvSpPr/>
            <p:nvPr/>
          </p:nvSpPr>
          <p:spPr>
            <a:xfrm>
              <a:off x="4799625" y="2682025"/>
              <a:ext cx="108800" cy="132100"/>
            </a:xfrm>
            <a:custGeom>
              <a:avLst/>
              <a:gdLst/>
              <a:ahLst/>
              <a:cxnLst/>
              <a:rect l="l" t="t" r="r" b="b"/>
              <a:pathLst>
                <a:path w="4352" h="5284" extrusionOk="0">
                  <a:moveTo>
                    <a:pt x="3762" y="0"/>
                  </a:moveTo>
                  <a:cubicBezTo>
                    <a:pt x="3678" y="0"/>
                    <a:pt x="3594" y="28"/>
                    <a:pt x="3538" y="56"/>
                  </a:cubicBezTo>
                  <a:cubicBezTo>
                    <a:pt x="3426" y="141"/>
                    <a:pt x="3341" y="225"/>
                    <a:pt x="3257" y="309"/>
                  </a:cubicBezTo>
                  <a:cubicBezTo>
                    <a:pt x="3032" y="590"/>
                    <a:pt x="2836" y="1011"/>
                    <a:pt x="2555" y="1292"/>
                  </a:cubicBezTo>
                  <a:cubicBezTo>
                    <a:pt x="2331" y="1573"/>
                    <a:pt x="1994" y="1797"/>
                    <a:pt x="1657" y="2050"/>
                  </a:cubicBezTo>
                  <a:cubicBezTo>
                    <a:pt x="1292" y="2302"/>
                    <a:pt x="955" y="2555"/>
                    <a:pt x="730" y="2920"/>
                  </a:cubicBezTo>
                  <a:cubicBezTo>
                    <a:pt x="534" y="3257"/>
                    <a:pt x="365" y="3762"/>
                    <a:pt x="225" y="4212"/>
                  </a:cubicBezTo>
                  <a:cubicBezTo>
                    <a:pt x="113" y="4661"/>
                    <a:pt x="28" y="4998"/>
                    <a:pt x="28" y="4998"/>
                  </a:cubicBezTo>
                  <a:cubicBezTo>
                    <a:pt x="0" y="5138"/>
                    <a:pt x="85" y="5250"/>
                    <a:pt x="225" y="5278"/>
                  </a:cubicBezTo>
                  <a:cubicBezTo>
                    <a:pt x="240" y="5282"/>
                    <a:pt x="255" y="5284"/>
                    <a:pt x="270" y="5284"/>
                  </a:cubicBezTo>
                  <a:cubicBezTo>
                    <a:pt x="372" y="5284"/>
                    <a:pt x="478" y="5207"/>
                    <a:pt x="478" y="5110"/>
                  </a:cubicBezTo>
                  <a:cubicBezTo>
                    <a:pt x="478" y="5110"/>
                    <a:pt x="506" y="5026"/>
                    <a:pt x="534" y="4885"/>
                  </a:cubicBezTo>
                  <a:cubicBezTo>
                    <a:pt x="590" y="4661"/>
                    <a:pt x="674" y="4352"/>
                    <a:pt x="786" y="4015"/>
                  </a:cubicBezTo>
                  <a:cubicBezTo>
                    <a:pt x="899" y="3678"/>
                    <a:pt x="1011" y="3341"/>
                    <a:pt x="1123" y="3145"/>
                  </a:cubicBezTo>
                  <a:cubicBezTo>
                    <a:pt x="1292" y="2920"/>
                    <a:pt x="1573" y="2667"/>
                    <a:pt x="1909" y="2443"/>
                  </a:cubicBezTo>
                  <a:cubicBezTo>
                    <a:pt x="2246" y="2190"/>
                    <a:pt x="2639" y="1937"/>
                    <a:pt x="2920" y="1601"/>
                  </a:cubicBezTo>
                  <a:cubicBezTo>
                    <a:pt x="3145" y="1348"/>
                    <a:pt x="3341" y="1011"/>
                    <a:pt x="3510" y="786"/>
                  </a:cubicBezTo>
                  <a:cubicBezTo>
                    <a:pt x="3566" y="674"/>
                    <a:pt x="3650" y="590"/>
                    <a:pt x="3706" y="534"/>
                  </a:cubicBezTo>
                  <a:lnTo>
                    <a:pt x="3762" y="478"/>
                  </a:lnTo>
                  <a:lnTo>
                    <a:pt x="3790" y="506"/>
                  </a:lnTo>
                  <a:cubicBezTo>
                    <a:pt x="3847" y="562"/>
                    <a:pt x="3875" y="646"/>
                    <a:pt x="3875" y="758"/>
                  </a:cubicBezTo>
                  <a:cubicBezTo>
                    <a:pt x="3875" y="1039"/>
                    <a:pt x="3706" y="1432"/>
                    <a:pt x="3454" y="1769"/>
                  </a:cubicBezTo>
                  <a:cubicBezTo>
                    <a:pt x="3285" y="2022"/>
                    <a:pt x="2864" y="2499"/>
                    <a:pt x="2471" y="3060"/>
                  </a:cubicBezTo>
                  <a:cubicBezTo>
                    <a:pt x="2078" y="3622"/>
                    <a:pt x="1713" y="4296"/>
                    <a:pt x="1685" y="4970"/>
                  </a:cubicBezTo>
                  <a:cubicBezTo>
                    <a:pt x="1685" y="5110"/>
                    <a:pt x="1769" y="5222"/>
                    <a:pt x="1909" y="5222"/>
                  </a:cubicBezTo>
                  <a:cubicBezTo>
                    <a:pt x="2022" y="5222"/>
                    <a:pt x="2134" y="5138"/>
                    <a:pt x="2134" y="4998"/>
                  </a:cubicBezTo>
                  <a:cubicBezTo>
                    <a:pt x="2190" y="4464"/>
                    <a:pt x="2499" y="3847"/>
                    <a:pt x="2864" y="3313"/>
                  </a:cubicBezTo>
                  <a:cubicBezTo>
                    <a:pt x="3229" y="2780"/>
                    <a:pt x="3622" y="2331"/>
                    <a:pt x="3819" y="2050"/>
                  </a:cubicBezTo>
                  <a:cubicBezTo>
                    <a:pt x="4099" y="1657"/>
                    <a:pt x="4352" y="1208"/>
                    <a:pt x="4352" y="758"/>
                  </a:cubicBezTo>
                  <a:cubicBezTo>
                    <a:pt x="4352" y="562"/>
                    <a:pt x="4268" y="337"/>
                    <a:pt x="4099" y="169"/>
                  </a:cubicBezTo>
                  <a:cubicBezTo>
                    <a:pt x="4015" y="85"/>
                    <a:pt x="3903" y="0"/>
                    <a:pt x="3762"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1326;p25">
              <a:extLst>
                <a:ext uri="{FF2B5EF4-FFF2-40B4-BE49-F238E27FC236}">
                  <a16:creationId xmlns:a16="http://schemas.microsoft.com/office/drawing/2014/main" id="{EE0C471F-8EE6-5D2E-1D59-C5FC2C3C24E7}"/>
                </a:ext>
              </a:extLst>
            </p:cNvPr>
            <p:cNvSpPr/>
            <p:nvPr/>
          </p:nvSpPr>
          <p:spPr>
            <a:xfrm>
              <a:off x="4770150" y="2830675"/>
              <a:ext cx="77225" cy="73875"/>
            </a:xfrm>
            <a:custGeom>
              <a:avLst/>
              <a:gdLst/>
              <a:ahLst/>
              <a:cxnLst/>
              <a:rect l="l" t="t" r="r" b="b"/>
              <a:pathLst>
                <a:path w="3089" h="2955" extrusionOk="0">
                  <a:moveTo>
                    <a:pt x="1536" y="0"/>
                  </a:moveTo>
                  <a:cubicBezTo>
                    <a:pt x="677" y="0"/>
                    <a:pt x="169" y="315"/>
                    <a:pt x="169" y="315"/>
                  </a:cubicBezTo>
                  <a:lnTo>
                    <a:pt x="0" y="2561"/>
                  </a:lnTo>
                  <a:lnTo>
                    <a:pt x="3088" y="2954"/>
                  </a:lnTo>
                  <a:lnTo>
                    <a:pt x="3032" y="455"/>
                  </a:lnTo>
                  <a:cubicBezTo>
                    <a:pt x="3032" y="455"/>
                    <a:pt x="2724" y="90"/>
                    <a:pt x="1741" y="6"/>
                  </a:cubicBezTo>
                  <a:cubicBezTo>
                    <a:pt x="1671" y="2"/>
                    <a:pt x="1603" y="0"/>
                    <a:pt x="1536"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1327;p25">
              <a:extLst>
                <a:ext uri="{FF2B5EF4-FFF2-40B4-BE49-F238E27FC236}">
                  <a16:creationId xmlns:a16="http://schemas.microsoft.com/office/drawing/2014/main" id="{A186C2E4-C088-1EDB-6851-59D1E9B61305}"/>
                </a:ext>
              </a:extLst>
            </p:cNvPr>
            <p:cNvSpPr/>
            <p:nvPr/>
          </p:nvSpPr>
          <p:spPr>
            <a:xfrm>
              <a:off x="4764525" y="2825200"/>
              <a:ext cx="89175" cy="84950"/>
            </a:xfrm>
            <a:custGeom>
              <a:avLst/>
              <a:gdLst/>
              <a:ahLst/>
              <a:cxnLst/>
              <a:rect l="l" t="t" r="r" b="b"/>
              <a:pathLst>
                <a:path w="3567" h="3398" extrusionOk="0">
                  <a:moveTo>
                    <a:pt x="1713" y="450"/>
                  </a:moveTo>
                  <a:cubicBezTo>
                    <a:pt x="1797" y="450"/>
                    <a:pt x="1854" y="450"/>
                    <a:pt x="1938" y="478"/>
                  </a:cubicBezTo>
                  <a:cubicBezTo>
                    <a:pt x="2415" y="506"/>
                    <a:pt x="2696" y="618"/>
                    <a:pt x="2864" y="702"/>
                  </a:cubicBezTo>
                  <a:cubicBezTo>
                    <a:pt x="2929" y="724"/>
                    <a:pt x="2976" y="762"/>
                    <a:pt x="3008" y="791"/>
                  </a:cubicBezTo>
                  <a:lnTo>
                    <a:pt x="3008" y="791"/>
                  </a:lnTo>
                  <a:lnTo>
                    <a:pt x="3089" y="2892"/>
                  </a:lnTo>
                  <a:lnTo>
                    <a:pt x="3089" y="2892"/>
                  </a:lnTo>
                  <a:lnTo>
                    <a:pt x="492" y="2584"/>
                  </a:lnTo>
                  <a:lnTo>
                    <a:pt x="492" y="2584"/>
                  </a:lnTo>
                  <a:lnTo>
                    <a:pt x="611" y="676"/>
                  </a:lnTo>
                  <a:lnTo>
                    <a:pt x="611" y="676"/>
                  </a:lnTo>
                  <a:cubicBezTo>
                    <a:pt x="786" y="594"/>
                    <a:pt x="1170" y="450"/>
                    <a:pt x="1713" y="450"/>
                  </a:cubicBezTo>
                  <a:close/>
                  <a:moveTo>
                    <a:pt x="1713" y="1"/>
                  </a:moveTo>
                  <a:cubicBezTo>
                    <a:pt x="815" y="1"/>
                    <a:pt x="281" y="309"/>
                    <a:pt x="253" y="337"/>
                  </a:cubicBezTo>
                  <a:cubicBezTo>
                    <a:pt x="197" y="366"/>
                    <a:pt x="169" y="450"/>
                    <a:pt x="169" y="506"/>
                  </a:cubicBezTo>
                  <a:lnTo>
                    <a:pt x="1" y="2780"/>
                  </a:lnTo>
                  <a:cubicBezTo>
                    <a:pt x="1" y="2892"/>
                    <a:pt x="85" y="3005"/>
                    <a:pt x="197" y="3033"/>
                  </a:cubicBezTo>
                  <a:lnTo>
                    <a:pt x="3285" y="3398"/>
                  </a:lnTo>
                  <a:cubicBezTo>
                    <a:pt x="3370" y="3398"/>
                    <a:pt x="3426" y="3370"/>
                    <a:pt x="3482" y="3341"/>
                  </a:cubicBezTo>
                  <a:cubicBezTo>
                    <a:pt x="3538" y="3285"/>
                    <a:pt x="3566" y="3229"/>
                    <a:pt x="3538" y="3145"/>
                  </a:cubicBezTo>
                  <a:lnTo>
                    <a:pt x="3482" y="674"/>
                  </a:lnTo>
                  <a:cubicBezTo>
                    <a:pt x="3482" y="618"/>
                    <a:pt x="3454" y="590"/>
                    <a:pt x="3426" y="534"/>
                  </a:cubicBezTo>
                  <a:cubicBezTo>
                    <a:pt x="3398" y="478"/>
                    <a:pt x="3005" y="85"/>
                    <a:pt x="1994"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1328;p25">
              <a:extLst>
                <a:ext uri="{FF2B5EF4-FFF2-40B4-BE49-F238E27FC236}">
                  <a16:creationId xmlns:a16="http://schemas.microsoft.com/office/drawing/2014/main" id="{00743DA8-469F-A882-C5A0-B6D32D21CC9C}"/>
                </a:ext>
              </a:extLst>
            </p:cNvPr>
            <p:cNvSpPr/>
            <p:nvPr/>
          </p:nvSpPr>
          <p:spPr>
            <a:xfrm>
              <a:off x="3826125" y="2811350"/>
              <a:ext cx="1043000" cy="918300"/>
            </a:xfrm>
            <a:custGeom>
              <a:avLst/>
              <a:gdLst/>
              <a:ahLst/>
              <a:cxnLst/>
              <a:rect l="l" t="t" r="r" b="b"/>
              <a:pathLst>
                <a:path w="41720" h="36732" extrusionOk="0">
                  <a:moveTo>
                    <a:pt x="20826" y="0"/>
                  </a:moveTo>
                  <a:cubicBezTo>
                    <a:pt x="19951" y="0"/>
                    <a:pt x="19026" y="75"/>
                    <a:pt x="18109" y="274"/>
                  </a:cubicBezTo>
                  <a:cubicBezTo>
                    <a:pt x="14347" y="1116"/>
                    <a:pt x="12157" y="2127"/>
                    <a:pt x="10248" y="3222"/>
                  </a:cubicBezTo>
                  <a:cubicBezTo>
                    <a:pt x="8339" y="4317"/>
                    <a:pt x="4577" y="5327"/>
                    <a:pt x="3931" y="6675"/>
                  </a:cubicBezTo>
                  <a:cubicBezTo>
                    <a:pt x="3285" y="7994"/>
                    <a:pt x="1011" y="22172"/>
                    <a:pt x="478" y="24025"/>
                  </a:cubicBezTo>
                  <a:cubicBezTo>
                    <a:pt x="338" y="24558"/>
                    <a:pt x="169" y="25148"/>
                    <a:pt x="1" y="25766"/>
                  </a:cubicBezTo>
                  <a:cubicBezTo>
                    <a:pt x="57" y="25990"/>
                    <a:pt x="141" y="26383"/>
                    <a:pt x="310" y="26776"/>
                  </a:cubicBezTo>
                  <a:lnTo>
                    <a:pt x="5054" y="27562"/>
                  </a:lnTo>
                  <a:cubicBezTo>
                    <a:pt x="5307" y="27338"/>
                    <a:pt x="5391" y="27141"/>
                    <a:pt x="5391" y="27141"/>
                  </a:cubicBezTo>
                  <a:cubicBezTo>
                    <a:pt x="5391" y="27141"/>
                    <a:pt x="5419" y="27198"/>
                    <a:pt x="5419" y="27282"/>
                  </a:cubicBezTo>
                  <a:cubicBezTo>
                    <a:pt x="5924" y="25878"/>
                    <a:pt x="6739" y="23829"/>
                    <a:pt x="6739" y="23829"/>
                  </a:cubicBezTo>
                  <a:cubicBezTo>
                    <a:pt x="6739" y="23829"/>
                    <a:pt x="6991" y="33402"/>
                    <a:pt x="7834" y="34441"/>
                  </a:cubicBezTo>
                  <a:cubicBezTo>
                    <a:pt x="8479" y="35227"/>
                    <a:pt x="9715" y="35451"/>
                    <a:pt x="10641" y="35648"/>
                  </a:cubicBezTo>
                  <a:cubicBezTo>
                    <a:pt x="11904" y="35901"/>
                    <a:pt x="13168" y="36181"/>
                    <a:pt x="14431" y="36350"/>
                  </a:cubicBezTo>
                  <a:cubicBezTo>
                    <a:pt x="16266" y="36619"/>
                    <a:pt x="18100" y="36732"/>
                    <a:pt x="19933" y="36732"/>
                  </a:cubicBezTo>
                  <a:cubicBezTo>
                    <a:pt x="22503" y="36732"/>
                    <a:pt x="25070" y="36509"/>
                    <a:pt x="27626" y="36181"/>
                  </a:cubicBezTo>
                  <a:cubicBezTo>
                    <a:pt x="28918" y="36013"/>
                    <a:pt x="31023" y="36097"/>
                    <a:pt x="31950" y="35002"/>
                  </a:cubicBezTo>
                  <a:cubicBezTo>
                    <a:pt x="32652" y="34188"/>
                    <a:pt x="32652" y="33149"/>
                    <a:pt x="32652" y="32897"/>
                  </a:cubicBezTo>
                  <a:cubicBezTo>
                    <a:pt x="32652" y="32644"/>
                    <a:pt x="33157" y="21976"/>
                    <a:pt x="33157" y="21976"/>
                  </a:cubicBezTo>
                  <a:cubicBezTo>
                    <a:pt x="33157" y="21976"/>
                    <a:pt x="38476" y="25938"/>
                    <a:pt x="39749" y="25938"/>
                  </a:cubicBezTo>
                  <a:cubicBezTo>
                    <a:pt x="39771" y="25938"/>
                    <a:pt x="39791" y="25937"/>
                    <a:pt x="39811" y="25934"/>
                  </a:cubicBezTo>
                  <a:cubicBezTo>
                    <a:pt x="40962" y="25822"/>
                    <a:pt x="41720" y="24783"/>
                    <a:pt x="41607" y="21723"/>
                  </a:cubicBezTo>
                  <a:cubicBezTo>
                    <a:pt x="41467" y="18663"/>
                    <a:pt x="41158" y="3671"/>
                    <a:pt x="40765" y="2969"/>
                  </a:cubicBezTo>
                  <a:cubicBezTo>
                    <a:pt x="40564" y="2609"/>
                    <a:pt x="39933" y="2397"/>
                    <a:pt x="39261" y="2397"/>
                  </a:cubicBezTo>
                  <a:cubicBezTo>
                    <a:pt x="38623" y="2397"/>
                    <a:pt x="37947" y="2588"/>
                    <a:pt x="37565" y="3025"/>
                  </a:cubicBezTo>
                  <a:cubicBezTo>
                    <a:pt x="36807" y="3924"/>
                    <a:pt x="36442" y="11335"/>
                    <a:pt x="36442" y="11335"/>
                  </a:cubicBezTo>
                  <a:cubicBezTo>
                    <a:pt x="36442" y="11335"/>
                    <a:pt x="33999" y="6029"/>
                    <a:pt x="32989" y="4373"/>
                  </a:cubicBezTo>
                  <a:cubicBezTo>
                    <a:pt x="31950" y="2716"/>
                    <a:pt x="25773" y="723"/>
                    <a:pt x="25773" y="723"/>
                  </a:cubicBezTo>
                  <a:cubicBezTo>
                    <a:pt x="25773" y="723"/>
                    <a:pt x="23541" y="0"/>
                    <a:pt x="20826"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1329;p25">
              <a:extLst>
                <a:ext uri="{FF2B5EF4-FFF2-40B4-BE49-F238E27FC236}">
                  <a16:creationId xmlns:a16="http://schemas.microsoft.com/office/drawing/2014/main" id="{D1028D50-1D46-8ECD-C43C-CFBA4C984F05}"/>
                </a:ext>
              </a:extLst>
            </p:cNvPr>
            <p:cNvSpPr/>
            <p:nvPr/>
          </p:nvSpPr>
          <p:spPr>
            <a:xfrm>
              <a:off x="3820525" y="2805550"/>
              <a:ext cx="1051425" cy="930000"/>
            </a:xfrm>
            <a:custGeom>
              <a:avLst/>
              <a:gdLst/>
              <a:ahLst/>
              <a:cxnLst/>
              <a:rect l="l" t="t" r="r" b="b"/>
              <a:pathLst>
                <a:path w="42057" h="37200" extrusionOk="0">
                  <a:moveTo>
                    <a:pt x="21056" y="0"/>
                  </a:moveTo>
                  <a:cubicBezTo>
                    <a:pt x="20158" y="0"/>
                    <a:pt x="19231" y="85"/>
                    <a:pt x="18277" y="281"/>
                  </a:cubicBezTo>
                  <a:cubicBezTo>
                    <a:pt x="14487" y="1123"/>
                    <a:pt x="12297" y="2162"/>
                    <a:pt x="10360" y="3257"/>
                  </a:cubicBezTo>
                  <a:cubicBezTo>
                    <a:pt x="9433" y="3762"/>
                    <a:pt x="8001" y="4296"/>
                    <a:pt x="6738" y="4857"/>
                  </a:cubicBezTo>
                  <a:cubicBezTo>
                    <a:pt x="6120" y="5138"/>
                    <a:pt x="5503" y="5447"/>
                    <a:pt x="5026" y="5756"/>
                  </a:cubicBezTo>
                  <a:cubicBezTo>
                    <a:pt x="4520" y="6065"/>
                    <a:pt x="4155" y="6402"/>
                    <a:pt x="3959" y="6795"/>
                  </a:cubicBezTo>
                  <a:cubicBezTo>
                    <a:pt x="3846" y="6991"/>
                    <a:pt x="3762" y="7356"/>
                    <a:pt x="3622" y="7889"/>
                  </a:cubicBezTo>
                  <a:cubicBezTo>
                    <a:pt x="3173" y="9714"/>
                    <a:pt x="2499" y="13392"/>
                    <a:pt x="1881" y="16817"/>
                  </a:cubicBezTo>
                  <a:cubicBezTo>
                    <a:pt x="1572" y="18530"/>
                    <a:pt x="1292" y="20186"/>
                    <a:pt x="1039" y="21506"/>
                  </a:cubicBezTo>
                  <a:cubicBezTo>
                    <a:pt x="786" y="22825"/>
                    <a:pt x="590" y="23808"/>
                    <a:pt x="477" y="24201"/>
                  </a:cubicBezTo>
                  <a:cubicBezTo>
                    <a:pt x="337" y="24734"/>
                    <a:pt x="169" y="25324"/>
                    <a:pt x="0" y="25942"/>
                  </a:cubicBezTo>
                  <a:lnTo>
                    <a:pt x="0" y="26054"/>
                  </a:lnTo>
                  <a:cubicBezTo>
                    <a:pt x="56" y="26278"/>
                    <a:pt x="141" y="26671"/>
                    <a:pt x="337" y="27121"/>
                  </a:cubicBezTo>
                  <a:cubicBezTo>
                    <a:pt x="358" y="27203"/>
                    <a:pt x="438" y="27255"/>
                    <a:pt x="535" y="27255"/>
                  </a:cubicBezTo>
                  <a:cubicBezTo>
                    <a:pt x="571" y="27255"/>
                    <a:pt x="608" y="27248"/>
                    <a:pt x="646" y="27233"/>
                  </a:cubicBezTo>
                  <a:cubicBezTo>
                    <a:pt x="758" y="27177"/>
                    <a:pt x="814" y="27036"/>
                    <a:pt x="758" y="26924"/>
                  </a:cubicBezTo>
                  <a:cubicBezTo>
                    <a:pt x="590" y="26531"/>
                    <a:pt x="505" y="26166"/>
                    <a:pt x="477" y="25970"/>
                  </a:cubicBezTo>
                  <a:lnTo>
                    <a:pt x="472" y="25970"/>
                  </a:lnTo>
                  <a:lnTo>
                    <a:pt x="472" y="25970"/>
                  </a:lnTo>
                  <a:cubicBezTo>
                    <a:pt x="633" y="25383"/>
                    <a:pt x="793" y="24823"/>
                    <a:pt x="927" y="24313"/>
                  </a:cubicBezTo>
                  <a:cubicBezTo>
                    <a:pt x="1067" y="23836"/>
                    <a:pt x="1320" y="22601"/>
                    <a:pt x="1600" y="21000"/>
                  </a:cubicBezTo>
                  <a:cubicBezTo>
                    <a:pt x="2050" y="18586"/>
                    <a:pt x="2639" y="15329"/>
                    <a:pt x="3145" y="12522"/>
                  </a:cubicBezTo>
                  <a:cubicBezTo>
                    <a:pt x="3425" y="11146"/>
                    <a:pt x="3678" y="9883"/>
                    <a:pt x="3874" y="8900"/>
                  </a:cubicBezTo>
                  <a:cubicBezTo>
                    <a:pt x="3987" y="8395"/>
                    <a:pt x="4071" y="7974"/>
                    <a:pt x="4155" y="7637"/>
                  </a:cubicBezTo>
                  <a:cubicBezTo>
                    <a:pt x="4239" y="7328"/>
                    <a:pt x="4324" y="7103"/>
                    <a:pt x="4380" y="6991"/>
                  </a:cubicBezTo>
                  <a:cubicBezTo>
                    <a:pt x="4492" y="6738"/>
                    <a:pt x="4829" y="6430"/>
                    <a:pt x="5278" y="6149"/>
                  </a:cubicBezTo>
                  <a:cubicBezTo>
                    <a:pt x="5952" y="5700"/>
                    <a:pt x="6935" y="5279"/>
                    <a:pt x="7889" y="4885"/>
                  </a:cubicBezTo>
                  <a:cubicBezTo>
                    <a:pt x="8872" y="4464"/>
                    <a:pt x="9854" y="4071"/>
                    <a:pt x="10584" y="3650"/>
                  </a:cubicBezTo>
                  <a:cubicBezTo>
                    <a:pt x="12493" y="2583"/>
                    <a:pt x="14627" y="1573"/>
                    <a:pt x="18389" y="730"/>
                  </a:cubicBezTo>
                  <a:cubicBezTo>
                    <a:pt x="19287" y="534"/>
                    <a:pt x="20186" y="478"/>
                    <a:pt x="21056" y="478"/>
                  </a:cubicBezTo>
                  <a:cubicBezTo>
                    <a:pt x="22404" y="478"/>
                    <a:pt x="23611" y="646"/>
                    <a:pt x="24481" y="815"/>
                  </a:cubicBezTo>
                  <a:cubicBezTo>
                    <a:pt x="24931" y="927"/>
                    <a:pt x="25295" y="1011"/>
                    <a:pt x="25548" y="1067"/>
                  </a:cubicBezTo>
                  <a:cubicBezTo>
                    <a:pt x="25660" y="1095"/>
                    <a:pt x="25745" y="1123"/>
                    <a:pt x="25829" y="1152"/>
                  </a:cubicBezTo>
                  <a:cubicBezTo>
                    <a:pt x="25885" y="1180"/>
                    <a:pt x="25913" y="1180"/>
                    <a:pt x="25913" y="1180"/>
                  </a:cubicBezTo>
                  <a:cubicBezTo>
                    <a:pt x="25913" y="1180"/>
                    <a:pt x="26025" y="1208"/>
                    <a:pt x="26194" y="1264"/>
                  </a:cubicBezTo>
                  <a:cubicBezTo>
                    <a:pt x="26783" y="1460"/>
                    <a:pt x="28299" y="1994"/>
                    <a:pt x="29759" y="2639"/>
                  </a:cubicBezTo>
                  <a:cubicBezTo>
                    <a:pt x="30489" y="2976"/>
                    <a:pt x="31191" y="3313"/>
                    <a:pt x="31781" y="3678"/>
                  </a:cubicBezTo>
                  <a:cubicBezTo>
                    <a:pt x="32370" y="4043"/>
                    <a:pt x="32820" y="4408"/>
                    <a:pt x="33016" y="4717"/>
                  </a:cubicBezTo>
                  <a:cubicBezTo>
                    <a:pt x="33493" y="5531"/>
                    <a:pt x="34364" y="7272"/>
                    <a:pt x="35094" y="8816"/>
                  </a:cubicBezTo>
                  <a:cubicBezTo>
                    <a:pt x="35487" y="9574"/>
                    <a:pt x="35824" y="10304"/>
                    <a:pt x="36048" y="10809"/>
                  </a:cubicBezTo>
                  <a:cubicBezTo>
                    <a:pt x="36301" y="11343"/>
                    <a:pt x="36441" y="11680"/>
                    <a:pt x="36441" y="11680"/>
                  </a:cubicBezTo>
                  <a:cubicBezTo>
                    <a:pt x="36487" y="11749"/>
                    <a:pt x="36572" y="11799"/>
                    <a:pt x="36663" y="11799"/>
                  </a:cubicBezTo>
                  <a:cubicBezTo>
                    <a:pt x="36682" y="11799"/>
                    <a:pt x="36702" y="11797"/>
                    <a:pt x="36722" y="11792"/>
                  </a:cubicBezTo>
                  <a:cubicBezTo>
                    <a:pt x="36806" y="11792"/>
                    <a:pt x="36890" y="11680"/>
                    <a:pt x="36890" y="11595"/>
                  </a:cubicBezTo>
                  <a:cubicBezTo>
                    <a:pt x="36890" y="11567"/>
                    <a:pt x="36918" y="11118"/>
                    <a:pt x="36975" y="10416"/>
                  </a:cubicBezTo>
                  <a:cubicBezTo>
                    <a:pt x="37031" y="9349"/>
                    <a:pt x="37171" y="7749"/>
                    <a:pt x="37340" y="6317"/>
                  </a:cubicBezTo>
                  <a:cubicBezTo>
                    <a:pt x="37424" y="5587"/>
                    <a:pt x="37536" y="4942"/>
                    <a:pt x="37648" y="4408"/>
                  </a:cubicBezTo>
                  <a:cubicBezTo>
                    <a:pt x="37705" y="4156"/>
                    <a:pt x="37761" y="3931"/>
                    <a:pt x="37817" y="3734"/>
                  </a:cubicBezTo>
                  <a:cubicBezTo>
                    <a:pt x="37873" y="3566"/>
                    <a:pt x="37929" y="3454"/>
                    <a:pt x="37985" y="3398"/>
                  </a:cubicBezTo>
                  <a:cubicBezTo>
                    <a:pt x="38266" y="3061"/>
                    <a:pt x="38884" y="2864"/>
                    <a:pt x="39501" y="2864"/>
                  </a:cubicBezTo>
                  <a:cubicBezTo>
                    <a:pt x="39810" y="2864"/>
                    <a:pt x="40119" y="2920"/>
                    <a:pt x="40344" y="3004"/>
                  </a:cubicBezTo>
                  <a:cubicBezTo>
                    <a:pt x="40568" y="3089"/>
                    <a:pt x="40737" y="3201"/>
                    <a:pt x="40793" y="3313"/>
                  </a:cubicBezTo>
                  <a:cubicBezTo>
                    <a:pt x="40793" y="3313"/>
                    <a:pt x="40821" y="3426"/>
                    <a:pt x="40849" y="3566"/>
                  </a:cubicBezTo>
                  <a:cubicBezTo>
                    <a:pt x="40933" y="4156"/>
                    <a:pt x="41017" y="5419"/>
                    <a:pt x="41073" y="7047"/>
                  </a:cubicBezTo>
                  <a:cubicBezTo>
                    <a:pt x="41326" y="11876"/>
                    <a:pt x="41495" y="19821"/>
                    <a:pt x="41579" y="21983"/>
                  </a:cubicBezTo>
                  <a:cubicBezTo>
                    <a:pt x="41607" y="22180"/>
                    <a:pt x="41607" y="22404"/>
                    <a:pt x="41607" y="22601"/>
                  </a:cubicBezTo>
                  <a:cubicBezTo>
                    <a:pt x="41607" y="23864"/>
                    <a:pt x="41410" y="24678"/>
                    <a:pt x="41130" y="25184"/>
                  </a:cubicBezTo>
                  <a:cubicBezTo>
                    <a:pt x="40849" y="25689"/>
                    <a:pt x="40484" y="25885"/>
                    <a:pt x="40007" y="25942"/>
                  </a:cubicBezTo>
                  <a:lnTo>
                    <a:pt x="39979" y="25942"/>
                  </a:lnTo>
                  <a:cubicBezTo>
                    <a:pt x="39866" y="25942"/>
                    <a:pt x="39670" y="25885"/>
                    <a:pt x="39417" y="25801"/>
                  </a:cubicBezTo>
                  <a:cubicBezTo>
                    <a:pt x="38519" y="25436"/>
                    <a:pt x="37031" y="24482"/>
                    <a:pt x="35795" y="23639"/>
                  </a:cubicBezTo>
                  <a:cubicBezTo>
                    <a:pt x="35178" y="23218"/>
                    <a:pt x="34616" y="22797"/>
                    <a:pt x="34195" y="22516"/>
                  </a:cubicBezTo>
                  <a:cubicBezTo>
                    <a:pt x="33774" y="22208"/>
                    <a:pt x="33521" y="22039"/>
                    <a:pt x="33521" y="22039"/>
                  </a:cubicBezTo>
                  <a:cubicBezTo>
                    <a:pt x="33487" y="22004"/>
                    <a:pt x="33441" y="21980"/>
                    <a:pt x="33392" y="21980"/>
                  </a:cubicBezTo>
                  <a:cubicBezTo>
                    <a:pt x="33361" y="21980"/>
                    <a:pt x="33329" y="21990"/>
                    <a:pt x="33297" y="22011"/>
                  </a:cubicBezTo>
                  <a:cubicBezTo>
                    <a:pt x="33213" y="22039"/>
                    <a:pt x="33156" y="22123"/>
                    <a:pt x="33156" y="22208"/>
                  </a:cubicBezTo>
                  <a:cubicBezTo>
                    <a:pt x="33156" y="22208"/>
                    <a:pt x="33044" y="24875"/>
                    <a:pt x="32904" y="27570"/>
                  </a:cubicBezTo>
                  <a:cubicBezTo>
                    <a:pt x="32848" y="28917"/>
                    <a:pt x="32763" y="30265"/>
                    <a:pt x="32735" y="31304"/>
                  </a:cubicBezTo>
                  <a:cubicBezTo>
                    <a:pt x="32707" y="31837"/>
                    <a:pt x="32679" y="32258"/>
                    <a:pt x="32679" y="32567"/>
                  </a:cubicBezTo>
                  <a:cubicBezTo>
                    <a:pt x="32651" y="32904"/>
                    <a:pt x="32651" y="33073"/>
                    <a:pt x="32651" y="33129"/>
                  </a:cubicBezTo>
                  <a:cubicBezTo>
                    <a:pt x="32651" y="33381"/>
                    <a:pt x="32651" y="34336"/>
                    <a:pt x="32005" y="35094"/>
                  </a:cubicBezTo>
                  <a:cubicBezTo>
                    <a:pt x="31612" y="35571"/>
                    <a:pt x="30910" y="35796"/>
                    <a:pt x="30124" y="35936"/>
                  </a:cubicBezTo>
                  <a:cubicBezTo>
                    <a:pt x="29338" y="36077"/>
                    <a:pt x="28496" y="36077"/>
                    <a:pt x="27822" y="36161"/>
                  </a:cubicBezTo>
                  <a:cubicBezTo>
                    <a:pt x="25239" y="36498"/>
                    <a:pt x="22656" y="36722"/>
                    <a:pt x="20102" y="36722"/>
                  </a:cubicBezTo>
                  <a:cubicBezTo>
                    <a:pt x="18277" y="36722"/>
                    <a:pt x="16480" y="36610"/>
                    <a:pt x="14683" y="36357"/>
                  </a:cubicBezTo>
                  <a:cubicBezTo>
                    <a:pt x="13420" y="36189"/>
                    <a:pt x="12185" y="35908"/>
                    <a:pt x="10921" y="35655"/>
                  </a:cubicBezTo>
                  <a:cubicBezTo>
                    <a:pt x="10444" y="35543"/>
                    <a:pt x="9911" y="35459"/>
                    <a:pt x="9433" y="35262"/>
                  </a:cubicBezTo>
                  <a:cubicBezTo>
                    <a:pt x="8956" y="35094"/>
                    <a:pt x="8507" y="34869"/>
                    <a:pt x="8226" y="34504"/>
                  </a:cubicBezTo>
                  <a:cubicBezTo>
                    <a:pt x="8170" y="34448"/>
                    <a:pt x="8086" y="34196"/>
                    <a:pt x="8001" y="33859"/>
                  </a:cubicBezTo>
                  <a:cubicBezTo>
                    <a:pt x="7693" y="32651"/>
                    <a:pt x="7496" y="30181"/>
                    <a:pt x="7384" y="28019"/>
                  </a:cubicBezTo>
                  <a:cubicBezTo>
                    <a:pt x="7300" y="26952"/>
                    <a:pt x="7271" y="25970"/>
                    <a:pt x="7243" y="25240"/>
                  </a:cubicBezTo>
                  <a:cubicBezTo>
                    <a:pt x="7215" y="24510"/>
                    <a:pt x="7215" y="24061"/>
                    <a:pt x="7215" y="24061"/>
                  </a:cubicBezTo>
                  <a:cubicBezTo>
                    <a:pt x="7187" y="23948"/>
                    <a:pt x="7131" y="23864"/>
                    <a:pt x="7019" y="23836"/>
                  </a:cubicBezTo>
                  <a:cubicBezTo>
                    <a:pt x="7000" y="23831"/>
                    <a:pt x="6980" y="23829"/>
                    <a:pt x="6961" y="23829"/>
                  </a:cubicBezTo>
                  <a:cubicBezTo>
                    <a:pt x="6870" y="23829"/>
                    <a:pt x="6785" y="23883"/>
                    <a:pt x="6738" y="23976"/>
                  </a:cubicBezTo>
                  <a:cubicBezTo>
                    <a:pt x="6738" y="23976"/>
                    <a:pt x="6019" y="25785"/>
                    <a:pt x="5537" y="27168"/>
                  </a:cubicBezTo>
                  <a:lnTo>
                    <a:pt x="5537" y="27168"/>
                  </a:lnTo>
                  <a:cubicBezTo>
                    <a:pt x="5489" y="27185"/>
                    <a:pt x="5449" y="27215"/>
                    <a:pt x="5419" y="27261"/>
                  </a:cubicBezTo>
                  <a:cubicBezTo>
                    <a:pt x="5419" y="27289"/>
                    <a:pt x="5334" y="27430"/>
                    <a:pt x="5110" y="27654"/>
                  </a:cubicBezTo>
                  <a:cubicBezTo>
                    <a:pt x="5026" y="27738"/>
                    <a:pt x="5026" y="27879"/>
                    <a:pt x="5110" y="27963"/>
                  </a:cubicBezTo>
                  <a:cubicBezTo>
                    <a:pt x="5152" y="28019"/>
                    <a:pt x="5215" y="28047"/>
                    <a:pt x="5278" y="28047"/>
                  </a:cubicBezTo>
                  <a:cubicBezTo>
                    <a:pt x="5341" y="28047"/>
                    <a:pt x="5405" y="28019"/>
                    <a:pt x="5447" y="27963"/>
                  </a:cubicBezTo>
                  <a:cubicBezTo>
                    <a:pt x="5529" y="27880"/>
                    <a:pt x="5597" y="27804"/>
                    <a:pt x="5651" y="27738"/>
                  </a:cubicBezTo>
                  <a:lnTo>
                    <a:pt x="5651" y="27738"/>
                  </a:lnTo>
                  <a:cubicBezTo>
                    <a:pt x="5759" y="27736"/>
                    <a:pt x="5840" y="27679"/>
                    <a:pt x="5868" y="27570"/>
                  </a:cubicBezTo>
                  <a:cubicBezTo>
                    <a:pt x="6120" y="26896"/>
                    <a:pt x="6457" y="26026"/>
                    <a:pt x="6710" y="25352"/>
                  </a:cubicBezTo>
                  <a:cubicBezTo>
                    <a:pt x="6731" y="25298"/>
                    <a:pt x="6752" y="25246"/>
                    <a:pt x="6773" y="25195"/>
                  </a:cubicBezTo>
                  <a:lnTo>
                    <a:pt x="6773" y="25195"/>
                  </a:lnTo>
                  <a:cubicBezTo>
                    <a:pt x="6806" y="26135"/>
                    <a:pt x="6866" y="27550"/>
                    <a:pt x="6963" y="29002"/>
                  </a:cubicBezTo>
                  <a:cubicBezTo>
                    <a:pt x="7047" y="30265"/>
                    <a:pt x="7159" y="31557"/>
                    <a:pt x="7300" y="32595"/>
                  </a:cubicBezTo>
                  <a:cubicBezTo>
                    <a:pt x="7384" y="33129"/>
                    <a:pt x="7440" y="33606"/>
                    <a:pt x="7552" y="33971"/>
                  </a:cubicBezTo>
                  <a:cubicBezTo>
                    <a:pt x="7636" y="34336"/>
                    <a:pt x="7721" y="34617"/>
                    <a:pt x="7861" y="34813"/>
                  </a:cubicBezTo>
                  <a:cubicBezTo>
                    <a:pt x="8226" y="35262"/>
                    <a:pt x="8731" y="35515"/>
                    <a:pt x="9265" y="35712"/>
                  </a:cubicBezTo>
                  <a:cubicBezTo>
                    <a:pt x="9798" y="35908"/>
                    <a:pt x="10360" y="36020"/>
                    <a:pt x="10809" y="36105"/>
                  </a:cubicBezTo>
                  <a:cubicBezTo>
                    <a:pt x="12072" y="36385"/>
                    <a:pt x="13336" y="36638"/>
                    <a:pt x="14627" y="36835"/>
                  </a:cubicBezTo>
                  <a:cubicBezTo>
                    <a:pt x="16452" y="37087"/>
                    <a:pt x="18277" y="37200"/>
                    <a:pt x="20102" y="37200"/>
                  </a:cubicBezTo>
                  <a:cubicBezTo>
                    <a:pt x="22685" y="37200"/>
                    <a:pt x="25295" y="36975"/>
                    <a:pt x="27878" y="36638"/>
                  </a:cubicBezTo>
                  <a:cubicBezTo>
                    <a:pt x="28496" y="36554"/>
                    <a:pt x="29366" y="36526"/>
                    <a:pt x="30180" y="36385"/>
                  </a:cubicBezTo>
                  <a:cubicBezTo>
                    <a:pt x="31023" y="36245"/>
                    <a:pt x="31837" y="35992"/>
                    <a:pt x="32370" y="35375"/>
                  </a:cubicBezTo>
                  <a:cubicBezTo>
                    <a:pt x="33128" y="34476"/>
                    <a:pt x="33100" y="33409"/>
                    <a:pt x="33128" y="33129"/>
                  </a:cubicBezTo>
                  <a:cubicBezTo>
                    <a:pt x="33128" y="33101"/>
                    <a:pt x="33128" y="32904"/>
                    <a:pt x="33128" y="32595"/>
                  </a:cubicBezTo>
                  <a:cubicBezTo>
                    <a:pt x="33184" y="31500"/>
                    <a:pt x="33297" y="28889"/>
                    <a:pt x="33409" y="26587"/>
                  </a:cubicBezTo>
                  <a:cubicBezTo>
                    <a:pt x="33465" y="25436"/>
                    <a:pt x="33521" y="24341"/>
                    <a:pt x="33578" y="23527"/>
                  </a:cubicBezTo>
                  <a:cubicBezTo>
                    <a:pt x="33590" y="23177"/>
                    <a:pt x="33603" y="22883"/>
                    <a:pt x="33613" y="22664"/>
                  </a:cubicBezTo>
                  <a:lnTo>
                    <a:pt x="33613" y="22664"/>
                  </a:lnTo>
                  <a:cubicBezTo>
                    <a:pt x="34112" y="23022"/>
                    <a:pt x="35054" y="23703"/>
                    <a:pt x="36076" y="24397"/>
                  </a:cubicBezTo>
                  <a:cubicBezTo>
                    <a:pt x="36834" y="24875"/>
                    <a:pt x="37620" y="25380"/>
                    <a:pt x="38294" y="25773"/>
                  </a:cubicBezTo>
                  <a:cubicBezTo>
                    <a:pt x="38659" y="25942"/>
                    <a:pt x="38968" y="26110"/>
                    <a:pt x="39249" y="26222"/>
                  </a:cubicBezTo>
                  <a:cubicBezTo>
                    <a:pt x="39529" y="26335"/>
                    <a:pt x="39754" y="26419"/>
                    <a:pt x="39979" y="26419"/>
                  </a:cubicBezTo>
                  <a:lnTo>
                    <a:pt x="40063" y="26419"/>
                  </a:lnTo>
                  <a:cubicBezTo>
                    <a:pt x="40652" y="26335"/>
                    <a:pt x="41186" y="26026"/>
                    <a:pt x="41523" y="25408"/>
                  </a:cubicBezTo>
                  <a:cubicBezTo>
                    <a:pt x="41888" y="24819"/>
                    <a:pt x="42056" y="23892"/>
                    <a:pt x="42056" y="22601"/>
                  </a:cubicBezTo>
                  <a:cubicBezTo>
                    <a:pt x="42056" y="22404"/>
                    <a:pt x="42056" y="22180"/>
                    <a:pt x="42056" y="21955"/>
                  </a:cubicBezTo>
                  <a:cubicBezTo>
                    <a:pt x="42000" y="20411"/>
                    <a:pt x="41888" y="15891"/>
                    <a:pt x="41719" y="11680"/>
                  </a:cubicBezTo>
                  <a:cubicBezTo>
                    <a:pt x="41663" y="9574"/>
                    <a:pt x="41579" y="7525"/>
                    <a:pt x="41495" y="5980"/>
                  </a:cubicBezTo>
                  <a:cubicBezTo>
                    <a:pt x="41438" y="5194"/>
                    <a:pt x="41410" y="4549"/>
                    <a:pt x="41354" y="4043"/>
                  </a:cubicBezTo>
                  <a:cubicBezTo>
                    <a:pt x="41326" y="3819"/>
                    <a:pt x="41326" y="3594"/>
                    <a:pt x="41298" y="3454"/>
                  </a:cubicBezTo>
                  <a:cubicBezTo>
                    <a:pt x="41270" y="3369"/>
                    <a:pt x="41270" y="3313"/>
                    <a:pt x="41242" y="3257"/>
                  </a:cubicBezTo>
                  <a:cubicBezTo>
                    <a:pt x="41242" y="3173"/>
                    <a:pt x="41214" y="3145"/>
                    <a:pt x="41186" y="3089"/>
                  </a:cubicBezTo>
                  <a:cubicBezTo>
                    <a:pt x="41045" y="2836"/>
                    <a:pt x="40793" y="2668"/>
                    <a:pt x="40512" y="2555"/>
                  </a:cubicBezTo>
                  <a:cubicBezTo>
                    <a:pt x="40203" y="2443"/>
                    <a:pt x="39866" y="2387"/>
                    <a:pt x="39501" y="2387"/>
                  </a:cubicBezTo>
                  <a:cubicBezTo>
                    <a:pt x="38799" y="2387"/>
                    <a:pt x="38069" y="2583"/>
                    <a:pt x="37620" y="3117"/>
                  </a:cubicBezTo>
                  <a:cubicBezTo>
                    <a:pt x="37480" y="3285"/>
                    <a:pt x="37396" y="3510"/>
                    <a:pt x="37311" y="3819"/>
                  </a:cubicBezTo>
                  <a:cubicBezTo>
                    <a:pt x="37003" y="4857"/>
                    <a:pt x="36778" y="6766"/>
                    <a:pt x="36638" y="8451"/>
                  </a:cubicBezTo>
                  <a:cubicBezTo>
                    <a:pt x="36567" y="9297"/>
                    <a:pt x="36518" y="10080"/>
                    <a:pt x="36486" y="10649"/>
                  </a:cubicBezTo>
                  <a:lnTo>
                    <a:pt x="36486" y="10649"/>
                  </a:lnTo>
                  <a:cubicBezTo>
                    <a:pt x="36243" y="10120"/>
                    <a:pt x="35901" y="9392"/>
                    <a:pt x="35515" y="8619"/>
                  </a:cubicBezTo>
                  <a:cubicBezTo>
                    <a:pt x="34785" y="7075"/>
                    <a:pt x="33914" y="5335"/>
                    <a:pt x="33409" y="4464"/>
                  </a:cubicBezTo>
                  <a:cubicBezTo>
                    <a:pt x="33100" y="3987"/>
                    <a:pt x="32511" y="3566"/>
                    <a:pt x="31753" y="3117"/>
                  </a:cubicBezTo>
                  <a:cubicBezTo>
                    <a:pt x="29563" y="1853"/>
                    <a:pt x="26082" y="730"/>
                    <a:pt x="26053" y="730"/>
                  </a:cubicBezTo>
                  <a:cubicBezTo>
                    <a:pt x="26053" y="730"/>
                    <a:pt x="23808" y="0"/>
                    <a:pt x="210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1330;p25">
              <a:extLst>
                <a:ext uri="{FF2B5EF4-FFF2-40B4-BE49-F238E27FC236}">
                  <a16:creationId xmlns:a16="http://schemas.microsoft.com/office/drawing/2014/main" id="{572EC196-4BCB-6900-E26F-B1270F7ECD69}"/>
                </a:ext>
              </a:extLst>
            </p:cNvPr>
            <p:cNvSpPr/>
            <p:nvPr/>
          </p:nvSpPr>
          <p:spPr>
            <a:xfrm>
              <a:off x="4528000" y="3305275"/>
              <a:ext cx="55475" cy="49150"/>
            </a:xfrm>
            <a:custGeom>
              <a:avLst/>
              <a:gdLst/>
              <a:ahLst/>
              <a:cxnLst/>
              <a:rect l="l" t="t" r="r" b="b"/>
              <a:pathLst>
                <a:path w="2219" h="1966" extrusionOk="0">
                  <a:moveTo>
                    <a:pt x="1938" y="1"/>
                  </a:moveTo>
                  <a:lnTo>
                    <a:pt x="0" y="1601"/>
                  </a:lnTo>
                  <a:lnTo>
                    <a:pt x="309" y="1966"/>
                  </a:lnTo>
                  <a:lnTo>
                    <a:pt x="2218" y="366"/>
                  </a:lnTo>
                  <a:lnTo>
                    <a:pt x="193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1331;p25">
              <a:extLst>
                <a:ext uri="{FF2B5EF4-FFF2-40B4-BE49-F238E27FC236}">
                  <a16:creationId xmlns:a16="http://schemas.microsoft.com/office/drawing/2014/main" id="{DBD37D38-8D2E-B87C-456D-E97D8F62F73D}"/>
                </a:ext>
              </a:extLst>
            </p:cNvPr>
            <p:cNvSpPr/>
            <p:nvPr/>
          </p:nvSpPr>
          <p:spPr>
            <a:xfrm>
              <a:off x="4205850" y="3376875"/>
              <a:ext cx="290600" cy="241475"/>
            </a:xfrm>
            <a:custGeom>
              <a:avLst/>
              <a:gdLst/>
              <a:ahLst/>
              <a:cxnLst/>
              <a:rect l="l" t="t" r="r" b="b"/>
              <a:pathLst>
                <a:path w="11624" h="9659" extrusionOk="0">
                  <a:moveTo>
                    <a:pt x="11342" y="0"/>
                  </a:moveTo>
                  <a:lnTo>
                    <a:pt x="0" y="9321"/>
                  </a:lnTo>
                  <a:lnTo>
                    <a:pt x="309" y="9658"/>
                  </a:lnTo>
                  <a:lnTo>
                    <a:pt x="11623" y="365"/>
                  </a:lnTo>
                  <a:lnTo>
                    <a:pt x="11342"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1332;p25">
              <a:extLst>
                <a:ext uri="{FF2B5EF4-FFF2-40B4-BE49-F238E27FC236}">
                  <a16:creationId xmlns:a16="http://schemas.microsoft.com/office/drawing/2014/main" id="{5434D277-3788-0848-F1CB-A6183BF5E049}"/>
                </a:ext>
              </a:extLst>
            </p:cNvPr>
            <p:cNvSpPr/>
            <p:nvPr/>
          </p:nvSpPr>
          <p:spPr>
            <a:xfrm>
              <a:off x="4167250" y="3454775"/>
              <a:ext cx="129150" cy="108825"/>
            </a:xfrm>
            <a:custGeom>
              <a:avLst/>
              <a:gdLst/>
              <a:ahLst/>
              <a:cxnLst/>
              <a:rect l="l" t="t" r="r" b="b"/>
              <a:pathLst>
                <a:path w="5166" h="4353" extrusionOk="0">
                  <a:moveTo>
                    <a:pt x="4857" y="1"/>
                  </a:moveTo>
                  <a:lnTo>
                    <a:pt x="0" y="3987"/>
                  </a:lnTo>
                  <a:lnTo>
                    <a:pt x="281" y="4352"/>
                  </a:lnTo>
                  <a:lnTo>
                    <a:pt x="5166" y="366"/>
                  </a:lnTo>
                  <a:lnTo>
                    <a:pt x="4857"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1333;p25">
              <a:extLst>
                <a:ext uri="{FF2B5EF4-FFF2-40B4-BE49-F238E27FC236}">
                  <a16:creationId xmlns:a16="http://schemas.microsoft.com/office/drawing/2014/main" id="{471CF539-4631-0FDB-7221-A658DF24A458}"/>
                </a:ext>
              </a:extLst>
            </p:cNvPr>
            <p:cNvSpPr/>
            <p:nvPr/>
          </p:nvSpPr>
          <p:spPr>
            <a:xfrm>
              <a:off x="3883675" y="3624500"/>
              <a:ext cx="118650" cy="385075"/>
            </a:xfrm>
            <a:custGeom>
              <a:avLst/>
              <a:gdLst/>
              <a:ahLst/>
              <a:cxnLst/>
              <a:rect l="l" t="t" r="r" b="b"/>
              <a:pathLst>
                <a:path w="4746" h="15403" extrusionOk="0">
                  <a:moveTo>
                    <a:pt x="3454" y="1"/>
                  </a:moveTo>
                  <a:cubicBezTo>
                    <a:pt x="3327" y="1"/>
                    <a:pt x="3198" y="63"/>
                    <a:pt x="3117" y="202"/>
                  </a:cubicBezTo>
                  <a:lnTo>
                    <a:pt x="310" y="5424"/>
                  </a:lnTo>
                  <a:cubicBezTo>
                    <a:pt x="85" y="5845"/>
                    <a:pt x="1" y="6323"/>
                    <a:pt x="85" y="6772"/>
                  </a:cubicBezTo>
                  <a:lnTo>
                    <a:pt x="1545" y="15194"/>
                  </a:lnTo>
                  <a:cubicBezTo>
                    <a:pt x="1560" y="15332"/>
                    <a:pt x="1667" y="15403"/>
                    <a:pt x="1775" y="15403"/>
                  </a:cubicBezTo>
                  <a:cubicBezTo>
                    <a:pt x="1865" y="15403"/>
                    <a:pt x="1956" y="15353"/>
                    <a:pt x="1994" y="15250"/>
                  </a:cubicBezTo>
                  <a:lnTo>
                    <a:pt x="4577" y="8260"/>
                  </a:lnTo>
                  <a:cubicBezTo>
                    <a:pt x="4689" y="7951"/>
                    <a:pt x="4745" y="7614"/>
                    <a:pt x="4689" y="7305"/>
                  </a:cubicBezTo>
                  <a:lnTo>
                    <a:pt x="3847" y="343"/>
                  </a:lnTo>
                  <a:cubicBezTo>
                    <a:pt x="3814" y="128"/>
                    <a:pt x="3636" y="1"/>
                    <a:pt x="3454"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1334;p25">
              <a:extLst>
                <a:ext uri="{FF2B5EF4-FFF2-40B4-BE49-F238E27FC236}">
                  <a16:creationId xmlns:a16="http://schemas.microsoft.com/office/drawing/2014/main" id="{18181CDD-5F68-62B5-9428-3BBE128C4B6D}"/>
                </a:ext>
              </a:extLst>
            </p:cNvPr>
            <p:cNvSpPr/>
            <p:nvPr/>
          </p:nvSpPr>
          <p:spPr>
            <a:xfrm>
              <a:off x="3878775" y="3619025"/>
              <a:ext cx="128450" cy="396575"/>
            </a:xfrm>
            <a:custGeom>
              <a:avLst/>
              <a:gdLst/>
              <a:ahLst/>
              <a:cxnLst/>
              <a:rect l="l" t="t" r="r" b="b"/>
              <a:pathLst>
                <a:path w="5138" h="15863" extrusionOk="0">
                  <a:moveTo>
                    <a:pt x="3650" y="449"/>
                  </a:moveTo>
                  <a:lnTo>
                    <a:pt x="3762" y="505"/>
                  </a:lnTo>
                  <a:cubicBezTo>
                    <a:pt x="3790" y="505"/>
                    <a:pt x="3790" y="534"/>
                    <a:pt x="3818" y="590"/>
                  </a:cubicBezTo>
                  <a:lnTo>
                    <a:pt x="4661" y="7552"/>
                  </a:lnTo>
                  <a:cubicBezTo>
                    <a:pt x="4661" y="7636"/>
                    <a:pt x="4661" y="7693"/>
                    <a:pt x="4661" y="7777"/>
                  </a:cubicBezTo>
                  <a:cubicBezTo>
                    <a:pt x="4661" y="7973"/>
                    <a:pt x="4633" y="8198"/>
                    <a:pt x="4548" y="8394"/>
                  </a:cubicBezTo>
                  <a:lnTo>
                    <a:pt x="1966" y="15385"/>
                  </a:lnTo>
                  <a:lnTo>
                    <a:pt x="506" y="6963"/>
                  </a:lnTo>
                  <a:cubicBezTo>
                    <a:pt x="478" y="6850"/>
                    <a:pt x="478" y="6738"/>
                    <a:pt x="478" y="6654"/>
                  </a:cubicBezTo>
                  <a:cubicBezTo>
                    <a:pt x="478" y="6345"/>
                    <a:pt x="562" y="6036"/>
                    <a:pt x="702" y="5755"/>
                  </a:cubicBezTo>
                  <a:lnTo>
                    <a:pt x="3538" y="534"/>
                  </a:lnTo>
                  <a:cubicBezTo>
                    <a:pt x="3566" y="477"/>
                    <a:pt x="3594" y="449"/>
                    <a:pt x="3650" y="449"/>
                  </a:cubicBezTo>
                  <a:close/>
                  <a:moveTo>
                    <a:pt x="3650" y="0"/>
                  </a:moveTo>
                  <a:cubicBezTo>
                    <a:pt x="3454" y="0"/>
                    <a:pt x="3229" y="112"/>
                    <a:pt x="3117" y="309"/>
                  </a:cubicBezTo>
                  <a:lnTo>
                    <a:pt x="281" y="5531"/>
                  </a:lnTo>
                  <a:cubicBezTo>
                    <a:pt x="113" y="5868"/>
                    <a:pt x="0" y="6261"/>
                    <a:pt x="0" y="6654"/>
                  </a:cubicBezTo>
                  <a:cubicBezTo>
                    <a:pt x="0" y="6766"/>
                    <a:pt x="28" y="6907"/>
                    <a:pt x="56" y="7047"/>
                  </a:cubicBezTo>
                  <a:lnTo>
                    <a:pt x="1516" y="15469"/>
                  </a:lnTo>
                  <a:cubicBezTo>
                    <a:pt x="1516" y="15582"/>
                    <a:pt x="1601" y="15694"/>
                    <a:pt x="1685" y="15750"/>
                  </a:cubicBezTo>
                  <a:cubicBezTo>
                    <a:pt x="1769" y="15806"/>
                    <a:pt x="1853" y="15862"/>
                    <a:pt x="1966" y="15862"/>
                  </a:cubicBezTo>
                  <a:cubicBezTo>
                    <a:pt x="2134" y="15862"/>
                    <a:pt x="2331" y="15750"/>
                    <a:pt x="2387" y="15554"/>
                  </a:cubicBezTo>
                  <a:lnTo>
                    <a:pt x="4998" y="8563"/>
                  </a:lnTo>
                  <a:cubicBezTo>
                    <a:pt x="5082" y="8310"/>
                    <a:pt x="5138" y="8030"/>
                    <a:pt x="5138" y="7777"/>
                  </a:cubicBezTo>
                  <a:cubicBezTo>
                    <a:pt x="5138" y="7665"/>
                    <a:pt x="5138" y="7580"/>
                    <a:pt x="5138" y="7496"/>
                  </a:cubicBezTo>
                  <a:lnTo>
                    <a:pt x="4268" y="534"/>
                  </a:lnTo>
                  <a:cubicBezTo>
                    <a:pt x="4268" y="365"/>
                    <a:pt x="4183" y="225"/>
                    <a:pt x="4043" y="140"/>
                  </a:cubicBezTo>
                  <a:cubicBezTo>
                    <a:pt x="3931" y="28"/>
                    <a:pt x="3790" y="0"/>
                    <a:pt x="3650"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1335;p25">
              <a:extLst>
                <a:ext uri="{FF2B5EF4-FFF2-40B4-BE49-F238E27FC236}">
                  <a16:creationId xmlns:a16="http://schemas.microsoft.com/office/drawing/2014/main" id="{088CF454-232E-3CD3-CBD2-77618B9A6FE0}"/>
                </a:ext>
              </a:extLst>
            </p:cNvPr>
            <p:cNvSpPr/>
            <p:nvPr/>
          </p:nvSpPr>
          <p:spPr>
            <a:xfrm>
              <a:off x="4737150" y="3094725"/>
              <a:ext cx="70925" cy="163550"/>
            </a:xfrm>
            <a:custGeom>
              <a:avLst/>
              <a:gdLst/>
              <a:ahLst/>
              <a:cxnLst/>
              <a:rect l="l" t="t" r="r" b="b"/>
              <a:pathLst>
                <a:path w="2837" h="6542" extrusionOk="0">
                  <a:moveTo>
                    <a:pt x="1" y="0"/>
                  </a:moveTo>
                  <a:lnTo>
                    <a:pt x="2836" y="6542"/>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1336;p25">
              <a:extLst>
                <a:ext uri="{FF2B5EF4-FFF2-40B4-BE49-F238E27FC236}">
                  <a16:creationId xmlns:a16="http://schemas.microsoft.com/office/drawing/2014/main" id="{63820B0D-F683-C053-F9DB-7103CF1895DA}"/>
                </a:ext>
              </a:extLst>
            </p:cNvPr>
            <p:cNvSpPr/>
            <p:nvPr/>
          </p:nvSpPr>
          <p:spPr>
            <a:xfrm>
              <a:off x="4730125" y="3088925"/>
              <a:ext cx="84250" cy="175525"/>
            </a:xfrm>
            <a:custGeom>
              <a:avLst/>
              <a:gdLst/>
              <a:ahLst/>
              <a:cxnLst/>
              <a:rect l="l" t="t" r="r" b="b"/>
              <a:pathLst>
                <a:path w="3370" h="7021" extrusionOk="0">
                  <a:moveTo>
                    <a:pt x="257" y="1"/>
                  </a:moveTo>
                  <a:cubicBezTo>
                    <a:pt x="237" y="1"/>
                    <a:pt x="217" y="3"/>
                    <a:pt x="198" y="8"/>
                  </a:cubicBezTo>
                  <a:cubicBezTo>
                    <a:pt x="57" y="64"/>
                    <a:pt x="1" y="204"/>
                    <a:pt x="57" y="316"/>
                  </a:cubicBezTo>
                  <a:lnTo>
                    <a:pt x="2893" y="6886"/>
                  </a:lnTo>
                  <a:cubicBezTo>
                    <a:pt x="2934" y="6968"/>
                    <a:pt x="3020" y="7020"/>
                    <a:pt x="3107" y="7020"/>
                  </a:cubicBezTo>
                  <a:cubicBezTo>
                    <a:pt x="3139" y="7020"/>
                    <a:pt x="3171" y="7013"/>
                    <a:pt x="3202" y="6998"/>
                  </a:cubicBezTo>
                  <a:cubicBezTo>
                    <a:pt x="3314" y="6942"/>
                    <a:pt x="3370" y="6802"/>
                    <a:pt x="3314" y="6689"/>
                  </a:cubicBezTo>
                  <a:lnTo>
                    <a:pt x="506" y="148"/>
                  </a:lnTo>
                  <a:cubicBezTo>
                    <a:pt x="460" y="55"/>
                    <a:pt x="356" y="1"/>
                    <a:pt x="25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1337;p25">
              <a:extLst>
                <a:ext uri="{FF2B5EF4-FFF2-40B4-BE49-F238E27FC236}">
                  <a16:creationId xmlns:a16="http://schemas.microsoft.com/office/drawing/2014/main" id="{87D8BF13-C87B-1A8D-0F31-A83D900EC5C6}"/>
                </a:ext>
              </a:extLst>
            </p:cNvPr>
            <p:cNvSpPr/>
            <p:nvPr/>
          </p:nvSpPr>
          <p:spPr>
            <a:xfrm>
              <a:off x="3973525" y="3851475"/>
              <a:ext cx="22225" cy="90425"/>
            </a:xfrm>
            <a:custGeom>
              <a:avLst/>
              <a:gdLst/>
              <a:ahLst/>
              <a:cxnLst/>
              <a:rect l="l" t="t" r="r" b="b"/>
              <a:pathLst>
                <a:path w="889" h="3617" extrusionOk="0">
                  <a:moveTo>
                    <a:pt x="685" y="1"/>
                  </a:moveTo>
                  <a:cubicBezTo>
                    <a:pt x="578" y="1"/>
                    <a:pt x="438" y="191"/>
                    <a:pt x="309" y="500"/>
                  </a:cubicBezTo>
                  <a:cubicBezTo>
                    <a:pt x="28" y="1174"/>
                    <a:pt x="0" y="3617"/>
                    <a:pt x="0" y="3617"/>
                  </a:cubicBezTo>
                  <a:cubicBezTo>
                    <a:pt x="0" y="3617"/>
                    <a:pt x="730" y="2129"/>
                    <a:pt x="843" y="921"/>
                  </a:cubicBezTo>
                  <a:cubicBezTo>
                    <a:pt x="888" y="267"/>
                    <a:pt x="810" y="1"/>
                    <a:pt x="68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1338;p25">
              <a:extLst>
                <a:ext uri="{FF2B5EF4-FFF2-40B4-BE49-F238E27FC236}">
                  <a16:creationId xmlns:a16="http://schemas.microsoft.com/office/drawing/2014/main" id="{720D2129-DF9B-F0FA-9861-139430E43035}"/>
                </a:ext>
              </a:extLst>
            </p:cNvPr>
            <p:cNvSpPr/>
            <p:nvPr/>
          </p:nvSpPr>
          <p:spPr>
            <a:xfrm>
              <a:off x="3967900" y="3845725"/>
              <a:ext cx="33025" cy="101975"/>
            </a:xfrm>
            <a:custGeom>
              <a:avLst/>
              <a:gdLst/>
              <a:ahLst/>
              <a:cxnLst/>
              <a:rect l="l" t="t" r="r" b="b"/>
              <a:pathLst>
                <a:path w="1321" h="4079" extrusionOk="0">
                  <a:moveTo>
                    <a:pt x="838" y="639"/>
                  </a:moveTo>
                  <a:lnTo>
                    <a:pt x="838" y="639"/>
                  </a:lnTo>
                  <a:cubicBezTo>
                    <a:pt x="841" y="682"/>
                    <a:pt x="843" y="731"/>
                    <a:pt x="843" y="786"/>
                  </a:cubicBezTo>
                  <a:cubicBezTo>
                    <a:pt x="843" y="871"/>
                    <a:pt x="843" y="1011"/>
                    <a:pt x="815" y="1123"/>
                  </a:cubicBezTo>
                  <a:cubicBezTo>
                    <a:pt x="792" y="1599"/>
                    <a:pt x="660" y="2110"/>
                    <a:pt x="507" y="2556"/>
                  </a:cubicBezTo>
                  <a:lnTo>
                    <a:pt x="507" y="2556"/>
                  </a:lnTo>
                  <a:cubicBezTo>
                    <a:pt x="515" y="2382"/>
                    <a:pt x="525" y="2202"/>
                    <a:pt x="534" y="2022"/>
                  </a:cubicBezTo>
                  <a:cubicBezTo>
                    <a:pt x="562" y="1769"/>
                    <a:pt x="590" y="1516"/>
                    <a:pt x="618" y="1292"/>
                  </a:cubicBezTo>
                  <a:cubicBezTo>
                    <a:pt x="675" y="1095"/>
                    <a:pt x="703" y="899"/>
                    <a:pt x="759" y="814"/>
                  </a:cubicBezTo>
                  <a:cubicBezTo>
                    <a:pt x="785" y="749"/>
                    <a:pt x="811" y="689"/>
                    <a:pt x="838" y="639"/>
                  </a:cubicBezTo>
                  <a:close/>
                  <a:moveTo>
                    <a:pt x="899" y="0"/>
                  </a:moveTo>
                  <a:cubicBezTo>
                    <a:pt x="815" y="0"/>
                    <a:pt x="731" y="28"/>
                    <a:pt x="675" y="84"/>
                  </a:cubicBezTo>
                  <a:cubicBezTo>
                    <a:pt x="534" y="197"/>
                    <a:pt x="422" y="393"/>
                    <a:pt x="310" y="618"/>
                  </a:cubicBezTo>
                  <a:cubicBezTo>
                    <a:pt x="225" y="843"/>
                    <a:pt x="169" y="1123"/>
                    <a:pt x="141" y="1460"/>
                  </a:cubicBezTo>
                  <a:cubicBezTo>
                    <a:pt x="1" y="2471"/>
                    <a:pt x="1" y="3847"/>
                    <a:pt x="1" y="3847"/>
                  </a:cubicBezTo>
                  <a:cubicBezTo>
                    <a:pt x="1" y="3959"/>
                    <a:pt x="85" y="4043"/>
                    <a:pt x="169" y="4071"/>
                  </a:cubicBezTo>
                  <a:cubicBezTo>
                    <a:pt x="189" y="4076"/>
                    <a:pt x="208" y="4078"/>
                    <a:pt x="227" y="4078"/>
                  </a:cubicBezTo>
                  <a:cubicBezTo>
                    <a:pt x="318" y="4078"/>
                    <a:pt x="404" y="4024"/>
                    <a:pt x="450" y="3931"/>
                  </a:cubicBezTo>
                  <a:cubicBezTo>
                    <a:pt x="450" y="3931"/>
                    <a:pt x="1180" y="2443"/>
                    <a:pt x="1292" y="1179"/>
                  </a:cubicBezTo>
                  <a:cubicBezTo>
                    <a:pt x="1320" y="1039"/>
                    <a:pt x="1320" y="899"/>
                    <a:pt x="1320" y="786"/>
                  </a:cubicBezTo>
                  <a:cubicBezTo>
                    <a:pt x="1320" y="562"/>
                    <a:pt x="1292" y="421"/>
                    <a:pt x="1264" y="281"/>
                  </a:cubicBezTo>
                  <a:cubicBezTo>
                    <a:pt x="1236" y="225"/>
                    <a:pt x="1208" y="169"/>
                    <a:pt x="1152" y="84"/>
                  </a:cubicBezTo>
                  <a:cubicBezTo>
                    <a:pt x="1096" y="28"/>
                    <a:pt x="1012" y="0"/>
                    <a:pt x="899"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1339;p25">
              <a:extLst>
                <a:ext uri="{FF2B5EF4-FFF2-40B4-BE49-F238E27FC236}">
                  <a16:creationId xmlns:a16="http://schemas.microsoft.com/office/drawing/2014/main" id="{4453C03E-802E-8EC5-ABE0-5C0B7D7C3C87}"/>
                </a:ext>
              </a:extLst>
            </p:cNvPr>
            <p:cNvSpPr/>
            <p:nvPr/>
          </p:nvSpPr>
          <p:spPr>
            <a:xfrm>
              <a:off x="3935625" y="3881125"/>
              <a:ext cx="53525" cy="115525"/>
            </a:xfrm>
            <a:custGeom>
              <a:avLst/>
              <a:gdLst/>
              <a:ahLst/>
              <a:cxnLst/>
              <a:rect l="l" t="t" r="r" b="b"/>
              <a:pathLst>
                <a:path w="2141" h="4621" extrusionOk="0">
                  <a:moveTo>
                    <a:pt x="1781" y="1"/>
                  </a:moveTo>
                  <a:cubicBezTo>
                    <a:pt x="1761" y="1"/>
                    <a:pt x="1738" y="6"/>
                    <a:pt x="1713" y="16"/>
                  </a:cubicBezTo>
                  <a:cubicBezTo>
                    <a:pt x="1236" y="213"/>
                    <a:pt x="1039" y="1167"/>
                    <a:pt x="1039" y="1167"/>
                  </a:cubicBezTo>
                  <a:cubicBezTo>
                    <a:pt x="1039" y="1167"/>
                    <a:pt x="877" y="1079"/>
                    <a:pt x="689" y="1079"/>
                  </a:cubicBezTo>
                  <a:cubicBezTo>
                    <a:pt x="493" y="1079"/>
                    <a:pt x="269" y="1174"/>
                    <a:pt x="169" y="1560"/>
                  </a:cubicBezTo>
                  <a:cubicBezTo>
                    <a:pt x="0" y="2318"/>
                    <a:pt x="169" y="4620"/>
                    <a:pt x="169" y="4620"/>
                  </a:cubicBezTo>
                  <a:cubicBezTo>
                    <a:pt x="169" y="4620"/>
                    <a:pt x="1348" y="3301"/>
                    <a:pt x="1516" y="2431"/>
                  </a:cubicBezTo>
                  <a:cubicBezTo>
                    <a:pt x="1703" y="1606"/>
                    <a:pt x="2141" y="1"/>
                    <a:pt x="17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1340;p25">
              <a:extLst>
                <a:ext uri="{FF2B5EF4-FFF2-40B4-BE49-F238E27FC236}">
                  <a16:creationId xmlns:a16="http://schemas.microsoft.com/office/drawing/2014/main" id="{243305C1-6E48-EB01-DED2-629491417515}"/>
                </a:ext>
              </a:extLst>
            </p:cNvPr>
            <p:cNvSpPr/>
            <p:nvPr/>
          </p:nvSpPr>
          <p:spPr>
            <a:xfrm>
              <a:off x="3932125" y="3875200"/>
              <a:ext cx="57575" cy="127325"/>
            </a:xfrm>
            <a:custGeom>
              <a:avLst/>
              <a:gdLst/>
              <a:ahLst/>
              <a:cxnLst/>
              <a:rect l="l" t="t" r="r" b="b"/>
              <a:pathLst>
                <a:path w="2303" h="5093" extrusionOk="0">
                  <a:moveTo>
                    <a:pt x="1825" y="550"/>
                  </a:moveTo>
                  <a:cubicBezTo>
                    <a:pt x="1825" y="554"/>
                    <a:pt x="1825" y="558"/>
                    <a:pt x="1825" y="562"/>
                  </a:cubicBezTo>
                  <a:cubicBezTo>
                    <a:pt x="1825" y="787"/>
                    <a:pt x="1769" y="1151"/>
                    <a:pt x="1684" y="1545"/>
                  </a:cubicBezTo>
                  <a:cubicBezTo>
                    <a:pt x="1600" y="1909"/>
                    <a:pt x="1516" y="2303"/>
                    <a:pt x="1432" y="2611"/>
                  </a:cubicBezTo>
                  <a:cubicBezTo>
                    <a:pt x="1348" y="2976"/>
                    <a:pt x="1039" y="3538"/>
                    <a:pt x="730" y="3959"/>
                  </a:cubicBezTo>
                  <a:cubicBezTo>
                    <a:pt x="659" y="4072"/>
                    <a:pt x="581" y="4171"/>
                    <a:pt x="507" y="4260"/>
                  </a:cubicBezTo>
                  <a:lnTo>
                    <a:pt x="507" y="4260"/>
                  </a:lnTo>
                  <a:cubicBezTo>
                    <a:pt x="506" y="4253"/>
                    <a:pt x="506" y="4246"/>
                    <a:pt x="505" y="4240"/>
                  </a:cubicBezTo>
                  <a:cubicBezTo>
                    <a:pt x="505" y="3875"/>
                    <a:pt x="477" y="3369"/>
                    <a:pt x="477" y="2948"/>
                  </a:cubicBezTo>
                  <a:cubicBezTo>
                    <a:pt x="477" y="2499"/>
                    <a:pt x="505" y="2078"/>
                    <a:pt x="562" y="1853"/>
                  </a:cubicBezTo>
                  <a:cubicBezTo>
                    <a:pt x="590" y="1685"/>
                    <a:pt x="646" y="1629"/>
                    <a:pt x="674" y="1601"/>
                  </a:cubicBezTo>
                  <a:cubicBezTo>
                    <a:pt x="730" y="1573"/>
                    <a:pt x="758" y="1545"/>
                    <a:pt x="814" y="1545"/>
                  </a:cubicBezTo>
                  <a:cubicBezTo>
                    <a:pt x="870" y="1545"/>
                    <a:pt x="955" y="1573"/>
                    <a:pt x="1011" y="1573"/>
                  </a:cubicBezTo>
                  <a:lnTo>
                    <a:pt x="1067" y="1601"/>
                  </a:lnTo>
                  <a:lnTo>
                    <a:pt x="1067" y="1629"/>
                  </a:lnTo>
                  <a:cubicBezTo>
                    <a:pt x="1095" y="1643"/>
                    <a:pt x="1130" y="1650"/>
                    <a:pt x="1169" y="1650"/>
                  </a:cubicBezTo>
                  <a:cubicBezTo>
                    <a:pt x="1207" y="1650"/>
                    <a:pt x="1249" y="1643"/>
                    <a:pt x="1291" y="1629"/>
                  </a:cubicBezTo>
                  <a:cubicBezTo>
                    <a:pt x="1348" y="1601"/>
                    <a:pt x="1404" y="1545"/>
                    <a:pt x="1404" y="1460"/>
                  </a:cubicBezTo>
                  <a:lnTo>
                    <a:pt x="1432" y="1432"/>
                  </a:lnTo>
                  <a:cubicBezTo>
                    <a:pt x="1432" y="1348"/>
                    <a:pt x="1488" y="1123"/>
                    <a:pt x="1600" y="899"/>
                  </a:cubicBezTo>
                  <a:cubicBezTo>
                    <a:pt x="1658" y="764"/>
                    <a:pt x="1742" y="630"/>
                    <a:pt x="1825" y="550"/>
                  </a:cubicBezTo>
                  <a:close/>
                  <a:moveTo>
                    <a:pt x="1937" y="0"/>
                  </a:moveTo>
                  <a:cubicBezTo>
                    <a:pt x="1881" y="0"/>
                    <a:pt x="1825" y="28"/>
                    <a:pt x="1769" y="57"/>
                  </a:cubicBezTo>
                  <a:cubicBezTo>
                    <a:pt x="1600" y="113"/>
                    <a:pt x="1460" y="253"/>
                    <a:pt x="1376" y="393"/>
                  </a:cubicBezTo>
                  <a:cubicBezTo>
                    <a:pt x="1195" y="623"/>
                    <a:pt x="1082" y="910"/>
                    <a:pt x="1019" y="1115"/>
                  </a:cubicBezTo>
                  <a:lnTo>
                    <a:pt x="1019" y="1115"/>
                  </a:lnTo>
                  <a:cubicBezTo>
                    <a:pt x="958" y="1103"/>
                    <a:pt x="889" y="1095"/>
                    <a:pt x="814" y="1095"/>
                  </a:cubicBezTo>
                  <a:cubicBezTo>
                    <a:pt x="702" y="1095"/>
                    <a:pt x="533" y="1123"/>
                    <a:pt x="393" y="1236"/>
                  </a:cubicBezTo>
                  <a:cubicBezTo>
                    <a:pt x="253" y="1348"/>
                    <a:pt x="140" y="1516"/>
                    <a:pt x="84" y="1741"/>
                  </a:cubicBezTo>
                  <a:cubicBezTo>
                    <a:pt x="28" y="2050"/>
                    <a:pt x="0" y="2471"/>
                    <a:pt x="0" y="2948"/>
                  </a:cubicBezTo>
                  <a:cubicBezTo>
                    <a:pt x="0" y="3847"/>
                    <a:pt x="84" y="4885"/>
                    <a:pt x="84" y="4885"/>
                  </a:cubicBezTo>
                  <a:cubicBezTo>
                    <a:pt x="84" y="4998"/>
                    <a:pt x="168" y="5054"/>
                    <a:pt x="253" y="5082"/>
                  </a:cubicBezTo>
                  <a:cubicBezTo>
                    <a:pt x="275" y="5089"/>
                    <a:pt x="300" y="5093"/>
                    <a:pt x="325" y="5093"/>
                  </a:cubicBezTo>
                  <a:cubicBezTo>
                    <a:pt x="393" y="5093"/>
                    <a:pt x="464" y="5067"/>
                    <a:pt x="505" y="5026"/>
                  </a:cubicBezTo>
                  <a:cubicBezTo>
                    <a:pt x="505" y="5026"/>
                    <a:pt x="786" y="4689"/>
                    <a:pt x="1123" y="4212"/>
                  </a:cubicBezTo>
                  <a:cubicBezTo>
                    <a:pt x="1432" y="3762"/>
                    <a:pt x="1769" y="3201"/>
                    <a:pt x="1881" y="2724"/>
                  </a:cubicBezTo>
                  <a:cubicBezTo>
                    <a:pt x="1965" y="2415"/>
                    <a:pt x="2049" y="2022"/>
                    <a:pt x="2134" y="1629"/>
                  </a:cubicBezTo>
                  <a:cubicBezTo>
                    <a:pt x="2218" y="1236"/>
                    <a:pt x="2302" y="843"/>
                    <a:pt x="2302" y="562"/>
                  </a:cubicBezTo>
                  <a:cubicBezTo>
                    <a:pt x="2302" y="450"/>
                    <a:pt x="2302" y="337"/>
                    <a:pt x="2246" y="253"/>
                  </a:cubicBezTo>
                  <a:cubicBezTo>
                    <a:pt x="2218" y="197"/>
                    <a:pt x="2190" y="141"/>
                    <a:pt x="2134" y="85"/>
                  </a:cubicBezTo>
                  <a:cubicBezTo>
                    <a:pt x="2078" y="28"/>
                    <a:pt x="1993" y="0"/>
                    <a:pt x="1937"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1341;p25">
              <a:extLst>
                <a:ext uri="{FF2B5EF4-FFF2-40B4-BE49-F238E27FC236}">
                  <a16:creationId xmlns:a16="http://schemas.microsoft.com/office/drawing/2014/main" id="{DD0834D8-3703-AA0E-71E3-5E35FB500A86}"/>
                </a:ext>
              </a:extLst>
            </p:cNvPr>
            <p:cNvSpPr/>
            <p:nvPr/>
          </p:nvSpPr>
          <p:spPr>
            <a:xfrm>
              <a:off x="3952475" y="3904550"/>
              <a:ext cx="18275" cy="72300"/>
            </a:xfrm>
            <a:custGeom>
              <a:avLst/>
              <a:gdLst/>
              <a:ahLst/>
              <a:cxnLst/>
              <a:rect l="l" t="t" r="r" b="b"/>
              <a:pathLst>
                <a:path w="731" h="2892" extrusionOk="0">
                  <a:moveTo>
                    <a:pt x="363" y="0"/>
                  </a:moveTo>
                  <a:cubicBezTo>
                    <a:pt x="345" y="0"/>
                    <a:pt x="327" y="2"/>
                    <a:pt x="309" y="6"/>
                  </a:cubicBezTo>
                  <a:cubicBezTo>
                    <a:pt x="197" y="34"/>
                    <a:pt x="112" y="174"/>
                    <a:pt x="141" y="286"/>
                  </a:cubicBezTo>
                  <a:lnTo>
                    <a:pt x="141" y="314"/>
                  </a:lnTo>
                  <a:cubicBezTo>
                    <a:pt x="169" y="427"/>
                    <a:pt x="253" y="876"/>
                    <a:pt x="253" y="1409"/>
                  </a:cubicBezTo>
                  <a:cubicBezTo>
                    <a:pt x="253" y="1802"/>
                    <a:pt x="197" y="2252"/>
                    <a:pt x="56" y="2560"/>
                  </a:cubicBezTo>
                  <a:cubicBezTo>
                    <a:pt x="0" y="2701"/>
                    <a:pt x="56" y="2841"/>
                    <a:pt x="197" y="2869"/>
                  </a:cubicBezTo>
                  <a:cubicBezTo>
                    <a:pt x="227" y="2884"/>
                    <a:pt x="259" y="2891"/>
                    <a:pt x="291" y="2891"/>
                  </a:cubicBezTo>
                  <a:cubicBezTo>
                    <a:pt x="378" y="2891"/>
                    <a:pt x="464" y="2839"/>
                    <a:pt x="506" y="2757"/>
                  </a:cubicBezTo>
                  <a:cubicBezTo>
                    <a:pt x="674" y="2336"/>
                    <a:pt x="730" y="1858"/>
                    <a:pt x="730" y="1409"/>
                  </a:cubicBezTo>
                  <a:cubicBezTo>
                    <a:pt x="730" y="764"/>
                    <a:pt x="590" y="202"/>
                    <a:pt x="590" y="174"/>
                  </a:cubicBezTo>
                  <a:cubicBezTo>
                    <a:pt x="565" y="76"/>
                    <a:pt x="477" y="0"/>
                    <a:pt x="363"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1342;p25">
              <a:extLst>
                <a:ext uri="{FF2B5EF4-FFF2-40B4-BE49-F238E27FC236}">
                  <a16:creationId xmlns:a16="http://schemas.microsoft.com/office/drawing/2014/main" id="{438EA20C-CF9D-9298-1BB6-531BEF30D2DC}"/>
                </a:ext>
              </a:extLst>
            </p:cNvPr>
            <p:cNvSpPr/>
            <p:nvPr/>
          </p:nvSpPr>
          <p:spPr>
            <a:xfrm>
              <a:off x="4649425" y="3143050"/>
              <a:ext cx="18275" cy="224025"/>
            </a:xfrm>
            <a:custGeom>
              <a:avLst/>
              <a:gdLst/>
              <a:ahLst/>
              <a:cxnLst/>
              <a:rect l="l" t="t" r="r" b="b"/>
              <a:pathLst>
                <a:path w="731" h="8961" extrusionOk="0">
                  <a:moveTo>
                    <a:pt x="463" y="0"/>
                  </a:moveTo>
                  <a:cubicBezTo>
                    <a:pt x="343" y="0"/>
                    <a:pt x="253" y="103"/>
                    <a:pt x="253" y="229"/>
                  </a:cubicBezTo>
                  <a:lnTo>
                    <a:pt x="0" y="8708"/>
                  </a:lnTo>
                  <a:cubicBezTo>
                    <a:pt x="0" y="8848"/>
                    <a:pt x="113" y="8932"/>
                    <a:pt x="225" y="8960"/>
                  </a:cubicBezTo>
                  <a:cubicBezTo>
                    <a:pt x="365" y="8960"/>
                    <a:pt x="478" y="8848"/>
                    <a:pt x="478" y="8736"/>
                  </a:cubicBezTo>
                  <a:lnTo>
                    <a:pt x="730" y="229"/>
                  </a:lnTo>
                  <a:cubicBezTo>
                    <a:pt x="730" y="117"/>
                    <a:pt x="618" y="4"/>
                    <a:pt x="506" y="4"/>
                  </a:cubicBezTo>
                  <a:cubicBezTo>
                    <a:pt x="491" y="2"/>
                    <a:pt x="477" y="0"/>
                    <a:pt x="463"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1343;p25">
              <a:extLst>
                <a:ext uri="{FF2B5EF4-FFF2-40B4-BE49-F238E27FC236}">
                  <a16:creationId xmlns:a16="http://schemas.microsoft.com/office/drawing/2014/main" id="{A93541C4-945C-9F96-473F-77F2CA65A144}"/>
                </a:ext>
              </a:extLst>
            </p:cNvPr>
            <p:cNvSpPr/>
            <p:nvPr/>
          </p:nvSpPr>
          <p:spPr>
            <a:xfrm>
              <a:off x="4652225" y="3168275"/>
              <a:ext cx="37925" cy="131550"/>
            </a:xfrm>
            <a:custGeom>
              <a:avLst/>
              <a:gdLst/>
              <a:ahLst/>
              <a:cxnLst/>
              <a:rect l="l" t="t" r="r" b="b"/>
              <a:pathLst>
                <a:path w="1517" h="5262" extrusionOk="0">
                  <a:moveTo>
                    <a:pt x="1276" y="1"/>
                  </a:moveTo>
                  <a:cubicBezTo>
                    <a:pt x="1174" y="1"/>
                    <a:pt x="1064" y="80"/>
                    <a:pt x="1039" y="203"/>
                  </a:cubicBezTo>
                  <a:lnTo>
                    <a:pt x="29" y="4975"/>
                  </a:lnTo>
                  <a:cubicBezTo>
                    <a:pt x="1" y="5116"/>
                    <a:pt x="85" y="5228"/>
                    <a:pt x="197" y="5256"/>
                  </a:cubicBezTo>
                  <a:cubicBezTo>
                    <a:pt x="216" y="5260"/>
                    <a:pt x="234" y="5262"/>
                    <a:pt x="251" y="5262"/>
                  </a:cubicBezTo>
                  <a:cubicBezTo>
                    <a:pt x="366" y="5262"/>
                    <a:pt x="454" y="5185"/>
                    <a:pt x="478" y="5088"/>
                  </a:cubicBezTo>
                  <a:lnTo>
                    <a:pt x="1489" y="287"/>
                  </a:lnTo>
                  <a:cubicBezTo>
                    <a:pt x="1517" y="175"/>
                    <a:pt x="1461" y="34"/>
                    <a:pt x="1320" y="6"/>
                  </a:cubicBezTo>
                  <a:cubicBezTo>
                    <a:pt x="1306" y="2"/>
                    <a:pt x="1291" y="1"/>
                    <a:pt x="1276"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1344;p25">
              <a:extLst>
                <a:ext uri="{FF2B5EF4-FFF2-40B4-BE49-F238E27FC236}">
                  <a16:creationId xmlns:a16="http://schemas.microsoft.com/office/drawing/2014/main" id="{88CEB76E-AC89-AE1A-6FD6-E009185C214B}"/>
                </a:ext>
              </a:extLst>
            </p:cNvPr>
            <p:cNvSpPr/>
            <p:nvPr/>
          </p:nvSpPr>
          <p:spPr>
            <a:xfrm>
              <a:off x="3982650" y="3160575"/>
              <a:ext cx="18275" cy="252825"/>
            </a:xfrm>
            <a:custGeom>
              <a:avLst/>
              <a:gdLst/>
              <a:ahLst/>
              <a:cxnLst/>
              <a:rect l="l" t="t" r="r" b="b"/>
              <a:pathLst>
                <a:path w="731" h="10113" extrusionOk="0">
                  <a:moveTo>
                    <a:pt x="260" y="1"/>
                  </a:moveTo>
                  <a:cubicBezTo>
                    <a:pt x="248" y="1"/>
                    <a:pt x="237" y="2"/>
                    <a:pt x="225" y="5"/>
                  </a:cubicBezTo>
                  <a:cubicBezTo>
                    <a:pt x="85" y="5"/>
                    <a:pt x="0" y="118"/>
                    <a:pt x="0" y="230"/>
                  </a:cubicBezTo>
                  <a:lnTo>
                    <a:pt x="253" y="9860"/>
                  </a:lnTo>
                  <a:cubicBezTo>
                    <a:pt x="253" y="10000"/>
                    <a:pt x="365" y="10112"/>
                    <a:pt x="478" y="10112"/>
                  </a:cubicBezTo>
                  <a:cubicBezTo>
                    <a:pt x="618" y="10084"/>
                    <a:pt x="730" y="10000"/>
                    <a:pt x="730" y="9860"/>
                  </a:cubicBezTo>
                  <a:lnTo>
                    <a:pt x="450" y="230"/>
                  </a:lnTo>
                  <a:cubicBezTo>
                    <a:pt x="450" y="104"/>
                    <a:pt x="360" y="1"/>
                    <a:pt x="260"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1345;p25">
              <a:extLst>
                <a:ext uri="{FF2B5EF4-FFF2-40B4-BE49-F238E27FC236}">
                  <a16:creationId xmlns:a16="http://schemas.microsoft.com/office/drawing/2014/main" id="{82F26038-FEA3-7BFC-3673-8547BA0E58D0}"/>
                </a:ext>
              </a:extLst>
            </p:cNvPr>
            <p:cNvSpPr/>
            <p:nvPr/>
          </p:nvSpPr>
          <p:spPr>
            <a:xfrm>
              <a:off x="2591550" y="5031175"/>
              <a:ext cx="1179850" cy="346750"/>
            </a:xfrm>
            <a:custGeom>
              <a:avLst/>
              <a:gdLst/>
              <a:ahLst/>
              <a:cxnLst/>
              <a:rect l="l" t="t" r="r" b="b"/>
              <a:pathLst>
                <a:path w="47194" h="13870" extrusionOk="0">
                  <a:moveTo>
                    <a:pt x="23583" y="1"/>
                  </a:moveTo>
                  <a:cubicBezTo>
                    <a:pt x="10556" y="1"/>
                    <a:pt x="0" y="3117"/>
                    <a:pt x="0" y="6935"/>
                  </a:cubicBezTo>
                  <a:cubicBezTo>
                    <a:pt x="0" y="10753"/>
                    <a:pt x="10556" y="13869"/>
                    <a:pt x="23583" y="13869"/>
                  </a:cubicBezTo>
                  <a:cubicBezTo>
                    <a:pt x="36610" y="13869"/>
                    <a:pt x="47194" y="10753"/>
                    <a:pt x="47194" y="6935"/>
                  </a:cubicBezTo>
                  <a:cubicBezTo>
                    <a:pt x="47194" y="3117"/>
                    <a:pt x="36610" y="1"/>
                    <a:pt x="23583" y="1"/>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1346;p25">
              <a:extLst>
                <a:ext uri="{FF2B5EF4-FFF2-40B4-BE49-F238E27FC236}">
                  <a16:creationId xmlns:a16="http://schemas.microsoft.com/office/drawing/2014/main" id="{E0A93BFC-252A-2245-E3B3-DA972266DF7A}"/>
                </a:ext>
              </a:extLst>
            </p:cNvPr>
            <p:cNvSpPr/>
            <p:nvPr/>
          </p:nvSpPr>
          <p:spPr>
            <a:xfrm>
              <a:off x="2591550" y="5031175"/>
              <a:ext cx="1179850" cy="346750"/>
            </a:xfrm>
            <a:custGeom>
              <a:avLst/>
              <a:gdLst/>
              <a:ahLst/>
              <a:cxnLst/>
              <a:rect l="l" t="t" r="r" b="b"/>
              <a:pathLst>
                <a:path w="47194" h="13870" extrusionOk="0">
                  <a:moveTo>
                    <a:pt x="23583" y="1"/>
                  </a:moveTo>
                  <a:cubicBezTo>
                    <a:pt x="10556" y="1"/>
                    <a:pt x="0" y="3117"/>
                    <a:pt x="0" y="6935"/>
                  </a:cubicBezTo>
                  <a:cubicBezTo>
                    <a:pt x="0" y="10753"/>
                    <a:pt x="10556" y="13869"/>
                    <a:pt x="23583" y="13869"/>
                  </a:cubicBezTo>
                  <a:cubicBezTo>
                    <a:pt x="36610" y="13869"/>
                    <a:pt x="47194" y="10753"/>
                    <a:pt x="47194" y="6935"/>
                  </a:cubicBezTo>
                  <a:cubicBezTo>
                    <a:pt x="47194" y="3117"/>
                    <a:pt x="36610" y="1"/>
                    <a:pt x="23583" y="1"/>
                  </a:cubicBezTo>
                  <a:close/>
                </a:path>
              </a:pathLst>
            </a:custGeom>
            <a:solidFill>
              <a:srgbClr val="BBE3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1347;p25">
              <a:extLst>
                <a:ext uri="{FF2B5EF4-FFF2-40B4-BE49-F238E27FC236}">
                  <a16:creationId xmlns:a16="http://schemas.microsoft.com/office/drawing/2014/main" id="{C27F93B3-5EB7-2186-77DA-4B134EF84433}"/>
                </a:ext>
              </a:extLst>
            </p:cNvPr>
            <p:cNvSpPr/>
            <p:nvPr/>
          </p:nvSpPr>
          <p:spPr>
            <a:xfrm>
              <a:off x="3400100" y="2659400"/>
              <a:ext cx="126350" cy="233900"/>
            </a:xfrm>
            <a:custGeom>
              <a:avLst/>
              <a:gdLst/>
              <a:ahLst/>
              <a:cxnLst/>
              <a:rect l="l" t="t" r="r" b="b"/>
              <a:pathLst>
                <a:path w="5054" h="9356" extrusionOk="0">
                  <a:moveTo>
                    <a:pt x="1156" y="1"/>
                  </a:moveTo>
                  <a:cubicBezTo>
                    <a:pt x="1015" y="1"/>
                    <a:pt x="904" y="7"/>
                    <a:pt x="843" y="7"/>
                  </a:cubicBezTo>
                  <a:cubicBezTo>
                    <a:pt x="618" y="7"/>
                    <a:pt x="393" y="147"/>
                    <a:pt x="674" y="540"/>
                  </a:cubicBezTo>
                  <a:cubicBezTo>
                    <a:pt x="983" y="905"/>
                    <a:pt x="1881" y="990"/>
                    <a:pt x="1881" y="1355"/>
                  </a:cubicBezTo>
                  <a:lnTo>
                    <a:pt x="1881" y="3713"/>
                  </a:lnTo>
                  <a:cubicBezTo>
                    <a:pt x="1881" y="3713"/>
                    <a:pt x="1516" y="2646"/>
                    <a:pt x="1292" y="2028"/>
                  </a:cubicBezTo>
                  <a:cubicBezTo>
                    <a:pt x="1135" y="1618"/>
                    <a:pt x="653" y="1384"/>
                    <a:pt x="345" y="1384"/>
                  </a:cubicBezTo>
                  <a:cubicBezTo>
                    <a:pt x="211" y="1384"/>
                    <a:pt x="110" y="1429"/>
                    <a:pt x="85" y="1523"/>
                  </a:cubicBezTo>
                  <a:cubicBezTo>
                    <a:pt x="0" y="1804"/>
                    <a:pt x="534" y="2337"/>
                    <a:pt x="758" y="3179"/>
                  </a:cubicBezTo>
                  <a:cubicBezTo>
                    <a:pt x="983" y="3994"/>
                    <a:pt x="899" y="5594"/>
                    <a:pt x="899" y="5594"/>
                  </a:cubicBezTo>
                  <a:cubicBezTo>
                    <a:pt x="899" y="5594"/>
                    <a:pt x="843" y="6492"/>
                    <a:pt x="1516" y="7250"/>
                  </a:cubicBezTo>
                  <a:cubicBezTo>
                    <a:pt x="2190" y="8008"/>
                    <a:pt x="3482" y="9356"/>
                    <a:pt x="3482" y="9356"/>
                  </a:cubicBezTo>
                  <a:lnTo>
                    <a:pt x="5054" y="8149"/>
                  </a:lnTo>
                  <a:cubicBezTo>
                    <a:pt x="5054" y="8149"/>
                    <a:pt x="4520" y="6801"/>
                    <a:pt x="4689" y="6127"/>
                  </a:cubicBezTo>
                  <a:cubicBezTo>
                    <a:pt x="4829" y="5425"/>
                    <a:pt x="4913" y="4387"/>
                    <a:pt x="4520" y="3544"/>
                  </a:cubicBezTo>
                  <a:cubicBezTo>
                    <a:pt x="4155" y="2730"/>
                    <a:pt x="2948" y="2562"/>
                    <a:pt x="2948" y="2562"/>
                  </a:cubicBezTo>
                  <a:cubicBezTo>
                    <a:pt x="2948" y="2562"/>
                    <a:pt x="3032" y="2281"/>
                    <a:pt x="3032" y="1888"/>
                  </a:cubicBezTo>
                  <a:cubicBezTo>
                    <a:pt x="3032" y="1523"/>
                    <a:pt x="3032" y="821"/>
                    <a:pt x="2499" y="372"/>
                  </a:cubicBezTo>
                  <a:cubicBezTo>
                    <a:pt x="2111" y="45"/>
                    <a:pt x="1530" y="1"/>
                    <a:pt x="11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1348;p25">
              <a:extLst>
                <a:ext uri="{FF2B5EF4-FFF2-40B4-BE49-F238E27FC236}">
                  <a16:creationId xmlns:a16="http://schemas.microsoft.com/office/drawing/2014/main" id="{33A2CAFE-23C0-CA40-5DFE-F5F2C0180648}"/>
                </a:ext>
              </a:extLst>
            </p:cNvPr>
            <p:cNvSpPr/>
            <p:nvPr/>
          </p:nvSpPr>
          <p:spPr>
            <a:xfrm>
              <a:off x="3395875" y="2653250"/>
              <a:ext cx="136900" cy="245950"/>
            </a:xfrm>
            <a:custGeom>
              <a:avLst/>
              <a:gdLst/>
              <a:ahLst/>
              <a:cxnLst/>
              <a:rect l="l" t="t" r="r" b="b"/>
              <a:pathLst>
                <a:path w="5476" h="9838" extrusionOk="0">
                  <a:moveTo>
                    <a:pt x="1292" y="478"/>
                  </a:moveTo>
                  <a:cubicBezTo>
                    <a:pt x="1461" y="478"/>
                    <a:pt x="1685" y="478"/>
                    <a:pt x="1910" y="534"/>
                  </a:cubicBezTo>
                  <a:cubicBezTo>
                    <a:pt x="2135" y="590"/>
                    <a:pt x="2359" y="674"/>
                    <a:pt x="2500" y="814"/>
                  </a:cubicBezTo>
                  <a:cubicBezTo>
                    <a:pt x="2724" y="983"/>
                    <a:pt x="2836" y="1236"/>
                    <a:pt x="2893" y="1460"/>
                  </a:cubicBezTo>
                  <a:cubicBezTo>
                    <a:pt x="2949" y="1713"/>
                    <a:pt x="2949" y="1937"/>
                    <a:pt x="2949" y="2134"/>
                  </a:cubicBezTo>
                  <a:cubicBezTo>
                    <a:pt x="2949" y="2302"/>
                    <a:pt x="2949" y="2471"/>
                    <a:pt x="2921" y="2583"/>
                  </a:cubicBezTo>
                  <a:cubicBezTo>
                    <a:pt x="2921" y="2639"/>
                    <a:pt x="2921" y="2695"/>
                    <a:pt x="2893" y="2724"/>
                  </a:cubicBezTo>
                  <a:lnTo>
                    <a:pt x="2893" y="2752"/>
                  </a:lnTo>
                  <a:cubicBezTo>
                    <a:pt x="2865" y="2836"/>
                    <a:pt x="2893" y="2892"/>
                    <a:pt x="2921" y="2948"/>
                  </a:cubicBezTo>
                  <a:cubicBezTo>
                    <a:pt x="2977" y="3004"/>
                    <a:pt x="3033" y="3032"/>
                    <a:pt x="3089" y="3060"/>
                  </a:cubicBezTo>
                  <a:cubicBezTo>
                    <a:pt x="3145" y="3060"/>
                    <a:pt x="3426" y="3117"/>
                    <a:pt x="3735" y="3229"/>
                  </a:cubicBezTo>
                  <a:cubicBezTo>
                    <a:pt x="4044" y="3369"/>
                    <a:pt x="4352" y="3594"/>
                    <a:pt x="4493" y="3903"/>
                  </a:cubicBezTo>
                  <a:cubicBezTo>
                    <a:pt x="4661" y="4296"/>
                    <a:pt x="4746" y="4773"/>
                    <a:pt x="4746" y="5222"/>
                  </a:cubicBezTo>
                  <a:cubicBezTo>
                    <a:pt x="4746" y="5643"/>
                    <a:pt x="4689" y="6008"/>
                    <a:pt x="4633" y="6317"/>
                  </a:cubicBezTo>
                  <a:cubicBezTo>
                    <a:pt x="4605" y="6429"/>
                    <a:pt x="4605" y="6542"/>
                    <a:pt x="4605" y="6654"/>
                  </a:cubicBezTo>
                  <a:cubicBezTo>
                    <a:pt x="4605" y="7047"/>
                    <a:pt x="4689" y="7496"/>
                    <a:pt x="4802" y="7861"/>
                  </a:cubicBezTo>
                  <a:cubicBezTo>
                    <a:pt x="4861" y="8055"/>
                    <a:pt x="4913" y="8217"/>
                    <a:pt x="4952" y="8326"/>
                  </a:cubicBezTo>
                  <a:lnTo>
                    <a:pt x="4952" y="8326"/>
                  </a:lnTo>
                  <a:lnTo>
                    <a:pt x="3676" y="9306"/>
                  </a:lnTo>
                  <a:lnTo>
                    <a:pt x="3676" y="9306"/>
                  </a:lnTo>
                  <a:cubicBezTo>
                    <a:pt x="3541" y="9161"/>
                    <a:pt x="3325" y="8928"/>
                    <a:pt x="3089" y="8675"/>
                  </a:cubicBezTo>
                  <a:cubicBezTo>
                    <a:pt x="2696" y="8254"/>
                    <a:pt x="2191" y="7721"/>
                    <a:pt x="1854" y="7328"/>
                  </a:cubicBezTo>
                  <a:cubicBezTo>
                    <a:pt x="1348" y="6794"/>
                    <a:pt x="1320" y="6121"/>
                    <a:pt x="1320" y="5924"/>
                  </a:cubicBezTo>
                  <a:lnTo>
                    <a:pt x="1320" y="5868"/>
                  </a:lnTo>
                  <a:lnTo>
                    <a:pt x="1320" y="5840"/>
                  </a:lnTo>
                  <a:cubicBezTo>
                    <a:pt x="1320" y="5840"/>
                    <a:pt x="1320" y="5587"/>
                    <a:pt x="1320" y="5222"/>
                  </a:cubicBezTo>
                  <a:cubicBezTo>
                    <a:pt x="1320" y="4689"/>
                    <a:pt x="1292" y="3903"/>
                    <a:pt x="1152" y="3369"/>
                  </a:cubicBezTo>
                  <a:cubicBezTo>
                    <a:pt x="1040" y="2948"/>
                    <a:pt x="843" y="2611"/>
                    <a:pt x="703" y="2330"/>
                  </a:cubicBezTo>
                  <a:cubicBezTo>
                    <a:pt x="647" y="2190"/>
                    <a:pt x="562" y="2078"/>
                    <a:pt x="534" y="1994"/>
                  </a:cubicBezTo>
                  <a:cubicBezTo>
                    <a:pt x="498" y="1939"/>
                    <a:pt x="485" y="1885"/>
                    <a:pt x="481" y="1853"/>
                  </a:cubicBezTo>
                  <a:lnTo>
                    <a:pt x="506" y="1853"/>
                  </a:lnTo>
                  <a:cubicBezTo>
                    <a:pt x="590" y="1853"/>
                    <a:pt x="759" y="1909"/>
                    <a:pt x="899" y="1994"/>
                  </a:cubicBezTo>
                  <a:cubicBezTo>
                    <a:pt x="1068" y="2078"/>
                    <a:pt x="1180" y="2218"/>
                    <a:pt x="1236" y="2359"/>
                  </a:cubicBezTo>
                  <a:cubicBezTo>
                    <a:pt x="1348" y="2667"/>
                    <a:pt x="1489" y="3088"/>
                    <a:pt x="1629" y="3425"/>
                  </a:cubicBezTo>
                  <a:cubicBezTo>
                    <a:pt x="1707" y="3660"/>
                    <a:pt x="1785" y="3853"/>
                    <a:pt x="1826" y="3949"/>
                  </a:cubicBezTo>
                  <a:lnTo>
                    <a:pt x="1826" y="3949"/>
                  </a:lnTo>
                  <a:lnTo>
                    <a:pt x="1826" y="3959"/>
                  </a:lnTo>
                  <a:lnTo>
                    <a:pt x="1830" y="3959"/>
                  </a:lnTo>
                  <a:cubicBezTo>
                    <a:pt x="1845" y="3995"/>
                    <a:pt x="1854" y="4015"/>
                    <a:pt x="1854" y="4015"/>
                  </a:cubicBezTo>
                  <a:cubicBezTo>
                    <a:pt x="1882" y="4127"/>
                    <a:pt x="1994" y="4183"/>
                    <a:pt x="2107" y="4183"/>
                  </a:cubicBezTo>
                  <a:cubicBezTo>
                    <a:pt x="2219" y="4155"/>
                    <a:pt x="2303" y="4071"/>
                    <a:pt x="2303" y="3959"/>
                  </a:cubicBezTo>
                  <a:lnTo>
                    <a:pt x="2303" y="1601"/>
                  </a:lnTo>
                  <a:cubicBezTo>
                    <a:pt x="2303" y="1516"/>
                    <a:pt x="2275" y="1432"/>
                    <a:pt x="2219" y="1348"/>
                  </a:cubicBezTo>
                  <a:cubicBezTo>
                    <a:pt x="2135" y="1236"/>
                    <a:pt x="2022" y="1151"/>
                    <a:pt x="1910" y="1095"/>
                  </a:cubicBezTo>
                  <a:cubicBezTo>
                    <a:pt x="1742" y="1011"/>
                    <a:pt x="1545" y="927"/>
                    <a:pt x="1377" y="871"/>
                  </a:cubicBezTo>
                  <a:cubicBezTo>
                    <a:pt x="1236" y="786"/>
                    <a:pt x="1096" y="702"/>
                    <a:pt x="1040" y="618"/>
                  </a:cubicBezTo>
                  <a:cubicBezTo>
                    <a:pt x="984" y="590"/>
                    <a:pt x="955" y="534"/>
                    <a:pt x="955" y="506"/>
                  </a:cubicBezTo>
                  <a:lnTo>
                    <a:pt x="948" y="499"/>
                  </a:lnTo>
                  <a:lnTo>
                    <a:pt x="948" y="499"/>
                  </a:lnTo>
                  <a:lnTo>
                    <a:pt x="1012" y="478"/>
                  </a:lnTo>
                  <a:close/>
                  <a:moveTo>
                    <a:pt x="1292" y="0"/>
                  </a:moveTo>
                  <a:cubicBezTo>
                    <a:pt x="1152" y="0"/>
                    <a:pt x="1040" y="28"/>
                    <a:pt x="1012" y="28"/>
                  </a:cubicBezTo>
                  <a:cubicBezTo>
                    <a:pt x="899" y="28"/>
                    <a:pt x="787" y="28"/>
                    <a:pt x="675" y="113"/>
                  </a:cubicBezTo>
                  <a:cubicBezTo>
                    <a:pt x="562" y="169"/>
                    <a:pt x="478" y="309"/>
                    <a:pt x="478" y="478"/>
                  </a:cubicBezTo>
                  <a:cubicBezTo>
                    <a:pt x="478" y="618"/>
                    <a:pt x="562" y="758"/>
                    <a:pt x="675" y="927"/>
                  </a:cubicBezTo>
                  <a:cubicBezTo>
                    <a:pt x="787" y="1067"/>
                    <a:pt x="927" y="1151"/>
                    <a:pt x="1068" y="1207"/>
                  </a:cubicBezTo>
                  <a:cubicBezTo>
                    <a:pt x="1264" y="1320"/>
                    <a:pt x="1489" y="1404"/>
                    <a:pt x="1657" y="1488"/>
                  </a:cubicBezTo>
                  <a:cubicBezTo>
                    <a:pt x="1742" y="1516"/>
                    <a:pt x="1798" y="1572"/>
                    <a:pt x="1798" y="1601"/>
                  </a:cubicBezTo>
                  <a:lnTo>
                    <a:pt x="1826" y="1601"/>
                  </a:lnTo>
                  <a:lnTo>
                    <a:pt x="1826" y="2597"/>
                  </a:lnTo>
                  <a:lnTo>
                    <a:pt x="1826" y="2597"/>
                  </a:lnTo>
                  <a:cubicBezTo>
                    <a:pt x="1776" y="2460"/>
                    <a:pt x="1728" y="2331"/>
                    <a:pt x="1685" y="2218"/>
                  </a:cubicBezTo>
                  <a:cubicBezTo>
                    <a:pt x="1573" y="1937"/>
                    <a:pt x="1377" y="1741"/>
                    <a:pt x="1152" y="1601"/>
                  </a:cubicBezTo>
                  <a:cubicBezTo>
                    <a:pt x="927" y="1460"/>
                    <a:pt x="703" y="1404"/>
                    <a:pt x="506" y="1404"/>
                  </a:cubicBezTo>
                  <a:cubicBezTo>
                    <a:pt x="394" y="1404"/>
                    <a:pt x="310" y="1404"/>
                    <a:pt x="226" y="1460"/>
                  </a:cubicBezTo>
                  <a:cubicBezTo>
                    <a:pt x="147" y="1486"/>
                    <a:pt x="68" y="1562"/>
                    <a:pt x="35" y="1687"/>
                  </a:cubicBezTo>
                  <a:lnTo>
                    <a:pt x="35" y="1687"/>
                  </a:lnTo>
                  <a:lnTo>
                    <a:pt x="29" y="1685"/>
                  </a:lnTo>
                  <a:cubicBezTo>
                    <a:pt x="1" y="1741"/>
                    <a:pt x="1" y="1797"/>
                    <a:pt x="1" y="1825"/>
                  </a:cubicBezTo>
                  <a:cubicBezTo>
                    <a:pt x="1" y="1965"/>
                    <a:pt x="57" y="2078"/>
                    <a:pt x="113" y="2190"/>
                  </a:cubicBezTo>
                  <a:cubicBezTo>
                    <a:pt x="282" y="2527"/>
                    <a:pt x="562" y="2948"/>
                    <a:pt x="703" y="3482"/>
                  </a:cubicBezTo>
                  <a:cubicBezTo>
                    <a:pt x="815" y="3931"/>
                    <a:pt x="871" y="4689"/>
                    <a:pt x="871" y="5222"/>
                  </a:cubicBezTo>
                  <a:cubicBezTo>
                    <a:pt x="871" y="5391"/>
                    <a:pt x="843" y="5559"/>
                    <a:pt x="843" y="5643"/>
                  </a:cubicBezTo>
                  <a:cubicBezTo>
                    <a:pt x="843" y="5756"/>
                    <a:pt x="843" y="5812"/>
                    <a:pt x="843" y="5812"/>
                  </a:cubicBezTo>
                  <a:cubicBezTo>
                    <a:pt x="843" y="5812"/>
                    <a:pt x="843" y="5868"/>
                    <a:pt x="843" y="5924"/>
                  </a:cubicBezTo>
                  <a:cubicBezTo>
                    <a:pt x="843" y="6177"/>
                    <a:pt x="899" y="6963"/>
                    <a:pt x="1517" y="7665"/>
                  </a:cubicBezTo>
                  <a:cubicBezTo>
                    <a:pt x="2191" y="8423"/>
                    <a:pt x="3482" y="9770"/>
                    <a:pt x="3482" y="9770"/>
                  </a:cubicBezTo>
                  <a:cubicBezTo>
                    <a:pt x="3529" y="9817"/>
                    <a:pt x="3592" y="9837"/>
                    <a:pt x="3654" y="9837"/>
                  </a:cubicBezTo>
                  <a:cubicBezTo>
                    <a:pt x="3704" y="9837"/>
                    <a:pt x="3753" y="9824"/>
                    <a:pt x="3791" y="9798"/>
                  </a:cubicBezTo>
                  <a:lnTo>
                    <a:pt x="5363" y="8591"/>
                  </a:lnTo>
                  <a:cubicBezTo>
                    <a:pt x="5447" y="8535"/>
                    <a:pt x="5475" y="8423"/>
                    <a:pt x="5447" y="8310"/>
                  </a:cubicBezTo>
                  <a:lnTo>
                    <a:pt x="5419" y="8282"/>
                  </a:lnTo>
                  <a:cubicBezTo>
                    <a:pt x="5391" y="8170"/>
                    <a:pt x="5307" y="7917"/>
                    <a:pt x="5223" y="7609"/>
                  </a:cubicBezTo>
                  <a:cubicBezTo>
                    <a:pt x="5139" y="7272"/>
                    <a:pt x="5054" y="6935"/>
                    <a:pt x="5054" y="6654"/>
                  </a:cubicBezTo>
                  <a:cubicBezTo>
                    <a:pt x="5054" y="6570"/>
                    <a:pt x="5054" y="6486"/>
                    <a:pt x="5082" y="6401"/>
                  </a:cubicBezTo>
                  <a:cubicBezTo>
                    <a:pt x="5167" y="6092"/>
                    <a:pt x="5223" y="5671"/>
                    <a:pt x="5223" y="5222"/>
                  </a:cubicBezTo>
                  <a:cubicBezTo>
                    <a:pt x="5223" y="4717"/>
                    <a:pt x="5139" y="4183"/>
                    <a:pt x="4914" y="3706"/>
                  </a:cubicBezTo>
                  <a:cubicBezTo>
                    <a:pt x="4689" y="3201"/>
                    <a:pt x="4240" y="2920"/>
                    <a:pt x="3847" y="2780"/>
                  </a:cubicBezTo>
                  <a:cubicBezTo>
                    <a:pt x="3674" y="2700"/>
                    <a:pt x="3513" y="2651"/>
                    <a:pt x="3389" y="2623"/>
                  </a:cubicBezTo>
                  <a:lnTo>
                    <a:pt x="3389" y="2623"/>
                  </a:lnTo>
                  <a:cubicBezTo>
                    <a:pt x="3408" y="2496"/>
                    <a:pt x="3426" y="2327"/>
                    <a:pt x="3426" y="2134"/>
                  </a:cubicBezTo>
                  <a:cubicBezTo>
                    <a:pt x="3426" y="1937"/>
                    <a:pt x="3426" y="1657"/>
                    <a:pt x="3342" y="1348"/>
                  </a:cubicBezTo>
                  <a:cubicBezTo>
                    <a:pt x="3286" y="1039"/>
                    <a:pt x="3117" y="702"/>
                    <a:pt x="2808" y="449"/>
                  </a:cubicBezTo>
                  <a:cubicBezTo>
                    <a:pt x="2584" y="253"/>
                    <a:pt x="2275" y="141"/>
                    <a:pt x="2022" y="84"/>
                  </a:cubicBezTo>
                  <a:cubicBezTo>
                    <a:pt x="1742" y="28"/>
                    <a:pt x="1489" y="0"/>
                    <a:pt x="1292"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1349;p25">
              <a:extLst>
                <a:ext uri="{FF2B5EF4-FFF2-40B4-BE49-F238E27FC236}">
                  <a16:creationId xmlns:a16="http://schemas.microsoft.com/office/drawing/2014/main" id="{0A526D38-F38F-903D-5C78-AF0453AF9ACE}"/>
                </a:ext>
              </a:extLst>
            </p:cNvPr>
            <p:cNvSpPr/>
            <p:nvPr/>
          </p:nvSpPr>
          <p:spPr>
            <a:xfrm>
              <a:off x="3487125" y="2863100"/>
              <a:ext cx="346050" cy="500625"/>
            </a:xfrm>
            <a:custGeom>
              <a:avLst/>
              <a:gdLst/>
              <a:ahLst/>
              <a:cxnLst/>
              <a:rect l="l" t="t" r="r" b="b"/>
              <a:pathLst>
                <a:path w="13842" h="20025" extrusionOk="0">
                  <a:moveTo>
                    <a:pt x="1573" y="1"/>
                  </a:moveTo>
                  <a:lnTo>
                    <a:pt x="1" y="1208"/>
                  </a:lnTo>
                  <a:cubicBezTo>
                    <a:pt x="1" y="1208"/>
                    <a:pt x="8732" y="19007"/>
                    <a:pt x="9546" y="19597"/>
                  </a:cubicBezTo>
                  <a:cubicBezTo>
                    <a:pt x="9893" y="19851"/>
                    <a:pt x="10274" y="20025"/>
                    <a:pt x="10686" y="20025"/>
                  </a:cubicBezTo>
                  <a:cubicBezTo>
                    <a:pt x="11273" y="20025"/>
                    <a:pt x="11925" y="19672"/>
                    <a:pt x="12634" y="18698"/>
                  </a:cubicBezTo>
                  <a:cubicBezTo>
                    <a:pt x="13841" y="17042"/>
                    <a:pt x="13701" y="15975"/>
                    <a:pt x="12859" y="14094"/>
                  </a:cubicBezTo>
                  <a:cubicBezTo>
                    <a:pt x="12045" y="12213"/>
                    <a:pt x="1573" y="1"/>
                    <a:pt x="1573" y="1"/>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1350;p25">
              <a:extLst>
                <a:ext uri="{FF2B5EF4-FFF2-40B4-BE49-F238E27FC236}">
                  <a16:creationId xmlns:a16="http://schemas.microsoft.com/office/drawing/2014/main" id="{C4F9D2C0-82E0-8715-C8CC-EB263390EE8F}"/>
                </a:ext>
              </a:extLst>
            </p:cNvPr>
            <p:cNvSpPr/>
            <p:nvPr/>
          </p:nvSpPr>
          <p:spPr>
            <a:xfrm>
              <a:off x="3480800" y="2857400"/>
              <a:ext cx="350275" cy="512475"/>
            </a:xfrm>
            <a:custGeom>
              <a:avLst/>
              <a:gdLst/>
              <a:ahLst/>
              <a:cxnLst/>
              <a:rect l="l" t="t" r="r" b="b"/>
              <a:pathLst>
                <a:path w="14011" h="20499" extrusionOk="0">
                  <a:moveTo>
                    <a:pt x="1802" y="551"/>
                  </a:moveTo>
                  <a:cubicBezTo>
                    <a:pt x="1878" y="634"/>
                    <a:pt x="1981" y="752"/>
                    <a:pt x="2107" y="902"/>
                  </a:cubicBezTo>
                  <a:cubicBezTo>
                    <a:pt x="3117" y="2082"/>
                    <a:pt x="5644" y="5086"/>
                    <a:pt x="8002" y="7949"/>
                  </a:cubicBezTo>
                  <a:cubicBezTo>
                    <a:pt x="9181" y="9409"/>
                    <a:pt x="10332" y="10813"/>
                    <a:pt x="11231" y="11992"/>
                  </a:cubicBezTo>
                  <a:cubicBezTo>
                    <a:pt x="11680" y="12553"/>
                    <a:pt x="12045" y="13087"/>
                    <a:pt x="12354" y="13508"/>
                  </a:cubicBezTo>
                  <a:cubicBezTo>
                    <a:pt x="12635" y="13929"/>
                    <a:pt x="12831" y="14238"/>
                    <a:pt x="12915" y="14434"/>
                  </a:cubicBezTo>
                  <a:cubicBezTo>
                    <a:pt x="13308" y="15333"/>
                    <a:pt x="13533" y="16035"/>
                    <a:pt x="13533" y="16680"/>
                  </a:cubicBezTo>
                  <a:cubicBezTo>
                    <a:pt x="13533" y="17326"/>
                    <a:pt x="13308" y="17972"/>
                    <a:pt x="12719" y="18786"/>
                  </a:cubicBezTo>
                  <a:cubicBezTo>
                    <a:pt x="12354" y="19263"/>
                    <a:pt x="12045" y="19572"/>
                    <a:pt x="11736" y="19769"/>
                  </a:cubicBezTo>
                  <a:cubicBezTo>
                    <a:pt x="11455" y="19965"/>
                    <a:pt x="11175" y="20021"/>
                    <a:pt x="10950" y="20021"/>
                  </a:cubicBezTo>
                  <a:cubicBezTo>
                    <a:pt x="10585" y="20021"/>
                    <a:pt x="10248" y="19881"/>
                    <a:pt x="9939" y="19656"/>
                  </a:cubicBezTo>
                  <a:cubicBezTo>
                    <a:pt x="9939" y="19656"/>
                    <a:pt x="9911" y="19628"/>
                    <a:pt x="9883" y="19572"/>
                  </a:cubicBezTo>
                  <a:cubicBezTo>
                    <a:pt x="9715" y="19376"/>
                    <a:pt x="9462" y="18926"/>
                    <a:pt x="9097" y="18337"/>
                  </a:cubicBezTo>
                  <a:cubicBezTo>
                    <a:pt x="7890" y="16175"/>
                    <a:pt x="5728" y="11936"/>
                    <a:pt x="3875" y="8230"/>
                  </a:cubicBezTo>
                  <a:cubicBezTo>
                    <a:pt x="2949" y="6377"/>
                    <a:pt x="2078" y="4636"/>
                    <a:pt x="1461" y="3401"/>
                  </a:cubicBezTo>
                  <a:cubicBezTo>
                    <a:pt x="1152" y="2755"/>
                    <a:pt x="899" y="2250"/>
                    <a:pt x="731" y="1885"/>
                  </a:cubicBezTo>
                  <a:cubicBezTo>
                    <a:pt x="655" y="1732"/>
                    <a:pt x="590" y="1609"/>
                    <a:pt x="542" y="1519"/>
                  </a:cubicBezTo>
                  <a:lnTo>
                    <a:pt x="542" y="1519"/>
                  </a:lnTo>
                  <a:lnTo>
                    <a:pt x="1802" y="551"/>
                  </a:lnTo>
                  <a:close/>
                  <a:moveTo>
                    <a:pt x="1852" y="0"/>
                  </a:moveTo>
                  <a:cubicBezTo>
                    <a:pt x="1796" y="0"/>
                    <a:pt x="1738" y="21"/>
                    <a:pt x="1685" y="60"/>
                  </a:cubicBezTo>
                  <a:lnTo>
                    <a:pt x="113" y="1267"/>
                  </a:lnTo>
                  <a:cubicBezTo>
                    <a:pt x="29" y="1324"/>
                    <a:pt x="1" y="1436"/>
                    <a:pt x="29" y="1548"/>
                  </a:cubicBezTo>
                  <a:cubicBezTo>
                    <a:pt x="29" y="1548"/>
                    <a:pt x="2219" y="5984"/>
                    <a:pt x="4493" y="10532"/>
                  </a:cubicBezTo>
                  <a:cubicBezTo>
                    <a:pt x="5644" y="12778"/>
                    <a:pt x="6823" y="15052"/>
                    <a:pt x="7750" y="16821"/>
                  </a:cubicBezTo>
                  <a:cubicBezTo>
                    <a:pt x="8227" y="17691"/>
                    <a:pt x="8620" y="18449"/>
                    <a:pt x="8957" y="18983"/>
                  </a:cubicBezTo>
                  <a:cubicBezTo>
                    <a:pt x="9125" y="19263"/>
                    <a:pt x="9238" y="19488"/>
                    <a:pt x="9378" y="19656"/>
                  </a:cubicBezTo>
                  <a:cubicBezTo>
                    <a:pt x="9434" y="19741"/>
                    <a:pt x="9462" y="19825"/>
                    <a:pt x="9518" y="19881"/>
                  </a:cubicBezTo>
                  <a:cubicBezTo>
                    <a:pt x="9574" y="19937"/>
                    <a:pt x="9603" y="19993"/>
                    <a:pt x="9659" y="20021"/>
                  </a:cubicBezTo>
                  <a:cubicBezTo>
                    <a:pt x="10024" y="20302"/>
                    <a:pt x="10473" y="20499"/>
                    <a:pt x="10950" y="20499"/>
                  </a:cubicBezTo>
                  <a:cubicBezTo>
                    <a:pt x="11287" y="20499"/>
                    <a:pt x="11652" y="20386"/>
                    <a:pt x="11989" y="20162"/>
                  </a:cubicBezTo>
                  <a:cubicBezTo>
                    <a:pt x="12354" y="19937"/>
                    <a:pt x="12719" y="19572"/>
                    <a:pt x="13084" y="19067"/>
                  </a:cubicBezTo>
                  <a:cubicBezTo>
                    <a:pt x="13730" y="18196"/>
                    <a:pt x="14010" y="17467"/>
                    <a:pt x="14010" y="16680"/>
                  </a:cubicBezTo>
                  <a:cubicBezTo>
                    <a:pt x="14010" y="15922"/>
                    <a:pt x="13758" y="15164"/>
                    <a:pt x="13336" y="14238"/>
                  </a:cubicBezTo>
                  <a:cubicBezTo>
                    <a:pt x="13224" y="13957"/>
                    <a:pt x="12971" y="13564"/>
                    <a:pt x="12578" y="13031"/>
                  </a:cubicBezTo>
                  <a:cubicBezTo>
                    <a:pt x="11315" y="11234"/>
                    <a:pt x="8676" y="8005"/>
                    <a:pt x="6346" y="5198"/>
                  </a:cubicBezTo>
                  <a:cubicBezTo>
                    <a:pt x="4016" y="2418"/>
                    <a:pt x="2022" y="88"/>
                    <a:pt x="2022" y="88"/>
                  </a:cubicBezTo>
                  <a:cubicBezTo>
                    <a:pt x="1977" y="28"/>
                    <a:pt x="1916" y="0"/>
                    <a:pt x="1852"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1351;p25">
              <a:extLst>
                <a:ext uri="{FF2B5EF4-FFF2-40B4-BE49-F238E27FC236}">
                  <a16:creationId xmlns:a16="http://schemas.microsoft.com/office/drawing/2014/main" id="{A95859FA-4BEF-52E8-4015-FC336DD6A721}"/>
                </a:ext>
              </a:extLst>
            </p:cNvPr>
            <p:cNvSpPr/>
            <p:nvPr/>
          </p:nvSpPr>
          <p:spPr>
            <a:xfrm>
              <a:off x="3115850" y="2418375"/>
              <a:ext cx="301125" cy="330350"/>
            </a:xfrm>
            <a:custGeom>
              <a:avLst/>
              <a:gdLst/>
              <a:ahLst/>
              <a:cxnLst/>
              <a:rect l="l" t="t" r="r" b="b"/>
              <a:pathLst>
                <a:path w="12045" h="13214" extrusionOk="0">
                  <a:moveTo>
                    <a:pt x="7069" y="1"/>
                  </a:moveTo>
                  <a:cubicBezTo>
                    <a:pt x="6062" y="1"/>
                    <a:pt x="4893" y="75"/>
                    <a:pt x="3818" y="327"/>
                  </a:cubicBezTo>
                  <a:cubicBezTo>
                    <a:pt x="1179" y="945"/>
                    <a:pt x="0" y="3359"/>
                    <a:pt x="786" y="5746"/>
                  </a:cubicBezTo>
                  <a:cubicBezTo>
                    <a:pt x="1572" y="8104"/>
                    <a:pt x="2358" y="9564"/>
                    <a:pt x="2358" y="9564"/>
                  </a:cubicBezTo>
                  <a:lnTo>
                    <a:pt x="2246" y="12877"/>
                  </a:lnTo>
                  <a:lnTo>
                    <a:pt x="4324" y="12877"/>
                  </a:lnTo>
                  <a:cubicBezTo>
                    <a:pt x="5390" y="12877"/>
                    <a:pt x="8086" y="13213"/>
                    <a:pt x="8086" y="13213"/>
                  </a:cubicBezTo>
                  <a:lnTo>
                    <a:pt x="8198" y="11080"/>
                  </a:lnTo>
                  <a:cubicBezTo>
                    <a:pt x="8198" y="11080"/>
                    <a:pt x="9130" y="11257"/>
                    <a:pt x="9869" y="11257"/>
                  </a:cubicBezTo>
                  <a:cubicBezTo>
                    <a:pt x="9961" y="11257"/>
                    <a:pt x="10051" y="11254"/>
                    <a:pt x="10135" y="11248"/>
                  </a:cubicBezTo>
                  <a:cubicBezTo>
                    <a:pt x="10865" y="11192"/>
                    <a:pt x="11258" y="11136"/>
                    <a:pt x="11258" y="10350"/>
                  </a:cubicBezTo>
                  <a:cubicBezTo>
                    <a:pt x="11258" y="9564"/>
                    <a:pt x="11427" y="7149"/>
                    <a:pt x="11427" y="7149"/>
                  </a:cubicBezTo>
                  <a:cubicBezTo>
                    <a:pt x="11427" y="7149"/>
                    <a:pt x="11595" y="6981"/>
                    <a:pt x="11820" y="6532"/>
                  </a:cubicBezTo>
                  <a:cubicBezTo>
                    <a:pt x="12044" y="6082"/>
                    <a:pt x="11651" y="5914"/>
                    <a:pt x="11314" y="5324"/>
                  </a:cubicBezTo>
                  <a:cubicBezTo>
                    <a:pt x="10977" y="4763"/>
                    <a:pt x="10809" y="4201"/>
                    <a:pt x="10809" y="3528"/>
                  </a:cubicBezTo>
                  <a:cubicBezTo>
                    <a:pt x="10809" y="2854"/>
                    <a:pt x="9658" y="159"/>
                    <a:pt x="9658" y="159"/>
                  </a:cubicBezTo>
                  <a:cubicBezTo>
                    <a:pt x="9658" y="159"/>
                    <a:pt x="8534" y="1"/>
                    <a:pt x="70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1352;p25">
              <a:extLst>
                <a:ext uri="{FF2B5EF4-FFF2-40B4-BE49-F238E27FC236}">
                  <a16:creationId xmlns:a16="http://schemas.microsoft.com/office/drawing/2014/main" id="{4D1730E4-74FD-8525-161C-26EC4C16FA3D}"/>
                </a:ext>
              </a:extLst>
            </p:cNvPr>
            <p:cNvSpPr/>
            <p:nvPr/>
          </p:nvSpPr>
          <p:spPr>
            <a:xfrm>
              <a:off x="3123550" y="2412500"/>
              <a:ext cx="294825" cy="342125"/>
            </a:xfrm>
            <a:custGeom>
              <a:avLst/>
              <a:gdLst/>
              <a:ahLst/>
              <a:cxnLst/>
              <a:rect l="l" t="t" r="r" b="b"/>
              <a:pathLst>
                <a:path w="11793" h="13685" extrusionOk="0">
                  <a:moveTo>
                    <a:pt x="6767" y="478"/>
                  </a:moveTo>
                  <a:cubicBezTo>
                    <a:pt x="7497" y="478"/>
                    <a:pt x="8143" y="506"/>
                    <a:pt x="8592" y="562"/>
                  </a:cubicBezTo>
                  <a:cubicBezTo>
                    <a:pt x="8816" y="562"/>
                    <a:pt x="9013" y="590"/>
                    <a:pt x="9125" y="590"/>
                  </a:cubicBezTo>
                  <a:cubicBezTo>
                    <a:pt x="9152" y="596"/>
                    <a:pt x="9177" y="600"/>
                    <a:pt x="9198" y="604"/>
                  </a:cubicBezTo>
                  <a:lnTo>
                    <a:pt x="9198" y="604"/>
                  </a:lnTo>
                  <a:cubicBezTo>
                    <a:pt x="9226" y="681"/>
                    <a:pt x="9267" y="791"/>
                    <a:pt x="9322" y="927"/>
                  </a:cubicBezTo>
                  <a:cubicBezTo>
                    <a:pt x="9490" y="1320"/>
                    <a:pt x="9715" y="1910"/>
                    <a:pt x="9911" y="2471"/>
                  </a:cubicBezTo>
                  <a:cubicBezTo>
                    <a:pt x="10024" y="2780"/>
                    <a:pt x="10108" y="3033"/>
                    <a:pt x="10164" y="3257"/>
                  </a:cubicBezTo>
                  <a:cubicBezTo>
                    <a:pt x="10220" y="3510"/>
                    <a:pt x="10248" y="3678"/>
                    <a:pt x="10248" y="3763"/>
                  </a:cubicBezTo>
                  <a:cubicBezTo>
                    <a:pt x="10248" y="4493"/>
                    <a:pt x="10445" y="5110"/>
                    <a:pt x="10782" y="5700"/>
                  </a:cubicBezTo>
                  <a:cubicBezTo>
                    <a:pt x="10950" y="5924"/>
                    <a:pt x="11090" y="6121"/>
                    <a:pt x="11203" y="6233"/>
                  </a:cubicBezTo>
                  <a:cubicBezTo>
                    <a:pt x="11259" y="6317"/>
                    <a:pt x="11287" y="6374"/>
                    <a:pt x="11315" y="6402"/>
                  </a:cubicBezTo>
                  <a:cubicBezTo>
                    <a:pt x="11315" y="6458"/>
                    <a:pt x="11343" y="6486"/>
                    <a:pt x="11343" y="6514"/>
                  </a:cubicBezTo>
                  <a:cubicBezTo>
                    <a:pt x="11343" y="6542"/>
                    <a:pt x="11315" y="6570"/>
                    <a:pt x="11287" y="6654"/>
                  </a:cubicBezTo>
                  <a:cubicBezTo>
                    <a:pt x="11175" y="6879"/>
                    <a:pt x="11090" y="7019"/>
                    <a:pt x="11034" y="7104"/>
                  </a:cubicBezTo>
                  <a:cubicBezTo>
                    <a:pt x="11006" y="7132"/>
                    <a:pt x="10978" y="7160"/>
                    <a:pt x="10950" y="7188"/>
                  </a:cubicBezTo>
                  <a:lnTo>
                    <a:pt x="10950" y="7216"/>
                  </a:lnTo>
                  <a:cubicBezTo>
                    <a:pt x="10894" y="7244"/>
                    <a:pt x="10866" y="7300"/>
                    <a:pt x="10866" y="7356"/>
                  </a:cubicBezTo>
                  <a:cubicBezTo>
                    <a:pt x="10866" y="7356"/>
                    <a:pt x="10697" y="9771"/>
                    <a:pt x="10697" y="10585"/>
                  </a:cubicBezTo>
                  <a:cubicBezTo>
                    <a:pt x="10697" y="10753"/>
                    <a:pt x="10669" y="10894"/>
                    <a:pt x="10641" y="10950"/>
                  </a:cubicBezTo>
                  <a:cubicBezTo>
                    <a:pt x="10613" y="11062"/>
                    <a:pt x="10557" y="11118"/>
                    <a:pt x="10417" y="11146"/>
                  </a:cubicBezTo>
                  <a:cubicBezTo>
                    <a:pt x="10276" y="11202"/>
                    <a:pt x="10080" y="11231"/>
                    <a:pt x="9799" y="11259"/>
                  </a:cubicBezTo>
                  <a:lnTo>
                    <a:pt x="9546" y="11259"/>
                  </a:lnTo>
                  <a:cubicBezTo>
                    <a:pt x="9209" y="11259"/>
                    <a:pt x="8816" y="11202"/>
                    <a:pt x="8479" y="11174"/>
                  </a:cubicBezTo>
                  <a:cubicBezTo>
                    <a:pt x="8339" y="11146"/>
                    <a:pt x="8199" y="11118"/>
                    <a:pt x="8086" y="11118"/>
                  </a:cubicBezTo>
                  <a:cubicBezTo>
                    <a:pt x="8002" y="11090"/>
                    <a:pt x="7946" y="11090"/>
                    <a:pt x="7946" y="11090"/>
                  </a:cubicBezTo>
                  <a:cubicBezTo>
                    <a:pt x="7930" y="11082"/>
                    <a:pt x="7911" y="11079"/>
                    <a:pt x="7891" y="11079"/>
                  </a:cubicBezTo>
                  <a:cubicBezTo>
                    <a:pt x="7843" y="11079"/>
                    <a:pt x="7789" y="11098"/>
                    <a:pt x="7750" y="11118"/>
                  </a:cubicBezTo>
                  <a:cubicBezTo>
                    <a:pt x="7693" y="11174"/>
                    <a:pt x="7665" y="11231"/>
                    <a:pt x="7665" y="11315"/>
                  </a:cubicBezTo>
                  <a:lnTo>
                    <a:pt x="7566" y="13195"/>
                  </a:lnTo>
                  <a:lnTo>
                    <a:pt x="7566" y="13195"/>
                  </a:lnTo>
                  <a:cubicBezTo>
                    <a:pt x="7300" y="13163"/>
                    <a:pt x="6837" y="13109"/>
                    <a:pt x="6318" y="13055"/>
                  </a:cubicBezTo>
                  <a:cubicBezTo>
                    <a:pt x="5504" y="12971"/>
                    <a:pt x="4577" y="12887"/>
                    <a:pt x="4016" y="12887"/>
                  </a:cubicBezTo>
                  <a:lnTo>
                    <a:pt x="2170" y="12887"/>
                  </a:lnTo>
                  <a:lnTo>
                    <a:pt x="2275" y="9799"/>
                  </a:lnTo>
                  <a:lnTo>
                    <a:pt x="2247" y="9686"/>
                  </a:lnTo>
                  <a:cubicBezTo>
                    <a:pt x="2247" y="9686"/>
                    <a:pt x="2247" y="9658"/>
                    <a:pt x="2219" y="9630"/>
                  </a:cubicBezTo>
                  <a:cubicBezTo>
                    <a:pt x="2050" y="9321"/>
                    <a:pt x="1377" y="7946"/>
                    <a:pt x="703" y="5896"/>
                  </a:cubicBezTo>
                  <a:cubicBezTo>
                    <a:pt x="534" y="5419"/>
                    <a:pt x="478" y="4970"/>
                    <a:pt x="478" y="4521"/>
                  </a:cubicBezTo>
                  <a:cubicBezTo>
                    <a:pt x="478" y="3650"/>
                    <a:pt x="731" y="2836"/>
                    <a:pt x="1264" y="2190"/>
                  </a:cubicBezTo>
                  <a:cubicBezTo>
                    <a:pt x="1798" y="1517"/>
                    <a:pt x="2556" y="1039"/>
                    <a:pt x="3566" y="787"/>
                  </a:cubicBezTo>
                  <a:cubicBezTo>
                    <a:pt x="4605" y="534"/>
                    <a:pt x="5784" y="478"/>
                    <a:pt x="6767" y="478"/>
                  </a:cubicBezTo>
                  <a:close/>
                  <a:moveTo>
                    <a:pt x="6767" y="1"/>
                  </a:moveTo>
                  <a:cubicBezTo>
                    <a:pt x="5756" y="1"/>
                    <a:pt x="4549" y="85"/>
                    <a:pt x="3454" y="338"/>
                  </a:cubicBezTo>
                  <a:cubicBezTo>
                    <a:pt x="2359" y="590"/>
                    <a:pt x="1489" y="1152"/>
                    <a:pt x="899" y="1882"/>
                  </a:cubicBezTo>
                  <a:cubicBezTo>
                    <a:pt x="310" y="2640"/>
                    <a:pt x="1" y="3566"/>
                    <a:pt x="1" y="4521"/>
                  </a:cubicBezTo>
                  <a:cubicBezTo>
                    <a:pt x="1" y="5026"/>
                    <a:pt x="85" y="5531"/>
                    <a:pt x="254" y="6037"/>
                  </a:cubicBezTo>
                  <a:cubicBezTo>
                    <a:pt x="961" y="8185"/>
                    <a:pt x="1669" y="9583"/>
                    <a:pt x="1824" y="9861"/>
                  </a:cubicBezTo>
                  <a:lnTo>
                    <a:pt x="1824" y="9861"/>
                  </a:lnTo>
                  <a:lnTo>
                    <a:pt x="1713" y="13112"/>
                  </a:lnTo>
                  <a:cubicBezTo>
                    <a:pt x="1685" y="13168"/>
                    <a:pt x="1713" y="13224"/>
                    <a:pt x="1770" y="13280"/>
                  </a:cubicBezTo>
                  <a:cubicBezTo>
                    <a:pt x="1798" y="13336"/>
                    <a:pt x="1882" y="13336"/>
                    <a:pt x="1938" y="13336"/>
                  </a:cubicBezTo>
                  <a:lnTo>
                    <a:pt x="4016" y="13336"/>
                  </a:lnTo>
                  <a:cubicBezTo>
                    <a:pt x="4521" y="13336"/>
                    <a:pt x="5475" y="13420"/>
                    <a:pt x="6290" y="13505"/>
                  </a:cubicBezTo>
                  <a:cubicBezTo>
                    <a:pt x="7076" y="13589"/>
                    <a:pt x="7750" y="13673"/>
                    <a:pt x="7750" y="13673"/>
                  </a:cubicBezTo>
                  <a:cubicBezTo>
                    <a:pt x="7774" y="13681"/>
                    <a:pt x="7796" y="13685"/>
                    <a:pt x="7817" y="13685"/>
                  </a:cubicBezTo>
                  <a:cubicBezTo>
                    <a:pt x="7867" y="13685"/>
                    <a:pt x="7906" y="13665"/>
                    <a:pt x="7946" y="13645"/>
                  </a:cubicBezTo>
                  <a:cubicBezTo>
                    <a:pt x="7974" y="13589"/>
                    <a:pt x="8030" y="13533"/>
                    <a:pt x="8030" y="13476"/>
                  </a:cubicBezTo>
                  <a:lnTo>
                    <a:pt x="8128" y="11590"/>
                  </a:lnTo>
                  <a:lnTo>
                    <a:pt x="8128" y="11590"/>
                  </a:lnTo>
                  <a:cubicBezTo>
                    <a:pt x="8459" y="11648"/>
                    <a:pt x="9040" y="11736"/>
                    <a:pt x="9546" y="11736"/>
                  </a:cubicBezTo>
                  <a:cubicBezTo>
                    <a:pt x="9659" y="11736"/>
                    <a:pt x="9743" y="11736"/>
                    <a:pt x="9827" y="11708"/>
                  </a:cubicBezTo>
                  <a:cubicBezTo>
                    <a:pt x="10192" y="11680"/>
                    <a:pt x="10501" y="11680"/>
                    <a:pt x="10782" y="11511"/>
                  </a:cubicBezTo>
                  <a:cubicBezTo>
                    <a:pt x="10922" y="11427"/>
                    <a:pt x="11006" y="11287"/>
                    <a:pt x="11090" y="11146"/>
                  </a:cubicBezTo>
                  <a:cubicBezTo>
                    <a:pt x="11147" y="10978"/>
                    <a:pt x="11175" y="10809"/>
                    <a:pt x="11175" y="10585"/>
                  </a:cubicBezTo>
                  <a:cubicBezTo>
                    <a:pt x="11175" y="10192"/>
                    <a:pt x="11203" y="9406"/>
                    <a:pt x="11259" y="8704"/>
                  </a:cubicBezTo>
                  <a:cubicBezTo>
                    <a:pt x="11280" y="8167"/>
                    <a:pt x="11318" y="7679"/>
                    <a:pt x="11335" y="7480"/>
                  </a:cubicBezTo>
                  <a:lnTo>
                    <a:pt x="11335" y="7480"/>
                  </a:lnTo>
                  <a:cubicBezTo>
                    <a:pt x="11407" y="7383"/>
                    <a:pt x="11550" y="7186"/>
                    <a:pt x="11708" y="6851"/>
                  </a:cubicBezTo>
                  <a:cubicBezTo>
                    <a:pt x="11764" y="6739"/>
                    <a:pt x="11792" y="6626"/>
                    <a:pt x="11792" y="6514"/>
                  </a:cubicBezTo>
                  <a:cubicBezTo>
                    <a:pt x="11792" y="6402"/>
                    <a:pt x="11764" y="6289"/>
                    <a:pt x="11736" y="6205"/>
                  </a:cubicBezTo>
                  <a:cubicBezTo>
                    <a:pt x="11596" y="5924"/>
                    <a:pt x="11371" y="5756"/>
                    <a:pt x="11203" y="5447"/>
                  </a:cubicBezTo>
                  <a:cubicBezTo>
                    <a:pt x="10866" y="4914"/>
                    <a:pt x="10725" y="4408"/>
                    <a:pt x="10725" y="3763"/>
                  </a:cubicBezTo>
                  <a:cubicBezTo>
                    <a:pt x="10725" y="3538"/>
                    <a:pt x="10641" y="3257"/>
                    <a:pt x="10529" y="2892"/>
                  </a:cubicBezTo>
                  <a:cubicBezTo>
                    <a:pt x="10220" y="1825"/>
                    <a:pt x="9574" y="309"/>
                    <a:pt x="9574" y="309"/>
                  </a:cubicBezTo>
                  <a:cubicBezTo>
                    <a:pt x="9546" y="225"/>
                    <a:pt x="9490" y="169"/>
                    <a:pt x="9406" y="169"/>
                  </a:cubicBezTo>
                  <a:cubicBezTo>
                    <a:pt x="9378" y="169"/>
                    <a:pt x="8255" y="1"/>
                    <a:pt x="676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1353;p25">
              <a:extLst>
                <a:ext uri="{FF2B5EF4-FFF2-40B4-BE49-F238E27FC236}">
                  <a16:creationId xmlns:a16="http://schemas.microsoft.com/office/drawing/2014/main" id="{43E8C7C6-03F9-F408-17F9-AC77ABBADE75}"/>
                </a:ext>
              </a:extLst>
            </p:cNvPr>
            <p:cNvSpPr/>
            <p:nvPr/>
          </p:nvSpPr>
          <p:spPr>
            <a:xfrm>
              <a:off x="3035125" y="2305125"/>
              <a:ext cx="402900" cy="383475"/>
            </a:xfrm>
            <a:custGeom>
              <a:avLst/>
              <a:gdLst/>
              <a:ahLst/>
              <a:cxnLst/>
              <a:rect l="l" t="t" r="r" b="b"/>
              <a:pathLst>
                <a:path w="16116" h="15339" extrusionOk="0">
                  <a:moveTo>
                    <a:pt x="10367" y="1"/>
                  </a:moveTo>
                  <a:cubicBezTo>
                    <a:pt x="10158" y="1"/>
                    <a:pt x="9948" y="42"/>
                    <a:pt x="9742" y="141"/>
                  </a:cubicBezTo>
                  <a:cubicBezTo>
                    <a:pt x="8451" y="758"/>
                    <a:pt x="8339" y="1544"/>
                    <a:pt x="8339" y="1544"/>
                  </a:cubicBezTo>
                  <a:cubicBezTo>
                    <a:pt x="8339" y="1544"/>
                    <a:pt x="3622" y="1769"/>
                    <a:pt x="1825" y="3678"/>
                  </a:cubicBezTo>
                  <a:cubicBezTo>
                    <a:pt x="0" y="5587"/>
                    <a:pt x="1545" y="10051"/>
                    <a:pt x="2780" y="11679"/>
                  </a:cubicBezTo>
                  <a:cubicBezTo>
                    <a:pt x="4015" y="13308"/>
                    <a:pt x="4970" y="15048"/>
                    <a:pt x="6093" y="15273"/>
                  </a:cubicBezTo>
                  <a:cubicBezTo>
                    <a:pt x="6311" y="15316"/>
                    <a:pt x="6565" y="15339"/>
                    <a:pt x="6839" y="15339"/>
                  </a:cubicBezTo>
                  <a:cubicBezTo>
                    <a:pt x="7974" y="15339"/>
                    <a:pt x="9446" y="14953"/>
                    <a:pt x="10079" y="14094"/>
                  </a:cubicBezTo>
                  <a:cubicBezTo>
                    <a:pt x="10865" y="13027"/>
                    <a:pt x="10472" y="11399"/>
                    <a:pt x="10472" y="11399"/>
                  </a:cubicBezTo>
                  <a:lnTo>
                    <a:pt x="10978" y="11174"/>
                  </a:lnTo>
                  <a:cubicBezTo>
                    <a:pt x="10978" y="11174"/>
                    <a:pt x="12157" y="10837"/>
                    <a:pt x="11932" y="9798"/>
                  </a:cubicBezTo>
                  <a:cubicBezTo>
                    <a:pt x="11708" y="8788"/>
                    <a:pt x="11315" y="8338"/>
                    <a:pt x="11371" y="8170"/>
                  </a:cubicBezTo>
                  <a:cubicBezTo>
                    <a:pt x="11427" y="8001"/>
                    <a:pt x="12325" y="7665"/>
                    <a:pt x="12325" y="6935"/>
                  </a:cubicBezTo>
                  <a:cubicBezTo>
                    <a:pt x="12325" y="6205"/>
                    <a:pt x="11371" y="5812"/>
                    <a:pt x="11371" y="5812"/>
                  </a:cubicBezTo>
                  <a:cubicBezTo>
                    <a:pt x="11371" y="5812"/>
                    <a:pt x="15554" y="4520"/>
                    <a:pt x="15835" y="3341"/>
                  </a:cubicBezTo>
                  <a:cubicBezTo>
                    <a:pt x="16115" y="2162"/>
                    <a:pt x="15554" y="983"/>
                    <a:pt x="14431" y="983"/>
                  </a:cubicBezTo>
                  <a:cubicBezTo>
                    <a:pt x="13308" y="983"/>
                    <a:pt x="12971" y="1151"/>
                    <a:pt x="12718" y="1151"/>
                  </a:cubicBezTo>
                  <a:cubicBezTo>
                    <a:pt x="12530" y="1151"/>
                    <a:pt x="11468" y="1"/>
                    <a:pt x="1036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1354;p25">
              <a:extLst>
                <a:ext uri="{FF2B5EF4-FFF2-40B4-BE49-F238E27FC236}">
                  <a16:creationId xmlns:a16="http://schemas.microsoft.com/office/drawing/2014/main" id="{8345C366-1081-A2C8-46D5-DD42CCAD2179}"/>
                </a:ext>
              </a:extLst>
            </p:cNvPr>
            <p:cNvSpPr/>
            <p:nvPr/>
          </p:nvSpPr>
          <p:spPr>
            <a:xfrm>
              <a:off x="3054075" y="2298800"/>
              <a:ext cx="384650" cy="395875"/>
            </a:xfrm>
            <a:custGeom>
              <a:avLst/>
              <a:gdLst/>
              <a:ahLst/>
              <a:cxnLst/>
              <a:rect l="l" t="t" r="r" b="b"/>
              <a:pathLst>
                <a:path w="15386" h="15835" extrusionOk="0">
                  <a:moveTo>
                    <a:pt x="9630" y="478"/>
                  </a:moveTo>
                  <a:cubicBezTo>
                    <a:pt x="10079" y="478"/>
                    <a:pt x="10585" y="730"/>
                    <a:pt x="11006" y="1011"/>
                  </a:cubicBezTo>
                  <a:cubicBezTo>
                    <a:pt x="11202" y="1152"/>
                    <a:pt x="11399" y="1292"/>
                    <a:pt x="11539" y="1404"/>
                  </a:cubicBezTo>
                  <a:cubicBezTo>
                    <a:pt x="11623" y="1460"/>
                    <a:pt x="11680" y="1517"/>
                    <a:pt x="11736" y="1545"/>
                  </a:cubicBezTo>
                  <a:lnTo>
                    <a:pt x="11820" y="1601"/>
                  </a:lnTo>
                  <a:cubicBezTo>
                    <a:pt x="11876" y="1601"/>
                    <a:pt x="11904" y="1629"/>
                    <a:pt x="11960" y="1629"/>
                  </a:cubicBezTo>
                  <a:cubicBezTo>
                    <a:pt x="12157" y="1629"/>
                    <a:pt x="12269" y="1573"/>
                    <a:pt x="12522" y="1545"/>
                  </a:cubicBezTo>
                  <a:cubicBezTo>
                    <a:pt x="12746" y="1517"/>
                    <a:pt x="13111" y="1460"/>
                    <a:pt x="13673" y="1460"/>
                  </a:cubicBezTo>
                  <a:cubicBezTo>
                    <a:pt x="14066" y="1460"/>
                    <a:pt x="14347" y="1629"/>
                    <a:pt x="14571" y="1910"/>
                  </a:cubicBezTo>
                  <a:cubicBezTo>
                    <a:pt x="14768" y="2162"/>
                    <a:pt x="14908" y="2555"/>
                    <a:pt x="14908" y="2976"/>
                  </a:cubicBezTo>
                  <a:cubicBezTo>
                    <a:pt x="14908" y="3173"/>
                    <a:pt x="14880" y="3341"/>
                    <a:pt x="14852" y="3538"/>
                  </a:cubicBezTo>
                  <a:cubicBezTo>
                    <a:pt x="14824" y="3622"/>
                    <a:pt x="14740" y="3734"/>
                    <a:pt x="14627" y="3875"/>
                  </a:cubicBezTo>
                  <a:cubicBezTo>
                    <a:pt x="14403" y="4099"/>
                    <a:pt x="14038" y="4352"/>
                    <a:pt x="13617" y="4577"/>
                  </a:cubicBezTo>
                  <a:cubicBezTo>
                    <a:pt x="12971" y="4942"/>
                    <a:pt x="12213" y="5250"/>
                    <a:pt x="11595" y="5475"/>
                  </a:cubicBezTo>
                  <a:cubicBezTo>
                    <a:pt x="11287" y="5587"/>
                    <a:pt x="11034" y="5700"/>
                    <a:pt x="10837" y="5756"/>
                  </a:cubicBezTo>
                  <a:cubicBezTo>
                    <a:pt x="10669" y="5812"/>
                    <a:pt x="10557" y="5840"/>
                    <a:pt x="10557" y="5840"/>
                  </a:cubicBezTo>
                  <a:cubicBezTo>
                    <a:pt x="10472" y="5868"/>
                    <a:pt x="10388" y="5952"/>
                    <a:pt x="10388" y="6065"/>
                  </a:cubicBezTo>
                  <a:cubicBezTo>
                    <a:pt x="10388" y="6149"/>
                    <a:pt x="10444" y="6261"/>
                    <a:pt x="10529" y="6289"/>
                  </a:cubicBezTo>
                  <a:cubicBezTo>
                    <a:pt x="10585" y="6317"/>
                    <a:pt x="10809" y="6402"/>
                    <a:pt x="11006" y="6570"/>
                  </a:cubicBezTo>
                  <a:cubicBezTo>
                    <a:pt x="11090" y="6654"/>
                    <a:pt x="11174" y="6767"/>
                    <a:pt x="11258" y="6851"/>
                  </a:cubicBezTo>
                  <a:cubicBezTo>
                    <a:pt x="11315" y="6963"/>
                    <a:pt x="11343" y="7075"/>
                    <a:pt x="11343" y="7188"/>
                  </a:cubicBezTo>
                  <a:cubicBezTo>
                    <a:pt x="11343" y="7328"/>
                    <a:pt x="11315" y="7440"/>
                    <a:pt x="11230" y="7553"/>
                  </a:cubicBezTo>
                  <a:cubicBezTo>
                    <a:pt x="11146" y="7721"/>
                    <a:pt x="10978" y="7861"/>
                    <a:pt x="10809" y="7974"/>
                  </a:cubicBezTo>
                  <a:cubicBezTo>
                    <a:pt x="10725" y="8030"/>
                    <a:pt x="10669" y="8086"/>
                    <a:pt x="10585" y="8142"/>
                  </a:cubicBezTo>
                  <a:lnTo>
                    <a:pt x="10500" y="8226"/>
                  </a:lnTo>
                  <a:cubicBezTo>
                    <a:pt x="10472" y="8254"/>
                    <a:pt x="10416" y="8283"/>
                    <a:pt x="10388" y="8367"/>
                  </a:cubicBezTo>
                  <a:lnTo>
                    <a:pt x="10403" y="8371"/>
                  </a:lnTo>
                  <a:lnTo>
                    <a:pt x="10403" y="8371"/>
                  </a:lnTo>
                  <a:cubicBezTo>
                    <a:pt x="10388" y="8415"/>
                    <a:pt x="10388" y="8456"/>
                    <a:pt x="10388" y="8479"/>
                  </a:cubicBezTo>
                  <a:cubicBezTo>
                    <a:pt x="10388" y="8591"/>
                    <a:pt x="10416" y="8676"/>
                    <a:pt x="10472" y="8760"/>
                  </a:cubicBezTo>
                  <a:cubicBezTo>
                    <a:pt x="10585" y="9041"/>
                    <a:pt x="10809" y="9434"/>
                    <a:pt x="10950" y="10107"/>
                  </a:cubicBezTo>
                  <a:cubicBezTo>
                    <a:pt x="10978" y="10192"/>
                    <a:pt x="10978" y="10248"/>
                    <a:pt x="10978" y="10304"/>
                  </a:cubicBezTo>
                  <a:cubicBezTo>
                    <a:pt x="10978" y="10472"/>
                    <a:pt x="10922" y="10585"/>
                    <a:pt x="10865" y="10697"/>
                  </a:cubicBezTo>
                  <a:cubicBezTo>
                    <a:pt x="10753" y="10865"/>
                    <a:pt x="10585" y="11006"/>
                    <a:pt x="10416" y="11090"/>
                  </a:cubicBezTo>
                  <a:cubicBezTo>
                    <a:pt x="10360" y="11118"/>
                    <a:pt x="10276" y="11146"/>
                    <a:pt x="10248" y="11174"/>
                  </a:cubicBezTo>
                  <a:lnTo>
                    <a:pt x="10192" y="11174"/>
                  </a:lnTo>
                  <a:lnTo>
                    <a:pt x="10164" y="11202"/>
                  </a:lnTo>
                  <a:lnTo>
                    <a:pt x="10135" y="11202"/>
                  </a:lnTo>
                  <a:lnTo>
                    <a:pt x="9630" y="11427"/>
                  </a:lnTo>
                  <a:cubicBezTo>
                    <a:pt x="9518" y="11483"/>
                    <a:pt x="9462" y="11595"/>
                    <a:pt x="9490" y="11708"/>
                  </a:cubicBezTo>
                  <a:cubicBezTo>
                    <a:pt x="9518" y="11792"/>
                    <a:pt x="9574" y="12129"/>
                    <a:pt x="9574" y="12578"/>
                  </a:cubicBezTo>
                  <a:cubicBezTo>
                    <a:pt x="9602" y="13111"/>
                    <a:pt x="9490" y="13729"/>
                    <a:pt x="9153" y="14206"/>
                  </a:cubicBezTo>
                  <a:cubicBezTo>
                    <a:pt x="8872" y="14571"/>
                    <a:pt x="8367" y="14880"/>
                    <a:pt x="7805" y="15077"/>
                  </a:cubicBezTo>
                  <a:cubicBezTo>
                    <a:pt x="7244" y="15273"/>
                    <a:pt x="6626" y="15357"/>
                    <a:pt x="6093" y="15357"/>
                  </a:cubicBezTo>
                  <a:cubicBezTo>
                    <a:pt x="5812" y="15357"/>
                    <a:pt x="5587" y="15329"/>
                    <a:pt x="5391" y="15301"/>
                  </a:cubicBezTo>
                  <a:cubicBezTo>
                    <a:pt x="4914" y="15217"/>
                    <a:pt x="4408" y="14768"/>
                    <a:pt x="3903" y="14094"/>
                  </a:cubicBezTo>
                  <a:cubicBezTo>
                    <a:pt x="3369" y="13448"/>
                    <a:pt x="2836" y="12606"/>
                    <a:pt x="2190" y="11792"/>
                  </a:cubicBezTo>
                  <a:cubicBezTo>
                    <a:pt x="1797" y="11258"/>
                    <a:pt x="1376" y="10416"/>
                    <a:pt x="1039" y="9462"/>
                  </a:cubicBezTo>
                  <a:cubicBezTo>
                    <a:pt x="702" y="8507"/>
                    <a:pt x="450" y="7440"/>
                    <a:pt x="450" y="6458"/>
                  </a:cubicBezTo>
                  <a:cubicBezTo>
                    <a:pt x="450" y="5503"/>
                    <a:pt x="702" y="4661"/>
                    <a:pt x="1236" y="4099"/>
                  </a:cubicBezTo>
                  <a:cubicBezTo>
                    <a:pt x="2050" y="3201"/>
                    <a:pt x="3650" y="2668"/>
                    <a:pt x="5054" y="2359"/>
                  </a:cubicBezTo>
                  <a:cubicBezTo>
                    <a:pt x="5728" y="2218"/>
                    <a:pt x="6373" y="2134"/>
                    <a:pt x="6851" y="2078"/>
                  </a:cubicBezTo>
                  <a:cubicBezTo>
                    <a:pt x="7075" y="2078"/>
                    <a:pt x="7272" y="2050"/>
                    <a:pt x="7384" y="2050"/>
                  </a:cubicBezTo>
                  <a:cubicBezTo>
                    <a:pt x="7525" y="2022"/>
                    <a:pt x="7581" y="2022"/>
                    <a:pt x="7609" y="2022"/>
                  </a:cubicBezTo>
                  <a:cubicBezTo>
                    <a:pt x="7693" y="2022"/>
                    <a:pt x="7805" y="1938"/>
                    <a:pt x="7805" y="1825"/>
                  </a:cubicBezTo>
                  <a:lnTo>
                    <a:pt x="7833" y="1797"/>
                  </a:lnTo>
                  <a:cubicBezTo>
                    <a:pt x="7861" y="1685"/>
                    <a:pt x="8058" y="1095"/>
                    <a:pt x="9097" y="590"/>
                  </a:cubicBezTo>
                  <a:cubicBezTo>
                    <a:pt x="9265" y="506"/>
                    <a:pt x="9434" y="478"/>
                    <a:pt x="9630" y="478"/>
                  </a:cubicBezTo>
                  <a:close/>
                  <a:moveTo>
                    <a:pt x="9630" y="0"/>
                  </a:moveTo>
                  <a:cubicBezTo>
                    <a:pt x="9377" y="0"/>
                    <a:pt x="9125" y="57"/>
                    <a:pt x="8900" y="169"/>
                  </a:cubicBezTo>
                  <a:cubicBezTo>
                    <a:pt x="7888" y="644"/>
                    <a:pt x="7529" y="1256"/>
                    <a:pt x="7410" y="1569"/>
                  </a:cubicBezTo>
                  <a:lnTo>
                    <a:pt x="7410" y="1569"/>
                  </a:lnTo>
                  <a:cubicBezTo>
                    <a:pt x="7031" y="1607"/>
                    <a:pt x="6064" y="1689"/>
                    <a:pt x="4942" y="1910"/>
                  </a:cubicBezTo>
                  <a:cubicBezTo>
                    <a:pt x="3510" y="2218"/>
                    <a:pt x="1853" y="2752"/>
                    <a:pt x="899" y="3763"/>
                  </a:cubicBezTo>
                  <a:cubicBezTo>
                    <a:pt x="225" y="4464"/>
                    <a:pt x="1" y="5447"/>
                    <a:pt x="1" y="6458"/>
                  </a:cubicBezTo>
                  <a:cubicBezTo>
                    <a:pt x="1" y="7496"/>
                    <a:pt x="253" y="8619"/>
                    <a:pt x="590" y="9602"/>
                  </a:cubicBezTo>
                  <a:cubicBezTo>
                    <a:pt x="927" y="10613"/>
                    <a:pt x="1376" y="11483"/>
                    <a:pt x="1825" y="12073"/>
                  </a:cubicBezTo>
                  <a:cubicBezTo>
                    <a:pt x="2443" y="12859"/>
                    <a:pt x="2976" y="13701"/>
                    <a:pt x="3538" y="14403"/>
                  </a:cubicBezTo>
                  <a:cubicBezTo>
                    <a:pt x="4071" y="15077"/>
                    <a:pt x="4633" y="15610"/>
                    <a:pt x="5279" y="15750"/>
                  </a:cubicBezTo>
                  <a:cubicBezTo>
                    <a:pt x="5531" y="15807"/>
                    <a:pt x="5784" y="15835"/>
                    <a:pt x="6093" y="15835"/>
                  </a:cubicBezTo>
                  <a:cubicBezTo>
                    <a:pt x="6682" y="15835"/>
                    <a:pt x="7356" y="15722"/>
                    <a:pt x="7974" y="15498"/>
                  </a:cubicBezTo>
                  <a:cubicBezTo>
                    <a:pt x="8591" y="15301"/>
                    <a:pt x="9153" y="14964"/>
                    <a:pt x="9518" y="14487"/>
                  </a:cubicBezTo>
                  <a:cubicBezTo>
                    <a:pt x="9967" y="13869"/>
                    <a:pt x="10051" y="13168"/>
                    <a:pt x="10051" y="12578"/>
                  </a:cubicBezTo>
                  <a:cubicBezTo>
                    <a:pt x="10051" y="12242"/>
                    <a:pt x="10011" y="11956"/>
                    <a:pt x="9979" y="11780"/>
                  </a:cubicBezTo>
                  <a:lnTo>
                    <a:pt x="9979" y="11780"/>
                  </a:lnTo>
                  <a:lnTo>
                    <a:pt x="10299" y="11638"/>
                  </a:lnTo>
                  <a:lnTo>
                    <a:pt x="10299" y="11638"/>
                  </a:lnTo>
                  <a:lnTo>
                    <a:pt x="10304" y="11652"/>
                  </a:lnTo>
                  <a:cubicBezTo>
                    <a:pt x="10304" y="11623"/>
                    <a:pt x="10585" y="11567"/>
                    <a:pt x="10865" y="11371"/>
                  </a:cubicBezTo>
                  <a:cubicBezTo>
                    <a:pt x="11006" y="11258"/>
                    <a:pt x="11146" y="11146"/>
                    <a:pt x="11258" y="10950"/>
                  </a:cubicBezTo>
                  <a:cubicBezTo>
                    <a:pt x="11371" y="10781"/>
                    <a:pt x="11455" y="10557"/>
                    <a:pt x="11455" y="10304"/>
                  </a:cubicBezTo>
                  <a:cubicBezTo>
                    <a:pt x="11455" y="10220"/>
                    <a:pt x="11427" y="10107"/>
                    <a:pt x="11427" y="10023"/>
                  </a:cubicBezTo>
                  <a:cubicBezTo>
                    <a:pt x="11315" y="9518"/>
                    <a:pt x="11146" y="9153"/>
                    <a:pt x="11034" y="8900"/>
                  </a:cubicBezTo>
                  <a:cubicBezTo>
                    <a:pt x="10978" y="8760"/>
                    <a:pt x="10922" y="8648"/>
                    <a:pt x="10894" y="8563"/>
                  </a:cubicBezTo>
                  <a:lnTo>
                    <a:pt x="10875" y="8508"/>
                  </a:lnTo>
                  <a:lnTo>
                    <a:pt x="10875" y="8508"/>
                  </a:lnTo>
                  <a:cubicBezTo>
                    <a:pt x="10908" y="8484"/>
                    <a:pt x="10957" y="8444"/>
                    <a:pt x="11006" y="8395"/>
                  </a:cubicBezTo>
                  <a:cubicBezTo>
                    <a:pt x="11146" y="8311"/>
                    <a:pt x="11343" y="8170"/>
                    <a:pt x="11511" y="7974"/>
                  </a:cubicBezTo>
                  <a:cubicBezTo>
                    <a:pt x="11680" y="7777"/>
                    <a:pt x="11820" y="7525"/>
                    <a:pt x="11820" y="7188"/>
                  </a:cubicBezTo>
                  <a:cubicBezTo>
                    <a:pt x="11820" y="6963"/>
                    <a:pt x="11736" y="6738"/>
                    <a:pt x="11623" y="6570"/>
                  </a:cubicBezTo>
                  <a:cubicBezTo>
                    <a:pt x="11493" y="6375"/>
                    <a:pt x="11329" y="6230"/>
                    <a:pt x="11184" y="6122"/>
                  </a:cubicBezTo>
                  <a:lnTo>
                    <a:pt x="11184" y="6122"/>
                  </a:lnTo>
                  <a:cubicBezTo>
                    <a:pt x="11590" y="5978"/>
                    <a:pt x="12201" y="5750"/>
                    <a:pt x="12831" y="5475"/>
                  </a:cubicBezTo>
                  <a:cubicBezTo>
                    <a:pt x="13392" y="5250"/>
                    <a:pt x="13926" y="4970"/>
                    <a:pt x="14375" y="4661"/>
                  </a:cubicBezTo>
                  <a:cubicBezTo>
                    <a:pt x="14599" y="4521"/>
                    <a:pt x="14796" y="4352"/>
                    <a:pt x="14964" y="4212"/>
                  </a:cubicBezTo>
                  <a:cubicBezTo>
                    <a:pt x="15133" y="4043"/>
                    <a:pt x="15245" y="3847"/>
                    <a:pt x="15301" y="3650"/>
                  </a:cubicBezTo>
                  <a:cubicBezTo>
                    <a:pt x="15357" y="3426"/>
                    <a:pt x="15385" y="3201"/>
                    <a:pt x="15385" y="2976"/>
                  </a:cubicBezTo>
                  <a:cubicBezTo>
                    <a:pt x="15385" y="2471"/>
                    <a:pt x="15217" y="1994"/>
                    <a:pt x="14936" y="1601"/>
                  </a:cubicBezTo>
                  <a:cubicBezTo>
                    <a:pt x="14656" y="1236"/>
                    <a:pt x="14206" y="983"/>
                    <a:pt x="13673" y="983"/>
                  </a:cubicBezTo>
                  <a:cubicBezTo>
                    <a:pt x="13083" y="983"/>
                    <a:pt x="12718" y="1039"/>
                    <a:pt x="12438" y="1095"/>
                  </a:cubicBezTo>
                  <a:cubicBezTo>
                    <a:pt x="12233" y="1118"/>
                    <a:pt x="12084" y="1159"/>
                    <a:pt x="12005" y="1159"/>
                  </a:cubicBezTo>
                  <a:cubicBezTo>
                    <a:pt x="12000" y="1159"/>
                    <a:pt x="11995" y="1159"/>
                    <a:pt x="11990" y="1159"/>
                  </a:cubicBezTo>
                  <a:lnTo>
                    <a:pt x="11990" y="1159"/>
                  </a:lnTo>
                  <a:cubicBezTo>
                    <a:pt x="11943" y="1121"/>
                    <a:pt x="11840" y="1038"/>
                    <a:pt x="11736" y="955"/>
                  </a:cubicBezTo>
                  <a:cubicBezTo>
                    <a:pt x="11511" y="787"/>
                    <a:pt x="11202" y="562"/>
                    <a:pt x="10837" y="365"/>
                  </a:cubicBezTo>
                  <a:cubicBezTo>
                    <a:pt x="10472" y="169"/>
                    <a:pt x="10051" y="0"/>
                    <a:pt x="9630"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1355;p25">
              <a:extLst>
                <a:ext uri="{FF2B5EF4-FFF2-40B4-BE49-F238E27FC236}">
                  <a16:creationId xmlns:a16="http://schemas.microsoft.com/office/drawing/2014/main" id="{9C14491D-739B-C28E-B83B-ABC94CB9BC06}"/>
                </a:ext>
              </a:extLst>
            </p:cNvPr>
            <p:cNvSpPr/>
            <p:nvPr/>
          </p:nvSpPr>
          <p:spPr>
            <a:xfrm>
              <a:off x="3253400" y="2545500"/>
              <a:ext cx="71625" cy="89550"/>
            </a:xfrm>
            <a:custGeom>
              <a:avLst/>
              <a:gdLst/>
              <a:ahLst/>
              <a:cxnLst/>
              <a:rect l="l" t="t" r="r" b="b"/>
              <a:pathLst>
                <a:path w="2865" h="3582" extrusionOk="0">
                  <a:moveTo>
                    <a:pt x="1093" y="1"/>
                  </a:moveTo>
                  <a:cubicBezTo>
                    <a:pt x="1007" y="1"/>
                    <a:pt x="924" y="23"/>
                    <a:pt x="843" y="71"/>
                  </a:cubicBezTo>
                  <a:cubicBezTo>
                    <a:pt x="1" y="604"/>
                    <a:pt x="618" y="2513"/>
                    <a:pt x="1180" y="3131"/>
                  </a:cubicBezTo>
                  <a:cubicBezTo>
                    <a:pt x="1479" y="3460"/>
                    <a:pt x="1809" y="3582"/>
                    <a:pt x="2095" y="3582"/>
                  </a:cubicBezTo>
                  <a:cubicBezTo>
                    <a:pt x="2347" y="3582"/>
                    <a:pt x="2564" y="3487"/>
                    <a:pt x="2696" y="3356"/>
                  </a:cubicBezTo>
                  <a:lnTo>
                    <a:pt x="2864" y="1952"/>
                  </a:lnTo>
                  <a:cubicBezTo>
                    <a:pt x="2864" y="1952"/>
                    <a:pt x="1900" y="1"/>
                    <a:pt x="10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1356;p25">
              <a:extLst>
                <a:ext uri="{FF2B5EF4-FFF2-40B4-BE49-F238E27FC236}">
                  <a16:creationId xmlns:a16="http://schemas.microsoft.com/office/drawing/2014/main" id="{AD0317C8-EE3D-8663-1FB1-C06A628F74FB}"/>
                </a:ext>
              </a:extLst>
            </p:cNvPr>
            <p:cNvSpPr/>
            <p:nvPr/>
          </p:nvSpPr>
          <p:spPr>
            <a:xfrm>
              <a:off x="3258325" y="2540250"/>
              <a:ext cx="73725" cy="100375"/>
            </a:xfrm>
            <a:custGeom>
              <a:avLst/>
              <a:gdLst/>
              <a:ahLst/>
              <a:cxnLst/>
              <a:rect l="l" t="t" r="r" b="b"/>
              <a:pathLst>
                <a:path w="2949" h="4015" extrusionOk="0">
                  <a:moveTo>
                    <a:pt x="899" y="0"/>
                  </a:moveTo>
                  <a:cubicBezTo>
                    <a:pt x="786" y="0"/>
                    <a:pt x="646" y="28"/>
                    <a:pt x="534" y="84"/>
                  </a:cubicBezTo>
                  <a:cubicBezTo>
                    <a:pt x="337" y="225"/>
                    <a:pt x="197" y="393"/>
                    <a:pt x="113" y="590"/>
                  </a:cubicBezTo>
                  <a:cubicBezTo>
                    <a:pt x="28" y="786"/>
                    <a:pt x="0" y="1011"/>
                    <a:pt x="0" y="1236"/>
                  </a:cubicBezTo>
                  <a:cubicBezTo>
                    <a:pt x="0" y="1657"/>
                    <a:pt x="113" y="2106"/>
                    <a:pt x="253" y="2499"/>
                  </a:cubicBezTo>
                  <a:cubicBezTo>
                    <a:pt x="421" y="2892"/>
                    <a:pt x="590" y="3257"/>
                    <a:pt x="814" y="3481"/>
                  </a:cubicBezTo>
                  <a:cubicBezTo>
                    <a:pt x="1151" y="3875"/>
                    <a:pt x="1544" y="4015"/>
                    <a:pt x="1909" y="4015"/>
                  </a:cubicBezTo>
                  <a:cubicBezTo>
                    <a:pt x="2218" y="4015"/>
                    <a:pt x="2499" y="3903"/>
                    <a:pt x="2667" y="3734"/>
                  </a:cubicBezTo>
                  <a:cubicBezTo>
                    <a:pt x="2752" y="3622"/>
                    <a:pt x="2780" y="3481"/>
                    <a:pt x="2667" y="3397"/>
                  </a:cubicBezTo>
                  <a:cubicBezTo>
                    <a:pt x="2625" y="3355"/>
                    <a:pt x="2569" y="3334"/>
                    <a:pt x="2513" y="3334"/>
                  </a:cubicBezTo>
                  <a:cubicBezTo>
                    <a:pt x="2457" y="3334"/>
                    <a:pt x="2401" y="3355"/>
                    <a:pt x="2359" y="3397"/>
                  </a:cubicBezTo>
                  <a:cubicBezTo>
                    <a:pt x="2286" y="3470"/>
                    <a:pt x="2149" y="3543"/>
                    <a:pt x="1987" y="3543"/>
                  </a:cubicBezTo>
                  <a:cubicBezTo>
                    <a:pt x="1961" y="3543"/>
                    <a:pt x="1936" y="3541"/>
                    <a:pt x="1909" y="3538"/>
                  </a:cubicBezTo>
                  <a:cubicBezTo>
                    <a:pt x="1685" y="3538"/>
                    <a:pt x="1432" y="3453"/>
                    <a:pt x="1151" y="3173"/>
                  </a:cubicBezTo>
                  <a:cubicBezTo>
                    <a:pt x="1011" y="3004"/>
                    <a:pt x="843" y="2695"/>
                    <a:pt x="702" y="2330"/>
                  </a:cubicBezTo>
                  <a:cubicBezTo>
                    <a:pt x="562" y="1965"/>
                    <a:pt x="478" y="1572"/>
                    <a:pt x="478" y="1236"/>
                  </a:cubicBezTo>
                  <a:cubicBezTo>
                    <a:pt x="478" y="1067"/>
                    <a:pt x="506" y="899"/>
                    <a:pt x="562" y="758"/>
                  </a:cubicBezTo>
                  <a:cubicBezTo>
                    <a:pt x="590" y="646"/>
                    <a:pt x="674" y="562"/>
                    <a:pt x="786" y="506"/>
                  </a:cubicBezTo>
                  <a:cubicBezTo>
                    <a:pt x="814" y="477"/>
                    <a:pt x="871" y="449"/>
                    <a:pt x="899" y="449"/>
                  </a:cubicBezTo>
                  <a:cubicBezTo>
                    <a:pt x="1011" y="449"/>
                    <a:pt x="1179" y="534"/>
                    <a:pt x="1376" y="702"/>
                  </a:cubicBezTo>
                  <a:cubicBezTo>
                    <a:pt x="1657" y="955"/>
                    <a:pt x="1937" y="1348"/>
                    <a:pt x="2134" y="1657"/>
                  </a:cubicBezTo>
                  <a:cubicBezTo>
                    <a:pt x="2246" y="1825"/>
                    <a:pt x="2330" y="1965"/>
                    <a:pt x="2387" y="2078"/>
                  </a:cubicBezTo>
                  <a:cubicBezTo>
                    <a:pt x="2415" y="2134"/>
                    <a:pt x="2443" y="2190"/>
                    <a:pt x="2443" y="2218"/>
                  </a:cubicBezTo>
                  <a:lnTo>
                    <a:pt x="2471" y="2246"/>
                  </a:lnTo>
                  <a:cubicBezTo>
                    <a:pt x="2512" y="2328"/>
                    <a:pt x="2598" y="2381"/>
                    <a:pt x="2686" y="2381"/>
                  </a:cubicBezTo>
                  <a:cubicBezTo>
                    <a:pt x="2717" y="2381"/>
                    <a:pt x="2750" y="2374"/>
                    <a:pt x="2780" y="2358"/>
                  </a:cubicBezTo>
                  <a:cubicBezTo>
                    <a:pt x="2892" y="2302"/>
                    <a:pt x="2948" y="2162"/>
                    <a:pt x="2892" y="2050"/>
                  </a:cubicBezTo>
                  <a:cubicBezTo>
                    <a:pt x="2892" y="2050"/>
                    <a:pt x="2639" y="1544"/>
                    <a:pt x="2274" y="1039"/>
                  </a:cubicBezTo>
                  <a:cubicBezTo>
                    <a:pt x="2106" y="814"/>
                    <a:pt x="1909" y="562"/>
                    <a:pt x="1685" y="337"/>
                  </a:cubicBezTo>
                  <a:cubicBezTo>
                    <a:pt x="1460" y="141"/>
                    <a:pt x="1207" y="0"/>
                    <a:pt x="899"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1357;p25">
              <a:extLst>
                <a:ext uri="{FF2B5EF4-FFF2-40B4-BE49-F238E27FC236}">
                  <a16:creationId xmlns:a16="http://schemas.microsoft.com/office/drawing/2014/main" id="{810BA0FE-4054-4618-2F22-0E7164841880}"/>
                </a:ext>
              </a:extLst>
            </p:cNvPr>
            <p:cNvSpPr/>
            <p:nvPr/>
          </p:nvSpPr>
          <p:spPr>
            <a:xfrm>
              <a:off x="3096175" y="2715150"/>
              <a:ext cx="256925" cy="96750"/>
            </a:xfrm>
            <a:custGeom>
              <a:avLst/>
              <a:gdLst/>
              <a:ahLst/>
              <a:cxnLst/>
              <a:rect l="l" t="t" r="r" b="b"/>
              <a:pathLst>
                <a:path w="10277" h="3870" extrusionOk="0">
                  <a:moveTo>
                    <a:pt x="5011" y="0"/>
                  </a:moveTo>
                  <a:cubicBezTo>
                    <a:pt x="3592" y="0"/>
                    <a:pt x="2176" y="434"/>
                    <a:pt x="1517" y="1006"/>
                  </a:cubicBezTo>
                  <a:cubicBezTo>
                    <a:pt x="675" y="1735"/>
                    <a:pt x="113" y="3195"/>
                    <a:pt x="113" y="3195"/>
                  </a:cubicBezTo>
                  <a:lnTo>
                    <a:pt x="1" y="3869"/>
                  </a:lnTo>
                  <a:cubicBezTo>
                    <a:pt x="1" y="3869"/>
                    <a:pt x="2247" y="3027"/>
                    <a:pt x="5447" y="3027"/>
                  </a:cubicBezTo>
                  <a:cubicBezTo>
                    <a:pt x="8648" y="3027"/>
                    <a:pt x="10276" y="3813"/>
                    <a:pt x="10276" y="3813"/>
                  </a:cubicBezTo>
                  <a:cubicBezTo>
                    <a:pt x="10276" y="3813"/>
                    <a:pt x="9996" y="2522"/>
                    <a:pt x="9659" y="1735"/>
                  </a:cubicBezTo>
                  <a:cubicBezTo>
                    <a:pt x="9322" y="949"/>
                    <a:pt x="7918" y="444"/>
                    <a:pt x="6177" y="107"/>
                  </a:cubicBezTo>
                  <a:cubicBezTo>
                    <a:pt x="5799" y="34"/>
                    <a:pt x="5405" y="0"/>
                    <a:pt x="5011"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1358;p25">
              <a:extLst>
                <a:ext uri="{FF2B5EF4-FFF2-40B4-BE49-F238E27FC236}">
                  <a16:creationId xmlns:a16="http://schemas.microsoft.com/office/drawing/2014/main" id="{DAFFFF14-0B8D-8F62-E4D2-77BDF1E854C1}"/>
                </a:ext>
              </a:extLst>
            </p:cNvPr>
            <p:cNvSpPr/>
            <p:nvPr/>
          </p:nvSpPr>
          <p:spPr>
            <a:xfrm>
              <a:off x="3089875" y="2709400"/>
              <a:ext cx="269550" cy="108575"/>
            </a:xfrm>
            <a:custGeom>
              <a:avLst/>
              <a:gdLst/>
              <a:ahLst/>
              <a:cxnLst/>
              <a:rect l="l" t="t" r="r" b="b"/>
              <a:pathLst>
                <a:path w="10782" h="4343" extrusionOk="0">
                  <a:moveTo>
                    <a:pt x="5250" y="478"/>
                  </a:moveTo>
                  <a:cubicBezTo>
                    <a:pt x="5643" y="478"/>
                    <a:pt x="6036" y="506"/>
                    <a:pt x="6401" y="562"/>
                  </a:cubicBezTo>
                  <a:cubicBezTo>
                    <a:pt x="7244" y="730"/>
                    <a:pt x="8030" y="955"/>
                    <a:pt x="8619" y="1207"/>
                  </a:cubicBezTo>
                  <a:cubicBezTo>
                    <a:pt x="9209" y="1460"/>
                    <a:pt x="9574" y="1769"/>
                    <a:pt x="9714" y="2050"/>
                  </a:cubicBezTo>
                  <a:cubicBezTo>
                    <a:pt x="9855" y="2443"/>
                    <a:pt x="10023" y="2948"/>
                    <a:pt x="10135" y="3369"/>
                  </a:cubicBezTo>
                  <a:cubicBezTo>
                    <a:pt x="10165" y="3473"/>
                    <a:pt x="10195" y="3578"/>
                    <a:pt x="10220" y="3673"/>
                  </a:cubicBezTo>
                  <a:lnTo>
                    <a:pt x="10220" y="3673"/>
                  </a:lnTo>
                  <a:cubicBezTo>
                    <a:pt x="9538" y="3434"/>
                    <a:pt x="8028" y="3032"/>
                    <a:pt x="5699" y="3032"/>
                  </a:cubicBezTo>
                  <a:cubicBezTo>
                    <a:pt x="3223" y="3032"/>
                    <a:pt x="1315" y="3519"/>
                    <a:pt x="543" y="3765"/>
                  </a:cubicBezTo>
                  <a:lnTo>
                    <a:pt x="543" y="3765"/>
                  </a:lnTo>
                  <a:lnTo>
                    <a:pt x="590" y="3481"/>
                  </a:lnTo>
                  <a:lnTo>
                    <a:pt x="577" y="3478"/>
                  </a:lnTo>
                  <a:lnTo>
                    <a:pt x="577" y="3478"/>
                  </a:lnTo>
                  <a:lnTo>
                    <a:pt x="590" y="3453"/>
                  </a:lnTo>
                  <a:cubicBezTo>
                    <a:pt x="702" y="3173"/>
                    <a:pt x="1236" y="1994"/>
                    <a:pt x="1909" y="1404"/>
                  </a:cubicBezTo>
                  <a:cubicBezTo>
                    <a:pt x="2218" y="1151"/>
                    <a:pt x="2695" y="927"/>
                    <a:pt x="3285" y="758"/>
                  </a:cubicBezTo>
                  <a:cubicBezTo>
                    <a:pt x="3875" y="562"/>
                    <a:pt x="4576" y="478"/>
                    <a:pt x="5250" y="478"/>
                  </a:cubicBezTo>
                  <a:close/>
                  <a:moveTo>
                    <a:pt x="5250" y="0"/>
                  </a:moveTo>
                  <a:cubicBezTo>
                    <a:pt x="4520" y="0"/>
                    <a:pt x="3790" y="113"/>
                    <a:pt x="3173" y="309"/>
                  </a:cubicBezTo>
                  <a:cubicBezTo>
                    <a:pt x="2527" y="478"/>
                    <a:pt x="1994" y="730"/>
                    <a:pt x="1601" y="1067"/>
                  </a:cubicBezTo>
                  <a:cubicBezTo>
                    <a:pt x="1151" y="1460"/>
                    <a:pt x="786" y="2022"/>
                    <a:pt x="534" y="2499"/>
                  </a:cubicBezTo>
                  <a:cubicBezTo>
                    <a:pt x="281" y="2976"/>
                    <a:pt x="141" y="3341"/>
                    <a:pt x="141" y="3341"/>
                  </a:cubicBezTo>
                  <a:lnTo>
                    <a:pt x="113" y="3397"/>
                  </a:lnTo>
                  <a:lnTo>
                    <a:pt x="0" y="4071"/>
                  </a:lnTo>
                  <a:cubicBezTo>
                    <a:pt x="0" y="4155"/>
                    <a:pt x="28" y="4240"/>
                    <a:pt x="85" y="4296"/>
                  </a:cubicBezTo>
                  <a:cubicBezTo>
                    <a:pt x="134" y="4329"/>
                    <a:pt x="183" y="4342"/>
                    <a:pt x="233" y="4342"/>
                  </a:cubicBezTo>
                  <a:cubicBezTo>
                    <a:pt x="267" y="4342"/>
                    <a:pt x="302" y="4335"/>
                    <a:pt x="337" y="4324"/>
                  </a:cubicBezTo>
                  <a:cubicBezTo>
                    <a:pt x="590" y="4240"/>
                    <a:pt x="2724" y="3510"/>
                    <a:pt x="5699" y="3510"/>
                  </a:cubicBezTo>
                  <a:cubicBezTo>
                    <a:pt x="7300" y="3510"/>
                    <a:pt x="8479" y="3706"/>
                    <a:pt x="9265" y="3875"/>
                  </a:cubicBezTo>
                  <a:cubicBezTo>
                    <a:pt x="9658" y="3987"/>
                    <a:pt x="9967" y="4071"/>
                    <a:pt x="10163" y="4155"/>
                  </a:cubicBezTo>
                  <a:cubicBezTo>
                    <a:pt x="10248" y="4183"/>
                    <a:pt x="10332" y="4211"/>
                    <a:pt x="10388" y="4240"/>
                  </a:cubicBezTo>
                  <a:lnTo>
                    <a:pt x="10416" y="4268"/>
                  </a:lnTo>
                  <a:lnTo>
                    <a:pt x="10444" y="4268"/>
                  </a:lnTo>
                  <a:cubicBezTo>
                    <a:pt x="10479" y="4279"/>
                    <a:pt x="10514" y="4286"/>
                    <a:pt x="10549" y="4286"/>
                  </a:cubicBezTo>
                  <a:cubicBezTo>
                    <a:pt x="10598" y="4286"/>
                    <a:pt x="10647" y="4272"/>
                    <a:pt x="10697" y="4240"/>
                  </a:cubicBezTo>
                  <a:cubicBezTo>
                    <a:pt x="10753" y="4183"/>
                    <a:pt x="10781" y="4099"/>
                    <a:pt x="10781" y="4015"/>
                  </a:cubicBezTo>
                  <a:cubicBezTo>
                    <a:pt x="10781" y="3987"/>
                    <a:pt x="10500" y="2695"/>
                    <a:pt x="10135" y="1881"/>
                  </a:cubicBezTo>
                  <a:cubicBezTo>
                    <a:pt x="9911" y="1404"/>
                    <a:pt x="9433" y="1039"/>
                    <a:pt x="8788" y="758"/>
                  </a:cubicBezTo>
                  <a:cubicBezTo>
                    <a:pt x="8170" y="506"/>
                    <a:pt x="7356" y="281"/>
                    <a:pt x="6486" y="113"/>
                  </a:cubicBezTo>
                  <a:cubicBezTo>
                    <a:pt x="6093" y="28"/>
                    <a:pt x="5671" y="0"/>
                    <a:pt x="5250"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1359;p25">
              <a:extLst>
                <a:ext uri="{FF2B5EF4-FFF2-40B4-BE49-F238E27FC236}">
                  <a16:creationId xmlns:a16="http://schemas.microsoft.com/office/drawing/2014/main" id="{D8E62A7B-605A-386A-9947-671909CCEA65}"/>
                </a:ext>
              </a:extLst>
            </p:cNvPr>
            <p:cNvSpPr/>
            <p:nvPr/>
          </p:nvSpPr>
          <p:spPr>
            <a:xfrm>
              <a:off x="2812625" y="5107575"/>
              <a:ext cx="230250" cy="130200"/>
            </a:xfrm>
            <a:custGeom>
              <a:avLst/>
              <a:gdLst/>
              <a:ahLst/>
              <a:cxnLst/>
              <a:rect l="l" t="t" r="r" b="b"/>
              <a:pathLst>
                <a:path w="9210" h="5208" extrusionOk="0">
                  <a:moveTo>
                    <a:pt x="2579" y="0"/>
                  </a:moveTo>
                  <a:cubicBezTo>
                    <a:pt x="2040" y="0"/>
                    <a:pt x="1483" y="27"/>
                    <a:pt x="1124" y="117"/>
                  </a:cubicBezTo>
                  <a:cubicBezTo>
                    <a:pt x="225" y="342"/>
                    <a:pt x="1" y="1128"/>
                    <a:pt x="394" y="1689"/>
                  </a:cubicBezTo>
                  <a:cubicBezTo>
                    <a:pt x="787" y="2251"/>
                    <a:pt x="1629" y="3261"/>
                    <a:pt x="2191" y="3711"/>
                  </a:cubicBezTo>
                  <a:cubicBezTo>
                    <a:pt x="2752" y="4160"/>
                    <a:pt x="4549" y="4384"/>
                    <a:pt x="5335" y="4777"/>
                  </a:cubicBezTo>
                  <a:cubicBezTo>
                    <a:pt x="5783" y="5002"/>
                    <a:pt x="6287" y="5208"/>
                    <a:pt x="6835" y="5208"/>
                  </a:cubicBezTo>
                  <a:cubicBezTo>
                    <a:pt x="7247" y="5208"/>
                    <a:pt x="7684" y="5091"/>
                    <a:pt x="8142" y="4777"/>
                  </a:cubicBezTo>
                  <a:cubicBezTo>
                    <a:pt x="9209" y="4047"/>
                    <a:pt x="8592" y="1296"/>
                    <a:pt x="8592" y="1296"/>
                  </a:cubicBezTo>
                  <a:lnTo>
                    <a:pt x="8592" y="1296"/>
                  </a:lnTo>
                  <a:cubicBezTo>
                    <a:pt x="8592" y="1296"/>
                    <a:pt x="8272" y="1350"/>
                    <a:pt x="7780" y="1350"/>
                  </a:cubicBezTo>
                  <a:cubicBezTo>
                    <a:pt x="6858" y="1350"/>
                    <a:pt x="5328" y="1159"/>
                    <a:pt x="4156" y="61"/>
                  </a:cubicBezTo>
                  <a:cubicBezTo>
                    <a:pt x="4156" y="61"/>
                    <a:pt x="3388" y="0"/>
                    <a:pt x="25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1360;p25">
              <a:extLst>
                <a:ext uri="{FF2B5EF4-FFF2-40B4-BE49-F238E27FC236}">
                  <a16:creationId xmlns:a16="http://schemas.microsoft.com/office/drawing/2014/main" id="{68BB9A0C-95AE-DB62-C187-E2309F8B4170}"/>
                </a:ext>
              </a:extLst>
            </p:cNvPr>
            <p:cNvSpPr/>
            <p:nvPr/>
          </p:nvSpPr>
          <p:spPr>
            <a:xfrm>
              <a:off x="2811925" y="5102075"/>
              <a:ext cx="226025" cy="141800"/>
            </a:xfrm>
            <a:custGeom>
              <a:avLst/>
              <a:gdLst/>
              <a:ahLst/>
              <a:cxnLst/>
              <a:rect l="l" t="t" r="r" b="b"/>
              <a:pathLst>
                <a:path w="9041" h="5672" extrusionOk="0">
                  <a:moveTo>
                    <a:pt x="2612" y="449"/>
                  </a:moveTo>
                  <a:cubicBezTo>
                    <a:pt x="3005" y="449"/>
                    <a:pt x="3398" y="477"/>
                    <a:pt x="3679" y="477"/>
                  </a:cubicBezTo>
                  <a:cubicBezTo>
                    <a:pt x="3863" y="494"/>
                    <a:pt x="3998" y="501"/>
                    <a:pt x="4076" y="504"/>
                  </a:cubicBezTo>
                  <a:lnTo>
                    <a:pt x="4076" y="504"/>
                  </a:lnTo>
                  <a:cubicBezTo>
                    <a:pt x="5329" y="1607"/>
                    <a:pt x="6866" y="1797"/>
                    <a:pt x="7805" y="1797"/>
                  </a:cubicBezTo>
                  <a:cubicBezTo>
                    <a:pt x="8075" y="1797"/>
                    <a:pt x="8287" y="1783"/>
                    <a:pt x="8435" y="1768"/>
                  </a:cubicBezTo>
                  <a:lnTo>
                    <a:pt x="8435" y="1768"/>
                  </a:lnTo>
                  <a:cubicBezTo>
                    <a:pt x="8490" y="2045"/>
                    <a:pt x="8564" y="2597"/>
                    <a:pt x="8564" y="3173"/>
                  </a:cubicBezTo>
                  <a:cubicBezTo>
                    <a:pt x="8564" y="3509"/>
                    <a:pt x="8535" y="3874"/>
                    <a:pt x="8451" y="4155"/>
                  </a:cubicBezTo>
                  <a:cubicBezTo>
                    <a:pt x="8367" y="4464"/>
                    <a:pt x="8227" y="4689"/>
                    <a:pt x="8058" y="4801"/>
                  </a:cubicBezTo>
                  <a:cubicBezTo>
                    <a:pt x="7609" y="5110"/>
                    <a:pt x="7244" y="5194"/>
                    <a:pt x="6879" y="5194"/>
                  </a:cubicBezTo>
                  <a:cubicBezTo>
                    <a:pt x="6374" y="5194"/>
                    <a:pt x="5896" y="5025"/>
                    <a:pt x="5475" y="4801"/>
                  </a:cubicBezTo>
                  <a:cubicBezTo>
                    <a:pt x="5026" y="4576"/>
                    <a:pt x="4380" y="4436"/>
                    <a:pt x="3763" y="4267"/>
                  </a:cubicBezTo>
                  <a:cubicBezTo>
                    <a:pt x="3454" y="4183"/>
                    <a:pt x="3173" y="4099"/>
                    <a:pt x="2920" y="4015"/>
                  </a:cubicBezTo>
                  <a:cubicBezTo>
                    <a:pt x="2668" y="3931"/>
                    <a:pt x="2471" y="3846"/>
                    <a:pt x="2359" y="3762"/>
                  </a:cubicBezTo>
                  <a:cubicBezTo>
                    <a:pt x="1826" y="3341"/>
                    <a:pt x="983" y="2330"/>
                    <a:pt x="618" y="1769"/>
                  </a:cubicBezTo>
                  <a:cubicBezTo>
                    <a:pt x="506" y="1628"/>
                    <a:pt x="478" y="1488"/>
                    <a:pt x="478" y="1348"/>
                  </a:cubicBezTo>
                  <a:cubicBezTo>
                    <a:pt x="478" y="1179"/>
                    <a:pt x="506" y="1011"/>
                    <a:pt x="646" y="898"/>
                  </a:cubicBezTo>
                  <a:cubicBezTo>
                    <a:pt x="759" y="758"/>
                    <a:pt x="927" y="618"/>
                    <a:pt x="1208" y="562"/>
                  </a:cubicBezTo>
                  <a:cubicBezTo>
                    <a:pt x="1517" y="477"/>
                    <a:pt x="2078" y="449"/>
                    <a:pt x="2612" y="449"/>
                  </a:cubicBezTo>
                  <a:close/>
                  <a:moveTo>
                    <a:pt x="2612" y="0"/>
                  </a:moveTo>
                  <a:cubicBezTo>
                    <a:pt x="2050" y="0"/>
                    <a:pt x="1489" y="0"/>
                    <a:pt x="1096" y="112"/>
                  </a:cubicBezTo>
                  <a:cubicBezTo>
                    <a:pt x="731" y="197"/>
                    <a:pt x="478" y="365"/>
                    <a:pt x="281" y="590"/>
                  </a:cubicBezTo>
                  <a:cubicBezTo>
                    <a:pt x="85" y="814"/>
                    <a:pt x="1" y="1067"/>
                    <a:pt x="1" y="1348"/>
                  </a:cubicBezTo>
                  <a:cubicBezTo>
                    <a:pt x="1" y="1600"/>
                    <a:pt x="85" y="1825"/>
                    <a:pt x="225" y="2050"/>
                  </a:cubicBezTo>
                  <a:cubicBezTo>
                    <a:pt x="646" y="2639"/>
                    <a:pt x="1461" y="3650"/>
                    <a:pt x="2078" y="4127"/>
                  </a:cubicBezTo>
                  <a:cubicBezTo>
                    <a:pt x="2247" y="4267"/>
                    <a:pt x="2499" y="4352"/>
                    <a:pt x="2752" y="4464"/>
                  </a:cubicBezTo>
                  <a:cubicBezTo>
                    <a:pt x="3173" y="4604"/>
                    <a:pt x="3650" y="4717"/>
                    <a:pt x="4128" y="4829"/>
                  </a:cubicBezTo>
                  <a:cubicBezTo>
                    <a:pt x="4577" y="4969"/>
                    <a:pt x="4998" y="5082"/>
                    <a:pt x="5251" y="5222"/>
                  </a:cubicBezTo>
                  <a:cubicBezTo>
                    <a:pt x="5728" y="5447"/>
                    <a:pt x="6261" y="5671"/>
                    <a:pt x="6879" y="5671"/>
                  </a:cubicBezTo>
                  <a:cubicBezTo>
                    <a:pt x="7328" y="5671"/>
                    <a:pt x="7805" y="5531"/>
                    <a:pt x="8311" y="5194"/>
                  </a:cubicBezTo>
                  <a:cubicBezTo>
                    <a:pt x="8620" y="4997"/>
                    <a:pt x="8788" y="4660"/>
                    <a:pt x="8900" y="4296"/>
                  </a:cubicBezTo>
                  <a:cubicBezTo>
                    <a:pt x="9013" y="3931"/>
                    <a:pt x="9041" y="3538"/>
                    <a:pt x="9041" y="3173"/>
                  </a:cubicBezTo>
                  <a:cubicBezTo>
                    <a:pt x="9041" y="2274"/>
                    <a:pt x="8872" y="1488"/>
                    <a:pt x="8844" y="1460"/>
                  </a:cubicBezTo>
                  <a:cubicBezTo>
                    <a:pt x="8844" y="1362"/>
                    <a:pt x="8738" y="1286"/>
                    <a:pt x="8637" y="1286"/>
                  </a:cubicBezTo>
                  <a:cubicBezTo>
                    <a:pt x="8622" y="1286"/>
                    <a:pt x="8606" y="1288"/>
                    <a:pt x="8592" y="1292"/>
                  </a:cubicBezTo>
                  <a:lnTo>
                    <a:pt x="8535" y="1292"/>
                  </a:lnTo>
                  <a:cubicBezTo>
                    <a:pt x="8423" y="1320"/>
                    <a:pt x="8170" y="1348"/>
                    <a:pt x="7805" y="1348"/>
                  </a:cubicBezTo>
                  <a:cubicBezTo>
                    <a:pt x="6935" y="1348"/>
                    <a:pt x="5447" y="1151"/>
                    <a:pt x="4352" y="112"/>
                  </a:cubicBezTo>
                  <a:cubicBezTo>
                    <a:pt x="4296" y="84"/>
                    <a:pt x="4268" y="56"/>
                    <a:pt x="4212" y="56"/>
                  </a:cubicBezTo>
                  <a:cubicBezTo>
                    <a:pt x="4212" y="56"/>
                    <a:pt x="3426" y="0"/>
                    <a:pt x="2612"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1361;p25">
              <a:extLst>
                <a:ext uri="{FF2B5EF4-FFF2-40B4-BE49-F238E27FC236}">
                  <a16:creationId xmlns:a16="http://schemas.microsoft.com/office/drawing/2014/main" id="{2BEEC767-0489-B2EA-09AE-017270413355}"/>
                </a:ext>
              </a:extLst>
            </p:cNvPr>
            <p:cNvSpPr/>
            <p:nvPr/>
          </p:nvSpPr>
          <p:spPr>
            <a:xfrm>
              <a:off x="2816150" y="5125225"/>
              <a:ext cx="209875" cy="112550"/>
            </a:xfrm>
            <a:custGeom>
              <a:avLst/>
              <a:gdLst/>
              <a:ahLst/>
              <a:cxnLst/>
              <a:rect l="l" t="t" r="r" b="b"/>
              <a:pathLst>
                <a:path w="8395" h="4502" extrusionOk="0">
                  <a:moveTo>
                    <a:pt x="169" y="1"/>
                  </a:moveTo>
                  <a:lnTo>
                    <a:pt x="169" y="1"/>
                  </a:lnTo>
                  <a:cubicBezTo>
                    <a:pt x="0" y="309"/>
                    <a:pt x="28" y="674"/>
                    <a:pt x="253" y="983"/>
                  </a:cubicBezTo>
                  <a:cubicBezTo>
                    <a:pt x="646" y="1545"/>
                    <a:pt x="1488" y="2555"/>
                    <a:pt x="2050" y="3005"/>
                  </a:cubicBezTo>
                  <a:cubicBezTo>
                    <a:pt x="2611" y="3454"/>
                    <a:pt x="4408" y="3678"/>
                    <a:pt x="5194" y="4071"/>
                  </a:cubicBezTo>
                  <a:cubicBezTo>
                    <a:pt x="5642" y="4296"/>
                    <a:pt x="6146" y="4502"/>
                    <a:pt x="6694" y="4502"/>
                  </a:cubicBezTo>
                  <a:cubicBezTo>
                    <a:pt x="7106" y="4502"/>
                    <a:pt x="7543" y="4385"/>
                    <a:pt x="8001" y="4071"/>
                  </a:cubicBezTo>
                  <a:cubicBezTo>
                    <a:pt x="8170" y="3959"/>
                    <a:pt x="8310" y="3791"/>
                    <a:pt x="8395" y="3594"/>
                  </a:cubicBezTo>
                  <a:lnTo>
                    <a:pt x="8395" y="3594"/>
                  </a:lnTo>
                  <a:cubicBezTo>
                    <a:pt x="8001" y="3734"/>
                    <a:pt x="7608" y="3847"/>
                    <a:pt x="7272" y="3903"/>
                  </a:cubicBezTo>
                  <a:cubicBezTo>
                    <a:pt x="7141" y="3925"/>
                    <a:pt x="6996" y="3935"/>
                    <a:pt x="6840" y="3935"/>
                  </a:cubicBezTo>
                  <a:cubicBezTo>
                    <a:pt x="5786" y="3935"/>
                    <a:pt x="4198" y="3457"/>
                    <a:pt x="2780" y="2724"/>
                  </a:cubicBezTo>
                  <a:cubicBezTo>
                    <a:pt x="1629" y="2134"/>
                    <a:pt x="646" y="759"/>
                    <a:pt x="1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1362;p25">
              <a:extLst>
                <a:ext uri="{FF2B5EF4-FFF2-40B4-BE49-F238E27FC236}">
                  <a16:creationId xmlns:a16="http://schemas.microsoft.com/office/drawing/2014/main" id="{F23B0BE4-0BE4-092D-2AFE-18027768BD49}"/>
                </a:ext>
              </a:extLst>
            </p:cNvPr>
            <p:cNvSpPr/>
            <p:nvPr/>
          </p:nvSpPr>
          <p:spPr>
            <a:xfrm>
              <a:off x="2811925" y="5119425"/>
              <a:ext cx="220425" cy="124450"/>
            </a:xfrm>
            <a:custGeom>
              <a:avLst/>
              <a:gdLst/>
              <a:ahLst/>
              <a:cxnLst/>
              <a:rect l="l" t="t" r="r" b="b"/>
              <a:pathLst>
                <a:path w="8817" h="4978" extrusionOk="0">
                  <a:moveTo>
                    <a:pt x="527" y="923"/>
                  </a:moveTo>
                  <a:lnTo>
                    <a:pt x="527" y="923"/>
                  </a:lnTo>
                  <a:cubicBezTo>
                    <a:pt x="1069" y="1699"/>
                    <a:pt x="1866" y="2673"/>
                    <a:pt x="2836" y="3180"/>
                  </a:cubicBezTo>
                  <a:cubicBezTo>
                    <a:pt x="3071" y="3298"/>
                    <a:pt x="3309" y="3409"/>
                    <a:pt x="3548" y="3514"/>
                  </a:cubicBezTo>
                  <a:lnTo>
                    <a:pt x="3548" y="3514"/>
                  </a:lnTo>
                  <a:cubicBezTo>
                    <a:pt x="3323" y="3449"/>
                    <a:pt x="3113" y="3385"/>
                    <a:pt x="2920" y="3321"/>
                  </a:cubicBezTo>
                  <a:cubicBezTo>
                    <a:pt x="2668" y="3237"/>
                    <a:pt x="2471" y="3152"/>
                    <a:pt x="2359" y="3068"/>
                  </a:cubicBezTo>
                  <a:cubicBezTo>
                    <a:pt x="1826" y="2647"/>
                    <a:pt x="983" y="1636"/>
                    <a:pt x="618" y="1075"/>
                  </a:cubicBezTo>
                  <a:cubicBezTo>
                    <a:pt x="578" y="1024"/>
                    <a:pt x="548" y="974"/>
                    <a:pt x="527" y="923"/>
                  </a:cubicBezTo>
                  <a:close/>
                  <a:moveTo>
                    <a:pt x="5819" y="4271"/>
                  </a:moveTo>
                  <a:cubicBezTo>
                    <a:pt x="6254" y="4364"/>
                    <a:pt x="6661" y="4416"/>
                    <a:pt x="7019" y="4416"/>
                  </a:cubicBezTo>
                  <a:cubicBezTo>
                    <a:pt x="7188" y="4416"/>
                    <a:pt x="7328" y="4388"/>
                    <a:pt x="7497" y="4388"/>
                  </a:cubicBezTo>
                  <a:cubicBezTo>
                    <a:pt x="7528" y="4380"/>
                    <a:pt x="7560" y="4372"/>
                    <a:pt x="7593" y="4363"/>
                  </a:cubicBezTo>
                  <a:lnTo>
                    <a:pt x="7593" y="4363"/>
                  </a:lnTo>
                  <a:cubicBezTo>
                    <a:pt x="7341" y="4466"/>
                    <a:pt x="7110" y="4500"/>
                    <a:pt x="6879" y="4500"/>
                  </a:cubicBezTo>
                  <a:cubicBezTo>
                    <a:pt x="6507" y="4500"/>
                    <a:pt x="6150" y="4408"/>
                    <a:pt x="5819" y="4271"/>
                  </a:cubicBezTo>
                  <a:close/>
                  <a:moveTo>
                    <a:pt x="382" y="1"/>
                  </a:moveTo>
                  <a:cubicBezTo>
                    <a:pt x="367" y="1"/>
                    <a:pt x="353" y="3"/>
                    <a:pt x="338" y="8"/>
                  </a:cubicBezTo>
                  <a:cubicBezTo>
                    <a:pt x="253" y="8"/>
                    <a:pt x="169" y="36"/>
                    <a:pt x="141" y="120"/>
                  </a:cubicBezTo>
                  <a:cubicBezTo>
                    <a:pt x="57" y="289"/>
                    <a:pt x="1" y="485"/>
                    <a:pt x="1" y="654"/>
                  </a:cubicBezTo>
                  <a:cubicBezTo>
                    <a:pt x="1" y="906"/>
                    <a:pt x="85" y="1131"/>
                    <a:pt x="225" y="1356"/>
                  </a:cubicBezTo>
                  <a:cubicBezTo>
                    <a:pt x="646" y="1945"/>
                    <a:pt x="1461" y="2956"/>
                    <a:pt x="2078" y="3433"/>
                  </a:cubicBezTo>
                  <a:cubicBezTo>
                    <a:pt x="2247" y="3573"/>
                    <a:pt x="2499" y="3658"/>
                    <a:pt x="2752" y="3770"/>
                  </a:cubicBezTo>
                  <a:cubicBezTo>
                    <a:pt x="3173" y="3910"/>
                    <a:pt x="3650" y="4023"/>
                    <a:pt x="4128" y="4135"/>
                  </a:cubicBezTo>
                  <a:cubicBezTo>
                    <a:pt x="4577" y="4275"/>
                    <a:pt x="4998" y="4388"/>
                    <a:pt x="5251" y="4528"/>
                  </a:cubicBezTo>
                  <a:cubicBezTo>
                    <a:pt x="5728" y="4753"/>
                    <a:pt x="6261" y="4977"/>
                    <a:pt x="6879" y="4977"/>
                  </a:cubicBezTo>
                  <a:cubicBezTo>
                    <a:pt x="7328" y="4977"/>
                    <a:pt x="7805" y="4837"/>
                    <a:pt x="8311" y="4500"/>
                  </a:cubicBezTo>
                  <a:cubicBezTo>
                    <a:pt x="8535" y="4360"/>
                    <a:pt x="8676" y="4163"/>
                    <a:pt x="8760" y="3938"/>
                  </a:cubicBezTo>
                  <a:cubicBezTo>
                    <a:pt x="8816" y="3854"/>
                    <a:pt x="8788" y="3742"/>
                    <a:pt x="8732" y="3686"/>
                  </a:cubicBezTo>
                  <a:cubicBezTo>
                    <a:pt x="8696" y="3631"/>
                    <a:pt x="8636" y="3600"/>
                    <a:pt x="8576" y="3600"/>
                  </a:cubicBezTo>
                  <a:cubicBezTo>
                    <a:pt x="8542" y="3600"/>
                    <a:pt x="8509" y="3610"/>
                    <a:pt x="8479" y="3630"/>
                  </a:cubicBezTo>
                  <a:cubicBezTo>
                    <a:pt x="8114" y="3742"/>
                    <a:pt x="7721" y="3854"/>
                    <a:pt x="7412" y="3910"/>
                  </a:cubicBezTo>
                  <a:cubicBezTo>
                    <a:pt x="7300" y="3938"/>
                    <a:pt x="7160" y="3938"/>
                    <a:pt x="7019" y="3938"/>
                  </a:cubicBezTo>
                  <a:cubicBezTo>
                    <a:pt x="6037" y="3938"/>
                    <a:pt x="4437" y="3489"/>
                    <a:pt x="3061" y="2759"/>
                  </a:cubicBezTo>
                  <a:cubicBezTo>
                    <a:pt x="1994" y="2198"/>
                    <a:pt x="1011" y="850"/>
                    <a:pt x="534" y="120"/>
                  </a:cubicBezTo>
                  <a:cubicBezTo>
                    <a:pt x="511" y="51"/>
                    <a:pt x="450" y="1"/>
                    <a:pt x="382"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1363;p25">
              <a:extLst>
                <a:ext uri="{FF2B5EF4-FFF2-40B4-BE49-F238E27FC236}">
                  <a16:creationId xmlns:a16="http://schemas.microsoft.com/office/drawing/2014/main" id="{DBBAC3F4-4424-62E3-BC6A-0062C108AA95}"/>
                </a:ext>
              </a:extLst>
            </p:cNvPr>
            <p:cNvSpPr/>
            <p:nvPr/>
          </p:nvSpPr>
          <p:spPr>
            <a:xfrm>
              <a:off x="3328500" y="5107575"/>
              <a:ext cx="230250" cy="130200"/>
            </a:xfrm>
            <a:custGeom>
              <a:avLst/>
              <a:gdLst/>
              <a:ahLst/>
              <a:cxnLst/>
              <a:rect l="l" t="t" r="r" b="b"/>
              <a:pathLst>
                <a:path w="9210" h="5208" extrusionOk="0">
                  <a:moveTo>
                    <a:pt x="6631" y="0"/>
                  </a:moveTo>
                  <a:cubicBezTo>
                    <a:pt x="5822" y="0"/>
                    <a:pt x="5054" y="61"/>
                    <a:pt x="5054" y="61"/>
                  </a:cubicBezTo>
                  <a:cubicBezTo>
                    <a:pt x="3882" y="1159"/>
                    <a:pt x="2352" y="1350"/>
                    <a:pt x="1430" y="1350"/>
                  </a:cubicBezTo>
                  <a:cubicBezTo>
                    <a:pt x="938" y="1350"/>
                    <a:pt x="618" y="1296"/>
                    <a:pt x="618" y="1296"/>
                  </a:cubicBezTo>
                  <a:lnTo>
                    <a:pt x="618" y="1296"/>
                  </a:lnTo>
                  <a:cubicBezTo>
                    <a:pt x="618" y="1296"/>
                    <a:pt x="1" y="4047"/>
                    <a:pt x="1068" y="4777"/>
                  </a:cubicBezTo>
                  <a:cubicBezTo>
                    <a:pt x="1526" y="5091"/>
                    <a:pt x="1963" y="5208"/>
                    <a:pt x="2376" y="5208"/>
                  </a:cubicBezTo>
                  <a:cubicBezTo>
                    <a:pt x="2923" y="5208"/>
                    <a:pt x="3427" y="5002"/>
                    <a:pt x="3875" y="4777"/>
                  </a:cubicBezTo>
                  <a:cubicBezTo>
                    <a:pt x="4661" y="4384"/>
                    <a:pt x="6458" y="4160"/>
                    <a:pt x="7019" y="3711"/>
                  </a:cubicBezTo>
                  <a:cubicBezTo>
                    <a:pt x="7581" y="3261"/>
                    <a:pt x="8423" y="2251"/>
                    <a:pt x="8816" y="1689"/>
                  </a:cubicBezTo>
                  <a:cubicBezTo>
                    <a:pt x="9209" y="1128"/>
                    <a:pt x="8985" y="342"/>
                    <a:pt x="8086" y="117"/>
                  </a:cubicBezTo>
                  <a:cubicBezTo>
                    <a:pt x="7727" y="27"/>
                    <a:pt x="7170" y="0"/>
                    <a:pt x="663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1364;p25">
              <a:extLst>
                <a:ext uri="{FF2B5EF4-FFF2-40B4-BE49-F238E27FC236}">
                  <a16:creationId xmlns:a16="http://schemas.microsoft.com/office/drawing/2014/main" id="{81238D5D-D1F7-25E4-A271-9FBC58493D6B}"/>
                </a:ext>
              </a:extLst>
            </p:cNvPr>
            <p:cNvSpPr/>
            <p:nvPr/>
          </p:nvSpPr>
          <p:spPr>
            <a:xfrm>
              <a:off x="3333425" y="5102075"/>
              <a:ext cx="226025" cy="141800"/>
            </a:xfrm>
            <a:custGeom>
              <a:avLst/>
              <a:gdLst/>
              <a:ahLst/>
              <a:cxnLst/>
              <a:rect l="l" t="t" r="r" b="b"/>
              <a:pathLst>
                <a:path w="9041" h="5672" extrusionOk="0">
                  <a:moveTo>
                    <a:pt x="6429" y="449"/>
                  </a:moveTo>
                  <a:cubicBezTo>
                    <a:pt x="6963" y="449"/>
                    <a:pt x="7524" y="477"/>
                    <a:pt x="7833" y="562"/>
                  </a:cubicBezTo>
                  <a:cubicBezTo>
                    <a:pt x="8114" y="618"/>
                    <a:pt x="8282" y="758"/>
                    <a:pt x="8423" y="898"/>
                  </a:cubicBezTo>
                  <a:cubicBezTo>
                    <a:pt x="8535" y="1011"/>
                    <a:pt x="8591" y="1179"/>
                    <a:pt x="8591" y="1348"/>
                  </a:cubicBezTo>
                  <a:cubicBezTo>
                    <a:pt x="8591" y="1488"/>
                    <a:pt x="8535" y="1628"/>
                    <a:pt x="8451" y="1769"/>
                  </a:cubicBezTo>
                  <a:cubicBezTo>
                    <a:pt x="8058" y="2330"/>
                    <a:pt x="7215" y="3341"/>
                    <a:pt x="6682" y="3762"/>
                  </a:cubicBezTo>
                  <a:cubicBezTo>
                    <a:pt x="6570" y="3846"/>
                    <a:pt x="6373" y="3931"/>
                    <a:pt x="6121" y="4015"/>
                  </a:cubicBezTo>
                  <a:cubicBezTo>
                    <a:pt x="5756" y="4155"/>
                    <a:pt x="5278" y="4267"/>
                    <a:pt x="4801" y="4380"/>
                  </a:cubicBezTo>
                  <a:cubicBezTo>
                    <a:pt x="4352" y="4520"/>
                    <a:pt x="3903" y="4632"/>
                    <a:pt x="3566" y="4801"/>
                  </a:cubicBezTo>
                  <a:cubicBezTo>
                    <a:pt x="3145" y="5025"/>
                    <a:pt x="2667" y="5194"/>
                    <a:pt x="2190" y="5194"/>
                  </a:cubicBezTo>
                  <a:cubicBezTo>
                    <a:pt x="1797" y="5194"/>
                    <a:pt x="1432" y="5110"/>
                    <a:pt x="1011" y="4801"/>
                  </a:cubicBezTo>
                  <a:cubicBezTo>
                    <a:pt x="814" y="4689"/>
                    <a:pt x="674" y="4464"/>
                    <a:pt x="590" y="4155"/>
                  </a:cubicBezTo>
                  <a:cubicBezTo>
                    <a:pt x="506" y="3874"/>
                    <a:pt x="478" y="3509"/>
                    <a:pt x="478" y="3173"/>
                  </a:cubicBezTo>
                  <a:cubicBezTo>
                    <a:pt x="478" y="2751"/>
                    <a:pt x="506" y="2358"/>
                    <a:pt x="562" y="2050"/>
                  </a:cubicBezTo>
                  <a:cubicBezTo>
                    <a:pt x="584" y="1938"/>
                    <a:pt x="589" y="1843"/>
                    <a:pt x="604" y="1767"/>
                  </a:cubicBezTo>
                  <a:lnTo>
                    <a:pt x="604" y="1767"/>
                  </a:lnTo>
                  <a:cubicBezTo>
                    <a:pt x="756" y="1782"/>
                    <a:pt x="973" y="1797"/>
                    <a:pt x="1236" y="1797"/>
                  </a:cubicBezTo>
                  <a:cubicBezTo>
                    <a:pt x="2175" y="1797"/>
                    <a:pt x="3739" y="1607"/>
                    <a:pt x="4966" y="504"/>
                  </a:cubicBezTo>
                  <a:lnTo>
                    <a:pt x="4966" y="504"/>
                  </a:lnTo>
                  <a:cubicBezTo>
                    <a:pt x="5049" y="501"/>
                    <a:pt x="5190" y="495"/>
                    <a:pt x="5363" y="477"/>
                  </a:cubicBezTo>
                  <a:cubicBezTo>
                    <a:pt x="5643" y="477"/>
                    <a:pt x="6036" y="449"/>
                    <a:pt x="6429" y="449"/>
                  </a:cubicBezTo>
                  <a:close/>
                  <a:moveTo>
                    <a:pt x="6429" y="0"/>
                  </a:moveTo>
                  <a:cubicBezTo>
                    <a:pt x="5615" y="0"/>
                    <a:pt x="4857" y="56"/>
                    <a:pt x="4829" y="56"/>
                  </a:cubicBezTo>
                  <a:cubicBezTo>
                    <a:pt x="4801" y="56"/>
                    <a:pt x="4745" y="84"/>
                    <a:pt x="4689" y="112"/>
                  </a:cubicBezTo>
                  <a:cubicBezTo>
                    <a:pt x="3594" y="1151"/>
                    <a:pt x="2134" y="1348"/>
                    <a:pt x="1236" y="1348"/>
                  </a:cubicBezTo>
                  <a:cubicBezTo>
                    <a:pt x="983" y="1348"/>
                    <a:pt x="786" y="1320"/>
                    <a:pt x="674" y="1320"/>
                  </a:cubicBezTo>
                  <a:cubicBezTo>
                    <a:pt x="590" y="1320"/>
                    <a:pt x="534" y="1292"/>
                    <a:pt x="506" y="1292"/>
                  </a:cubicBezTo>
                  <a:lnTo>
                    <a:pt x="449" y="1292"/>
                  </a:lnTo>
                  <a:cubicBezTo>
                    <a:pt x="435" y="1288"/>
                    <a:pt x="420" y="1286"/>
                    <a:pt x="405" y="1286"/>
                  </a:cubicBezTo>
                  <a:cubicBezTo>
                    <a:pt x="309" y="1286"/>
                    <a:pt x="221" y="1362"/>
                    <a:pt x="197" y="1460"/>
                  </a:cubicBezTo>
                  <a:cubicBezTo>
                    <a:pt x="197" y="1488"/>
                    <a:pt x="0" y="2274"/>
                    <a:pt x="0" y="3173"/>
                  </a:cubicBezTo>
                  <a:cubicBezTo>
                    <a:pt x="0" y="3538"/>
                    <a:pt x="28" y="3931"/>
                    <a:pt x="141" y="4296"/>
                  </a:cubicBezTo>
                  <a:cubicBezTo>
                    <a:pt x="253" y="4660"/>
                    <a:pt x="421" y="4997"/>
                    <a:pt x="730" y="5194"/>
                  </a:cubicBezTo>
                  <a:cubicBezTo>
                    <a:pt x="1236" y="5531"/>
                    <a:pt x="1713" y="5671"/>
                    <a:pt x="2190" y="5671"/>
                  </a:cubicBezTo>
                  <a:cubicBezTo>
                    <a:pt x="2780" y="5671"/>
                    <a:pt x="3313" y="5447"/>
                    <a:pt x="3790" y="5222"/>
                  </a:cubicBezTo>
                  <a:cubicBezTo>
                    <a:pt x="4127" y="5025"/>
                    <a:pt x="4773" y="4885"/>
                    <a:pt x="5391" y="4717"/>
                  </a:cubicBezTo>
                  <a:cubicBezTo>
                    <a:pt x="5699" y="4632"/>
                    <a:pt x="6008" y="4548"/>
                    <a:pt x="6289" y="4464"/>
                  </a:cubicBezTo>
                  <a:cubicBezTo>
                    <a:pt x="6570" y="4352"/>
                    <a:pt x="6794" y="4267"/>
                    <a:pt x="6963" y="4127"/>
                  </a:cubicBezTo>
                  <a:cubicBezTo>
                    <a:pt x="7580" y="3650"/>
                    <a:pt x="8423" y="2639"/>
                    <a:pt x="8816" y="2050"/>
                  </a:cubicBezTo>
                  <a:cubicBezTo>
                    <a:pt x="8956" y="1825"/>
                    <a:pt x="9040" y="1600"/>
                    <a:pt x="9040" y="1348"/>
                  </a:cubicBezTo>
                  <a:cubicBezTo>
                    <a:pt x="9040" y="1067"/>
                    <a:pt x="8956" y="814"/>
                    <a:pt x="8760" y="590"/>
                  </a:cubicBezTo>
                  <a:cubicBezTo>
                    <a:pt x="8591" y="365"/>
                    <a:pt x="8310" y="197"/>
                    <a:pt x="7945" y="112"/>
                  </a:cubicBezTo>
                  <a:cubicBezTo>
                    <a:pt x="7552" y="0"/>
                    <a:pt x="6991" y="0"/>
                    <a:pt x="6429"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1365;p25">
              <a:extLst>
                <a:ext uri="{FF2B5EF4-FFF2-40B4-BE49-F238E27FC236}">
                  <a16:creationId xmlns:a16="http://schemas.microsoft.com/office/drawing/2014/main" id="{9FD20D1A-1A68-8512-9A2C-DEC8E73A8968}"/>
                </a:ext>
              </a:extLst>
            </p:cNvPr>
            <p:cNvSpPr/>
            <p:nvPr/>
          </p:nvSpPr>
          <p:spPr>
            <a:xfrm>
              <a:off x="3345350" y="5125225"/>
              <a:ext cx="209875" cy="112550"/>
            </a:xfrm>
            <a:custGeom>
              <a:avLst/>
              <a:gdLst/>
              <a:ahLst/>
              <a:cxnLst/>
              <a:rect l="l" t="t" r="r" b="b"/>
              <a:pathLst>
                <a:path w="8395" h="4502" extrusionOk="0">
                  <a:moveTo>
                    <a:pt x="8226" y="1"/>
                  </a:moveTo>
                  <a:lnTo>
                    <a:pt x="8226" y="1"/>
                  </a:lnTo>
                  <a:cubicBezTo>
                    <a:pt x="7749" y="759"/>
                    <a:pt x="6767" y="2134"/>
                    <a:pt x="5615" y="2724"/>
                  </a:cubicBezTo>
                  <a:cubicBezTo>
                    <a:pt x="4197" y="3457"/>
                    <a:pt x="2609" y="3935"/>
                    <a:pt x="1555" y="3935"/>
                  </a:cubicBezTo>
                  <a:cubicBezTo>
                    <a:pt x="1399" y="3935"/>
                    <a:pt x="1254" y="3925"/>
                    <a:pt x="1124" y="3903"/>
                  </a:cubicBezTo>
                  <a:cubicBezTo>
                    <a:pt x="787" y="3847"/>
                    <a:pt x="394" y="3734"/>
                    <a:pt x="1" y="3594"/>
                  </a:cubicBezTo>
                  <a:lnTo>
                    <a:pt x="1" y="3594"/>
                  </a:lnTo>
                  <a:cubicBezTo>
                    <a:pt x="113" y="3791"/>
                    <a:pt x="225" y="3959"/>
                    <a:pt x="394" y="4071"/>
                  </a:cubicBezTo>
                  <a:cubicBezTo>
                    <a:pt x="852" y="4385"/>
                    <a:pt x="1289" y="4502"/>
                    <a:pt x="1702" y="4502"/>
                  </a:cubicBezTo>
                  <a:cubicBezTo>
                    <a:pt x="2249" y="4502"/>
                    <a:pt x="2753" y="4296"/>
                    <a:pt x="3201" y="4071"/>
                  </a:cubicBezTo>
                  <a:cubicBezTo>
                    <a:pt x="3987" y="3678"/>
                    <a:pt x="5784" y="3454"/>
                    <a:pt x="6345" y="3005"/>
                  </a:cubicBezTo>
                  <a:cubicBezTo>
                    <a:pt x="6907" y="2555"/>
                    <a:pt x="7749" y="1545"/>
                    <a:pt x="8142" y="983"/>
                  </a:cubicBezTo>
                  <a:cubicBezTo>
                    <a:pt x="8367" y="674"/>
                    <a:pt x="8395" y="309"/>
                    <a:pt x="82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1366;p25">
              <a:extLst>
                <a:ext uri="{FF2B5EF4-FFF2-40B4-BE49-F238E27FC236}">
                  <a16:creationId xmlns:a16="http://schemas.microsoft.com/office/drawing/2014/main" id="{B36FF136-70EB-EE94-EFA6-FAC03864ACE6}"/>
                </a:ext>
              </a:extLst>
            </p:cNvPr>
            <p:cNvSpPr/>
            <p:nvPr/>
          </p:nvSpPr>
          <p:spPr>
            <a:xfrm>
              <a:off x="3339025" y="5119425"/>
              <a:ext cx="220425" cy="124450"/>
            </a:xfrm>
            <a:custGeom>
              <a:avLst/>
              <a:gdLst/>
              <a:ahLst/>
              <a:cxnLst/>
              <a:rect l="l" t="t" r="r" b="b"/>
              <a:pathLst>
                <a:path w="8817" h="4978" extrusionOk="0">
                  <a:moveTo>
                    <a:pt x="8293" y="934"/>
                  </a:moveTo>
                  <a:cubicBezTo>
                    <a:pt x="8277" y="981"/>
                    <a:pt x="8255" y="1028"/>
                    <a:pt x="8227" y="1075"/>
                  </a:cubicBezTo>
                  <a:cubicBezTo>
                    <a:pt x="7834" y="1636"/>
                    <a:pt x="6991" y="2647"/>
                    <a:pt x="6458" y="3068"/>
                  </a:cubicBezTo>
                  <a:cubicBezTo>
                    <a:pt x="6346" y="3152"/>
                    <a:pt x="6149" y="3237"/>
                    <a:pt x="5897" y="3321"/>
                  </a:cubicBezTo>
                  <a:cubicBezTo>
                    <a:pt x="5707" y="3394"/>
                    <a:pt x="5487" y="3459"/>
                    <a:pt x="5253" y="3521"/>
                  </a:cubicBezTo>
                  <a:lnTo>
                    <a:pt x="5253" y="3521"/>
                  </a:lnTo>
                  <a:cubicBezTo>
                    <a:pt x="5497" y="3414"/>
                    <a:pt x="5741" y="3300"/>
                    <a:pt x="5981" y="3180"/>
                  </a:cubicBezTo>
                  <a:cubicBezTo>
                    <a:pt x="6946" y="2676"/>
                    <a:pt x="7757" y="1708"/>
                    <a:pt x="8293" y="934"/>
                  </a:cubicBezTo>
                  <a:close/>
                  <a:moveTo>
                    <a:pt x="2999" y="4270"/>
                  </a:moveTo>
                  <a:lnTo>
                    <a:pt x="2999" y="4270"/>
                  </a:lnTo>
                  <a:cubicBezTo>
                    <a:pt x="2670" y="4408"/>
                    <a:pt x="2318" y="4500"/>
                    <a:pt x="1966" y="4500"/>
                  </a:cubicBezTo>
                  <a:cubicBezTo>
                    <a:pt x="1712" y="4500"/>
                    <a:pt x="1470" y="4465"/>
                    <a:pt x="1216" y="4356"/>
                  </a:cubicBezTo>
                  <a:lnTo>
                    <a:pt x="1216" y="4356"/>
                  </a:lnTo>
                  <a:cubicBezTo>
                    <a:pt x="1261" y="4367"/>
                    <a:pt x="1305" y="4378"/>
                    <a:pt x="1348" y="4388"/>
                  </a:cubicBezTo>
                  <a:cubicBezTo>
                    <a:pt x="1489" y="4388"/>
                    <a:pt x="1629" y="4416"/>
                    <a:pt x="1798" y="4416"/>
                  </a:cubicBezTo>
                  <a:cubicBezTo>
                    <a:pt x="2156" y="4416"/>
                    <a:pt x="2563" y="4364"/>
                    <a:pt x="2999" y="4270"/>
                  </a:cubicBezTo>
                  <a:close/>
                  <a:moveTo>
                    <a:pt x="8453" y="1"/>
                  </a:moveTo>
                  <a:cubicBezTo>
                    <a:pt x="8375" y="1"/>
                    <a:pt x="8329" y="51"/>
                    <a:pt x="8283" y="120"/>
                  </a:cubicBezTo>
                  <a:cubicBezTo>
                    <a:pt x="7806" y="850"/>
                    <a:pt x="6851" y="2198"/>
                    <a:pt x="5756" y="2759"/>
                  </a:cubicBezTo>
                  <a:cubicBezTo>
                    <a:pt x="4381" y="3489"/>
                    <a:pt x="2808" y="3938"/>
                    <a:pt x="1798" y="3938"/>
                  </a:cubicBezTo>
                  <a:cubicBezTo>
                    <a:pt x="1657" y="3938"/>
                    <a:pt x="1517" y="3938"/>
                    <a:pt x="1405" y="3910"/>
                  </a:cubicBezTo>
                  <a:cubicBezTo>
                    <a:pt x="1096" y="3854"/>
                    <a:pt x="703" y="3742"/>
                    <a:pt x="338" y="3630"/>
                  </a:cubicBezTo>
                  <a:cubicBezTo>
                    <a:pt x="308" y="3610"/>
                    <a:pt x="275" y="3600"/>
                    <a:pt x="241" y="3600"/>
                  </a:cubicBezTo>
                  <a:cubicBezTo>
                    <a:pt x="181" y="3600"/>
                    <a:pt x="121" y="3631"/>
                    <a:pt x="85" y="3686"/>
                  </a:cubicBezTo>
                  <a:cubicBezTo>
                    <a:pt x="29" y="3742"/>
                    <a:pt x="1" y="3854"/>
                    <a:pt x="57" y="3938"/>
                  </a:cubicBezTo>
                  <a:cubicBezTo>
                    <a:pt x="169" y="4163"/>
                    <a:pt x="310" y="4360"/>
                    <a:pt x="506" y="4500"/>
                  </a:cubicBezTo>
                  <a:cubicBezTo>
                    <a:pt x="1012" y="4837"/>
                    <a:pt x="1489" y="4977"/>
                    <a:pt x="1966" y="4977"/>
                  </a:cubicBezTo>
                  <a:cubicBezTo>
                    <a:pt x="2556" y="4977"/>
                    <a:pt x="3089" y="4753"/>
                    <a:pt x="3566" y="4528"/>
                  </a:cubicBezTo>
                  <a:cubicBezTo>
                    <a:pt x="3903" y="4331"/>
                    <a:pt x="4549" y="4191"/>
                    <a:pt x="5167" y="4023"/>
                  </a:cubicBezTo>
                  <a:cubicBezTo>
                    <a:pt x="5475" y="3938"/>
                    <a:pt x="5784" y="3854"/>
                    <a:pt x="6065" y="3770"/>
                  </a:cubicBezTo>
                  <a:cubicBezTo>
                    <a:pt x="6346" y="3658"/>
                    <a:pt x="6570" y="3573"/>
                    <a:pt x="6739" y="3433"/>
                  </a:cubicBezTo>
                  <a:cubicBezTo>
                    <a:pt x="7356" y="2956"/>
                    <a:pt x="8199" y="1945"/>
                    <a:pt x="8592" y="1356"/>
                  </a:cubicBezTo>
                  <a:cubicBezTo>
                    <a:pt x="8732" y="1131"/>
                    <a:pt x="8816" y="906"/>
                    <a:pt x="8816" y="654"/>
                  </a:cubicBezTo>
                  <a:cubicBezTo>
                    <a:pt x="8816" y="485"/>
                    <a:pt x="8788" y="289"/>
                    <a:pt x="8704" y="120"/>
                  </a:cubicBezTo>
                  <a:cubicBezTo>
                    <a:pt x="8648" y="36"/>
                    <a:pt x="8592" y="8"/>
                    <a:pt x="8508" y="8"/>
                  </a:cubicBezTo>
                  <a:cubicBezTo>
                    <a:pt x="8488" y="3"/>
                    <a:pt x="8469" y="1"/>
                    <a:pt x="8453"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1367;p25">
              <a:extLst>
                <a:ext uri="{FF2B5EF4-FFF2-40B4-BE49-F238E27FC236}">
                  <a16:creationId xmlns:a16="http://schemas.microsoft.com/office/drawing/2014/main" id="{7BC146D8-7BB8-7352-F6D3-B35436C73835}"/>
                </a:ext>
              </a:extLst>
            </p:cNvPr>
            <p:cNvSpPr/>
            <p:nvPr/>
          </p:nvSpPr>
          <p:spPr>
            <a:xfrm>
              <a:off x="2910200" y="3517250"/>
              <a:ext cx="615550" cy="1665775"/>
            </a:xfrm>
            <a:custGeom>
              <a:avLst/>
              <a:gdLst/>
              <a:ahLst/>
              <a:cxnLst/>
              <a:rect l="l" t="t" r="r" b="b"/>
              <a:pathLst>
                <a:path w="24622" h="66631" extrusionOk="0">
                  <a:moveTo>
                    <a:pt x="23078" y="0"/>
                  </a:moveTo>
                  <a:cubicBezTo>
                    <a:pt x="23078" y="0"/>
                    <a:pt x="17443" y="2118"/>
                    <a:pt x="10088" y="2118"/>
                  </a:cubicBezTo>
                  <a:cubicBezTo>
                    <a:pt x="8012" y="2118"/>
                    <a:pt x="5799" y="1949"/>
                    <a:pt x="3538" y="1516"/>
                  </a:cubicBezTo>
                  <a:cubicBezTo>
                    <a:pt x="3538" y="1516"/>
                    <a:pt x="3088" y="6738"/>
                    <a:pt x="3032" y="9097"/>
                  </a:cubicBezTo>
                  <a:cubicBezTo>
                    <a:pt x="2976" y="11483"/>
                    <a:pt x="3313" y="13673"/>
                    <a:pt x="3313" y="13673"/>
                  </a:cubicBezTo>
                  <a:lnTo>
                    <a:pt x="2190" y="35290"/>
                  </a:lnTo>
                  <a:cubicBezTo>
                    <a:pt x="2190" y="35290"/>
                    <a:pt x="506" y="49187"/>
                    <a:pt x="506" y="51939"/>
                  </a:cubicBezTo>
                  <a:cubicBezTo>
                    <a:pt x="506" y="54690"/>
                    <a:pt x="730" y="61905"/>
                    <a:pt x="730" y="61905"/>
                  </a:cubicBezTo>
                  <a:cubicBezTo>
                    <a:pt x="730" y="61905"/>
                    <a:pt x="112" y="63140"/>
                    <a:pt x="56" y="63421"/>
                  </a:cubicBezTo>
                  <a:cubicBezTo>
                    <a:pt x="0" y="63702"/>
                    <a:pt x="169" y="65386"/>
                    <a:pt x="169" y="65386"/>
                  </a:cubicBezTo>
                  <a:cubicBezTo>
                    <a:pt x="169" y="65386"/>
                    <a:pt x="1629" y="66285"/>
                    <a:pt x="3032" y="66397"/>
                  </a:cubicBezTo>
                  <a:cubicBezTo>
                    <a:pt x="3106" y="66403"/>
                    <a:pt x="3177" y="66406"/>
                    <a:pt x="3245" y="66406"/>
                  </a:cubicBezTo>
                  <a:cubicBezTo>
                    <a:pt x="4482" y="66406"/>
                    <a:pt x="4891" y="65490"/>
                    <a:pt x="4997" y="65330"/>
                  </a:cubicBezTo>
                  <a:cubicBezTo>
                    <a:pt x="5110" y="65162"/>
                    <a:pt x="5334" y="62860"/>
                    <a:pt x="5391" y="62074"/>
                  </a:cubicBezTo>
                  <a:cubicBezTo>
                    <a:pt x="5447" y="61287"/>
                    <a:pt x="5334" y="60108"/>
                    <a:pt x="5334" y="60108"/>
                  </a:cubicBezTo>
                  <a:cubicBezTo>
                    <a:pt x="5334" y="60108"/>
                    <a:pt x="7833" y="48008"/>
                    <a:pt x="9012" y="43881"/>
                  </a:cubicBezTo>
                  <a:cubicBezTo>
                    <a:pt x="10191" y="39782"/>
                    <a:pt x="12325" y="28637"/>
                    <a:pt x="12437" y="27177"/>
                  </a:cubicBezTo>
                  <a:cubicBezTo>
                    <a:pt x="12550" y="25717"/>
                    <a:pt x="13841" y="18895"/>
                    <a:pt x="13841" y="18895"/>
                  </a:cubicBezTo>
                  <a:cubicBezTo>
                    <a:pt x="13841" y="18895"/>
                    <a:pt x="14964" y="31107"/>
                    <a:pt x="15245" y="33409"/>
                  </a:cubicBezTo>
                  <a:cubicBezTo>
                    <a:pt x="15526" y="35739"/>
                    <a:pt x="14852" y="42140"/>
                    <a:pt x="14852" y="45566"/>
                  </a:cubicBezTo>
                  <a:cubicBezTo>
                    <a:pt x="14852" y="49019"/>
                    <a:pt x="16901" y="62410"/>
                    <a:pt x="16901" y="62410"/>
                  </a:cubicBezTo>
                  <a:cubicBezTo>
                    <a:pt x="16901" y="62410"/>
                    <a:pt x="16901" y="64067"/>
                    <a:pt x="17013" y="64516"/>
                  </a:cubicBezTo>
                  <a:cubicBezTo>
                    <a:pt x="17126" y="64965"/>
                    <a:pt x="17800" y="66509"/>
                    <a:pt x="17800" y="66509"/>
                  </a:cubicBezTo>
                  <a:cubicBezTo>
                    <a:pt x="17800" y="66509"/>
                    <a:pt x="18396" y="66631"/>
                    <a:pt x="19043" y="66631"/>
                  </a:cubicBezTo>
                  <a:cubicBezTo>
                    <a:pt x="19474" y="66631"/>
                    <a:pt x="19928" y="66577"/>
                    <a:pt x="20242" y="66397"/>
                  </a:cubicBezTo>
                  <a:cubicBezTo>
                    <a:pt x="21028" y="65948"/>
                    <a:pt x="22235" y="65190"/>
                    <a:pt x="22348" y="63842"/>
                  </a:cubicBezTo>
                  <a:cubicBezTo>
                    <a:pt x="22460" y="62495"/>
                    <a:pt x="21955" y="59800"/>
                    <a:pt x="21842" y="59041"/>
                  </a:cubicBezTo>
                  <a:cubicBezTo>
                    <a:pt x="21730" y="58255"/>
                    <a:pt x="23751" y="43235"/>
                    <a:pt x="23751" y="37901"/>
                  </a:cubicBezTo>
                  <a:cubicBezTo>
                    <a:pt x="23751" y="32567"/>
                    <a:pt x="24622" y="21000"/>
                    <a:pt x="24622" y="18558"/>
                  </a:cubicBezTo>
                  <a:cubicBezTo>
                    <a:pt x="24622" y="16115"/>
                    <a:pt x="24088" y="7889"/>
                    <a:pt x="24088" y="7889"/>
                  </a:cubicBezTo>
                  <a:lnTo>
                    <a:pt x="23078"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1368;p25">
              <a:extLst>
                <a:ext uri="{FF2B5EF4-FFF2-40B4-BE49-F238E27FC236}">
                  <a16:creationId xmlns:a16="http://schemas.microsoft.com/office/drawing/2014/main" id="{20E0E808-CB7F-C834-6999-FB596AEDAE3D}"/>
                </a:ext>
              </a:extLst>
            </p:cNvPr>
            <p:cNvSpPr/>
            <p:nvPr/>
          </p:nvSpPr>
          <p:spPr>
            <a:xfrm>
              <a:off x="2905275" y="3511100"/>
              <a:ext cx="626800" cy="1678025"/>
            </a:xfrm>
            <a:custGeom>
              <a:avLst/>
              <a:gdLst/>
              <a:ahLst/>
              <a:cxnLst/>
              <a:rect l="l" t="t" r="r" b="b"/>
              <a:pathLst>
                <a:path w="25072" h="67121" extrusionOk="0">
                  <a:moveTo>
                    <a:pt x="23084" y="546"/>
                  </a:moveTo>
                  <a:lnTo>
                    <a:pt x="24033" y="8163"/>
                  </a:lnTo>
                  <a:lnTo>
                    <a:pt x="24034" y="8163"/>
                  </a:lnTo>
                  <a:lnTo>
                    <a:pt x="24034" y="8163"/>
                  </a:lnTo>
                  <a:cubicBezTo>
                    <a:pt x="24041" y="8282"/>
                    <a:pt x="24068" y="8774"/>
                    <a:pt x="24117" y="9455"/>
                  </a:cubicBezTo>
                  <a:cubicBezTo>
                    <a:pt x="24285" y="11897"/>
                    <a:pt x="24594" y="16979"/>
                    <a:pt x="24594" y="18804"/>
                  </a:cubicBezTo>
                  <a:cubicBezTo>
                    <a:pt x="24594" y="20011"/>
                    <a:pt x="24370" y="23520"/>
                    <a:pt x="24145" y="27395"/>
                  </a:cubicBezTo>
                  <a:cubicBezTo>
                    <a:pt x="23920" y="31241"/>
                    <a:pt x="23696" y="35480"/>
                    <a:pt x="23696" y="38147"/>
                  </a:cubicBezTo>
                  <a:cubicBezTo>
                    <a:pt x="23696" y="40730"/>
                    <a:pt x="23247" y="45615"/>
                    <a:pt x="22769" y="50023"/>
                  </a:cubicBezTo>
                  <a:cubicBezTo>
                    <a:pt x="22517" y="52241"/>
                    <a:pt x="22292" y="54346"/>
                    <a:pt x="22095" y="55975"/>
                  </a:cubicBezTo>
                  <a:cubicBezTo>
                    <a:pt x="22011" y="56789"/>
                    <a:pt x="21955" y="57491"/>
                    <a:pt x="21899" y="58052"/>
                  </a:cubicBezTo>
                  <a:cubicBezTo>
                    <a:pt x="21843" y="58586"/>
                    <a:pt x="21815" y="58979"/>
                    <a:pt x="21815" y="59175"/>
                  </a:cubicBezTo>
                  <a:cubicBezTo>
                    <a:pt x="21815" y="59231"/>
                    <a:pt x="21815" y="59259"/>
                    <a:pt x="21815" y="59316"/>
                  </a:cubicBezTo>
                  <a:cubicBezTo>
                    <a:pt x="21871" y="59681"/>
                    <a:pt x="22011" y="60410"/>
                    <a:pt x="22124" y="61225"/>
                  </a:cubicBezTo>
                  <a:cubicBezTo>
                    <a:pt x="22236" y="62067"/>
                    <a:pt x="22348" y="62965"/>
                    <a:pt x="22348" y="63667"/>
                  </a:cubicBezTo>
                  <a:cubicBezTo>
                    <a:pt x="22348" y="63808"/>
                    <a:pt x="22320" y="63948"/>
                    <a:pt x="22320" y="64060"/>
                  </a:cubicBezTo>
                  <a:cubicBezTo>
                    <a:pt x="22264" y="64678"/>
                    <a:pt x="21983" y="65155"/>
                    <a:pt x="21590" y="65548"/>
                  </a:cubicBezTo>
                  <a:cubicBezTo>
                    <a:pt x="21197" y="65913"/>
                    <a:pt x="20720" y="66222"/>
                    <a:pt x="20327" y="66447"/>
                  </a:cubicBezTo>
                  <a:cubicBezTo>
                    <a:pt x="20074" y="66587"/>
                    <a:pt x="19653" y="66643"/>
                    <a:pt x="19260" y="66643"/>
                  </a:cubicBezTo>
                  <a:cubicBezTo>
                    <a:pt x="18923" y="66643"/>
                    <a:pt x="18642" y="66615"/>
                    <a:pt x="18418" y="66587"/>
                  </a:cubicBezTo>
                  <a:cubicBezTo>
                    <a:pt x="18326" y="66564"/>
                    <a:pt x="18234" y="66560"/>
                    <a:pt x="18173" y="66559"/>
                  </a:cubicBezTo>
                  <a:lnTo>
                    <a:pt x="18173" y="66559"/>
                  </a:lnTo>
                  <a:cubicBezTo>
                    <a:pt x="18109" y="66411"/>
                    <a:pt x="17989" y="66133"/>
                    <a:pt x="17856" y="65829"/>
                  </a:cubicBezTo>
                  <a:cubicBezTo>
                    <a:pt x="17688" y="65408"/>
                    <a:pt x="17491" y="64874"/>
                    <a:pt x="17435" y="64706"/>
                  </a:cubicBezTo>
                  <a:cubicBezTo>
                    <a:pt x="17435" y="64622"/>
                    <a:pt x="17407" y="64425"/>
                    <a:pt x="17379" y="64229"/>
                  </a:cubicBezTo>
                  <a:cubicBezTo>
                    <a:pt x="17379" y="63892"/>
                    <a:pt x="17351" y="63499"/>
                    <a:pt x="17351" y="63190"/>
                  </a:cubicBezTo>
                  <a:cubicBezTo>
                    <a:pt x="17351" y="62881"/>
                    <a:pt x="17351" y="62656"/>
                    <a:pt x="17351" y="62656"/>
                  </a:cubicBezTo>
                  <a:lnTo>
                    <a:pt x="17351" y="62600"/>
                  </a:lnTo>
                  <a:cubicBezTo>
                    <a:pt x="17351" y="62600"/>
                    <a:pt x="17210" y="61786"/>
                    <a:pt x="17014" y="60467"/>
                  </a:cubicBezTo>
                  <a:cubicBezTo>
                    <a:pt x="16733" y="58501"/>
                    <a:pt x="16284" y="55497"/>
                    <a:pt x="15919" y="52634"/>
                  </a:cubicBezTo>
                  <a:cubicBezTo>
                    <a:pt x="15554" y="49770"/>
                    <a:pt x="15273" y="47103"/>
                    <a:pt x="15273" y="45812"/>
                  </a:cubicBezTo>
                  <a:cubicBezTo>
                    <a:pt x="15273" y="42976"/>
                    <a:pt x="15751" y="38091"/>
                    <a:pt x="15751" y="35171"/>
                  </a:cubicBezTo>
                  <a:cubicBezTo>
                    <a:pt x="15751" y="34554"/>
                    <a:pt x="15723" y="34048"/>
                    <a:pt x="15694" y="33627"/>
                  </a:cubicBezTo>
                  <a:cubicBezTo>
                    <a:pt x="15554" y="32504"/>
                    <a:pt x="15189" y="28854"/>
                    <a:pt x="14880" y="25514"/>
                  </a:cubicBezTo>
                  <a:cubicBezTo>
                    <a:pt x="14712" y="23857"/>
                    <a:pt x="14571" y="22257"/>
                    <a:pt x="14459" y="21078"/>
                  </a:cubicBezTo>
                  <a:cubicBezTo>
                    <a:pt x="14347" y="19899"/>
                    <a:pt x="14263" y="19113"/>
                    <a:pt x="14263" y="19113"/>
                  </a:cubicBezTo>
                  <a:cubicBezTo>
                    <a:pt x="14263" y="19000"/>
                    <a:pt x="14178" y="18916"/>
                    <a:pt x="14066" y="18916"/>
                  </a:cubicBezTo>
                  <a:cubicBezTo>
                    <a:pt x="13926" y="18916"/>
                    <a:pt x="13842" y="19000"/>
                    <a:pt x="13813" y="19113"/>
                  </a:cubicBezTo>
                  <a:cubicBezTo>
                    <a:pt x="13813" y="19113"/>
                    <a:pt x="13477" y="20797"/>
                    <a:pt x="13140" y="22706"/>
                  </a:cubicBezTo>
                  <a:cubicBezTo>
                    <a:pt x="12803" y="24587"/>
                    <a:pt x="12466" y="26637"/>
                    <a:pt x="12410" y="27395"/>
                  </a:cubicBezTo>
                  <a:cubicBezTo>
                    <a:pt x="12382" y="27731"/>
                    <a:pt x="12213" y="28714"/>
                    <a:pt x="11989" y="30034"/>
                  </a:cubicBezTo>
                  <a:cubicBezTo>
                    <a:pt x="11287" y="33964"/>
                    <a:pt x="9855" y="41011"/>
                    <a:pt x="8985" y="44071"/>
                  </a:cubicBezTo>
                  <a:cubicBezTo>
                    <a:pt x="7777" y="48198"/>
                    <a:pt x="5307" y="60298"/>
                    <a:pt x="5307" y="60298"/>
                  </a:cubicBezTo>
                  <a:lnTo>
                    <a:pt x="5307" y="60354"/>
                  </a:lnTo>
                  <a:cubicBezTo>
                    <a:pt x="5307" y="60354"/>
                    <a:pt x="5335" y="60551"/>
                    <a:pt x="5335" y="60832"/>
                  </a:cubicBezTo>
                  <a:cubicBezTo>
                    <a:pt x="5363" y="61084"/>
                    <a:pt x="5391" y="61449"/>
                    <a:pt x="5391" y="61814"/>
                  </a:cubicBezTo>
                  <a:cubicBezTo>
                    <a:pt x="5391" y="61983"/>
                    <a:pt x="5391" y="62151"/>
                    <a:pt x="5363" y="62291"/>
                  </a:cubicBezTo>
                  <a:cubicBezTo>
                    <a:pt x="5335" y="62685"/>
                    <a:pt x="5279" y="63471"/>
                    <a:pt x="5194" y="64144"/>
                  </a:cubicBezTo>
                  <a:cubicBezTo>
                    <a:pt x="5166" y="64509"/>
                    <a:pt x="5110" y="64818"/>
                    <a:pt x="5082" y="65071"/>
                  </a:cubicBezTo>
                  <a:cubicBezTo>
                    <a:pt x="5054" y="65183"/>
                    <a:pt x="5054" y="65295"/>
                    <a:pt x="5026" y="65380"/>
                  </a:cubicBezTo>
                  <a:lnTo>
                    <a:pt x="4998" y="65464"/>
                  </a:lnTo>
                  <a:lnTo>
                    <a:pt x="5005" y="65468"/>
                  </a:lnTo>
                  <a:lnTo>
                    <a:pt x="5005" y="65468"/>
                  </a:lnTo>
                  <a:cubicBezTo>
                    <a:pt x="4962" y="65536"/>
                    <a:pt x="4931" y="65591"/>
                    <a:pt x="4858" y="65689"/>
                  </a:cubicBezTo>
                  <a:cubicBezTo>
                    <a:pt x="4773" y="65829"/>
                    <a:pt x="4605" y="66025"/>
                    <a:pt x="4380" y="66166"/>
                  </a:cubicBezTo>
                  <a:cubicBezTo>
                    <a:pt x="4156" y="66306"/>
                    <a:pt x="3875" y="66418"/>
                    <a:pt x="3454" y="66418"/>
                  </a:cubicBezTo>
                  <a:lnTo>
                    <a:pt x="3257" y="66418"/>
                  </a:lnTo>
                  <a:cubicBezTo>
                    <a:pt x="2584" y="66362"/>
                    <a:pt x="1910" y="66110"/>
                    <a:pt x="1376" y="65885"/>
                  </a:cubicBezTo>
                  <a:cubicBezTo>
                    <a:pt x="1096" y="65773"/>
                    <a:pt x="871" y="65660"/>
                    <a:pt x="731" y="65576"/>
                  </a:cubicBezTo>
                  <a:cubicBezTo>
                    <a:pt x="661" y="65530"/>
                    <a:pt x="610" y="65502"/>
                    <a:pt x="579" y="65479"/>
                  </a:cubicBezTo>
                  <a:lnTo>
                    <a:pt x="579" y="65479"/>
                  </a:lnTo>
                  <a:cubicBezTo>
                    <a:pt x="568" y="65355"/>
                    <a:pt x="551" y="65153"/>
                    <a:pt x="534" y="64931"/>
                  </a:cubicBezTo>
                  <a:cubicBezTo>
                    <a:pt x="506" y="64566"/>
                    <a:pt x="478" y="64116"/>
                    <a:pt x="478" y="63864"/>
                  </a:cubicBezTo>
                  <a:cubicBezTo>
                    <a:pt x="478" y="63779"/>
                    <a:pt x="478" y="63723"/>
                    <a:pt x="478" y="63695"/>
                  </a:cubicBezTo>
                  <a:cubicBezTo>
                    <a:pt x="478" y="63667"/>
                    <a:pt x="534" y="63555"/>
                    <a:pt x="590" y="63386"/>
                  </a:cubicBezTo>
                  <a:cubicBezTo>
                    <a:pt x="703" y="63162"/>
                    <a:pt x="843" y="62881"/>
                    <a:pt x="955" y="62656"/>
                  </a:cubicBezTo>
                  <a:cubicBezTo>
                    <a:pt x="1039" y="62432"/>
                    <a:pt x="1152" y="62235"/>
                    <a:pt x="1152" y="62235"/>
                  </a:cubicBezTo>
                  <a:lnTo>
                    <a:pt x="1152" y="62123"/>
                  </a:lnTo>
                  <a:cubicBezTo>
                    <a:pt x="1152" y="62123"/>
                    <a:pt x="1152" y="61674"/>
                    <a:pt x="1124" y="60972"/>
                  </a:cubicBezTo>
                  <a:cubicBezTo>
                    <a:pt x="1067" y="58810"/>
                    <a:pt x="927" y="54234"/>
                    <a:pt x="927" y="52185"/>
                  </a:cubicBezTo>
                  <a:cubicBezTo>
                    <a:pt x="927" y="51511"/>
                    <a:pt x="1039" y="50135"/>
                    <a:pt x="1208" y="48423"/>
                  </a:cubicBezTo>
                  <a:cubicBezTo>
                    <a:pt x="1432" y="45896"/>
                    <a:pt x="1797" y="42667"/>
                    <a:pt x="2078" y="40084"/>
                  </a:cubicBezTo>
                  <a:cubicBezTo>
                    <a:pt x="2247" y="38793"/>
                    <a:pt x="2359" y="37670"/>
                    <a:pt x="2471" y="36856"/>
                  </a:cubicBezTo>
                  <a:cubicBezTo>
                    <a:pt x="2555" y="36042"/>
                    <a:pt x="2612" y="35564"/>
                    <a:pt x="2612" y="35564"/>
                  </a:cubicBezTo>
                  <a:lnTo>
                    <a:pt x="2640" y="35536"/>
                  </a:lnTo>
                  <a:lnTo>
                    <a:pt x="3763" y="13919"/>
                  </a:lnTo>
                  <a:lnTo>
                    <a:pt x="3763" y="13863"/>
                  </a:lnTo>
                  <a:cubicBezTo>
                    <a:pt x="3763" y="13863"/>
                    <a:pt x="3735" y="13750"/>
                    <a:pt x="3707" y="13554"/>
                  </a:cubicBezTo>
                  <a:cubicBezTo>
                    <a:pt x="3622" y="12936"/>
                    <a:pt x="3454" y="11504"/>
                    <a:pt x="3454" y="9904"/>
                  </a:cubicBezTo>
                  <a:cubicBezTo>
                    <a:pt x="3454" y="9707"/>
                    <a:pt x="3454" y="9539"/>
                    <a:pt x="3482" y="9371"/>
                  </a:cubicBezTo>
                  <a:cubicBezTo>
                    <a:pt x="3510" y="8191"/>
                    <a:pt x="3622" y="6282"/>
                    <a:pt x="3735" y="4682"/>
                  </a:cubicBezTo>
                  <a:cubicBezTo>
                    <a:pt x="3791" y="3896"/>
                    <a:pt x="3875" y="3166"/>
                    <a:pt x="3903" y="2633"/>
                  </a:cubicBezTo>
                  <a:cubicBezTo>
                    <a:pt x="3930" y="2381"/>
                    <a:pt x="3950" y="2179"/>
                    <a:pt x="3964" y="2034"/>
                  </a:cubicBezTo>
                  <a:lnTo>
                    <a:pt x="3964" y="2034"/>
                  </a:lnTo>
                  <a:cubicBezTo>
                    <a:pt x="6148" y="2423"/>
                    <a:pt x="8277" y="2605"/>
                    <a:pt x="10276" y="2605"/>
                  </a:cubicBezTo>
                  <a:cubicBezTo>
                    <a:pt x="16746" y="2580"/>
                    <a:pt x="21867" y="973"/>
                    <a:pt x="23084" y="546"/>
                  </a:cubicBezTo>
                  <a:close/>
                  <a:moveTo>
                    <a:pt x="23289" y="1"/>
                  </a:moveTo>
                  <a:cubicBezTo>
                    <a:pt x="23254" y="1"/>
                    <a:pt x="23218" y="8"/>
                    <a:pt x="23190" y="22"/>
                  </a:cubicBezTo>
                  <a:cubicBezTo>
                    <a:pt x="23190" y="22"/>
                    <a:pt x="23106" y="50"/>
                    <a:pt x="22938" y="106"/>
                  </a:cubicBezTo>
                  <a:cubicBezTo>
                    <a:pt x="21787" y="499"/>
                    <a:pt x="16677" y="2127"/>
                    <a:pt x="10276" y="2127"/>
                  </a:cubicBezTo>
                  <a:cubicBezTo>
                    <a:pt x="8227" y="2127"/>
                    <a:pt x="6037" y="1959"/>
                    <a:pt x="3791" y="1538"/>
                  </a:cubicBezTo>
                  <a:cubicBezTo>
                    <a:pt x="3774" y="1529"/>
                    <a:pt x="3755" y="1526"/>
                    <a:pt x="3736" y="1526"/>
                  </a:cubicBezTo>
                  <a:cubicBezTo>
                    <a:pt x="3688" y="1526"/>
                    <a:pt x="3634" y="1546"/>
                    <a:pt x="3594" y="1566"/>
                  </a:cubicBezTo>
                  <a:cubicBezTo>
                    <a:pt x="3538" y="1622"/>
                    <a:pt x="3510" y="1678"/>
                    <a:pt x="3510" y="1734"/>
                  </a:cubicBezTo>
                  <a:cubicBezTo>
                    <a:pt x="3510" y="1734"/>
                    <a:pt x="3061" y="6956"/>
                    <a:pt x="3005" y="9343"/>
                  </a:cubicBezTo>
                  <a:cubicBezTo>
                    <a:pt x="3005" y="9539"/>
                    <a:pt x="3005" y="9707"/>
                    <a:pt x="3005" y="9904"/>
                  </a:cubicBezTo>
                  <a:cubicBezTo>
                    <a:pt x="3005" y="11955"/>
                    <a:pt x="3257" y="13752"/>
                    <a:pt x="3283" y="13932"/>
                  </a:cubicBezTo>
                  <a:lnTo>
                    <a:pt x="3283" y="13932"/>
                  </a:lnTo>
                  <a:lnTo>
                    <a:pt x="2164" y="35480"/>
                  </a:lnTo>
                  <a:lnTo>
                    <a:pt x="2162" y="35480"/>
                  </a:lnTo>
                  <a:cubicBezTo>
                    <a:pt x="2162" y="35508"/>
                    <a:pt x="1741" y="38961"/>
                    <a:pt x="1320" y="42780"/>
                  </a:cubicBezTo>
                  <a:cubicBezTo>
                    <a:pt x="1096" y="44717"/>
                    <a:pt x="899" y="46710"/>
                    <a:pt x="731" y="48394"/>
                  </a:cubicBezTo>
                  <a:cubicBezTo>
                    <a:pt x="590" y="50079"/>
                    <a:pt x="478" y="51483"/>
                    <a:pt x="478" y="52185"/>
                  </a:cubicBezTo>
                  <a:cubicBezTo>
                    <a:pt x="478" y="54793"/>
                    <a:pt x="680" y="61411"/>
                    <a:pt x="701" y="62094"/>
                  </a:cubicBezTo>
                  <a:lnTo>
                    <a:pt x="701" y="62094"/>
                  </a:lnTo>
                  <a:cubicBezTo>
                    <a:pt x="645" y="62198"/>
                    <a:pt x="519" y="62433"/>
                    <a:pt x="394" y="62685"/>
                  </a:cubicBezTo>
                  <a:cubicBezTo>
                    <a:pt x="309" y="62881"/>
                    <a:pt x="225" y="63050"/>
                    <a:pt x="169" y="63218"/>
                  </a:cubicBezTo>
                  <a:cubicBezTo>
                    <a:pt x="113" y="63386"/>
                    <a:pt x="57" y="63499"/>
                    <a:pt x="29" y="63611"/>
                  </a:cubicBezTo>
                  <a:cubicBezTo>
                    <a:pt x="1" y="63695"/>
                    <a:pt x="1" y="63751"/>
                    <a:pt x="1" y="63864"/>
                  </a:cubicBezTo>
                  <a:cubicBezTo>
                    <a:pt x="1" y="64425"/>
                    <a:pt x="141" y="65660"/>
                    <a:pt x="141" y="65660"/>
                  </a:cubicBezTo>
                  <a:cubicBezTo>
                    <a:pt x="141" y="65717"/>
                    <a:pt x="169" y="65801"/>
                    <a:pt x="253" y="65829"/>
                  </a:cubicBezTo>
                  <a:cubicBezTo>
                    <a:pt x="253" y="65829"/>
                    <a:pt x="1741" y="66755"/>
                    <a:pt x="3229" y="66868"/>
                  </a:cubicBezTo>
                  <a:cubicBezTo>
                    <a:pt x="3285" y="66896"/>
                    <a:pt x="3370" y="66896"/>
                    <a:pt x="3454" y="66896"/>
                  </a:cubicBezTo>
                  <a:cubicBezTo>
                    <a:pt x="4128" y="66896"/>
                    <a:pt x="4605" y="66615"/>
                    <a:pt x="4914" y="66334"/>
                  </a:cubicBezTo>
                  <a:cubicBezTo>
                    <a:pt x="5054" y="66194"/>
                    <a:pt x="5166" y="66054"/>
                    <a:pt x="5251" y="65941"/>
                  </a:cubicBezTo>
                  <a:cubicBezTo>
                    <a:pt x="5335" y="65829"/>
                    <a:pt x="5391" y="65717"/>
                    <a:pt x="5391" y="65717"/>
                  </a:cubicBezTo>
                  <a:cubicBezTo>
                    <a:pt x="5447" y="65660"/>
                    <a:pt x="5447" y="65632"/>
                    <a:pt x="5447" y="65576"/>
                  </a:cubicBezTo>
                  <a:cubicBezTo>
                    <a:pt x="5503" y="65464"/>
                    <a:pt x="5531" y="65267"/>
                    <a:pt x="5559" y="64987"/>
                  </a:cubicBezTo>
                  <a:cubicBezTo>
                    <a:pt x="5672" y="64201"/>
                    <a:pt x="5784" y="62881"/>
                    <a:pt x="5840" y="62320"/>
                  </a:cubicBezTo>
                  <a:cubicBezTo>
                    <a:pt x="5840" y="62151"/>
                    <a:pt x="5840" y="61983"/>
                    <a:pt x="5840" y="61814"/>
                  </a:cubicBezTo>
                  <a:cubicBezTo>
                    <a:pt x="5840" y="61184"/>
                    <a:pt x="5798" y="60534"/>
                    <a:pt x="5787" y="60367"/>
                  </a:cubicBezTo>
                  <a:lnTo>
                    <a:pt x="5787" y="60367"/>
                  </a:lnTo>
                  <a:cubicBezTo>
                    <a:pt x="5808" y="60254"/>
                    <a:pt x="5945" y="59527"/>
                    <a:pt x="6177" y="58445"/>
                  </a:cubicBezTo>
                  <a:cubicBezTo>
                    <a:pt x="6935" y="54852"/>
                    <a:pt x="8535" y="47272"/>
                    <a:pt x="9434" y="44211"/>
                  </a:cubicBezTo>
                  <a:cubicBezTo>
                    <a:pt x="10023" y="42134"/>
                    <a:pt x="10866" y="38316"/>
                    <a:pt x="11539" y="34834"/>
                  </a:cubicBezTo>
                  <a:cubicBezTo>
                    <a:pt x="11904" y="33094"/>
                    <a:pt x="12213" y="31437"/>
                    <a:pt x="12438" y="30118"/>
                  </a:cubicBezTo>
                  <a:cubicBezTo>
                    <a:pt x="12690" y="28798"/>
                    <a:pt x="12831" y="27816"/>
                    <a:pt x="12859" y="27451"/>
                  </a:cubicBezTo>
                  <a:cubicBezTo>
                    <a:pt x="12915" y="26721"/>
                    <a:pt x="13280" y="24643"/>
                    <a:pt x="13617" y="22762"/>
                  </a:cubicBezTo>
                  <a:cubicBezTo>
                    <a:pt x="13741" y="22078"/>
                    <a:pt x="13866" y="21409"/>
                    <a:pt x="13967" y="20835"/>
                  </a:cubicBezTo>
                  <a:lnTo>
                    <a:pt x="13967" y="20835"/>
                  </a:lnTo>
                  <a:cubicBezTo>
                    <a:pt x="14285" y="24258"/>
                    <a:pt x="15001" y="31910"/>
                    <a:pt x="15217" y="33683"/>
                  </a:cubicBezTo>
                  <a:cubicBezTo>
                    <a:pt x="15273" y="34076"/>
                    <a:pt x="15273" y="34582"/>
                    <a:pt x="15273" y="35171"/>
                  </a:cubicBezTo>
                  <a:cubicBezTo>
                    <a:pt x="15273" y="38035"/>
                    <a:pt x="14824" y="42948"/>
                    <a:pt x="14796" y="45812"/>
                  </a:cubicBezTo>
                  <a:cubicBezTo>
                    <a:pt x="14824" y="47580"/>
                    <a:pt x="15329" y="51792"/>
                    <a:pt x="15835" y="55554"/>
                  </a:cubicBezTo>
                  <a:cubicBezTo>
                    <a:pt x="16368" y="59344"/>
                    <a:pt x="16874" y="62685"/>
                    <a:pt x="16874" y="62685"/>
                  </a:cubicBezTo>
                  <a:lnTo>
                    <a:pt x="16874" y="62685"/>
                  </a:lnTo>
                  <a:lnTo>
                    <a:pt x="16874" y="62685"/>
                  </a:lnTo>
                  <a:cubicBezTo>
                    <a:pt x="16874" y="62782"/>
                    <a:pt x="16878" y="63125"/>
                    <a:pt x="16902" y="63527"/>
                  </a:cubicBezTo>
                  <a:cubicBezTo>
                    <a:pt x="16902" y="63779"/>
                    <a:pt x="16902" y="64032"/>
                    <a:pt x="16930" y="64257"/>
                  </a:cubicBezTo>
                  <a:cubicBezTo>
                    <a:pt x="16930" y="64481"/>
                    <a:pt x="16958" y="64678"/>
                    <a:pt x="16986" y="64818"/>
                  </a:cubicBezTo>
                  <a:cubicBezTo>
                    <a:pt x="17070" y="65071"/>
                    <a:pt x="17239" y="65548"/>
                    <a:pt x="17435" y="65997"/>
                  </a:cubicBezTo>
                  <a:cubicBezTo>
                    <a:pt x="17604" y="66447"/>
                    <a:pt x="17772" y="66840"/>
                    <a:pt x="17772" y="66840"/>
                  </a:cubicBezTo>
                  <a:cubicBezTo>
                    <a:pt x="17800" y="66924"/>
                    <a:pt x="17884" y="66980"/>
                    <a:pt x="17940" y="66980"/>
                  </a:cubicBezTo>
                  <a:cubicBezTo>
                    <a:pt x="17968" y="66980"/>
                    <a:pt x="18558" y="67120"/>
                    <a:pt x="19260" y="67120"/>
                  </a:cubicBezTo>
                  <a:cubicBezTo>
                    <a:pt x="19709" y="67120"/>
                    <a:pt x="20186" y="67064"/>
                    <a:pt x="20551" y="66840"/>
                  </a:cubicBezTo>
                  <a:cubicBezTo>
                    <a:pt x="20944" y="66615"/>
                    <a:pt x="21478" y="66306"/>
                    <a:pt x="21927" y="65857"/>
                  </a:cubicBezTo>
                  <a:cubicBezTo>
                    <a:pt x="22348" y="65436"/>
                    <a:pt x="22741" y="64846"/>
                    <a:pt x="22797" y="64116"/>
                  </a:cubicBezTo>
                  <a:cubicBezTo>
                    <a:pt x="22797" y="63976"/>
                    <a:pt x="22797" y="63808"/>
                    <a:pt x="22797" y="63667"/>
                  </a:cubicBezTo>
                  <a:cubicBezTo>
                    <a:pt x="22797" y="62937"/>
                    <a:pt x="22685" y="62011"/>
                    <a:pt x="22573" y="61169"/>
                  </a:cubicBezTo>
                  <a:cubicBezTo>
                    <a:pt x="22460" y="60326"/>
                    <a:pt x="22320" y="59596"/>
                    <a:pt x="22292" y="59259"/>
                  </a:cubicBezTo>
                  <a:lnTo>
                    <a:pt x="22292" y="59231"/>
                  </a:lnTo>
                  <a:lnTo>
                    <a:pt x="22292" y="59175"/>
                  </a:lnTo>
                  <a:cubicBezTo>
                    <a:pt x="22292" y="59035"/>
                    <a:pt x="22320" y="58642"/>
                    <a:pt x="22348" y="58080"/>
                  </a:cubicBezTo>
                  <a:cubicBezTo>
                    <a:pt x="22545" y="56199"/>
                    <a:pt x="22994" y="52353"/>
                    <a:pt x="23415" y="48394"/>
                  </a:cubicBezTo>
                  <a:cubicBezTo>
                    <a:pt x="23808" y="44464"/>
                    <a:pt x="24173" y="40449"/>
                    <a:pt x="24173" y="38147"/>
                  </a:cubicBezTo>
                  <a:cubicBezTo>
                    <a:pt x="24173" y="35508"/>
                    <a:pt x="24398" y="31269"/>
                    <a:pt x="24622" y="27395"/>
                  </a:cubicBezTo>
                  <a:cubicBezTo>
                    <a:pt x="24847" y="23548"/>
                    <a:pt x="25071" y="20039"/>
                    <a:pt x="25071" y="18804"/>
                  </a:cubicBezTo>
                  <a:cubicBezTo>
                    <a:pt x="25071" y="16333"/>
                    <a:pt x="24510" y="8107"/>
                    <a:pt x="24510" y="8107"/>
                  </a:cubicBezTo>
                  <a:lnTo>
                    <a:pt x="23499" y="218"/>
                  </a:lnTo>
                  <a:cubicBezTo>
                    <a:pt x="23499" y="134"/>
                    <a:pt x="23443" y="78"/>
                    <a:pt x="23387" y="22"/>
                  </a:cubicBezTo>
                  <a:cubicBezTo>
                    <a:pt x="23359" y="8"/>
                    <a:pt x="23324" y="1"/>
                    <a:pt x="23289"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1369;p25">
              <a:extLst>
                <a:ext uri="{FF2B5EF4-FFF2-40B4-BE49-F238E27FC236}">
                  <a16:creationId xmlns:a16="http://schemas.microsoft.com/office/drawing/2014/main" id="{69704DFE-A7D2-6ABF-FC15-ABCFA1C6DC4C}"/>
                </a:ext>
              </a:extLst>
            </p:cNvPr>
            <p:cNvSpPr/>
            <p:nvPr/>
          </p:nvSpPr>
          <p:spPr>
            <a:xfrm>
              <a:off x="3183925" y="3855550"/>
              <a:ext cx="78625" cy="139825"/>
            </a:xfrm>
            <a:custGeom>
              <a:avLst/>
              <a:gdLst/>
              <a:ahLst/>
              <a:cxnLst/>
              <a:rect l="l" t="t" r="r" b="b"/>
              <a:pathLst>
                <a:path w="3145" h="5593" extrusionOk="0">
                  <a:moveTo>
                    <a:pt x="225" y="0"/>
                  </a:moveTo>
                  <a:cubicBezTo>
                    <a:pt x="113" y="0"/>
                    <a:pt x="0" y="113"/>
                    <a:pt x="0" y="253"/>
                  </a:cubicBezTo>
                  <a:cubicBezTo>
                    <a:pt x="0" y="365"/>
                    <a:pt x="113" y="478"/>
                    <a:pt x="225" y="478"/>
                  </a:cubicBezTo>
                  <a:lnTo>
                    <a:pt x="1909" y="478"/>
                  </a:lnTo>
                  <a:lnTo>
                    <a:pt x="2667" y="5391"/>
                  </a:lnTo>
                  <a:cubicBezTo>
                    <a:pt x="2692" y="5513"/>
                    <a:pt x="2780" y="5593"/>
                    <a:pt x="2877" y="5593"/>
                  </a:cubicBezTo>
                  <a:cubicBezTo>
                    <a:pt x="2891" y="5593"/>
                    <a:pt x="2906" y="5591"/>
                    <a:pt x="2920" y="5587"/>
                  </a:cubicBezTo>
                  <a:cubicBezTo>
                    <a:pt x="3060" y="5587"/>
                    <a:pt x="3145" y="5447"/>
                    <a:pt x="3117" y="5335"/>
                  </a:cubicBezTo>
                  <a:lnTo>
                    <a:pt x="2359" y="197"/>
                  </a:lnTo>
                  <a:cubicBezTo>
                    <a:pt x="2331" y="85"/>
                    <a:pt x="2246" y="0"/>
                    <a:pt x="21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1370;p25">
              <a:extLst>
                <a:ext uri="{FF2B5EF4-FFF2-40B4-BE49-F238E27FC236}">
                  <a16:creationId xmlns:a16="http://schemas.microsoft.com/office/drawing/2014/main" id="{FF4465F9-1A70-D8EE-880B-758A60ACAC36}"/>
                </a:ext>
              </a:extLst>
            </p:cNvPr>
            <p:cNvSpPr/>
            <p:nvPr/>
          </p:nvSpPr>
          <p:spPr>
            <a:xfrm>
              <a:off x="2589450" y="2878550"/>
              <a:ext cx="361475" cy="677325"/>
            </a:xfrm>
            <a:custGeom>
              <a:avLst/>
              <a:gdLst/>
              <a:ahLst/>
              <a:cxnLst/>
              <a:rect l="l" t="t" r="r" b="b"/>
              <a:pathLst>
                <a:path w="14459" h="27093" extrusionOk="0">
                  <a:moveTo>
                    <a:pt x="12718" y="0"/>
                  </a:moveTo>
                  <a:cubicBezTo>
                    <a:pt x="12718" y="0"/>
                    <a:pt x="0" y="19091"/>
                    <a:pt x="225" y="19877"/>
                  </a:cubicBezTo>
                  <a:cubicBezTo>
                    <a:pt x="421" y="20635"/>
                    <a:pt x="12662" y="27092"/>
                    <a:pt x="12662" y="27092"/>
                  </a:cubicBezTo>
                  <a:lnTo>
                    <a:pt x="12549" y="24650"/>
                  </a:lnTo>
                  <a:lnTo>
                    <a:pt x="7889" y="18417"/>
                  </a:lnTo>
                  <a:lnTo>
                    <a:pt x="14459" y="11539"/>
                  </a:lnTo>
                  <a:lnTo>
                    <a:pt x="12718"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1371;p25">
              <a:extLst>
                <a:ext uri="{FF2B5EF4-FFF2-40B4-BE49-F238E27FC236}">
                  <a16:creationId xmlns:a16="http://schemas.microsoft.com/office/drawing/2014/main" id="{FE0BB993-A88E-B5A8-D243-3A93216C5B9A}"/>
                </a:ext>
              </a:extLst>
            </p:cNvPr>
            <p:cNvSpPr/>
            <p:nvPr/>
          </p:nvSpPr>
          <p:spPr>
            <a:xfrm>
              <a:off x="2588725" y="2872225"/>
              <a:ext cx="367825" cy="689625"/>
            </a:xfrm>
            <a:custGeom>
              <a:avLst/>
              <a:gdLst/>
              <a:ahLst/>
              <a:cxnLst/>
              <a:rect l="l" t="t" r="r" b="b"/>
              <a:pathLst>
                <a:path w="14713" h="27585" extrusionOk="0">
                  <a:moveTo>
                    <a:pt x="12608" y="856"/>
                  </a:moveTo>
                  <a:lnTo>
                    <a:pt x="14235" y="11708"/>
                  </a:lnTo>
                  <a:lnTo>
                    <a:pt x="7750" y="18502"/>
                  </a:lnTo>
                  <a:cubicBezTo>
                    <a:pt x="7665" y="18586"/>
                    <a:pt x="7665" y="18726"/>
                    <a:pt x="7722" y="18811"/>
                  </a:cubicBezTo>
                  <a:lnTo>
                    <a:pt x="12354" y="24987"/>
                  </a:lnTo>
                  <a:lnTo>
                    <a:pt x="12448" y="26959"/>
                  </a:lnTo>
                  <a:lnTo>
                    <a:pt x="12448" y="26959"/>
                  </a:lnTo>
                  <a:cubicBezTo>
                    <a:pt x="12394" y="26931"/>
                    <a:pt x="12334" y="26900"/>
                    <a:pt x="12270" y="26868"/>
                  </a:cubicBezTo>
                  <a:cubicBezTo>
                    <a:pt x="11119" y="26250"/>
                    <a:pt x="8171" y="24678"/>
                    <a:pt x="5504" y="23190"/>
                  </a:cubicBezTo>
                  <a:cubicBezTo>
                    <a:pt x="4184" y="22432"/>
                    <a:pt x="2921" y="21702"/>
                    <a:pt x="1966" y="21113"/>
                  </a:cubicBezTo>
                  <a:cubicBezTo>
                    <a:pt x="1517" y="20832"/>
                    <a:pt x="1124" y="20579"/>
                    <a:pt x="843" y="20383"/>
                  </a:cubicBezTo>
                  <a:cubicBezTo>
                    <a:pt x="703" y="20271"/>
                    <a:pt x="619" y="20186"/>
                    <a:pt x="534" y="20130"/>
                  </a:cubicBezTo>
                  <a:lnTo>
                    <a:pt x="488" y="20061"/>
                  </a:lnTo>
                  <a:lnTo>
                    <a:pt x="488" y="20061"/>
                  </a:lnTo>
                  <a:cubicBezTo>
                    <a:pt x="508" y="19999"/>
                    <a:pt x="555" y="19878"/>
                    <a:pt x="619" y="19709"/>
                  </a:cubicBezTo>
                  <a:cubicBezTo>
                    <a:pt x="984" y="18951"/>
                    <a:pt x="1938" y="17351"/>
                    <a:pt x="3173" y="15386"/>
                  </a:cubicBezTo>
                  <a:cubicBezTo>
                    <a:pt x="5026" y="12438"/>
                    <a:pt x="7469" y="8704"/>
                    <a:pt x="9434" y="5672"/>
                  </a:cubicBezTo>
                  <a:cubicBezTo>
                    <a:pt x="10417" y="4156"/>
                    <a:pt x="11315" y="2836"/>
                    <a:pt x="11933" y="1882"/>
                  </a:cubicBezTo>
                  <a:cubicBezTo>
                    <a:pt x="12207" y="1457"/>
                    <a:pt x="12437" y="1111"/>
                    <a:pt x="12608" y="856"/>
                  </a:cubicBezTo>
                  <a:close/>
                  <a:moveTo>
                    <a:pt x="12803" y="1"/>
                  </a:moveTo>
                  <a:cubicBezTo>
                    <a:pt x="12691" y="1"/>
                    <a:pt x="12607" y="29"/>
                    <a:pt x="12550" y="113"/>
                  </a:cubicBezTo>
                  <a:cubicBezTo>
                    <a:pt x="12550" y="113"/>
                    <a:pt x="9434" y="4801"/>
                    <a:pt x="6290" y="9630"/>
                  </a:cubicBezTo>
                  <a:cubicBezTo>
                    <a:pt x="4718" y="12045"/>
                    <a:pt x="3173" y="14487"/>
                    <a:pt x="1994" y="16424"/>
                  </a:cubicBezTo>
                  <a:cubicBezTo>
                    <a:pt x="1405" y="17379"/>
                    <a:pt x="927" y="18193"/>
                    <a:pt x="562" y="18811"/>
                  </a:cubicBezTo>
                  <a:cubicBezTo>
                    <a:pt x="394" y="19119"/>
                    <a:pt x="254" y="19400"/>
                    <a:pt x="169" y="19597"/>
                  </a:cubicBezTo>
                  <a:cubicBezTo>
                    <a:pt x="113" y="19709"/>
                    <a:pt x="85" y="19793"/>
                    <a:pt x="57" y="19878"/>
                  </a:cubicBezTo>
                  <a:cubicBezTo>
                    <a:pt x="29" y="19934"/>
                    <a:pt x="1" y="20018"/>
                    <a:pt x="1" y="20102"/>
                  </a:cubicBezTo>
                  <a:cubicBezTo>
                    <a:pt x="1" y="20102"/>
                    <a:pt x="1" y="20158"/>
                    <a:pt x="29" y="20186"/>
                  </a:cubicBezTo>
                  <a:cubicBezTo>
                    <a:pt x="29" y="20271"/>
                    <a:pt x="85" y="20299"/>
                    <a:pt x="113" y="20355"/>
                  </a:cubicBezTo>
                  <a:cubicBezTo>
                    <a:pt x="197" y="20439"/>
                    <a:pt x="310" y="20551"/>
                    <a:pt x="450" y="20664"/>
                  </a:cubicBezTo>
                  <a:cubicBezTo>
                    <a:pt x="955" y="21057"/>
                    <a:pt x="1966" y="21674"/>
                    <a:pt x="3201" y="22404"/>
                  </a:cubicBezTo>
                  <a:cubicBezTo>
                    <a:pt x="6907" y="24566"/>
                    <a:pt x="12578" y="27542"/>
                    <a:pt x="12578" y="27542"/>
                  </a:cubicBezTo>
                  <a:cubicBezTo>
                    <a:pt x="12621" y="27570"/>
                    <a:pt x="12663" y="27584"/>
                    <a:pt x="12705" y="27584"/>
                  </a:cubicBezTo>
                  <a:cubicBezTo>
                    <a:pt x="12747" y="27584"/>
                    <a:pt x="12789" y="27570"/>
                    <a:pt x="12831" y="27542"/>
                  </a:cubicBezTo>
                  <a:cubicBezTo>
                    <a:pt x="12887" y="27486"/>
                    <a:pt x="12943" y="27430"/>
                    <a:pt x="12915" y="27345"/>
                  </a:cubicBezTo>
                  <a:lnTo>
                    <a:pt x="12803" y="24903"/>
                  </a:lnTo>
                  <a:cubicBezTo>
                    <a:pt x="12803" y="24847"/>
                    <a:pt x="12803" y="24791"/>
                    <a:pt x="12775" y="24763"/>
                  </a:cubicBezTo>
                  <a:lnTo>
                    <a:pt x="8227" y="18698"/>
                  </a:lnTo>
                  <a:lnTo>
                    <a:pt x="14656" y="11932"/>
                  </a:lnTo>
                  <a:cubicBezTo>
                    <a:pt x="14684" y="11876"/>
                    <a:pt x="14712" y="11820"/>
                    <a:pt x="14712" y="11736"/>
                  </a:cubicBezTo>
                  <a:lnTo>
                    <a:pt x="12971" y="197"/>
                  </a:lnTo>
                  <a:cubicBezTo>
                    <a:pt x="12971" y="113"/>
                    <a:pt x="12887" y="29"/>
                    <a:pt x="12803"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1372;p25">
              <a:extLst>
                <a:ext uri="{FF2B5EF4-FFF2-40B4-BE49-F238E27FC236}">
                  <a16:creationId xmlns:a16="http://schemas.microsoft.com/office/drawing/2014/main" id="{0C1E298E-9E84-AF2C-44A8-9A925FBC7562}"/>
                </a:ext>
              </a:extLst>
            </p:cNvPr>
            <p:cNvSpPr/>
            <p:nvPr/>
          </p:nvSpPr>
          <p:spPr>
            <a:xfrm>
              <a:off x="2888425" y="3476525"/>
              <a:ext cx="122150" cy="126200"/>
            </a:xfrm>
            <a:custGeom>
              <a:avLst/>
              <a:gdLst/>
              <a:ahLst/>
              <a:cxnLst/>
              <a:rect l="l" t="t" r="r" b="b"/>
              <a:pathLst>
                <a:path w="4886" h="5048" extrusionOk="0">
                  <a:moveTo>
                    <a:pt x="2359" y="1"/>
                  </a:moveTo>
                  <a:lnTo>
                    <a:pt x="590" y="731"/>
                  </a:lnTo>
                  <a:lnTo>
                    <a:pt x="1" y="2808"/>
                  </a:lnTo>
                  <a:cubicBezTo>
                    <a:pt x="1" y="2808"/>
                    <a:pt x="534" y="3931"/>
                    <a:pt x="1068" y="4381"/>
                  </a:cubicBezTo>
                  <a:cubicBezTo>
                    <a:pt x="1464" y="4714"/>
                    <a:pt x="2232" y="5048"/>
                    <a:pt x="2946" y="5048"/>
                  </a:cubicBezTo>
                  <a:cubicBezTo>
                    <a:pt x="3193" y="5048"/>
                    <a:pt x="3434" y="5008"/>
                    <a:pt x="3651" y="4914"/>
                  </a:cubicBezTo>
                  <a:cubicBezTo>
                    <a:pt x="4465" y="4521"/>
                    <a:pt x="3931" y="3258"/>
                    <a:pt x="3931" y="3258"/>
                  </a:cubicBezTo>
                  <a:lnTo>
                    <a:pt x="4409" y="3145"/>
                  </a:lnTo>
                  <a:cubicBezTo>
                    <a:pt x="4886" y="3033"/>
                    <a:pt x="4240" y="1657"/>
                    <a:pt x="4240" y="1657"/>
                  </a:cubicBezTo>
                  <a:lnTo>
                    <a:pt x="23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1373;p25">
              <a:extLst>
                <a:ext uri="{FF2B5EF4-FFF2-40B4-BE49-F238E27FC236}">
                  <a16:creationId xmlns:a16="http://schemas.microsoft.com/office/drawing/2014/main" id="{AFB38208-DF26-7F95-BC03-B5BA0E819672}"/>
                </a:ext>
              </a:extLst>
            </p:cNvPr>
            <p:cNvSpPr/>
            <p:nvPr/>
          </p:nvSpPr>
          <p:spPr>
            <a:xfrm>
              <a:off x="2882825" y="3470650"/>
              <a:ext cx="126350" cy="137850"/>
            </a:xfrm>
            <a:custGeom>
              <a:avLst/>
              <a:gdLst/>
              <a:ahLst/>
              <a:cxnLst/>
              <a:rect l="l" t="t" r="r" b="b"/>
              <a:pathLst>
                <a:path w="5054" h="5514" extrusionOk="0">
                  <a:moveTo>
                    <a:pt x="2527" y="517"/>
                  </a:moveTo>
                  <a:lnTo>
                    <a:pt x="4274" y="2045"/>
                  </a:lnTo>
                  <a:lnTo>
                    <a:pt x="4274" y="2045"/>
                  </a:lnTo>
                  <a:cubicBezTo>
                    <a:pt x="4306" y="2114"/>
                    <a:pt x="4385" y="2298"/>
                    <a:pt x="4464" y="2482"/>
                  </a:cubicBezTo>
                  <a:cubicBezTo>
                    <a:pt x="4520" y="2678"/>
                    <a:pt x="4576" y="2931"/>
                    <a:pt x="4576" y="3071"/>
                  </a:cubicBezTo>
                  <a:cubicBezTo>
                    <a:pt x="4576" y="3128"/>
                    <a:pt x="4576" y="3156"/>
                    <a:pt x="4576" y="3156"/>
                  </a:cubicBezTo>
                  <a:lnTo>
                    <a:pt x="4099" y="3268"/>
                  </a:lnTo>
                  <a:cubicBezTo>
                    <a:pt x="4043" y="3268"/>
                    <a:pt x="3987" y="3324"/>
                    <a:pt x="3959" y="3380"/>
                  </a:cubicBezTo>
                  <a:cubicBezTo>
                    <a:pt x="3931" y="3436"/>
                    <a:pt x="3931" y="3521"/>
                    <a:pt x="3959" y="3577"/>
                  </a:cubicBezTo>
                  <a:cubicBezTo>
                    <a:pt x="3987" y="3661"/>
                    <a:pt x="4099" y="3998"/>
                    <a:pt x="4099" y="4307"/>
                  </a:cubicBezTo>
                  <a:cubicBezTo>
                    <a:pt x="4099" y="4447"/>
                    <a:pt x="4071" y="4588"/>
                    <a:pt x="4015" y="4700"/>
                  </a:cubicBezTo>
                  <a:cubicBezTo>
                    <a:pt x="3959" y="4784"/>
                    <a:pt x="3903" y="4868"/>
                    <a:pt x="3762" y="4924"/>
                  </a:cubicBezTo>
                  <a:cubicBezTo>
                    <a:pt x="3594" y="5009"/>
                    <a:pt x="3369" y="5065"/>
                    <a:pt x="3145" y="5065"/>
                  </a:cubicBezTo>
                  <a:cubicBezTo>
                    <a:pt x="2527" y="5065"/>
                    <a:pt x="1769" y="4728"/>
                    <a:pt x="1460" y="4447"/>
                  </a:cubicBezTo>
                  <a:cubicBezTo>
                    <a:pt x="1236" y="4251"/>
                    <a:pt x="955" y="3858"/>
                    <a:pt x="758" y="3549"/>
                  </a:cubicBezTo>
                  <a:cubicBezTo>
                    <a:pt x="674" y="3380"/>
                    <a:pt x="590" y="3212"/>
                    <a:pt x="534" y="3100"/>
                  </a:cubicBezTo>
                  <a:cubicBezTo>
                    <a:pt x="509" y="3050"/>
                    <a:pt x="484" y="3022"/>
                    <a:pt x="479" y="2997"/>
                  </a:cubicBezTo>
                  <a:lnTo>
                    <a:pt x="479" y="2997"/>
                  </a:lnTo>
                  <a:lnTo>
                    <a:pt x="1004" y="1147"/>
                  </a:lnTo>
                  <a:lnTo>
                    <a:pt x="2527" y="517"/>
                  </a:lnTo>
                  <a:close/>
                  <a:moveTo>
                    <a:pt x="2566" y="0"/>
                  </a:moveTo>
                  <a:cubicBezTo>
                    <a:pt x="2544" y="0"/>
                    <a:pt x="2521" y="4"/>
                    <a:pt x="2499" y="11"/>
                  </a:cubicBezTo>
                  <a:lnTo>
                    <a:pt x="730" y="741"/>
                  </a:lnTo>
                  <a:cubicBezTo>
                    <a:pt x="674" y="769"/>
                    <a:pt x="618" y="826"/>
                    <a:pt x="590" y="910"/>
                  </a:cubicBezTo>
                  <a:lnTo>
                    <a:pt x="0" y="2959"/>
                  </a:lnTo>
                  <a:cubicBezTo>
                    <a:pt x="0" y="3015"/>
                    <a:pt x="0" y="3071"/>
                    <a:pt x="28" y="3128"/>
                  </a:cubicBezTo>
                  <a:cubicBezTo>
                    <a:pt x="28" y="3128"/>
                    <a:pt x="169" y="3436"/>
                    <a:pt x="365" y="3773"/>
                  </a:cubicBezTo>
                  <a:cubicBezTo>
                    <a:pt x="562" y="4110"/>
                    <a:pt x="843" y="4531"/>
                    <a:pt x="1151" y="4784"/>
                  </a:cubicBezTo>
                  <a:cubicBezTo>
                    <a:pt x="1572" y="5177"/>
                    <a:pt x="2359" y="5514"/>
                    <a:pt x="3145" y="5514"/>
                  </a:cubicBezTo>
                  <a:cubicBezTo>
                    <a:pt x="3425" y="5514"/>
                    <a:pt x="3706" y="5486"/>
                    <a:pt x="3959" y="5346"/>
                  </a:cubicBezTo>
                  <a:cubicBezTo>
                    <a:pt x="4183" y="5261"/>
                    <a:pt x="4352" y="5093"/>
                    <a:pt x="4436" y="4896"/>
                  </a:cubicBezTo>
                  <a:cubicBezTo>
                    <a:pt x="4548" y="4700"/>
                    <a:pt x="4576" y="4503"/>
                    <a:pt x="4576" y="4307"/>
                  </a:cubicBezTo>
                  <a:cubicBezTo>
                    <a:pt x="4562" y="4058"/>
                    <a:pt x="4509" y="3825"/>
                    <a:pt x="4462" y="3658"/>
                  </a:cubicBezTo>
                  <a:lnTo>
                    <a:pt x="4462" y="3658"/>
                  </a:lnTo>
                  <a:lnTo>
                    <a:pt x="4689" y="3605"/>
                  </a:lnTo>
                  <a:cubicBezTo>
                    <a:pt x="4829" y="3577"/>
                    <a:pt x="4941" y="3493"/>
                    <a:pt x="4998" y="3380"/>
                  </a:cubicBezTo>
                  <a:cubicBezTo>
                    <a:pt x="5026" y="3268"/>
                    <a:pt x="5054" y="3156"/>
                    <a:pt x="5054" y="3071"/>
                  </a:cubicBezTo>
                  <a:cubicBezTo>
                    <a:pt x="5054" y="2791"/>
                    <a:pt x="4941" y="2482"/>
                    <a:pt x="4857" y="2229"/>
                  </a:cubicBezTo>
                  <a:cubicBezTo>
                    <a:pt x="4773" y="2005"/>
                    <a:pt x="4689" y="1808"/>
                    <a:pt x="4689" y="1808"/>
                  </a:cubicBezTo>
                  <a:lnTo>
                    <a:pt x="4633" y="1724"/>
                  </a:lnTo>
                  <a:lnTo>
                    <a:pt x="2724" y="67"/>
                  </a:lnTo>
                  <a:cubicBezTo>
                    <a:pt x="2682" y="26"/>
                    <a:pt x="2626" y="0"/>
                    <a:pt x="256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1374;p25">
              <a:extLst>
                <a:ext uri="{FF2B5EF4-FFF2-40B4-BE49-F238E27FC236}">
                  <a16:creationId xmlns:a16="http://schemas.microsoft.com/office/drawing/2014/main" id="{3028E197-C889-0E35-D416-DF7BE8C84B35}"/>
                </a:ext>
              </a:extLst>
            </p:cNvPr>
            <p:cNvSpPr/>
            <p:nvPr/>
          </p:nvSpPr>
          <p:spPr>
            <a:xfrm>
              <a:off x="2922825" y="3491975"/>
              <a:ext cx="54775" cy="71700"/>
            </a:xfrm>
            <a:custGeom>
              <a:avLst/>
              <a:gdLst/>
              <a:ahLst/>
              <a:cxnLst/>
              <a:rect l="l" t="t" r="r" b="b"/>
              <a:pathLst>
                <a:path w="2191" h="2868" extrusionOk="0">
                  <a:moveTo>
                    <a:pt x="1517" y="1"/>
                  </a:moveTo>
                  <a:lnTo>
                    <a:pt x="1" y="1657"/>
                  </a:lnTo>
                  <a:cubicBezTo>
                    <a:pt x="82" y="1726"/>
                    <a:pt x="181" y="1753"/>
                    <a:pt x="286" y="1753"/>
                  </a:cubicBezTo>
                  <a:cubicBezTo>
                    <a:pt x="645" y="1753"/>
                    <a:pt x="1067" y="1432"/>
                    <a:pt x="1067" y="1432"/>
                  </a:cubicBezTo>
                  <a:lnTo>
                    <a:pt x="1067" y="1432"/>
                  </a:lnTo>
                  <a:cubicBezTo>
                    <a:pt x="1067" y="1432"/>
                    <a:pt x="983" y="1882"/>
                    <a:pt x="899" y="2106"/>
                  </a:cubicBezTo>
                  <a:cubicBezTo>
                    <a:pt x="818" y="2321"/>
                    <a:pt x="1096" y="2868"/>
                    <a:pt x="1391" y="2868"/>
                  </a:cubicBezTo>
                  <a:cubicBezTo>
                    <a:pt x="1405" y="2868"/>
                    <a:pt x="1418" y="2867"/>
                    <a:pt x="1432" y="2864"/>
                  </a:cubicBezTo>
                  <a:cubicBezTo>
                    <a:pt x="1741" y="2780"/>
                    <a:pt x="2022" y="1489"/>
                    <a:pt x="2106" y="1124"/>
                  </a:cubicBezTo>
                  <a:cubicBezTo>
                    <a:pt x="2190" y="759"/>
                    <a:pt x="1517" y="1"/>
                    <a:pt x="15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1375;p25">
              <a:extLst>
                <a:ext uri="{FF2B5EF4-FFF2-40B4-BE49-F238E27FC236}">
                  <a16:creationId xmlns:a16="http://schemas.microsoft.com/office/drawing/2014/main" id="{049468C3-412B-6413-D82D-6D610FA53A5E}"/>
                </a:ext>
              </a:extLst>
            </p:cNvPr>
            <p:cNvSpPr/>
            <p:nvPr/>
          </p:nvSpPr>
          <p:spPr>
            <a:xfrm>
              <a:off x="2916500" y="3485800"/>
              <a:ext cx="65300" cy="83400"/>
            </a:xfrm>
            <a:custGeom>
              <a:avLst/>
              <a:gdLst/>
              <a:ahLst/>
              <a:cxnLst/>
              <a:rect l="l" t="t" r="r" b="b"/>
              <a:pathLst>
                <a:path w="2612" h="3336" extrusionOk="0">
                  <a:moveTo>
                    <a:pt x="1751" y="0"/>
                  </a:moveTo>
                  <a:cubicBezTo>
                    <a:pt x="1700" y="0"/>
                    <a:pt x="1648" y="16"/>
                    <a:pt x="1601" y="51"/>
                  </a:cubicBezTo>
                  <a:cubicBezTo>
                    <a:pt x="1517" y="135"/>
                    <a:pt x="1489" y="304"/>
                    <a:pt x="1573" y="388"/>
                  </a:cubicBezTo>
                  <a:lnTo>
                    <a:pt x="1601" y="416"/>
                  </a:lnTo>
                  <a:cubicBezTo>
                    <a:pt x="1657" y="472"/>
                    <a:pt x="1798" y="641"/>
                    <a:pt x="1938" y="837"/>
                  </a:cubicBezTo>
                  <a:cubicBezTo>
                    <a:pt x="1994" y="921"/>
                    <a:pt x="2050" y="1034"/>
                    <a:pt x="2078" y="1118"/>
                  </a:cubicBezTo>
                  <a:cubicBezTo>
                    <a:pt x="2106" y="1202"/>
                    <a:pt x="2135" y="1286"/>
                    <a:pt x="2135" y="1314"/>
                  </a:cubicBezTo>
                  <a:cubicBezTo>
                    <a:pt x="2106" y="1511"/>
                    <a:pt x="1994" y="1904"/>
                    <a:pt x="1882" y="2269"/>
                  </a:cubicBezTo>
                  <a:cubicBezTo>
                    <a:pt x="1826" y="2465"/>
                    <a:pt x="1770" y="2634"/>
                    <a:pt x="1713" y="2746"/>
                  </a:cubicBezTo>
                  <a:cubicBezTo>
                    <a:pt x="1657" y="2802"/>
                    <a:pt x="1629" y="2859"/>
                    <a:pt x="1629" y="2859"/>
                  </a:cubicBezTo>
                  <a:lnTo>
                    <a:pt x="1615" y="2873"/>
                  </a:lnTo>
                  <a:lnTo>
                    <a:pt x="1615" y="2873"/>
                  </a:lnTo>
                  <a:lnTo>
                    <a:pt x="1573" y="2830"/>
                  </a:lnTo>
                  <a:cubicBezTo>
                    <a:pt x="1517" y="2802"/>
                    <a:pt x="1461" y="2718"/>
                    <a:pt x="1433" y="2634"/>
                  </a:cubicBezTo>
                  <a:cubicBezTo>
                    <a:pt x="1405" y="2550"/>
                    <a:pt x="1377" y="2465"/>
                    <a:pt x="1377" y="2437"/>
                  </a:cubicBezTo>
                  <a:cubicBezTo>
                    <a:pt x="1433" y="2297"/>
                    <a:pt x="1461" y="2129"/>
                    <a:pt x="1489" y="1960"/>
                  </a:cubicBezTo>
                  <a:cubicBezTo>
                    <a:pt x="1517" y="1820"/>
                    <a:pt x="1545" y="1707"/>
                    <a:pt x="1545" y="1707"/>
                  </a:cubicBezTo>
                  <a:cubicBezTo>
                    <a:pt x="1545" y="1623"/>
                    <a:pt x="1517" y="1511"/>
                    <a:pt x="1433" y="1483"/>
                  </a:cubicBezTo>
                  <a:cubicBezTo>
                    <a:pt x="1391" y="1455"/>
                    <a:pt x="1341" y="1441"/>
                    <a:pt x="1292" y="1441"/>
                  </a:cubicBezTo>
                  <a:cubicBezTo>
                    <a:pt x="1243" y="1441"/>
                    <a:pt x="1194" y="1455"/>
                    <a:pt x="1152" y="1483"/>
                  </a:cubicBezTo>
                  <a:cubicBezTo>
                    <a:pt x="1124" y="1511"/>
                    <a:pt x="1012" y="1595"/>
                    <a:pt x="899" y="1651"/>
                  </a:cubicBezTo>
                  <a:cubicBezTo>
                    <a:pt x="787" y="1707"/>
                    <a:pt x="647" y="1764"/>
                    <a:pt x="534" y="1764"/>
                  </a:cubicBezTo>
                  <a:cubicBezTo>
                    <a:pt x="478" y="1764"/>
                    <a:pt x="422" y="1736"/>
                    <a:pt x="394" y="1707"/>
                  </a:cubicBezTo>
                  <a:cubicBezTo>
                    <a:pt x="361" y="1674"/>
                    <a:pt x="314" y="1659"/>
                    <a:pt x="265" y="1659"/>
                  </a:cubicBezTo>
                  <a:cubicBezTo>
                    <a:pt x="190" y="1659"/>
                    <a:pt x="108" y="1696"/>
                    <a:pt x="57" y="1764"/>
                  </a:cubicBezTo>
                  <a:cubicBezTo>
                    <a:pt x="1" y="1848"/>
                    <a:pt x="1" y="1988"/>
                    <a:pt x="113" y="2072"/>
                  </a:cubicBezTo>
                  <a:cubicBezTo>
                    <a:pt x="225" y="2185"/>
                    <a:pt x="394" y="2213"/>
                    <a:pt x="534" y="2213"/>
                  </a:cubicBezTo>
                  <a:cubicBezTo>
                    <a:pt x="693" y="2213"/>
                    <a:pt x="841" y="2179"/>
                    <a:pt x="971" y="2134"/>
                  </a:cubicBezTo>
                  <a:lnTo>
                    <a:pt x="971" y="2134"/>
                  </a:lnTo>
                  <a:cubicBezTo>
                    <a:pt x="954" y="2188"/>
                    <a:pt x="939" y="2235"/>
                    <a:pt x="927" y="2269"/>
                  </a:cubicBezTo>
                  <a:cubicBezTo>
                    <a:pt x="927" y="2325"/>
                    <a:pt x="899" y="2381"/>
                    <a:pt x="899" y="2437"/>
                  </a:cubicBezTo>
                  <a:cubicBezTo>
                    <a:pt x="899" y="2634"/>
                    <a:pt x="983" y="2830"/>
                    <a:pt x="1096" y="2999"/>
                  </a:cubicBezTo>
                  <a:cubicBezTo>
                    <a:pt x="1152" y="3083"/>
                    <a:pt x="1208" y="3167"/>
                    <a:pt x="1292" y="3224"/>
                  </a:cubicBezTo>
                  <a:cubicBezTo>
                    <a:pt x="1377" y="3280"/>
                    <a:pt x="1489" y="3336"/>
                    <a:pt x="1629" y="3336"/>
                  </a:cubicBezTo>
                  <a:lnTo>
                    <a:pt x="1741" y="3336"/>
                  </a:lnTo>
                  <a:cubicBezTo>
                    <a:pt x="1854" y="3308"/>
                    <a:pt x="1910" y="3252"/>
                    <a:pt x="1966" y="3167"/>
                  </a:cubicBezTo>
                  <a:cubicBezTo>
                    <a:pt x="2078" y="3055"/>
                    <a:pt x="2135" y="2943"/>
                    <a:pt x="2191" y="2774"/>
                  </a:cubicBezTo>
                  <a:cubicBezTo>
                    <a:pt x="2387" y="2325"/>
                    <a:pt x="2528" y="1679"/>
                    <a:pt x="2584" y="1427"/>
                  </a:cubicBezTo>
                  <a:lnTo>
                    <a:pt x="2584" y="1399"/>
                  </a:lnTo>
                  <a:lnTo>
                    <a:pt x="2612" y="1314"/>
                  </a:lnTo>
                  <a:cubicBezTo>
                    <a:pt x="2612" y="1146"/>
                    <a:pt x="2556" y="1006"/>
                    <a:pt x="2471" y="865"/>
                  </a:cubicBezTo>
                  <a:cubicBezTo>
                    <a:pt x="2303" y="472"/>
                    <a:pt x="1938" y="79"/>
                    <a:pt x="1938" y="79"/>
                  </a:cubicBezTo>
                  <a:cubicBezTo>
                    <a:pt x="1889" y="30"/>
                    <a:pt x="1821" y="0"/>
                    <a:pt x="1751"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1376;p25">
              <a:extLst>
                <a:ext uri="{FF2B5EF4-FFF2-40B4-BE49-F238E27FC236}">
                  <a16:creationId xmlns:a16="http://schemas.microsoft.com/office/drawing/2014/main" id="{A958B144-89D9-8225-5D72-13BA169DE48B}"/>
                </a:ext>
              </a:extLst>
            </p:cNvPr>
            <p:cNvSpPr/>
            <p:nvPr/>
          </p:nvSpPr>
          <p:spPr>
            <a:xfrm>
              <a:off x="2907375" y="2774425"/>
              <a:ext cx="602250" cy="818975"/>
            </a:xfrm>
            <a:custGeom>
              <a:avLst/>
              <a:gdLst/>
              <a:ahLst/>
              <a:cxnLst/>
              <a:rect l="l" t="t" r="r" b="b"/>
              <a:pathLst>
                <a:path w="24090" h="32759" extrusionOk="0">
                  <a:moveTo>
                    <a:pt x="13169" y="1"/>
                  </a:moveTo>
                  <a:cubicBezTo>
                    <a:pt x="12425" y="1"/>
                    <a:pt x="11602" y="41"/>
                    <a:pt x="10754" y="151"/>
                  </a:cubicBezTo>
                  <a:cubicBezTo>
                    <a:pt x="7721" y="544"/>
                    <a:pt x="5110" y="1554"/>
                    <a:pt x="3707" y="2228"/>
                  </a:cubicBezTo>
                  <a:cubicBezTo>
                    <a:pt x="2303" y="2902"/>
                    <a:pt x="1" y="3941"/>
                    <a:pt x="1" y="4165"/>
                  </a:cubicBezTo>
                  <a:cubicBezTo>
                    <a:pt x="1" y="4390"/>
                    <a:pt x="3258" y="25249"/>
                    <a:pt x="3258" y="25249"/>
                  </a:cubicBezTo>
                  <a:cubicBezTo>
                    <a:pt x="3258" y="25249"/>
                    <a:pt x="3258" y="30668"/>
                    <a:pt x="3594" y="31454"/>
                  </a:cubicBezTo>
                  <a:cubicBezTo>
                    <a:pt x="3931" y="32240"/>
                    <a:pt x="4942" y="32352"/>
                    <a:pt x="7441" y="32633"/>
                  </a:cubicBezTo>
                  <a:cubicBezTo>
                    <a:pt x="8206" y="32720"/>
                    <a:pt x="9354" y="32758"/>
                    <a:pt x="10640" y="32758"/>
                  </a:cubicBezTo>
                  <a:cubicBezTo>
                    <a:pt x="13505" y="32758"/>
                    <a:pt x="17055" y="32567"/>
                    <a:pt x="18586" y="32296"/>
                  </a:cubicBezTo>
                  <a:cubicBezTo>
                    <a:pt x="20776" y="31903"/>
                    <a:pt x="22685" y="31566"/>
                    <a:pt x="23022" y="30556"/>
                  </a:cubicBezTo>
                  <a:cubicBezTo>
                    <a:pt x="23359" y="29545"/>
                    <a:pt x="22910" y="26822"/>
                    <a:pt x="22910" y="26822"/>
                  </a:cubicBezTo>
                  <a:lnTo>
                    <a:pt x="24089" y="4951"/>
                  </a:lnTo>
                  <a:cubicBezTo>
                    <a:pt x="24089" y="4951"/>
                    <a:pt x="22910" y="3351"/>
                    <a:pt x="20552" y="2116"/>
                  </a:cubicBezTo>
                  <a:cubicBezTo>
                    <a:pt x="18193" y="880"/>
                    <a:pt x="16481" y="263"/>
                    <a:pt x="16481" y="263"/>
                  </a:cubicBezTo>
                  <a:cubicBezTo>
                    <a:pt x="16481" y="263"/>
                    <a:pt x="15084" y="1"/>
                    <a:pt x="13169" y="1"/>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1377;p25">
              <a:extLst>
                <a:ext uri="{FF2B5EF4-FFF2-40B4-BE49-F238E27FC236}">
                  <a16:creationId xmlns:a16="http://schemas.microsoft.com/office/drawing/2014/main" id="{B48DBE98-4C48-3996-2BDC-5E6310067E5C}"/>
                </a:ext>
              </a:extLst>
            </p:cNvPr>
            <p:cNvSpPr/>
            <p:nvPr/>
          </p:nvSpPr>
          <p:spPr>
            <a:xfrm>
              <a:off x="2901775" y="2769050"/>
              <a:ext cx="613450" cy="830350"/>
            </a:xfrm>
            <a:custGeom>
              <a:avLst/>
              <a:gdLst/>
              <a:ahLst/>
              <a:cxnLst/>
              <a:rect l="l" t="t" r="r" b="b"/>
              <a:pathLst>
                <a:path w="24538" h="33214" extrusionOk="0">
                  <a:moveTo>
                    <a:pt x="13392" y="450"/>
                  </a:moveTo>
                  <a:cubicBezTo>
                    <a:pt x="14346" y="450"/>
                    <a:pt x="15161" y="534"/>
                    <a:pt x="15750" y="590"/>
                  </a:cubicBezTo>
                  <a:cubicBezTo>
                    <a:pt x="16031" y="618"/>
                    <a:pt x="16284" y="646"/>
                    <a:pt x="16424" y="674"/>
                  </a:cubicBezTo>
                  <a:cubicBezTo>
                    <a:pt x="16508" y="674"/>
                    <a:pt x="16564" y="702"/>
                    <a:pt x="16621" y="702"/>
                  </a:cubicBezTo>
                  <a:cubicBezTo>
                    <a:pt x="16649" y="702"/>
                    <a:pt x="16733" y="731"/>
                    <a:pt x="16929" y="815"/>
                  </a:cubicBezTo>
                  <a:cubicBezTo>
                    <a:pt x="17519" y="1039"/>
                    <a:pt x="18895" y="1629"/>
                    <a:pt x="20663" y="2555"/>
                  </a:cubicBezTo>
                  <a:cubicBezTo>
                    <a:pt x="21814" y="3145"/>
                    <a:pt x="22685" y="3847"/>
                    <a:pt x="23274" y="4380"/>
                  </a:cubicBezTo>
                  <a:cubicBezTo>
                    <a:pt x="23555" y="4661"/>
                    <a:pt x="23780" y="4886"/>
                    <a:pt x="23920" y="5054"/>
                  </a:cubicBezTo>
                  <a:cubicBezTo>
                    <a:pt x="23975" y="5136"/>
                    <a:pt x="24029" y="5191"/>
                    <a:pt x="24084" y="5220"/>
                  </a:cubicBezTo>
                  <a:lnTo>
                    <a:pt x="24084" y="5220"/>
                  </a:lnTo>
                  <a:lnTo>
                    <a:pt x="22909" y="27037"/>
                  </a:lnTo>
                  <a:lnTo>
                    <a:pt x="22909" y="27093"/>
                  </a:lnTo>
                  <a:cubicBezTo>
                    <a:pt x="22909" y="27093"/>
                    <a:pt x="22909" y="27177"/>
                    <a:pt x="22937" y="27317"/>
                  </a:cubicBezTo>
                  <a:cubicBezTo>
                    <a:pt x="22994" y="27767"/>
                    <a:pt x="23134" y="28805"/>
                    <a:pt x="23134" y="29648"/>
                  </a:cubicBezTo>
                  <a:cubicBezTo>
                    <a:pt x="23134" y="30069"/>
                    <a:pt x="23106" y="30462"/>
                    <a:pt x="23022" y="30686"/>
                  </a:cubicBezTo>
                  <a:cubicBezTo>
                    <a:pt x="22965" y="30883"/>
                    <a:pt x="22825" y="31051"/>
                    <a:pt x="22572" y="31220"/>
                  </a:cubicBezTo>
                  <a:cubicBezTo>
                    <a:pt x="22235" y="31444"/>
                    <a:pt x="21674" y="31669"/>
                    <a:pt x="21028" y="31809"/>
                  </a:cubicBezTo>
                  <a:cubicBezTo>
                    <a:pt x="20354" y="31978"/>
                    <a:pt x="19568" y="32118"/>
                    <a:pt x="18754" y="32287"/>
                  </a:cubicBezTo>
                  <a:cubicBezTo>
                    <a:pt x="17266" y="32539"/>
                    <a:pt x="13729" y="32736"/>
                    <a:pt x="10865" y="32736"/>
                  </a:cubicBezTo>
                  <a:cubicBezTo>
                    <a:pt x="9574" y="32736"/>
                    <a:pt x="8423" y="32708"/>
                    <a:pt x="7693" y="32623"/>
                  </a:cubicBezTo>
                  <a:cubicBezTo>
                    <a:pt x="6429" y="32483"/>
                    <a:pt x="5587" y="32371"/>
                    <a:pt x="4998" y="32230"/>
                  </a:cubicBezTo>
                  <a:cubicBezTo>
                    <a:pt x="4717" y="32146"/>
                    <a:pt x="4492" y="32062"/>
                    <a:pt x="4352" y="31950"/>
                  </a:cubicBezTo>
                  <a:cubicBezTo>
                    <a:pt x="4211" y="31837"/>
                    <a:pt x="4099" y="31725"/>
                    <a:pt x="4043" y="31585"/>
                  </a:cubicBezTo>
                  <a:cubicBezTo>
                    <a:pt x="4015" y="31500"/>
                    <a:pt x="3987" y="31360"/>
                    <a:pt x="3959" y="31135"/>
                  </a:cubicBezTo>
                  <a:cubicBezTo>
                    <a:pt x="3847" y="30377"/>
                    <a:pt x="3790" y="28946"/>
                    <a:pt x="3762" y="27738"/>
                  </a:cubicBezTo>
                  <a:cubicBezTo>
                    <a:pt x="3734" y="27121"/>
                    <a:pt x="3734" y="26559"/>
                    <a:pt x="3734" y="26138"/>
                  </a:cubicBezTo>
                  <a:cubicBezTo>
                    <a:pt x="3734" y="25717"/>
                    <a:pt x="3734" y="25464"/>
                    <a:pt x="3734" y="25464"/>
                  </a:cubicBezTo>
                  <a:lnTo>
                    <a:pt x="3734" y="25436"/>
                  </a:lnTo>
                  <a:cubicBezTo>
                    <a:pt x="3734" y="25436"/>
                    <a:pt x="3678" y="25099"/>
                    <a:pt x="3594" y="24538"/>
                  </a:cubicBezTo>
                  <a:cubicBezTo>
                    <a:pt x="3257" y="22545"/>
                    <a:pt x="2499" y="17547"/>
                    <a:pt x="1797" y="12999"/>
                  </a:cubicBezTo>
                  <a:cubicBezTo>
                    <a:pt x="1432" y="10753"/>
                    <a:pt x="1095" y="8591"/>
                    <a:pt x="871" y="7019"/>
                  </a:cubicBezTo>
                  <a:cubicBezTo>
                    <a:pt x="730" y="6205"/>
                    <a:pt x="646" y="5559"/>
                    <a:pt x="562" y="5082"/>
                  </a:cubicBezTo>
                  <a:cubicBezTo>
                    <a:pt x="534" y="4858"/>
                    <a:pt x="506" y="4689"/>
                    <a:pt x="478" y="4549"/>
                  </a:cubicBezTo>
                  <a:cubicBezTo>
                    <a:pt x="478" y="4500"/>
                    <a:pt x="478" y="4451"/>
                    <a:pt x="478" y="4421"/>
                  </a:cubicBezTo>
                  <a:lnTo>
                    <a:pt x="478" y="4421"/>
                  </a:lnTo>
                  <a:cubicBezTo>
                    <a:pt x="500" y="4406"/>
                    <a:pt x="529" y="4391"/>
                    <a:pt x="562" y="4380"/>
                  </a:cubicBezTo>
                  <a:cubicBezTo>
                    <a:pt x="814" y="4184"/>
                    <a:pt x="1432" y="3903"/>
                    <a:pt x="2078" y="3594"/>
                  </a:cubicBezTo>
                  <a:cubicBezTo>
                    <a:pt x="2724" y="3285"/>
                    <a:pt x="3453" y="2948"/>
                    <a:pt x="4043" y="2668"/>
                  </a:cubicBezTo>
                  <a:cubicBezTo>
                    <a:pt x="5419" y="1994"/>
                    <a:pt x="8002" y="983"/>
                    <a:pt x="11006" y="590"/>
                  </a:cubicBezTo>
                  <a:cubicBezTo>
                    <a:pt x="11848" y="506"/>
                    <a:pt x="12662" y="450"/>
                    <a:pt x="13392" y="450"/>
                  </a:cubicBezTo>
                  <a:close/>
                  <a:moveTo>
                    <a:pt x="13392" y="1"/>
                  </a:moveTo>
                  <a:cubicBezTo>
                    <a:pt x="12634" y="1"/>
                    <a:pt x="11820" y="29"/>
                    <a:pt x="10949" y="141"/>
                  </a:cubicBezTo>
                  <a:cubicBezTo>
                    <a:pt x="7861" y="534"/>
                    <a:pt x="5250" y="1573"/>
                    <a:pt x="3847" y="2247"/>
                  </a:cubicBezTo>
                  <a:cubicBezTo>
                    <a:pt x="3145" y="2583"/>
                    <a:pt x="2218" y="3005"/>
                    <a:pt x="1460" y="3370"/>
                  </a:cubicBezTo>
                  <a:cubicBezTo>
                    <a:pt x="1067" y="3566"/>
                    <a:pt x="730" y="3735"/>
                    <a:pt x="478" y="3875"/>
                  </a:cubicBezTo>
                  <a:cubicBezTo>
                    <a:pt x="365" y="3931"/>
                    <a:pt x="253" y="4015"/>
                    <a:pt x="197" y="4071"/>
                  </a:cubicBezTo>
                  <a:lnTo>
                    <a:pt x="85" y="4156"/>
                  </a:lnTo>
                  <a:cubicBezTo>
                    <a:pt x="56" y="4212"/>
                    <a:pt x="0" y="4240"/>
                    <a:pt x="0" y="4380"/>
                  </a:cubicBezTo>
                  <a:lnTo>
                    <a:pt x="0" y="4408"/>
                  </a:lnTo>
                  <a:cubicBezTo>
                    <a:pt x="28" y="4633"/>
                    <a:pt x="225" y="6065"/>
                    <a:pt x="562" y="8086"/>
                  </a:cubicBezTo>
                  <a:cubicBezTo>
                    <a:pt x="1488" y="14122"/>
                    <a:pt x="3257" y="25521"/>
                    <a:pt x="3257" y="25521"/>
                  </a:cubicBezTo>
                  <a:lnTo>
                    <a:pt x="3257" y="25521"/>
                  </a:lnTo>
                  <a:lnTo>
                    <a:pt x="3257" y="25521"/>
                  </a:lnTo>
                  <a:cubicBezTo>
                    <a:pt x="3257" y="25790"/>
                    <a:pt x="3260" y="26987"/>
                    <a:pt x="3285" y="28272"/>
                  </a:cubicBezTo>
                  <a:cubicBezTo>
                    <a:pt x="3313" y="29002"/>
                    <a:pt x="3341" y="29760"/>
                    <a:pt x="3397" y="30377"/>
                  </a:cubicBezTo>
                  <a:cubicBezTo>
                    <a:pt x="3425" y="30686"/>
                    <a:pt x="3453" y="30967"/>
                    <a:pt x="3482" y="31192"/>
                  </a:cubicBezTo>
                  <a:cubicBezTo>
                    <a:pt x="3510" y="31444"/>
                    <a:pt x="3566" y="31613"/>
                    <a:pt x="3622" y="31753"/>
                  </a:cubicBezTo>
                  <a:cubicBezTo>
                    <a:pt x="3706" y="31978"/>
                    <a:pt x="3875" y="32174"/>
                    <a:pt x="4099" y="32343"/>
                  </a:cubicBezTo>
                  <a:cubicBezTo>
                    <a:pt x="4408" y="32567"/>
                    <a:pt x="4829" y="32680"/>
                    <a:pt x="5391" y="32792"/>
                  </a:cubicBezTo>
                  <a:cubicBezTo>
                    <a:pt x="5980" y="32876"/>
                    <a:pt x="6710" y="32960"/>
                    <a:pt x="7637" y="33073"/>
                  </a:cubicBezTo>
                  <a:cubicBezTo>
                    <a:pt x="8423" y="33157"/>
                    <a:pt x="9574" y="33213"/>
                    <a:pt x="10865" y="33213"/>
                  </a:cubicBezTo>
                  <a:cubicBezTo>
                    <a:pt x="13729" y="33213"/>
                    <a:pt x="17294" y="33017"/>
                    <a:pt x="18838" y="32736"/>
                  </a:cubicBezTo>
                  <a:cubicBezTo>
                    <a:pt x="19933" y="32539"/>
                    <a:pt x="20972" y="32371"/>
                    <a:pt x="21786" y="32090"/>
                  </a:cubicBezTo>
                  <a:cubicBezTo>
                    <a:pt x="22207" y="31950"/>
                    <a:pt x="22544" y="31809"/>
                    <a:pt x="22853" y="31613"/>
                  </a:cubicBezTo>
                  <a:cubicBezTo>
                    <a:pt x="23134" y="31388"/>
                    <a:pt x="23358" y="31164"/>
                    <a:pt x="23471" y="30827"/>
                  </a:cubicBezTo>
                  <a:cubicBezTo>
                    <a:pt x="23583" y="30518"/>
                    <a:pt x="23611" y="30097"/>
                    <a:pt x="23611" y="29648"/>
                  </a:cubicBezTo>
                  <a:cubicBezTo>
                    <a:pt x="23611" y="28508"/>
                    <a:pt x="23386" y="27169"/>
                    <a:pt x="23361" y="27022"/>
                  </a:cubicBezTo>
                  <a:lnTo>
                    <a:pt x="23361" y="27022"/>
                  </a:lnTo>
                  <a:lnTo>
                    <a:pt x="24538" y="5166"/>
                  </a:lnTo>
                  <a:cubicBezTo>
                    <a:pt x="24538" y="5110"/>
                    <a:pt x="24538" y="5054"/>
                    <a:pt x="24510" y="5026"/>
                  </a:cubicBezTo>
                  <a:cubicBezTo>
                    <a:pt x="24481" y="4998"/>
                    <a:pt x="23274" y="3398"/>
                    <a:pt x="20888" y="2134"/>
                  </a:cubicBezTo>
                  <a:cubicBezTo>
                    <a:pt x="18502" y="899"/>
                    <a:pt x="16789" y="281"/>
                    <a:pt x="16789" y="253"/>
                  </a:cubicBezTo>
                  <a:lnTo>
                    <a:pt x="16761" y="253"/>
                  </a:lnTo>
                  <a:cubicBezTo>
                    <a:pt x="16761" y="253"/>
                    <a:pt x="15329" y="1"/>
                    <a:pt x="13392"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1378;p25">
              <a:extLst>
                <a:ext uri="{FF2B5EF4-FFF2-40B4-BE49-F238E27FC236}">
                  <a16:creationId xmlns:a16="http://schemas.microsoft.com/office/drawing/2014/main" id="{34D44ABF-6E39-D369-5044-6FDD415AA37F}"/>
                </a:ext>
              </a:extLst>
            </p:cNvPr>
            <p:cNvSpPr/>
            <p:nvPr/>
          </p:nvSpPr>
          <p:spPr>
            <a:xfrm>
              <a:off x="3490625" y="2898200"/>
              <a:ext cx="312375" cy="474625"/>
            </a:xfrm>
            <a:custGeom>
              <a:avLst/>
              <a:gdLst/>
              <a:ahLst/>
              <a:cxnLst/>
              <a:rect l="l" t="t" r="r" b="b"/>
              <a:pathLst>
                <a:path w="12495" h="18985" extrusionOk="0">
                  <a:moveTo>
                    <a:pt x="759" y="0"/>
                  </a:moveTo>
                  <a:lnTo>
                    <a:pt x="1" y="12072"/>
                  </a:lnTo>
                  <a:cubicBezTo>
                    <a:pt x="1" y="12072"/>
                    <a:pt x="8137" y="18984"/>
                    <a:pt x="10184" y="18984"/>
                  </a:cubicBezTo>
                  <a:cubicBezTo>
                    <a:pt x="10216" y="18984"/>
                    <a:pt x="10247" y="18982"/>
                    <a:pt x="10276" y="18979"/>
                  </a:cubicBezTo>
                  <a:cubicBezTo>
                    <a:pt x="12157" y="18754"/>
                    <a:pt x="12494" y="17294"/>
                    <a:pt x="12494" y="17294"/>
                  </a:cubicBezTo>
                  <a:lnTo>
                    <a:pt x="11596" y="12241"/>
                  </a:lnTo>
                  <a:lnTo>
                    <a:pt x="759"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1379;p25">
              <a:extLst>
                <a:ext uri="{FF2B5EF4-FFF2-40B4-BE49-F238E27FC236}">
                  <a16:creationId xmlns:a16="http://schemas.microsoft.com/office/drawing/2014/main" id="{1E8405A3-9552-DA51-0A3B-22347A562BFF}"/>
                </a:ext>
              </a:extLst>
            </p:cNvPr>
            <p:cNvSpPr/>
            <p:nvPr/>
          </p:nvSpPr>
          <p:spPr>
            <a:xfrm>
              <a:off x="3484325" y="2892300"/>
              <a:ext cx="325675" cy="486700"/>
            </a:xfrm>
            <a:custGeom>
              <a:avLst/>
              <a:gdLst/>
              <a:ahLst/>
              <a:cxnLst/>
              <a:rect l="l" t="t" r="r" b="b"/>
              <a:pathLst>
                <a:path w="13027" h="19468" extrusionOk="0">
                  <a:moveTo>
                    <a:pt x="999" y="1"/>
                  </a:moveTo>
                  <a:cubicBezTo>
                    <a:pt x="974" y="1"/>
                    <a:pt x="949" y="4"/>
                    <a:pt x="927" y="12"/>
                  </a:cubicBezTo>
                  <a:cubicBezTo>
                    <a:pt x="843" y="40"/>
                    <a:pt x="786" y="124"/>
                    <a:pt x="786" y="208"/>
                  </a:cubicBezTo>
                  <a:lnTo>
                    <a:pt x="28" y="12280"/>
                  </a:lnTo>
                  <a:cubicBezTo>
                    <a:pt x="0" y="12365"/>
                    <a:pt x="56" y="12421"/>
                    <a:pt x="113" y="12477"/>
                  </a:cubicBezTo>
                  <a:cubicBezTo>
                    <a:pt x="113" y="12477"/>
                    <a:pt x="2134" y="14218"/>
                    <a:pt x="4436" y="15958"/>
                  </a:cubicBezTo>
                  <a:cubicBezTo>
                    <a:pt x="5587" y="16829"/>
                    <a:pt x="6794" y="17699"/>
                    <a:pt x="7861" y="18345"/>
                  </a:cubicBezTo>
                  <a:cubicBezTo>
                    <a:pt x="8395" y="18681"/>
                    <a:pt x="8872" y="18934"/>
                    <a:pt x="9321" y="19131"/>
                  </a:cubicBezTo>
                  <a:cubicBezTo>
                    <a:pt x="9742" y="19327"/>
                    <a:pt x="10107" y="19468"/>
                    <a:pt x="10444" y="19468"/>
                  </a:cubicBezTo>
                  <a:lnTo>
                    <a:pt x="10556" y="19439"/>
                  </a:lnTo>
                  <a:cubicBezTo>
                    <a:pt x="11567" y="19327"/>
                    <a:pt x="12185" y="18878"/>
                    <a:pt x="12522" y="18429"/>
                  </a:cubicBezTo>
                  <a:cubicBezTo>
                    <a:pt x="12887" y="18008"/>
                    <a:pt x="12971" y="17615"/>
                    <a:pt x="12999" y="17587"/>
                  </a:cubicBezTo>
                  <a:cubicBezTo>
                    <a:pt x="13027" y="17474"/>
                    <a:pt x="12943" y="17334"/>
                    <a:pt x="12802" y="17306"/>
                  </a:cubicBezTo>
                  <a:cubicBezTo>
                    <a:pt x="12788" y="17302"/>
                    <a:pt x="12772" y="17300"/>
                    <a:pt x="12757" y="17300"/>
                  </a:cubicBezTo>
                  <a:cubicBezTo>
                    <a:pt x="12655" y="17300"/>
                    <a:pt x="12546" y="17377"/>
                    <a:pt x="12522" y="17474"/>
                  </a:cubicBezTo>
                  <a:cubicBezTo>
                    <a:pt x="12522" y="17502"/>
                    <a:pt x="12437" y="17839"/>
                    <a:pt x="12157" y="18176"/>
                  </a:cubicBezTo>
                  <a:cubicBezTo>
                    <a:pt x="11848" y="18513"/>
                    <a:pt x="11371" y="18878"/>
                    <a:pt x="10500" y="18990"/>
                  </a:cubicBezTo>
                  <a:lnTo>
                    <a:pt x="10444" y="18990"/>
                  </a:lnTo>
                  <a:cubicBezTo>
                    <a:pt x="10248" y="18990"/>
                    <a:pt x="9911" y="18906"/>
                    <a:pt x="9518" y="18710"/>
                  </a:cubicBezTo>
                  <a:cubicBezTo>
                    <a:pt x="8086" y="18064"/>
                    <a:pt x="5784" y="16407"/>
                    <a:pt x="3875" y="14919"/>
                  </a:cubicBezTo>
                  <a:cubicBezTo>
                    <a:pt x="2920" y="14189"/>
                    <a:pt x="2050" y="13488"/>
                    <a:pt x="1432" y="12954"/>
                  </a:cubicBezTo>
                  <a:cubicBezTo>
                    <a:pt x="1095" y="12702"/>
                    <a:pt x="843" y="12505"/>
                    <a:pt x="674" y="12337"/>
                  </a:cubicBezTo>
                  <a:cubicBezTo>
                    <a:pt x="598" y="12273"/>
                    <a:pt x="534" y="12221"/>
                    <a:pt x="486" y="12183"/>
                  </a:cubicBezTo>
                  <a:lnTo>
                    <a:pt x="486" y="12183"/>
                  </a:lnTo>
                  <a:lnTo>
                    <a:pt x="1208" y="798"/>
                  </a:lnTo>
                  <a:lnTo>
                    <a:pt x="11679" y="12645"/>
                  </a:lnTo>
                  <a:cubicBezTo>
                    <a:pt x="11722" y="12687"/>
                    <a:pt x="11778" y="12709"/>
                    <a:pt x="11837" y="12709"/>
                  </a:cubicBezTo>
                  <a:cubicBezTo>
                    <a:pt x="11897" y="12709"/>
                    <a:pt x="11960" y="12687"/>
                    <a:pt x="12016" y="12645"/>
                  </a:cubicBezTo>
                  <a:cubicBezTo>
                    <a:pt x="12101" y="12561"/>
                    <a:pt x="12101" y="12421"/>
                    <a:pt x="12016" y="12337"/>
                  </a:cubicBezTo>
                  <a:lnTo>
                    <a:pt x="1179" y="68"/>
                  </a:lnTo>
                  <a:cubicBezTo>
                    <a:pt x="1138" y="27"/>
                    <a:pt x="1067" y="1"/>
                    <a:pt x="999"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 name="TextBox 5">
            <a:extLst>
              <a:ext uri="{FF2B5EF4-FFF2-40B4-BE49-F238E27FC236}">
                <a16:creationId xmlns:a16="http://schemas.microsoft.com/office/drawing/2014/main" id="{414B9355-F31B-AD4C-AC47-0C4DE40BA8B8}"/>
              </a:ext>
            </a:extLst>
          </p:cNvPr>
          <p:cNvSpPr txBox="1"/>
          <p:nvPr/>
        </p:nvSpPr>
        <p:spPr>
          <a:xfrm>
            <a:off x="533400" y="1790700"/>
            <a:ext cx="10134600" cy="9140964"/>
          </a:xfrm>
          <a:prstGeom prst="rect">
            <a:avLst/>
          </a:prstGeom>
          <a:noFill/>
        </p:spPr>
        <p:txBody>
          <a:bodyPr wrap="square" rtlCol="0">
            <a:spAutoFit/>
          </a:bodyPr>
          <a:lstStyle/>
          <a:p>
            <a:endParaRPr lang="en-US" sz="2800" b="1" dirty="0"/>
          </a:p>
          <a:p>
            <a:r>
              <a:rPr lang="en-US" sz="2800" b="1" dirty="0"/>
              <a:t>1. Smartphone Addiction Prediction System</a:t>
            </a:r>
            <a:endParaRPr lang="en-US" sz="2800" dirty="0"/>
          </a:p>
          <a:p>
            <a:pPr marL="914400" lvl="1" indent="-457200">
              <a:buFont typeface="Arial" panose="020B0604020202020204" pitchFamily="34" charset="0"/>
              <a:buChar char="•"/>
            </a:pPr>
            <a:r>
              <a:rPr lang="en-US" sz="2800" dirty="0"/>
              <a:t>Uses </a:t>
            </a:r>
            <a:r>
              <a:rPr lang="en-US" sz="2800" b="1" dirty="0" err="1"/>
              <a:t>RetinaFace</a:t>
            </a:r>
            <a:r>
              <a:rPr lang="en-US" sz="2800" dirty="0"/>
              <a:t> for real-time eye tracking.</a:t>
            </a:r>
          </a:p>
          <a:p>
            <a:pPr marL="914400" lvl="1" indent="-457200">
              <a:buFont typeface="Arial" panose="020B0604020202020204" pitchFamily="34" charset="0"/>
              <a:buChar char="•"/>
            </a:pPr>
            <a:r>
              <a:rPr lang="en-US" sz="2800" dirty="0"/>
              <a:t>Extracts </a:t>
            </a:r>
            <a:r>
              <a:rPr lang="en-US" sz="2800" b="1" dirty="0"/>
              <a:t>blink features</a:t>
            </a:r>
            <a:r>
              <a:rPr lang="en-US" sz="2800" dirty="0"/>
              <a:t> (frequency, duration, irregularity).</a:t>
            </a:r>
          </a:p>
          <a:p>
            <a:pPr marL="914400" lvl="1" indent="-457200">
              <a:buFont typeface="Arial" panose="020B0604020202020204" pitchFamily="34" charset="0"/>
              <a:buChar char="•"/>
            </a:pPr>
            <a:r>
              <a:rPr lang="en-US" sz="2800" dirty="0"/>
              <a:t>Classifies addiction levels using an </a:t>
            </a:r>
            <a:r>
              <a:rPr lang="en-US" sz="2800" b="1" dirty="0"/>
              <a:t>MLP deep-learning model</a:t>
            </a:r>
            <a:r>
              <a:rPr lang="en-US" sz="2800" dirty="0"/>
              <a:t>.</a:t>
            </a:r>
          </a:p>
          <a:p>
            <a:pPr marL="914400" lvl="1" indent="-457200">
              <a:buFont typeface="Arial" panose="020B0604020202020204" pitchFamily="34" charset="0"/>
              <a:buChar char="•"/>
            </a:pPr>
            <a:r>
              <a:rPr lang="en-US" sz="2800" dirty="0"/>
              <a:t>Provides results through a </a:t>
            </a:r>
            <a:r>
              <a:rPr lang="en-US" sz="2800" b="1" dirty="0"/>
              <a:t>user-friendly interface</a:t>
            </a:r>
            <a:r>
              <a:rPr lang="en-US" sz="2800" dirty="0"/>
              <a:t> with wellness insights.</a:t>
            </a:r>
          </a:p>
          <a:p>
            <a:pPr lvl="1"/>
            <a:endParaRPr lang="en-US" sz="2800" dirty="0"/>
          </a:p>
          <a:p>
            <a:r>
              <a:rPr lang="en-US" sz="2800" b="1" dirty="0"/>
              <a:t>2. Micro-Level Eye Analysis</a:t>
            </a:r>
            <a:endParaRPr lang="en-US" sz="2800" dirty="0"/>
          </a:p>
          <a:p>
            <a:pPr marL="914400" lvl="1" indent="-457200">
              <a:buFont typeface="Arial" panose="020B0604020202020204" pitchFamily="34" charset="0"/>
              <a:buChar char="•"/>
            </a:pPr>
            <a:r>
              <a:rPr lang="en-US" sz="2800" dirty="0"/>
              <a:t>Detects early signs of </a:t>
            </a:r>
            <a:r>
              <a:rPr lang="en-US" sz="2800" b="1" dirty="0"/>
              <a:t>stress, fatigue, and cognitive overload</a:t>
            </a:r>
            <a:r>
              <a:rPr lang="en-US" sz="2800" dirty="0"/>
              <a:t>.</a:t>
            </a:r>
          </a:p>
          <a:p>
            <a:pPr lvl="1"/>
            <a:endParaRPr lang="en-US" sz="2800" dirty="0"/>
          </a:p>
          <a:p>
            <a:r>
              <a:rPr lang="en-US" sz="2800" b="1" dirty="0"/>
              <a:t>3. Objective Classification</a:t>
            </a:r>
            <a:endParaRPr lang="en-US" sz="2800" dirty="0"/>
          </a:p>
          <a:p>
            <a:pPr marL="914400" lvl="1" indent="-457200">
              <a:buFont typeface="Arial" panose="020B0604020202020204" pitchFamily="34" charset="0"/>
              <a:buChar char="•"/>
            </a:pPr>
            <a:r>
              <a:rPr lang="en-US" sz="2800" dirty="0"/>
              <a:t>MLP predicts addiction </a:t>
            </a:r>
            <a:r>
              <a:rPr lang="en-US" sz="2800" b="1" dirty="0"/>
              <a:t>without relying on self-reported data or screen-time logs</a:t>
            </a:r>
            <a:r>
              <a:rPr lang="en-US" sz="2800" dirty="0"/>
              <a:t>.</a:t>
            </a:r>
          </a:p>
          <a:p>
            <a:pPr lvl="1"/>
            <a:endParaRPr lang="en-US" sz="2800" dirty="0"/>
          </a:p>
          <a:p>
            <a:r>
              <a:rPr lang="en-US" sz="2800" b="1" dirty="0"/>
              <a:t>4. Wellness Feedback System</a:t>
            </a:r>
            <a:endParaRPr lang="en-US" sz="2800" dirty="0"/>
          </a:p>
          <a:p>
            <a:pPr marL="914400" lvl="1" indent="-457200">
              <a:buFont typeface="Arial" panose="020B0604020202020204" pitchFamily="34" charset="0"/>
              <a:buChar char="•"/>
            </a:pPr>
            <a:r>
              <a:rPr lang="en-US" sz="2800" dirty="0"/>
              <a:t>Gives </a:t>
            </a:r>
            <a:r>
              <a:rPr lang="en-US" sz="2800" b="1" dirty="0"/>
              <a:t>alerts and personalized recommendations</a:t>
            </a:r>
            <a:r>
              <a:rPr lang="en-US" sz="2800" dirty="0"/>
              <a:t> to reduce long-term health risks.</a:t>
            </a:r>
          </a:p>
          <a:p>
            <a:br>
              <a:rPr lang="en-US" sz="2800" dirty="0"/>
            </a:br>
            <a:endParaRPr lang="en-US" sz="2800" dirty="0"/>
          </a:p>
          <a:p>
            <a:endParaRPr lang="en-IN" sz="2800" dirty="0"/>
          </a:p>
        </p:txBody>
      </p:sp>
    </p:spTree>
    <p:extLst>
      <p:ext uri="{BB962C8B-B14F-4D97-AF65-F5344CB8AC3E}">
        <p14:creationId xmlns:p14="http://schemas.microsoft.com/office/powerpoint/2010/main" val="22345648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728;p17">
            <a:extLst>
              <a:ext uri="{FF2B5EF4-FFF2-40B4-BE49-F238E27FC236}">
                <a16:creationId xmlns:a16="http://schemas.microsoft.com/office/drawing/2014/main" id="{B350154F-D18C-2482-353E-5D72815FDDEC}"/>
              </a:ext>
            </a:extLst>
          </p:cNvPr>
          <p:cNvGrpSpPr/>
          <p:nvPr/>
        </p:nvGrpSpPr>
        <p:grpSpPr>
          <a:xfrm>
            <a:off x="0" y="2857500"/>
            <a:ext cx="8382000" cy="7193179"/>
            <a:chOff x="469775" y="238200"/>
            <a:chExt cx="6679425" cy="5352720"/>
          </a:xfrm>
        </p:grpSpPr>
        <p:sp>
          <p:nvSpPr>
            <p:cNvPr id="3" name="Google Shape;729;p17">
              <a:extLst>
                <a:ext uri="{FF2B5EF4-FFF2-40B4-BE49-F238E27FC236}">
                  <a16:creationId xmlns:a16="http://schemas.microsoft.com/office/drawing/2014/main" id="{15C846DF-C1D0-BFC6-80C0-CB77E20DE64C}"/>
                </a:ext>
              </a:extLst>
            </p:cNvPr>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 name="Google Shape;730;p17">
              <a:extLst>
                <a:ext uri="{FF2B5EF4-FFF2-40B4-BE49-F238E27FC236}">
                  <a16:creationId xmlns:a16="http://schemas.microsoft.com/office/drawing/2014/main" id="{B072F8F2-D500-0D6C-ADFE-82587C07C939}"/>
                </a:ext>
              </a:extLst>
            </p:cNvPr>
            <p:cNvSpPr/>
            <p:nvPr/>
          </p:nvSpPr>
          <p:spPr>
            <a:xfrm>
              <a:off x="1198440" y="48849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rgbClr val="D6E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731;p17">
              <a:extLst>
                <a:ext uri="{FF2B5EF4-FFF2-40B4-BE49-F238E27FC236}">
                  <a16:creationId xmlns:a16="http://schemas.microsoft.com/office/drawing/2014/main" id="{C485BD66-FECA-D71E-044E-FF5C7593D181}"/>
                </a:ext>
              </a:extLst>
            </p:cNvPr>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732;p17">
              <a:extLst>
                <a:ext uri="{FF2B5EF4-FFF2-40B4-BE49-F238E27FC236}">
                  <a16:creationId xmlns:a16="http://schemas.microsoft.com/office/drawing/2014/main" id="{71E2E619-F55C-EAA9-BA40-9BEDDE2DA650}"/>
                </a:ext>
              </a:extLst>
            </p:cNvPr>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733;p17">
              <a:extLst>
                <a:ext uri="{FF2B5EF4-FFF2-40B4-BE49-F238E27FC236}">
                  <a16:creationId xmlns:a16="http://schemas.microsoft.com/office/drawing/2014/main" id="{8DB4D76E-8AE7-1927-ABF6-0965D18E4DC0}"/>
                </a:ext>
              </a:extLst>
            </p:cNvPr>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734;p17">
              <a:extLst>
                <a:ext uri="{FF2B5EF4-FFF2-40B4-BE49-F238E27FC236}">
                  <a16:creationId xmlns:a16="http://schemas.microsoft.com/office/drawing/2014/main" id="{47C871F4-F78A-0B6E-11A0-2B4F28941F3B}"/>
                </a:ext>
              </a:extLst>
            </p:cNvPr>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735;p17">
              <a:extLst>
                <a:ext uri="{FF2B5EF4-FFF2-40B4-BE49-F238E27FC236}">
                  <a16:creationId xmlns:a16="http://schemas.microsoft.com/office/drawing/2014/main" id="{B549BBDD-DA60-84CC-722C-4F3BCAB7AEDC}"/>
                </a:ext>
              </a:extLst>
            </p:cNvPr>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736;p17">
              <a:extLst>
                <a:ext uri="{FF2B5EF4-FFF2-40B4-BE49-F238E27FC236}">
                  <a16:creationId xmlns:a16="http://schemas.microsoft.com/office/drawing/2014/main" id="{7FC50584-8905-2759-632B-2EA9F04460C8}"/>
                </a:ext>
              </a:extLst>
            </p:cNvPr>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737;p17">
              <a:extLst>
                <a:ext uri="{FF2B5EF4-FFF2-40B4-BE49-F238E27FC236}">
                  <a16:creationId xmlns:a16="http://schemas.microsoft.com/office/drawing/2014/main" id="{2531B716-965A-F867-2249-A52CC72B0B44}"/>
                </a:ext>
              </a:extLst>
            </p:cNvPr>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738;p17">
              <a:extLst>
                <a:ext uri="{FF2B5EF4-FFF2-40B4-BE49-F238E27FC236}">
                  <a16:creationId xmlns:a16="http://schemas.microsoft.com/office/drawing/2014/main" id="{4FFA4E87-00C5-9D57-D14F-F99A64C183BA}"/>
                </a:ext>
              </a:extLst>
            </p:cNvPr>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739;p17">
              <a:extLst>
                <a:ext uri="{FF2B5EF4-FFF2-40B4-BE49-F238E27FC236}">
                  <a16:creationId xmlns:a16="http://schemas.microsoft.com/office/drawing/2014/main" id="{456F9CA8-7F9D-EC39-DCE6-3083B4AA434D}"/>
                </a:ext>
              </a:extLst>
            </p:cNvPr>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740;p17">
              <a:extLst>
                <a:ext uri="{FF2B5EF4-FFF2-40B4-BE49-F238E27FC236}">
                  <a16:creationId xmlns:a16="http://schemas.microsoft.com/office/drawing/2014/main" id="{3EFEA6ED-4F99-01F2-FF57-7BA9526FD48E}"/>
                </a:ext>
              </a:extLst>
            </p:cNvPr>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741;p17">
              <a:extLst>
                <a:ext uri="{FF2B5EF4-FFF2-40B4-BE49-F238E27FC236}">
                  <a16:creationId xmlns:a16="http://schemas.microsoft.com/office/drawing/2014/main" id="{B0F75897-C989-307D-AFE8-DA67956E76C2}"/>
                </a:ext>
              </a:extLst>
            </p:cNvPr>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742;p17">
              <a:extLst>
                <a:ext uri="{FF2B5EF4-FFF2-40B4-BE49-F238E27FC236}">
                  <a16:creationId xmlns:a16="http://schemas.microsoft.com/office/drawing/2014/main" id="{3B7876C8-7215-126F-32BB-604715C1DB78}"/>
                </a:ext>
              </a:extLst>
            </p:cNvPr>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743;p17">
              <a:extLst>
                <a:ext uri="{FF2B5EF4-FFF2-40B4-BE49-F238E27FC236}">
                  <a16:creationId xmlns:a16="http://schemas.microsoft.com/office/drawing/2014/main" id="{C4C85D0B-54C8-37C0-1E6E-CE65736A4464}"/>
                </a:ext>
              </a:extLst>
            </p:cNvPr>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744;p17">
              <a:extLst>
                <a:ext uri="{FF2B5EF4-FFF2-40B4-BE49-F238E27FC236}">
                  <a16:creationId xmlns:a16="http://schemas.microsoft.com/office/drawing/2014/main" id="{B84179CD-AE1F-045F-8E8F-0B1A7DCFFC05}"/>
                </a:ext>
              </a:extLst>
            </p:cNvPr>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745;p17">
              <a:extLst>
                <a:ext uri="{FF2B5EF4-FFF2-40B4-BE49-F238E27FC236}">
                  <a16:creationId xmlns:a16="http://schemas.microsoft.com/office/drawing/2014/main" id="{744B6239-8CB8-27A0-CFA3-41FCCDAD1242}"/>
                </a:ext>
              </a:extLst>
            </p:cNvPr>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746;p17">
              <a:extLst>
                <a:ext uri="{FF2B5EF4-FFF2-40B4-BE49-F238E27FC236}">
                  <a16:creationId xmlns:a16="http://schemas.microsoft.com/office/drawing/2014/main" id="{C81A04A8-6F1B-12AB-AE1F-D31E51B3193B}"/>
                </a:ext>
              </a:extLst>
            </p:cNvPr>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747;p17">
              <a:extLst>
                <a:ext uri="{FF2B5EF4-FFF2-40B4-BE49-F238E27FC236}">
                  <a16:creationId xmlns:a16="http://schemas.microsoft.com/office/drawing/2014/main" id="{1177D7EC-A66B-C0F8-A38C-3E2FDF4E199A}"/>
                </a:ext>
              </a:extLst>
            </p:cNvPr>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748;p17">
              <a:extLst>
                <a:ext uri="{FF2B5EF4-FFF2-40B4-BE49-F238E27FC236}">
                  <a16:creationId xmlns:a16="http://schemas.microsoft.com/office/drawing/2014/main" id="{265BABBB-9ABE-8409-568C-7AF371000447}"/>
                </a:ext>
              </a:extLst>
            </p:cNvPr>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749;p17">
              <a:extLst>
                <a:ext uri="{FF2B5EF4-FFF2-40B4-BE49-F238E27FC236}">
                  <a16:creationId xmlns:a16="http://schemas.microsoft.com/office/drawing/2014/main" id="{0D1CBDA8-F2A1-2653-3314-FCA38E4D120E}"/>
                </a:ext>
              </a:extLst>
            </p:cNvPr>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750;p17">
              <a:extLst>
                <a:ext uri="{FF2B5EF4-FFF2-40B4-BE49-F238E27FC236}">
                  <a16:creationId xmlns:a16="http://schemas.microsoft.com/office/drawing/2014/main" id="{01D37EE4-97A5-E6BB-CD10-E905DE6C8357}"/>
                </a:ext>
              </a:extLst>
            </p:cNvPr>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751;p17">
              <a:extLst>
                <a:ext uri="{FF2B5EF4-FFF2-40B4-BE49-F238E27FC236}">
                  <a16:creationId xmlns:a16="http://schemas.microsoft.com/office/drawing/2014/main" id="{4A03751A-18AF-EB19-2503-D67DCB59BA7C}"/>
                </a:ext>
              </a:extLst>
            </p:cNvPr>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752;p17">
              <a:extLst>
                <a:ext uri="{FF2B5EF4-FFF2-40B4-BE49-F238E27FC236}">
                  <a16:creationId xmlns:a16="http://schemas.microsoft.com/office/drawing/2014/main" id="{F42C0D32-9920-1DA4-3CC5-AA353F749900}"/>
                </a:ext>
              </a:extLst>
            </p:cNvPr>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753;p17">
              <a:extLst>
                <a:ext uri="{FF2B5EF4-FFF2-40B4-BE49-F238E27FC236}">
                  <a16:creationId xmlns:a16="http://schemas.microsoft.com/office/drawing/2014/main" id="{47FFE6C2-AC34-54D7-E3D4-C1699CA61795}"/>
                </a:ext>
              </a:extLst>
            </p:cNvPr>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754;p17">
              <a:extLst>
                <a:ext uri="{FF2B5EF4-FFF2-40B4-BE49-F238E27FC236}">
                  <a16:creationId xmlns:a16="http://schemas.microsoft.com/office/drawing/2014/main" id="{CDA22099-1624-6456-4370-3A63FFCF800D}"/>
                </a:ext>
              </a:extLst>
            </p:cNvPr>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755;p17">
              <a:extLst>
                <a:ext uri="{FF2B5EF4-FFF2-40B4-BE49-F238E27FC236}">
                  <a16:creationId xmlns:a16="http://schemas.microsoft.com/office/drawing/2014/main" id="{15CB3392-8BD6-14AE-72B3-8F633E8E09F9}"/>
                </a:ext>
              </a:extLst>
            </p:cNvPr>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756;p17">
              <a:extLst>
                <a:ext uri="{FF2B5EF4-FFF2-40B4-BE49-F238E27FC236}">
                  <a16:creationId xmlns:a16="http://schemas.microsoft.com/office/drawing/2014/main" id="{005264CF-8B6D-C60C-320F-D909A37C432F}"/>
                </a:ext>
              </a:extLst>
            </p:cNvPr>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757;p17">
              <a:extLst>
                <a:ext uri="{FF2B5EF4-FFF2-40B4-BE49-F238E27FC236}">
                  <a16:creationId xmlns:a16="http://schemas.microsoft.com/office/drawing/2014/main" id="{80DB947D-2569-0FD9-1F52-D386D0DB343B}"/>
                </a:ext>
              </a:extLst>
            </p:cNvPr>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758;p17">
              <a:extLst>
                <a:ext uri="{FF2B5EF4-FFF2-40B4-BE49-F238E27FC236}">
                  <a16:creationId xmlns:a16="http://schemas.microsoft.com/office/drawing/2014/main" id="{772510DE-C63C-1D1D-06C9-2504285B3D9D}"/>
                </a:ext>
              </a:extLst>
            </p:cNvPr>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759;p17">
              <a:extLst>
                <a:ext uri="{FF2B5EF4-FFF2-40B4-BE49-F238E27FC236}">
                  <a16:creationId xmlns:a16="http://schemas.microsoft.com/office/drawing/2014/main" id="{C7BE101A-4346-F4D4-F067-E01A5457E44F}"/>
                </a:ext>
              </a:extLst>
            </p:cNvPr>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760;p17">
              <a:extLst>
                <a:ext uri="{FF2B5EF4-FFF2-40B4-BE49-F238E27FC236}">
                  <a16:creationId xmlns:a16="http://schemas.microsoft.com/office/drawing/2014/main" id="{0468425F-070F-2762-30E2-2A089CD19BD1}"/>
                </a:ext>
              </a:extLst>
            </p:cNvPr>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761;p17">
              <a:extLst>
                <a:ext uri="{FF2B5EF4-FFF2-40B4-BE49-F238E27FC236}">
                  <a16:creationId xmlns:a16="http://schemas.microsoft.com/office/drawing/2014/main" id="{7297226A-EB40-3ADC-D318-4CCC61118DB6}"/>
                </a:ext>
              </a:extLst>
            </p:cNvPr>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762;p17">
              <a:extLst>
                <a:ext uri="{FF2B5EF4-FFF2-40B4-BE49-F238E27FC236}">
                  <a16:creationId xmlns:a16="http://schemas.microsoft.com/office/drawing/2014/main" id="{6D50117C-AE0C-44C3-0D7A-68D4B8FEA24B}"/>
                </a:ext>
              </a:extLst>
            </p:cNvPr>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763;p17">
              <a:extLst>
                <a:ext uri="{FF2B5EF4-FFF2-40B4-BE49-F238E27FC236}">
                  <a16:creationId xmlns:a16="http://schemas.microsoft.com/office/drawing/2014/main" id="{98A18627-43BA-A275-C5B9-79B4852A6908}"/>
                </a:ext>
              </a:extLst>
            </p:cNvPr>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764;p17">
              <a:extLst>
                <a:ext uri="{FF2B5EF4-FFF2-40B4-BE49-F238E27FC236}">
                  <a16:creationId xmlns:a16="http://schemas.microsoft.com/office/drawing/2014/main" id="{7A479A1E-7CBA-6ECE-1F54-6169341769B8}"/>
                </a:ext>
              </a:extLst>
            </p:cNvPr>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765;p17">
              <a:extLst>
                <a:ext uri="{FF2B5EF4-FFF2-40B4-BE49-F238E27FC236}">
                  <a16:creationId xmlns:a16="http://schemas.microsoft.com/office/drawing/2014/main" id="{CF6F339B-9353-F480-42D5-0176D50F41A5}"/>
                </a:ext>
              </a:extLst>
            </p:cNvPr>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766;p17">
              <a:extLst>
                <a:ext uri="{FF2B5EF4-FFF2-40B4-BE49-F238E27FC236}">
                  <a16:creationId xmlns:a16="http://schemas.microsoft.com/office/drawing/2014/main" id="{13ED1506-7CEB-AEE6-EA34-7E3E362DCACD}"/>
                </a:ext>
              </a:extLst>
            </p:cNvPr>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767;p17">
              <a:extLst>
                <a:ext uri="{FF2B5EF4-FFF2-40B4-BE49-F238E27FC236}">
                  <a16:creationId xmlns:a16="http://schemas.microsoft.com/office/drawing/2014/main" id="{456D6E1D-DD9B-5609-9EBE-577D8757D181}"/>
                </a:ext>
              </a:extLst>
            </p:cNvPr>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768;p17">
              <a:extLst>
                <a:ext uri="{FF2B5EF4-FFF2-40B4-BE49-F238E27FC236}">
                  <a16:creationId xmlns:a16="http://schemas.microsoft.com/office/drawing/2014/main" id="{3F2FA74F-71F8-CC53-5890-934A1E34DF88}"/>
                </a:ext>
              </a:extLst>
            </p:cNvPr>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769;p17">
              <a:extLst>
                <a:ext uri="{FF2B5EF4-FFF2-40B4-BE49-F238E27FC236}">
                  <a16:creationId xmlns:a16="http://schemas.microsoft.com/office/drawing/2014/main" id="{26A1DCC3-B732-32CD-7E0A-0F8FCD3451E1}"/>
                </a:ext>
              </a:extLst>
            </p:cNvPr>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770;p17">
              <a:extLst>
                <a:ext uri="{FF2B5EF4-FFF2-40B4-BE49-F238E27FC236}">
                  <a16:creationId xmlns:a16="http://schemas.microsoft.com/office/drawing/2014/main" id="{91615E7F-0963-72F8-50B2-844C5BFFAE59}"/>
                </a:ext>
              </a:extLst>
            </p:cNvPr>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771;p17">
              <a:extLst>
                <a:ext uri="{FF2B5EF4-FFF2-40B4-BE49-F238E27FC236}">
                  <a16:creationId xmlns:a16="http://schemas.microsoft.com/office/drawing/2014/main" id="{767442D8-7695-3A2B-BF06-B4E881729DD9}"/>
                </a:ext>
              </a:extLst>
            </p:cNvPr>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772;p17">
              <a:extLst>
                <a:ext uri="{FF2B5EF4-FFF2-40B4-BE49-F238E27FC236}">
                  <a16:creationId xmlns:a16="http://schemas.microsoft.com/office/drawing/2014/main" id="{D5E237A6-BB59-2D14-4AB5-FC51C77477B3}"/>
                </a:ext>
              </a:extLst>
            </p:cNvPr>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773;p17">
              <a:extLst>
                <a:ext uri="{FF2B5EF4-FFF2-40B4-BE49-F238E27FC236}">
                  <a16:creationId xmlns:a16="http://schemas.microsoft.com/office/drawing/2014/main" id="{176E48AB-294F-AC2C-C01D-360B77DBC329}"/>
                </a:ext>
              </a:extLst>
            </p:cNvPr>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774;p17">
              <a:extLst>
                <a:ext uri="{FF2B5EF4-FFF2-40B4-BE49-F238E27FC236}">
                  <a16:creationId xmlns:a16="http://schemas.microsoft.com/office/drawing/2014/main" id="{1CE97AB5-12F3-D2D3-CF65-41AA86C646F3}"/>
                </a:ext>
              </a:extLst>
            </p:cNvPr>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775;p17">
              <a:extLst>
                <a:ext uri="{FF2B5EF4-FFF2-40B4-BE49-F238E27FC236}">
                  <a16:creationId xmlns:a16="http://schemas.microsoft.com/office/drawing/2014/main" id="{7BB46404-1CE8-6B09-F364-74518931C6B9}"/>
                </a:ext>
              </a:extLst>
            </p:cNvPr>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776;p17">
              <a:extLst>
                <a:ext uri="{FF2B5EF4-FFF2-40B4-BE49-F238E27FC236}">
                  <a16:creationId xmlns:a16="http://schemas.microsoft.com/office/drawing/2014/main" id="{D442DECA-91BE-29EF-163A-95A1A4C98976}"/>
                </a:ext>
              </a:extLst>
            </p:cNvPr>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777;p17">
              <a:extLst>
                <a:ext uri="{FF2B5EF4-FFF2-40B4-BE49-F238E27FC236}">
                  <a16:creationId xmlns:a16="http://schemas.microsoft.com/office/drawing/2014/main" id="{EF32DFAE-B2C1-7E25-510A-4E29360A40FD}"/>
                </a:ext>
              </a:extLst>
            </p:cNvPr>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778;p17">
              <a:extLst>
                <a:ext uri="{FF2B5EF4-FFF2-40B4-BE49-F238E27FC236}">
                  <a16:creationId xmlns:a16="http://schemas.microsoft.com/office/drawing/2014/main" id="{2E54F88F-ECFD-C578-873E-344BEEB51C52}"/>
                </a:ext>
              </a:extLst>
            </p:cNvPr>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779;p17">
              <a:extLst>
                <a:ext uri="{FF2B5EF4-FFF2-40B4-BE49-F238E27FC236}">
                  <a16:creationId xmlns:a16="http://schemas.microsoft.com/office/drawing/2014/main" id="{D82360D4-2696-2B00-E5E1-752420E93654}"/>
                </a:ext>
              </a:extLst>
            </p:cNvPr>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780;p17">
              <a:extLst>
                <a:ext uri="{FF2B5EF4-FFF2-40B4-BE49-F238E27FC236}">
                  <a16:creationId xmlns:a16="http://schemas.microsoft.com/office/drawing/2014/main" id="{1EBAEADA-8D28-7AC7-DC09-A2FF0254AA86}"/>
                </a:ext>
              </a:extLst>
            </p:cNvPr>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781;p17">
              <a:extLst>
                <a:ext uri="{FF2B5EF4-FFF2-40B4-BE49-F238E27FC236}">
                  <a16:creationId xmlns:a16="http://schemas.microsoft.com/office/drawing/2014/main" id="{489F0E80-5E9E-5E7E-E26C-F35CA9772124}"/>
                </a:ext>
              </a:extLst>
            </p:cNvPr>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782;p17">
              <a:extLst>
                <a:ext uri="{FF2B5EF4-FFF2-40B4-BE49-F238E27FC236}">
                  <a16:creationId xmlns:a16="http://schemas.microsoft.com/office/drawing/2014/main" id="{BA0D6458-6879-2C95-3696-D2CAFC53878C}"/>
                </a:ext>
              </a:extLst>
            </p:cNvPr>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783;p17">
              <a:extLst>
                <a:ext uri="{FF2B5EF4-FFF2-40B4-BE49-F238E27FC236}">
                  <a16:creationId xmlns:a16="http://schemas.microsoft.com/office/drawing/2014/main" id="{D34FE7D0-47D3-425A-AD43-14CB5881FA11}"/>
                </a:ext>
              </a:extLst>
            </p:cNvPr>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784;p17">
              <a:extLst>
                <a:ext uri="{FF2B5EF4-FFF2-40B4-BE49-F238E27FC236}">
                  <a16:creationId xmlns:a16="http://schemas.microsoft.com/office/drawing/2014/main" id="{CE5312B5-094F-75A0-5A27-380BCD101746}"/>
                </a:ext>
              </a:extLst>
            </p:cNvPr>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785;p17">
              <a:extLst>
                <a:ext uri="{FF2B5EF4-FFF2-40B4-BE49-F238E27FC236}">
                  <a16:creationId xmlns:a16="http://schemas.microsoft.com/office/drawing/2014/main" id="{45BD46CC-478B-16A7-177E-77566BAEA8AD}"/>
                </a:ext>
              </a:extLst>
            </p:cNvPr>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786;p17">
              <a:extLst>
                <a:ext uri="{FF2B5EF4-FFF2-40B4-BE49-F238E27FC236}">
                  <a16:creationId xmlns:a16="http://schemas.microsoft.com/office/drawing/2014/main" id="{02DEE623-668D-5B63-2BB6-B4CB7C33A90D}"/>
                </a:ext>
              </a:extLst>
            </p:cNvPr>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787;p17">
              <a:extLst>
                <a:ext uri="{FF2B5EF4-FFF2-40B4-BE49-F238E27FC236}">
                  <a16:creationId xmlns:a16="http://schemas.microsoft.com/office/drawing/2014/main" id="{4FA8F914-32FE-F5E2-5D5C-79FFDBB181AD}"/>
                </a:ext>
              </a:extLst>
            </p:cNvPr>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788;p17">
              <a:extLst>
                <a:ext uri="{FF2B5EF4-FFF2-40B4-BE49-F238E27FC236}">
                  <a16:creationId xmlns:a16="http://schemas.microsoft.com/office/drawing/2014/main" id="{1E742B59-9414-810F-D98E-635940B5254F}"/>
                </a:ext>
              </a:extLst>
            </p:cNvPr>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789;p17">
              <a:extLst>
                <a:ext uri="{FF2B5EF4-FFF2-40B4-BE49-F238E27FC236}">
                  <a16:creationId xmlns:a16="http://schemas.microsoft.com/office/drawing/2014/main" id="{FA209EBB-C77F-927D-08FE-FFDCFE3887AD}"/>
                </a:ext>
              </a:extLst>
            </p:cNvPr>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790;p17">
              <a:extLst>
                <a:ext uri="{FF2B5EF4-FFF2-40B4-BE49-F238E27FC236}">
                  <a16:creationId xmlns:a16="http://schemas.microsoft.com/office/drawing/2014/main" id="{538D4777-CAE8-D103-FF9C-4950EDB5B741}"/>
                </a:ext>
              </a:extLst>
            </p:cNvPr>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791;p17">
              <a:extLst>
                <a:ext uri="{FF2B5EF4-FFF2-40B4-BE49-F238E27FC236}">
                  <a16:creationId xmlns:a16="http://schemas.microsoft.com/office/drawing/2014/main" id="{12699843-F0C4-F6DC-7C03-8C9EA78A6434}"/>
                </a:ext>
              </a:extLst>
            </p:cNvPr>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792;p17">
              <a:extLst>
                <a:ext uri="{FF2B5EF4-FFF2-40B4-BE49-F238E27FC236}">
                  <a16:creationId xmlns:a16="http://schemas.microsoft.com/office/drawing/2014/main" id="{9C1D527D-F867-2C4F-2217-7A6B4B39D0E3}"/>
                </a:ext>
              </a:extLst>
            </p:cNvPr>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793;p17">
              <a:extLst>
                <a:ext uri="{FF2B5EF4-FFF2-40B4-BE49-F238E27FC236}">
                  <a16:creationId xmlns:a16="http://schemas.microsoft.com/office/drawing/2014/main" id="{7E9E9EA1-48AB-5487-66A1-1AA4A64E6551}"/>
                </a:ext>
              </a:extLst>
            </p:cNvPr>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794;p17">
              <a:extLst>
                <a:ext uri="{FF2B5EF4-FFF2-40B4-BE49-F238E27FC236}">
                  <a16:creationId xmlns:a16="http://schemas.microsoft.com/office/drawing/2014/main" id="{9E3B11E2-1E61-CF1C-2AD5-BA88B5FC9AE7}"/>
                </a:ext>
              </a:extLst>
            </p:cNvPr>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795;p17">
              <a:extLst>
                <a:ext uri="{FF2B5EF4-FFF2-40B4-BE49-F238E27FC236}">
                  <a16:creationId xmlns:a16="http://schemas.microsoft.com/office/drawing/2014/main" id="{6AA22D57-2F95-B16A-3924-D4DFAB97D9B4}"/>
                </a:ext>
              </a:extLst>
            </p:cNvPr>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96;p17">
              <a:extLst>
                <a:ext uri="{FF2B5EF4-FFF2-40B4-BE49-F238E27FC236}">
                  <a16:creationId xmlns:a16="http://schemas.microsoft.com/office/drawing/2014/main" id="{B729C49F-8779-6862-63F9-8B35FA854CB3}"/>
                </a:ext>
              </a:extLst>
            </p:cNvPr>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97;p17">
              <a:extLst>
                <a:ext uri="{FF2B5EF4-FFF2-40B4-BE49-F238E27FC236}">
                  <a16:creationId xmlns:a16="http://schemas.microsoft.com/office/drawing/2014/main" id="{9EE00968-DACE-7F64-BBFE-30DCB6FE0341}"/>
                </a:ext>
              </a:extLst>
            </p:cNvPr>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98;p17">
              <a:extLst>
                <a:ext uri="{FF2B5EF4-FFF2-40B4-BE49-F238E27FC236}">
                  <a16:creationId xmlns:a16="http://schemas.microsoft.com/office/drawing/2014/main" id="{040A1A4A-B498-258D-35FD-4F7387E3E280}"/>
                </a:ext>
              </a:extLst>
            </p:cNvPr>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99;p17">
              <a:extLst>
                <a:ext uri="{FF2B5EF4-FFF2-40B4-BE49-F238E27FC236}">
                  <a16:creationId xmlns:a16="http://schemas.microsoft.com/office/drawing/2014/main" id="{F204AE0D-6D39-977E-4184-8A031FD4B4ED}"/>
                </a:ext>
              </a:extLst>
            </p:cNvPr>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800;p17">
              <a:extLst>
                <a:ext uri="{FF2B5EF4-FFF2-40B4-BE49-F238E27FC236}">
                  <a16:creationId xmlns:a16="http://schemas.microsoft.com/office/drawing/2014/main" id="{57196E90-1428-77E7-9DBE-7762F5C201D1}"/>
                </a:ext>
              </a:extLst>
            </p:cNvPr>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801;p17">
              <a:extLst>
                <a:ext uri="{FF2B5EF4-FFF2-40B4-BE49-F238E27FC236}">
                  <a16:creationId xmlns:a16="http://schemas.microsoft.com/office/drawing/2014/main" id="{509AABE6-249F-E634-7BB3-8CF46A02AB55}"/>
                </a:ext>
              </a:extLst>
            </p:cNvPr>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802;p17">
              <a:extLst>
                <a:ext uri="{FF2B5EF4-FFF2-40B4-BE49-F238E27FC236}">
                  <a16:creationId xmlns:a16="http://schemas.microsoft.com/office/drawing/2014/main" id="{B53855C6-7AE3-1952-D7DC-FF442751F4CA}"/>
                </a:ext>
              </a:extLst>
            </p:cNvPr>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803;p17">
              <a:extLst>
                <a:ext uri="{FF2B5EF4-FFF2-40B4-BE49-F238E27FC236}">
                  <a16:creationId xmlns:a16="http://schemas.microsoft.com/office/drawing/2014/main" id="{24FA949A-FDF7-1F81-83F5-03229E742031}"/>
                </a:ext>
              </a:extLst>
            </p:cNvPr>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804;p17">
              <a:extLst>
                <a:ext uri="{FF2B5EF4-FFF2-40B4-BE49-F238E27FC236}">
                  <a16:creationId xmlns:a16="http://schemas.microsoft.com/office/drawing/2014/main" id="{3596D866-F997-A7FE-F7B2-8645D7127644}"/>
                </a:ext>
              </a:extLst>
            </p:cNvPr>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805;p17">
              <a:extLst>
                <a:ext uri="{FF2B5EF4-FFF2-40B4-BE49-F238E27FC236}">
                  <a16:creationId xmlns:a16="http://schemas.microsoft.com/office/drawing/2014/main" id="{CFB9195E-245A-20BC-1DCC-D705A544B47D}"/>
                </a:ext>
              </a:extLst>
            </p:cNvPr>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6;p17">
              <a:extLst>
                <a:ext uri="{FF2B5EF4-FFF2-40B4-BE49-F238E27FC236}">
                  <a16:creationId xmlns:a16="http://schemas.microsoft.com/office/drawing/2014/main" id="{750A7FCD-961A-D558-E4ED-C1E5A68845E9}"/>
                </a:ext>
              </a:extLst>
            </p:cNvPr>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07;p17">
              <a:extLst>
                <a:ext uri="{FF2B5EF4-FFF2-40B4-BE49-F238E27FC236}">
                  <a16:creationId xmlns:a16="http://schemas.microsoft.com/office/drawing/2014/main" id="{22150C96-285C-C48E-E9C0-84C18ADC9780}"/>
                </a:ext>
              </a:extLst>
            </p:cNvPr>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08;p17">
              <a:extLst>
                <a:ext uri="{FF2B5EF4-FFF2-40B4-BE49-F238E27FC236}">
                  <a16:creationId xmlns:a16="http://schemas.microsoft.com/office/drawing/2014/main" id="{F3F08A75-66C0-A13A-14FB-EBBE5150A140}"/>
                </a:ext>
              </a:extLst>
            </p:cNvPr>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09;p17">
              <a:extLst>
                <a:ext uri="{FF2B5EF4-FFF2-40B4-BE49-F238E27FC236}">
                  <a16:creationId xmlns:a16="http://schemas.microsoft.com/office/drawing/2014/main" id="{05BE6ED1-6063-8562-5EBF-596193A392F4}"/>
                </a:ext>
              </a:extLst>
            </p:cNvPr>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10;p17">
              <a:extLst>
                <a:ext uri="{FF2B5EF4-FFF2-40B4-BE49-F238E27FC236}">
                  <a16:creationId xmlns:a16="http://schemas.microsoft.com/office/drawing/2014/main" id="{BDA73467-CBC4-034A-3051-52009B078965}"/>
                </a:ext>
              </a:extLst>
            </p:cNvPr>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11;p17">
              <a:extLst>
                <a:ext uri="{FF2B5EF4-FFF2-40B4-BE49-F238E27FC236}">
                  <a16:creationId xmlns:a16="http://schemas.microsoft.com/office/drawing/2014/main" id="{71F13AD4-E1D7-00E1-0C2E-54476EC970D3}"/>
                </a:ext>
              </a:extLst>
            </p:cNvPr>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12;p17">
              <a:extLst>
                <a:ext uri="{FF2B5EF4-FFF2-40B4-BE49-F238E27FC236}">
                  <a16:creationId xmlns:a16="http://schemas.microsoft.com/office/drawing/2014/main" id="{834CFA50-809A-04E8-8E5F-24739FB25956}"/>
                </a:ext>
              </a:extLst>
            </p:cNvPr>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13;p17">
              <a:extLst>
                <a:ext uri="{FF2B5EF4-FFF2-40B4-BE49-F238E27FC236}">
                  <a16:creationId xmlns:a16="http://schemas.microsoft.com/office/drawing/2014/main" id="{F9343303-F4BB-4E9C-682D-50D08ED520DC}"/>
                </a:ext>
              </a:extLst>
            </p:cNvPr>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14;p17">
              <a:extLst>
                <a:ext uri="{FF2B5EF4-FFF2-40B4-BE49-F238E27FC236}">
                  <a16:creationId xmlns:a16="http://schemas.microsoft.com/office/drawing/2014/main" id="{F8AAA00F-6FC2-642D-B24C-2C8013B6E4D6}"/>
                </a:ext>
              </a:extLst>
            </p:cNvPr>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15;p17">
              <a:extLst>
                <a:ext uri="{FF2B5EF4-FFF2-40B4-BE49-F238E27FC236}">
                  <a16:creationId xmlns:a16="http://schemas.microsoft.com/office/drawing/2014/main" id="{CF83436B-AE30-293E-3D3C-51C699A9FA9A}"/>
                </a:ext>
              </a:extLst>
            </p:cNvPr>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816;p17">
              <a:extLst>
                <a:ext uri="{FF2B5EF4-FFF2-40B4-BE49-F238E27FC236}">
                  <a16:creationId xmlns:a16="http://schemas.microsoft.com/office/drawing/2014/main" id="{F1714334-F262-206C-A132-3E4D23BBB26D}"/>
                </a:ext>
              </a:extLst>
            </p:cNvPr>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817;p17">
              <a:extLst>
                <a:ext uri="{FF2B5EF4-FFF2-40B4-BE49-F238E27FC236}">
                  <a16:creationId xmlns:a16="http://schemas.microsoft.com/office/drawing/2014/main" id="{C1BEC6B4-843D-AAA2-1ADA-8258A822CA40}"/>
                </a:ext>
              </a:extLst>
            </p:cNvPr>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818;p17">
              <a:extLst>
                <a:ext uri="{FF2B5EF4-FFF2-40B4-BE49-F238E27FC236}">
                  <a16:creationId xmlns:a16="http://schemas.microsoft.com/office/drawing/2014/main" id="{22059341-8551-7FAB-AE83-159682662BA3}"/>
                </a:ext>
              </a:extLst>
            </p:cNvPr>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819;p17">
              <a:extLst>
                <a:ext uri="{FF2B5EF4-FFF2-40B4-BE49-F238E27FC236}">
                  <a16:creationId xmlns:a16="http://schemas.microsoft.com/office/drawing/2014/main" id="{2FB3091F-236C-262E-AF78-F611A10C0AE2}"/>
                </a:ext>
              </a:extLst>
            </p:cNvPr>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820;p17">
              <a:extLst>
                <a:ext uri="{FF2B5EF4-FFF2-40B4-BE49-F238E27FC236}">
                  <a16:creationId xmlns:a16="http://schemas.microsoft.com/office/drawing/2014/main" id="{2297FEF8-B548-34BB-6CAD-E2A0480C5ADD}"/>
                </a:ext>
              </a:extLst>
            </p:cNvPr>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821;p17">
              <a:extLst>
                <a:ext uri="{FF2B5EF4-FFF2-40B4-BE49-F238E27FC236}">
                  <a16:creationId xmlns:a16="http://schemas.microsoft.com/office/drawing/2014/main" id="{0EC3A7E7-AF58-9C41-D303-3EED2E59DDD6}"/>
                </a:ext>
              </a:extLst>
            </p:cNvPr>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822;p17">
              <a:extLst>
                <a:ext uri="{FF2B5EF4-FFF2-40B4-BE49-F238E27FC236}">
                  <a16:creationId xmlns:a16="http://schemas.microsoft.com/office/drawing/2014/main" id="{8907DCBB-77D0-6AA6-25A7-86B44D50CF46}"/>
                </a:ext>
              </a:extLst>
            </p:cNvPr>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823;p17">
              <a:extLst>
                <a:ext uri="{FF2B5EF4-FFF2-40B4-BE49-F238E27FC236}">
                  <a16:creationId xmlns:a16="http://schemas.microsoft.com/office/drawing/2014/main" id="{B0D82F63-6F93-AC3C-250F-E40D982A1EE2}"/>
                </a:ext>
              </a:extLst>
            </p:cNvPr>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824;p17">
              <a:extLst>
                <a:ext uri="{FF2B5EF4-FFF2-40B4-BE49-F238E27FC236}">
                  <a16:creationId xmlns:a16="http://schemas.microsoft.com/office/drawing/2014/main" id="{4402DD96-AC85-861D-2FBA-38A692A04EE3}"/>
                </a:ext>
              </a:extLst>
            </p:cNvPr>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825;p17">
              <a:extLst>
                <a:ext uri="{FF2B5EF4-FFF2-40B4-BE49-F238E27FC236}">
                  <a16:creationId xmlns:a16="http://schemas.microsoft.com/office/drawing/2014/main" id="{83669D62-2C59-B9F9-B359-C6CCF256D25B}"/>
                </a:ext>
              </a:extLst>
            </p:cNvPr>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826;p17">
              <a:extLst>
                <a:ext uri="{FF2B5EF4-FFF2-40B4-BE49-F238E27FC236}">
                  <a16:creationId xmlns:a16="http://schemas.microsoft.com/office/drawing/2014/main" id="{7BA84592-0581-2C33-8F60-A34FC8403BA0}"/>
                </a:ext>
              </a:extLst>
            </p:cNvPr>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827;p17">
              <a:extLst>
                <a:ext uri="{FF2B5EF4-FFF2-40B4-BE49-F238E27FC236}">
                  <a16:creationId xmlns:a16="http://schemas.microsoft.com/office/drawing/2014/main" id="{2001A317-C20D-E3B7-4C05-BBF519A0315B}"/>
                </a:ext>
              </a:extLst>
            </p:cNvPr>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828;p17">
              <a:extLst>
                <a:ext uri="{FF2B5EF4-FFF2-40B4-BE49-F238E27FC236}">
                  <a16:creationId xmlns:a16="http://schemas.microsoft.com/office/drawing/2014/main" id="{5465FB66-A4A9-5E01-1DAC-73C0A671D475}"/>
                </a:ext>
              </a:extLst>
            </p:cNvPr>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829;p17">
              <a:extLst>
                <a:ext uri="{FF2B5EF4-FFF2-40B4-BE49-F238E27FC236}">
                  <a16:creationId xmlns:a16="http://schemas.microsoft.com/office/drawing/2014/main" id="{2835B1E6-B10B-B896-C2BE-E62432DAA1E0}"/>
                </a:ext>
              </a:extLst>
            </p:cNvPr>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830;p17">
              <a:extLst>
                <a:ext uri="{FF2B5EF4-FFF2-40B4-BE49-F238E27FC236}">
                  <a16:creationId xmlns:a16="http://schemas.microsoft.com/office/drawing/2014/main" id="{5C9D92FD-9058-9109-6301-2FBCA8F94848}"/>
                </a:ext>
              </a:extLst>
            </p:cNvPr>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831;p17">
              <a:extLst>
                <a:ext uri="{FF2B5EF4-FFF2-40B4-BE49-F238E27FC236}">
                  <a16:creationId xmlns:a16="http://schemas.microsoft.com/office/drawing/2014/main" id="{959A4B3C-632F-F2E1-5F7E-DCB5D6E383A0}"/>
                </a:ext>
              </a:extLst>
            </p:cNvPr>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832;p17">
              <a:extLst>
                <a:ext uri="{FF2B5EF4-FFF2-40B4-BE49-F238E27FC236}">
                  <a16:creationId xmlns:a16="http://schemas.microsoft.com/office/drawing/2014/main" id="{FC95B6C2-14FA-4669-3AD2-EE40263FAE38}"/>
                </a:ext>
              </a:extLst>
            </p:cNvPr>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833;p17">
              <a:extLst>
                <a:ext uri="{FF2B5EF4-FFF2-40B4-BE49-F238E27FC236}">
                  <a16:creationId xmlns:a16="http://schemas.microsoft.com/office/drawing/2014/main" id="{1CC0E036-86FA-AE3C-0BA2-C6B7A83B4F0F}"/>
                </a:ext>
              </a:extLst>
            </p:cNvPr>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834;p17">
              <a:extLst>
                <a:ext uri="{FF2B5EF4-FFF2-40B4-BE49-F238E27FC236}">
                  <a16:creationId xmlns:a16="http://schemas.microsoft.com/office/drawing/2014/main" id="{2450FB48-27FB-DC1A-9409-4315D50FD695}"/>
                </a:ext>
              </a:extLst>
            </p:cNvPr>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835;p17">
              <a:extLst>
                <a:ext uri="{FF2B5EF4-FFF2-40B4-BE49-F238E27FC236}">
                  <a16:creationId xmlns:a16="http://schemas.microsoft.com/office/drawing/2014/main" id="{E6F9524A-60CF-1B4D-3831-5414071CBC68}"/>
                </a:ext>
              </a:extLst>
            </p:cNvPr>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836;p17">
              <a:extLst>
                <a:ext uri="{FF2B5EF4-FFF2-40B4-BE49-F238E27FC236}">
                  <a16:creationId xmlns:a16="http://schemas.microsoft.com/office/drawing/2014/main" id="{8D6BCDB1-7DFB-7E23-F2DC-7EDC37BADA01}"/>
                </a:ext>
              </a:extLst>
            </p:cNvPr>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837;p17">
              <a:extLst>
                <a:ext uri="{FF2B5EF4-FFF2-40B4-BE49-F238E27FC236}">
                  <a16:creationId xmlns:a16="http://schemas.microsoft.com/office/drawing/2014/main" id="{5DFC40EB-AFFF-EB30-9910-74E957B5A896}"/>
                </a:ext>
              </a:extLst>
            </p:cNvPr>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838;p17">
              <a:extLst>
                <a:ext uri="{FF2B5EF4-FFF2-40B4-BE49-F238E27FC236}">
                  <a16:creationId xmlns:a16="http://schemas.microsoft.com/office/drawing/2014/main" id="{D5ED0955-D1F1-1FC0-F88B-CF1B13D21AB0}"/>
                </a:ext>
              </a:extLst>
            </p:cNvPr>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839;p17">
              <a:extLst>
                <a:ext uri="{FF2B5EF4-FFF2-40B4-BE49-F238E27FC236}">
                  <a16:creationId xmlns:a16="http://schemas.microsoft.com/office/drawing/2014/main" id="{E6F05BC3-CEF7-9B3B-4212-48D4B5B1E6F7}"/>
                </a:ext>
              </a:extLst>
            </p:cNvPr>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840;p17">
              <a:extLst>
                <a:ext uri="{FF2B5EF4-FFF2-40B4-BE49-F238E27FC236}">
                  <a16:creationId xmlns:a16="http://schemas.microsoft.com/office/drawing/2014/main" id="{BF22A5A0-0C31-4D47-C96B-8B0000504987}"/>
                </a:ext>
              </a:extLst>
            </p:cNvPr>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841;p17">
              <a:extLst>
                <a:ext uri="{FF2B5EF4-FFF2-40B4-BE49-F238E27FC236}">
                  <a16:creationId xmlns:a16="http://schemas.microsoft.com/office/drawing/2014/main" id="{98ED8D8E-D23B-AD3B-BF8F-79F73DBF79AF}"/>
                </a:ext>
              </a:extLst>
            </p:cNvPr>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rgbClr val="FFFFFF"/>
            </a:solidFill>
            <a:ln w="9525" cap="flat" cmpd="sng">
              <a:solidFill>
                <a:srgbClr val="49494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842;p17">
              <a:extLst>
                <a:ext uri="{FF2B5EF4-FFF2-40B4-BE49-F238E27FC236}">
                  <a16:creationId xmlns:a16="http://schemas.microsoft.com/office/drawing/2014/main" id="{51A0386E-FB46-EFE7-8562-D00F8F59795D}"/>
                </a:ext>
              </a:extLst>
            </p:cNvPr>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843;p17">
              <a:extLst>
                <a:ext uri="{FF2B5EF4-FFF2-40B4-BE49-F238E27FC236}">
                  <a16:creationId xmlns:a16="http://schemas.microsoft.com/office/drawing/2014/main" id="{D324BDFA-06E7-3809-0BCF-17A92D3811EA}"/>
                </a:ext>
              </a:extLst>
            </p:cNvPr>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844;p17">
              <a:extLst>
                <a:ext uri="{FF2B5EF4-FFF2-40B4-BE49-F238E27FC236}">
                  <a16:creationId xmlns:a16="http://schemas.microsoft.com/office/drawing/2014/main" id="{75A00D99-96F7-2B3A-32EE-66530A7986EF}"/>
                </a:ext>
              </a:extLst>
            </p:cNvPr>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845;p17">
              <a:extLst>
                <a:ext uri="{FF2B5EF4-FFF2-40B4-BE49-F238E27FC236}">
                  <a16:creationId xmlns:a16="http://schemas.microsoft.com/office/drawing/2014/main" id="{BDA21F37-EC68-1F9C-0055-24853B86F47B}"/>
                </a:ext>
              </a:extLst>
            </p:cNvPr>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846;p17">
              <a:extLst>
                <a:ext uri="{FF2B5EF4-FFF2-40B4-BE49-F238E27FC236}">
                  <a16:creationId xmlns:a16="http://schemas.microsoft.com/office/drawing/2014/main" id="{FF58C7B4-175F-D1D5-5314-B6AE88252018}"/>
                </a:ext>
              </a:extLst>
            </p:cNvPr>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847;p17">
              <a:extLst>
                <a:ext uri="{FF2B5EF4-FFF2-40B4-BE49-F238E27FC236}">
                  <a16:creationId xmlns:a16="http://schemas.microsoft.com/office/drawing/2014/main" id="{A4FD4AE5-1BA5-7B86-5CE1-395DA5BD076D}"/>
                </a:ext>
              </a:extLst>
            </p:cNvPr>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848;p17">
              <a:extLst>
                <a:ext uri="{FF2B5EF4-FFF2-40B4-BE49-F238E27FC236}">
                  <a16:creationId xmlns:a16="http://schemas.microsoft.com/office/drawing/2014/main" id="{40810D5F-6B68-5232-C82C-C948004B9F4B}"/>
                </a:ext>
              </a:extLst>
            </p:cNvPr>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849;p17">
              <a:extLst>
                <a:ext uri="{FF2B5EF4-FFF2-40B4-BE49-F238E27FC236}">
                  <a16:creationId xmlns:a16="http://schemas.microsoft.com/office/drawing/2014/main" id="{72ABF59F-F637-902B-4359-BC9AC91DC9A2}"/>
                </a:ext>
              </a:extLst>
            </p:cNvPr>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850;p17">
              <a:extLst>
                <a:ext uri="{FF2B5EF4-FFF2-40B4-BE49-F238E27FC236}">
                  <a16:creationId xmlns:a16="http://schemas.microsoft.com/office/drawing/2014/main" id="{D0977401-F7B6-BEF0-ED32-FB5178AC4E0B}"/>
                </a:ext>
              </a:extLst>
            </p:cNvPr>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851;p17">
              <a:extLst>
                <a:ext uri="{FF2B5EF4-FFF2-40B4-BE49-F238E27FC236}">
                  <a16:creationId xmlns:a16="http://schemas.microsoft.com/office/drawing/2014/main" id="{F10B9B2A-7F0C-09BD-30DC-ACB7DFF3DC60}"/>
                </a:ext>
              </a:extLst>
            </p:cNvPr>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852;p17">
              <a:extLst>
                <a:ext uri="{FF2B5EF4-FFF2-40B4-BE49-F238E27FC236}">
                  <a16:creationId xmlns:a16="http://schemas.microsoft.com/office/drawing/2014/main" id="{0A0190B1-038D-1D68-7638-FD15F9266E75}"/>
                </a:ext>
              </a:extLst>
            </p:cNvPr>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853;p17">
              <a:extLst>
                <a:ext uri="{FF2B5EF4-FFF2-40B4-BE49-F238E27FC236}">
                  <a16:creationId xmlns:a16="http://schemas.microsoft.com/office/drawing/2014/main" id="{077D89A8-EE71-4490-F6D0-BB1A5504CB8A}"/>
                </a:ext>
              </a:extLst>
            </p:cNvPr>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854;p17">
              <a:extLst>
                <a:ext uri="{FF2B5EF4-FFF2-40B4-BE49-F238E27FC236}">
                  <a16:creationId xmlns:a16="http://schemas.microsoft.com/office/drawing/2014/main" id="{DF0C8AB4-8F8B-8D83-6532-9CB3BD5B8C7C}"/>
                </a:ext>
              </a:extLst>
            </p:cNvPr>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855;p17">
              <a:extLst>
                <a:ext uri="{FF2B5EF4-FFF2-40B4-BE49-F238E27FC236}">
                  <a16:creationId xmlns:a16="http://schemas.microsoft.com/office/drawing/2014/main" id="{39E04E88-CD3C-ACBB-23E8-49FC08EDC6E4}"/>
                </a:ext>
              </a:extLst>
            </p:cNvPr>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856;p17">
              <a:extLst>
                <a:ext uri="{FF2B5EF4-FFF2-40B4-BE49-F238E27FC236}">
                  <a16:creationId xmlns:a16="http://schemas.microsoft.com/office/drawing/2014/main" id="{928140D7-7AC8-80C5-0F48-028328C7A203}"/>
                </a:ext>
              </a:extLst>
            </p:cNvPr>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857;p17">
              <a:extLst>
                <a:ext uri="{FF2B5EF4-FFF2-40B4-BE49-F238E27FC236}">
                  <a16:creationId xmlns:a16="http://schemas.microsoft.com/office/drawing/2014/main" id="{828C9481-41F6-EA3E-BE9F-80F30A3A29E5}"/>
                </a:ext>
              </a:extLst>
            </p:cNvPr>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858;p17">
              <a:extLst>
                <a:ext uri="{FF2B5EF4-FFF2-40B4-BE49-F238E27FC236}">
                  <a16:creationId xmlns:a16="http://schemas.microsoft.com/office/drawing/2014/main" id="{7EB87EE1-0DB5-3024-7FF2-01BDB4E1D0E6}"/>
                </a:ext>
              </a:extLst>
            </p:cNvPr>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859;p17">
              <a:extLst>
                <a:ext uri="{FF2B5EF4-FFF2-40B4-BE49-F238E27FC236}">
                  <a16:creationId xmlns:a16="http://schemas.microsoft.com/office/drawing/2014/main" id="{BD190656-50ED-868E-CF95-2C607BFC95EB}"/>
                </a:ext>
              </a:extLst>
            </p:cNvPr>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860;p17">
              <a:extLst>
                <a:ext uri="{FF2B5EF4-FFF2-40B4-BE49-F238E27FC236}">
                  <a16:creationId xmlns:a16="http://schemas.microsoft.com/office/drawing/2014/main" id="{284F2C9C-17EC-7B60-F472-7A11756A710D}"/>
                </a:ext>
              </a:extLst>
            </p:cNvPr>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861;p17">
              <a:extLst>
                <a:ext uri="{FF2B5EF4-FFF2-40B4-BE49-F238E27FC236}">
                  <a16:creationId xmlns:a16="http://schemas.microsoft.com/office/drawing/2014/main" id="{DC1A449B-0235-8B45-4E18-583A22FB10A9}"/>
                </a:ext>
              </a:extLst>
            </p:cNvPr>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862;p17">
              <a:extLst>
                <a:ext uri="{FF2B5EF4-FFF2-40B4-BE49-F238E27FC236}">
                  <a16:creationId xmlns:a16="http://schemas.microsoft.com/office/drawing/2014/main" id="{0FB5252E-6CBD-6520-C27F-77F872E7378D}"/>
                </a:ext>
              </a:extLst>
            </p:cNvPr>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863;p17">
              <a:extLst>
                <a:ext uri="{FF2B5EF4-FFF2-40B4-BE49-F238E27FC236}">
                  <a16:creationId xmlns:a16="http://schemas.microsoft.com/office/drawing/2014/main" id="{E63A9EC1-F3DA-9E7C-BC5D-FFD96EF3B8E0}"/>
                </a:ext>
              </a:extLst>
            </p:cNvPr>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864;p17">
              <a:extLst>
                <a:ext uri="{FF2B5EF4-FFF2-40B4-BE49-F238E27FC236}">
                  <a16:creationId xmlns:a16="http://schemas.microsoft.com/office/drawing/2014/main" id="{E7746851-71A9-8A83-1A6C-F9E9F5EBFF08}"/>
                </a:ext>
              </a:extLst>
            </p:cNvPr>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865;p17">
              <a:extLst>
                <a:ext uri="{FF2B5EF4-FFF2-40B4-BE49-F238E27FC236}">
                  <a16:creationId xmlns:a16="http://schemas.microsoft.com/office/drawing/2014/main" id="{A9597D30-3E01-18BA-94DC-E1C6FDAC73E7}"/>
                </a:ext>
              </a:extLst>
            </p:cNvPr>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866;p17">
              <a:extLst>
                <a:ext uri="{FF2B5EF4-FFF2-40B4-BE49-F238E27FC236}">
                  <a16:creationId xmlns:a16="http://schemas.microsoft.com/office/drawing/2014/main" id="{0EDEB002-67AD-B249-3173-84F7FA12517B}"/>
                </a:ext>
              </a:extLst>
            </p:cNvPr>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867;p17">
              <a:extLst>
                <a:ext uri="{FF2B5EF4-FFF2-40B4-BE49-F238E27FC236}">
                  <a16:creationId xmlns:a16="http://schemas.microsoft.com/office/drawing/2014/main" id="{84F52E6C-5F3F-727A-E269-0433775B1487}"/>
                </a:ext>
              </a:extLst>
            </p:cNvPr>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868;p17">
              <a:extLst>
                <a:ext uri="{FF2B5EF4-FFF2-40B4-BE49-F238E27FC236}">
                  <a16:creationId xmlns:a16="http://schemas.microsoft.com/office/drawing/2014/main" id="{DEEC443E-886E-7257-8953-B60CD64B1606}"/>
                </a:ext>
              </a:extLst>
            </p:cNvPr>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869;p17">
              <a:extLst>
                <a:ext uri="{FF2B5EF4-FFF2-40B4-BE49-F238E27FC236}">
                  <a16:creationId xmlns:a16="http://schemas.microsoft.com/office/drawing/2014/main" id="{151D9431-C4F1-6D8B-D949-B5AB24DAF957}"/>
                </a:ext>
              </a:extLst>
            </p:cNvPr>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870;p17">
              <a:extLst>
                <a:ext uri="{FF2B5EF4-FFF2-40B4-BE49-F238E27FC236}">
                  <a16:creationId xmlns:a16="http://schemas.microsoft.com/office/drawing/2014/main" id="{A8187425-19B2-8906-C5DC-87A40C451C77}"/>
                </a:ext>
              </a:extLst>
            </p:cNvPr>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871;p17">
              <a:extLst>
                <a:ext uri="{FF2B5EF4-FFF2-40B4-BE49-F238E27FC236}">
                  <a16:creationId xmlns:a16="http://schemas.microsoft.com/office/drawing/2014/main" id="{41225DB5-9A59-DA16-2FBD-3A96EDB5D7C6}"/>
                </a:ext>
              </a:extLst>
            </p:cNvPr>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872;p17">
              <a:extLst>
                <a:ext uri="{FF2B5EF4-FFF2-40B4-BE49-F238E27FC236}">
                  <a16:creationId xmlns:a16="http://schemas.microsoft.com/office/drawing/2014/main" id="{BDB16F85-3449-060A-2F10-4385515D820A}"/>
                </a:ext>
              </a:extLst>
            </p:cNvPr>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873;p17">
              <a:extLst>
                <a:ext uri="{FF2B5EF4-FFF2-40B4-BE49-F238E27FC236}">
                  <a16:creationId xmlns:a16="http://schemas.microsoft.com/office/drawing/2014/main" id="{E563937E-2390-C57D-1563-5F1F23AADB90}"/>
                </a:ext>
              </a:extLst>
            </p:cNvPr>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874;p17">
              <a:extLst>
                <a:ext uri="{FF2B5EF4-FFF2-40B4-BE49-F238E27FC236}">
                  <a16:creationId xmlns:a16="http://schemas.microsoft.com/office/drawing/2014/main" id="{DDF51E8A-9BBD-0FCA-6C84-D6C1305F338F}"/>
                </a:ext>
              </a:extLst>
            </p:cNvPr>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875;p17">
              <a:extLst>
                <a:ext uri="{FF2B5EF4-FFF2-40B4-BE49-F238E27FC236}">
                  <a16:creationId xmlns:a16="http://schemas.microsoft.com/office/drawing/2014/main" id="{E0ED85E5-9898-7C2C-D9D6-4F8F7A0669D7}"/>
                </a:ext>
              </a:extLst>
            </p:cNvPr>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876;p17">
              <a:extLst>
                <a:ext uri="{FF2B5EF4-FFF2-40B4-BE49-F238E27FC236}">
                  <a16:creationId xmlns:a16="http://schemas.microsoft.com/office/drawing/2014/main" id="{934D134A-5557-11D1-9CD8-88972E2A7F79}"/>
                </a:ext>
              </a:extLst>
            </p:cNvPr>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877;p17">
              <a:extLst>
                <a:ext uri="{FF2B5EF4-FFF2-40B4-BE49-F238E27FC236}">
                  <a16:creationId xmlns:a16="http://schemas.microsoft.com/office/drawing/2014/main" id="{717DFDCD-6843-E3EA-AEA2-F1E0F144E930}"/>
                </a:ext>
              </a:extLst>
            </p:cNvPr>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878;p17">
              <a:extLst>
                <a:ext uri="{FF2B5EF4-FFF2-40B4-BE49-F238E27FC236}">
                  <a16:creationId xmlns:a16="http://schemas.microsoft.com/office/drawing/2014/main" id="{BE05904F-82AE-9BBF-A0FD-E2EFC4CC374C}"/>
                </a:ext>
              </a:extLst>
            </p:cNvPr>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879;p17">
              <a:extLst>
                <a:ext uri="{FF2B5EF4-FFF2-40B4-BE49-F238E27FC236}">
                  <a16:creationId xmlns:a16="http://schemas.microsoft.com/office/drawing/2014/main" id="{8FBF316E-6FBA-C98B-C1A2-6EEEB51395E7}"/>
                </a:ext>
              </a:extLst>
            </p:cNvPr>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880;p17">
              <a:extLst>
                <a:ext uri="{FF2B5EF4-FFF2-40B4-BE49-F238E27FC236}">
                  <a16:creationId xmlns:a16="http://schemas.microsoft.com/office/drawing/2014/main" id="{8D35E881-2451-ADB2-2B19-B01460C831C8}"/>
                </a:ext>
              </a:extLst>
            </p:cNvPr>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881;p17">
              <a:extLst>
                <a:ext uri="{FF2B5EF4-FFF2-40B4-BE49-F238E27FC236}">
                  <a16:creationId xmlns:a16="http://schemas.microsoft.com/office/drawing/2014/main" id="{DED92B82-414A-A88F-B6C8-E88F7B884A0C}"/>
                </a:ext>
              </a:extLst>
            </p:cNvPr>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rgbClr val="9E9E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882;p17">
              <a:extLst>
                <a:ext uri="{FF2B5EF4-FFF2-40B4-BE49-F238E27FC236}">
                  <a16:creationId xmlns:a16="http://schemas.microsoft.com/office/drawing/2014/main" id="{A7A5D941-D09F-3CB3-7FC2-0F9D9F49B38B}"/>
                </a:ext>
              </a:extLst>
            </p:cNvPr>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rgbClr val="9E9E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883;p17">
              <a:extLst>
                <a:ext uri="{FF2B5EF4-FFF2-40B4-BE49-F238E27FC236}">
                  <a16:creationId xmlns:a16="http://schemas.microsoft.com/office/drawing/2014/main" id="{CD31E2AE-8818-041B-8EFF-70B02C6AAA8A}"/>
                </a:ext>
              </a:extLst>
            </p:cNvPr>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884;p17">
              <a:extLst>
                <a:ext uri="{FF2B5EF4-FFF2-40B4-BE49-F238E27FC236}">
                  <a16:creationId xmlns:a16="http://schemas.microsoft.com/office/drawing/2014/main" id="{E32149CC-54CD-F6D7-CE18-956D707064AA}"/>
                </a:ext>
              </a:extLst>
            </p:cNvPr>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885;p17">
              <a:extLst>
                <a:ext uri="{FF2B5EF4-FFF2-40B4-BE49-F238E27FC236}">
                  <a16:creationId xmlns:a16="http://schemas.microsoft.com/office/drawing/2014/main" id="{543E76F5-C4EA-E7C3-7454-43E1A0C85500}"/>
                </a:ext>
              </a:extLst>
            </p:cNvPr>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886;p17">
              <a:extLst>
                <a:ext uri="{FF2B5EF4-FFF2-40B4-BE49-F238E27FC236}">
                  <a16:creationId xmlns:a16="http://schemas.microsoft.com/office/drawing/2014/main" id="{BC883EA0-2925-328F-45F9-B381D2CBA973}"/>
                </a:ext>
              </a:extLst>
            </p:cNvPr>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887;p17">
              <a:extLst>
                <a:ext uri="{FF2B5EF4-FFF2-40B4-BE49-F238E27FC236}">
                  <a16:creationId xmlns:a16="http://schemas.microsoft.com/office/drawing/2014/main" id="{EC34BEE3-9709-7B69-C373-AE18FB359490}"/>
                </a:ext>
              </a:extLst>
            </p:cNvPr>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888;p17">
              <a:extLst>
                <a:ext uri="{FF2B5EF4-FFF2-40B4-BE49-F238E27FC236}">
                  <a16:creationId xmlns:a16="http://schemas.microsoft.com/office/drawing/2014/main" id="{683647F3-4CDD-75CF-6B9E-8F3B72ECEC2F}"/>
                </a:ext>
              </a:extLst>
            </p:cNvPr>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889;p17">
              <a:extLst>
                <a:ext uri="{FF2B5EF4-FFF2-40B4-BE49-F238E27FC236}">
                  <a16:creationId xmlns:a16="http://schemas.microsoft.com/office/drawing/2014/main" id="{AB39739B-EF4B-08D4-B7BB-CB11B1E169F2}"/>
                </a:ext>
              </a:extLst>
            </p:cNvPr>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890;p17">
              <a:extLst>
                <a:ext uri="{FF2B5EF4-FFF2-40B4-BE49-F238E27FC236}">
                  <a16:creationId xmlns:a16="http://schemas.microsoft.com/office/drawing/2014/main" id="{8E858838-9B8C-8D13-3989-B7071126B556}"/>
                </a:ext>
              </a:extLst>
            </p:cNvPr>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891;p17">
              <a:extLst>
                <a:ext uri="{FF2B5EF4-FFF2-40B4-BE49-F238E27FC236}">
                  <a16:creationId xmlns:a16="http://schemas.microsoft.com/office/drawing/2014/main" id="{1D429BA2-DA7C-CC21-C585-E483A77928FF}"/>
                </a:ext>
              </a:extLst>
            </p:cNvPr>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892;p17">
              <a:extLst>
                <a:ext uri="{FF2B5EF4-FFF2-40B4-BE49-F238E27FC236}">
                  <a16:creationId xmlns:a16="http://schemas.microsoft.com/office/drawing/2014/main" id="{6C889C1A-B9BE-9B29-92AB-014B9F76B0DB}"/>
                </a:ext>
              </a:extLst>
            </p:cNvPr>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893;p17">
              <a:extLst>
                <a:ext uri="{FF2B5EF4-FFF2-40B4-BE49-F238E27FC236}">
                  <a16:creationId xmlns:a16="http://schemas.microsoft.com/office/drawing/2014/main" id="{CDD0CEDD-110A-F7DB-8E66-7DF5ADF7EF07}"/>
                </a:ext>
              </a:extLst>
            </p:cNvPr>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894;p17">
              <a:extLst>
                <a:ext uri="{FF2B5EF4-FFF2-40B4-BE49-F238E27FC236}">
                  <a16:creationId xmlns:a16="http://schemas.microsoft.com/office/drawing/2014/main" id="{FC247D5A-334E-3FBB-E192-6EF621D49DDF}"/>
                </a:ext>
              </a:extLst>
            </p:cNvPr>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895;p17">
              <a:extLst>
                <a:ext uri="{FF2B5EF4-FFF2-40B4-BE49-F238E27FC236}">
                  <a16:creationId xmlns:a16="http://schemas.microsoft.com/office/drawing/2014/main" id="{385C7B33-42E5-8440-6778-9E7AE12AFC5E}"/>
                </a:ext>
              </a:extLst>
            </p:cNvPr>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rgbClr val="477797"/>
            </a:solidFill>
            <a:ln w="9525" cap="flat" cmpd="sng">
              <a:solidFill>
                <a:srgbClr val="47779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896;p17">
              <a:extLst>
                <a:ext uri="{FF2B5EF4-FFF2-40B4-BE49-F238E27FC236}">
                  <a16:creationId xmlns:a16="http://schemas.microsoft.com/office/drawing/2014/main" id="{4BF94890-FF28-D94B-3224-6B585F9C19B6}"/>
                </a:ext>
              </a:extLst>
            </p:cNvPr>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897;p17">
              <a:extLst>
                <a:ext uri="{FF2B5EF4-FFF2-40B4-BE49-F238E27FC236}">
                  <a16:creationId xmlns:a16="http://schemas.microsoft.com/office/drawing/2014/main" id="{DBF59D1A-436F-3575-9905-F36D57DC5406}"/>
                </a:ext>
              </a:extLst>
            </p:cNvPr>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898;p17">
              <a:extLst>
                <a:ext uri="{FF2B5EF4-FFF2-40B4-BE49-F238E27FC236}">
                  <a16:creationId xmlns:a16="http://schemas.microsoft.com/office/drawing/2014/main" id="{203D403B-784A-F600-59C6-973BD91DC119}"/>
                </a:ext>
              </a:extLst>
            </p:cNvPr>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899;p17">
              <a:extLst>
                <a:ext uri="{FF2B5EF4-FFF2-40B4-BE49-F238E27FC236}">
                  <a16:creationId xmlns:a16="http://schemas.microsoft.com/office/drawing/2014/main" id="{9F4C14DD-6B54-E3BF-B0E0-29C618FD232E}"/>
                </a:ext>
              </a:extLst>
            </p:cNvPr>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900;p17">
              <a:extLst>
                <a:ext uri="{FF2B5EF4-FFF2-40B4-BE49-F238E27FC236}">
                  <a16:creationId xmlns:a16="http://schemas.microsoft.com/office/drawing/2014/main" id="{48378594-E72F-4FC0-B698-654B178DA35A}"/>
                </a:ext>
              </a:extLst>
            </p:cNvPr>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901;p17">
              <a:extLst>
                <a:ext uri="{FF2B5EF4-FFF2-40B4-BE49-F238E27FC236}">
                  <a16:creationId xmlns:a16="http://schemas.microsoft.com/office/drawing/2014/main" id="{11DB7321-8580-A98D-2C6C-4B61664084D7}"/>
                </a:ext>
              </a:extLst>
            </p:cNvPr>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902;p17">
              <a:extLst>
                <a:ext uri="{FF2B5EF4-FFF2-40B4-BE49-F238E27FC236}">
                  <a16:creationId xmlns:a16="http://schemas.microsoft.com/office/drawing/2014/main" id="{E6406678-3B38-EC9B-38B9-E83856C68029}"/>
                </a:ext>
              </a:extLst>
            </p:cNvPr>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rgbClr val="47779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903;p17">
              <a:extLst>
                <a:ext uri="{FF2B5EF4-FFF2-40B4-BE49-F238E27FC236}">
                  <a16:creationId xmlns:a16="http://schemas.microsoft.com/office/drawing/2014/main" id="{1DA99D75-6AE0-9B96-E037-CF8C658F81B6}"/>
                </a:ext>
              </a:extLst>
            </p:cNvPr>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904;p17">
              <a:extLst>
                <a:ext uri="{FF2B5EF4-FFF2-40B4-BE49-F238E27FC236}">
                  <a16:creationId xmlns:a16="http://schemas.microsoft.com/office/drawing/2014/main" id="{25FFDFCA-A208-1681-2735-E6C1478485DE}"/>
                </a:ext>
              </a:extLst>
            </p:cNvPr>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905;p17">
              <a:extLst>
                <a:ext uri="{FF2B5EF4-FFF2-40B4-BE49-F238E27FC236}">
                  <a16:creationId xmlns:a16="http://schemas.microsoft.com/office/drawing/2014/main" id="{F70A2440-3B86-B435-B02B-DFC667E585E9}"/>
                </a:ext>
              </a:extLst>
            </p:cNvPr>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906;p17">
              <a:extLst>
                <a:ext uri="{FF2B5EF4-FFF2-40B4-BE49-F238E27FC236}">
                  <a16:creationId xmlns:a16="http://schemas.microsoft.com/office/drawing/2014/main" id="{8D0CA3BB-CC59-AC76-662E-B3D9BF8B579B}"/>
                </a:ext>
              </a:extLst>
            </p:cNvPr>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907;p17">
              <a:extLst>
                <a:ext uri="{FF2B5EF4-FFF2-40B4-BE49-F238E27FC236}">
                  <a16:creationId xmlns:a16="http://schemas.microsoft.com/office/drawing/2014/main" id="{5854C67F-E6F2-3D0E-AC8C-249FB4E80F3C}"/>
                </a:ext>
              </a:extLst>
            </p:cNvPr>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908;p17">
              <a:extLst>
                <a:ext uri="{FF2B5EF4-FFF2-40B4-BE49-F238E27FC236}">
                  <a16:creationId xmlns:a16="http://schemas.microsoft.com/office/drawing/2014/main" id="{21AE8667-40C0-4A3D-6D0E-728DD00ED6FB}"/>
                </a:ext>
              </a:extLst>
            </p:cNvPr>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909;p17">
              <a:extLst>
                <a:ext uri="{FF2B5EF4-FFF2-40B4-BE49-F238E27FC236}">
                  <a16:creationId xmlns:a16="http://schemas.microsoft.com/office/drawing/2014/main" id="{47790E86-05A9-3AA0-9557-96D310BD7B2A}"/>
                </a:ext>
              </a:extLst>
            </p:cNvPr>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910;p17">
              <a:extLst>
                <a:ext uri="{FF2B5EF4-FFF2-40B4-BE49-F238E27FC236}">
                  <a16:creationId xmlns:a16="http://schemas.microsoft.com/office/drawing/2014/main" id="{8071C9E9-99CB-B474-FD70-0590D2D249A3}"/>
                </a:ext>
              </a:extLst>
            </p:cNvPr>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911;p17">
              <a:extLst>
                <a:ext uri="{FF2B5EF4-FFF2-40B4-BE49-F238E27FC236}">
                  <a16:creationId xmlns:a16="http://schemas.microsoft.com/office/drawing/2014/main" id="{3060EFDB-3450-489C-7A24-2D6AE5BD3FE2}"/>
                </a:ext>
              </a:extLst>
            </p:cNvPr>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912;p17">
              <a:extLst>
                <a:ext uri="{FF2B5EF4-FFF2-40B4-BE49-F238E27FC236}">
                  <a16:creationId xmlns:a16="http://schemas.microsoft.com/office/drawing/2014/main" id="{61F57DB3-E51A-382E-7A8D-2A832C39F4EB}"/>
                </a:ext>
              </a:extLst>
            </p:cNvPr>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913;p17">
              <a:extLst>
                <a:ext uri="{FF2B5EF4-FFF2-40B4-BE49-F238E27FC236}">
                  <a16:creationId xmlns:a16="http://schemas.microsoft.com/office/drawing/2014/main" id="{DB34F931-B15D-7FCF-9291-AA158AC349C6}"/>
                </a:ext>
              </a:extLst>
            </p:cNvPr>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rgbClr val="477797"/>
            </a:solidFill>
            <a:ln w="9525" cap="flat" cmpd="sng">
              <a:solidFill>
                <a:srgbClr val="47779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914;p17">
              <a:extLst>
                <a:ext uri="{FF2B5EF4-FFF2-40B4-BE49-F238E27FC236}">
                  <a16:creationId xmlns:a16="http://schemas.microsoft.com/office/drawing/2014/main" id="{4BB13CD2-44AF-4C1C-0B46-26709B6DF6AB}"/>
                </a:ext>
              </a:extLst>
            </p:cNvPr>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915;p17">
              <a:extLst>
                <a:ext uri="{FF2B5EF4-FFF2-40B4-BE49-F238E27FC236}">
                  <a16:creationId xmlns:a16="http://schemas.microsoft.com/office/drawing/2014/main" id="{1FA8503E-1A5D-F284-A860-D012DC8833C0}"/>
                </a:ext>
              </a:extLst>
            </p:cNvPr>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916;p17">
              <a:extLst>
                <a:ext uri="{FF2B5EF4-FFF2-40B4-BE49-F238E27FC236}">
                  <a16:creationId xmlns:a16="http://schemas.microsoft.com/office/drawing/2014/main" id="{42871E3C-7ACD-60BB-E21E-B1BC5F830D7E}"/>
                </a:ext>
              </a:extLst>
            </p:cNvPr>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917;p17">
              <a:extLst>
                <a:ext uri="{FF2B5EF4-FFF2-40B4-BE49-F238E27FC236}">
                  <a16:creationId xmlns:a16="http://schemas.microsoft.com/office/drawing/2014/main" id="{10B5D94E-B9D0-3D47-350F-C256A18E261B}"/>
                </a:ext>
              </a:extLst>
            </p:cNvPr>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918;p17">
              <a:extLst>
                <a:ext uri="{FF2B5EF4-FFF2-40B4-BE49-F238E27FC236}">
                  <a16:creationId xmlns:a16="http://schemas.microsoft.com/office/drawing/2014/main" id="{66A6DD88-1DA0-5E3E-8AB1-E217A69ED551}"/>
                </a:ext>
              </a:extLst>
            </p:cNvPr>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919;p17">
              <a:extLst>
                <a:ext uri="{FF2B5EF4-FFF2-40B4-BE49-F238E27FC236}">
                  <a16:creationId xmlns:a16="http://schemas.microsoft.com/office/drawing/2014/main" id="{59478416-DD86-0022-74DB-1EB86C79E339}"/>
                </a:ext>
              </a:extLst>
            </p:cNvPr>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920;p17">
              <a:extLst>
                <a:ext uri="{FF2B5EF4-FFF2-40B4-BE49-F238E27FC236}">
                  <a16:creationId xmlns:a16="http://schemas.microsoft.com/office/drawing/2014/main" id="{F81FA244-AD8F-E1AD-12AF-D37C7EA33E55}"/>
                </a:ext>
              </a:extLst>
            </p:cNvPr>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921;p17">
              <a:extLst>
                <a:ext uri="{FF2B5EF4-FFF2-40B4-BE49-F238E27FC236}">
                  <a16:creationId xmlns:a16="http://schemas.microsoft.com/office/drawing/2014/main" id="{B2F2FA5B-D430-6169-3A84-36E54C49AEDB}"/>
                </a:ext>
              </a:extLst>
            </p:cNvPr>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rgbClr val="49494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6" name="Google Shape;2148;p38">
            <a:extLst>
              <a:ext uri="{FF2B5EF4-FFF2-40B4-BE49-F238E27FC236}">
                <a16:creationId xmlns:a16="http://schemas.microsoft.com/office/drawing/2014/main" id="{5D8FD9E2-95A0-6D78-2421-237FD09B45B1}"/>
              </a:ext>
            </a:extLst>
          </p:cNvPr>
          <p:cNvSpPr txBox="1">
            <a:spLocks/>
          </p:cNvSpPr>
          <p:nvPr/>
        </p:nvSpPr>
        <p:spPr>
          <a:xfrm>
            <a:off x="1447500" y="887567"/>
            <a:ext cx="15393000" cy="1145400"/>
          </a:xfrm>
          <a:prstGeom prst="rect">
            <a:avLst/>
          </a:prstGeom>
        </p:spPr>
        <p:txBody>
          <a:bodyPr spcFirstLastPara="1" vert="horz" wrap="square" lIns="182850" tIns="182850" rIns="182850" bIns="18285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ts val="0"/>
              </a:spcBef>
            </a:pPr>
            <a:r>
              <a:rPr lang="en-US" dirty="0">
                <a:solidFill>
                  <a:schemeClr val="tx2">
                    <a:lumMod val="75000"/>
                  </a:schemeClr>
                </a:solidFill>
                <a:latin typeface="Amasis MT Pro Medium" panose="02040604050005020304" pitchFamily="18" charset="0"/>
              </a:rPr>
              <a:t>PROJECT ANALYSIS</a:t>
            </a:r>
          </a:p>
        </p:txBody>
      </p:sp>
      <p:sp>
        <p:nvSpPr>
          <p:cNvPr id="198" name="TextBox 197">
            <a:extLst>
              <a:ext uri="{FF2B5EF4-FFF2-40B4-BE49-F238E27FC236}">
                <a16:creationId xmlns:a16="http://schemas.microsoft.com/office/drawing/2014/main" id="{CC6A84F1-CB61-A73B-B093-4582E65D3C5E}"/>
              </a:ext>
            </a:extLst>
          </p:cNvPr>
          <p:cNvSpPr txBox="1"/>
          <p:nvPr/>
        </p:nvSpPr>
        <p:spPr>
          <a:xfrm>
            <a:off x="9372600" y="4229100"/>
            <a:ext cx="8153400" cy="5293757"/>
          </a:xfrm>
          <a:prstGeom prst="rect">
            <a:avLst/>
          </a:prstGeom>
          <a:noFill/>
        </p:spPr>
        <p:txBody>
          <a:bodyPr wrap="square" rtlCol="0">
            <a:spAutoFit/>
          </a:bodyPr>
          <a:lstStyle/>
          <a:p>
            <a:r>
              <a:rPr lang="en-IN" sz="3200" b="1" dirty="0"/>
              <a:t>Live Video Feed:</a:t>
            </a:r>
            <a:r>
              <a:rPr lang="en-IN" sz="3200" dirty="0"/>
              <a:t> Captured through a webcam or smartphone camera for real-time eye monitoring.</a:t>
            </a:r>
          </a:p>
          <a:p>
            <a:r>
              <a:rPr lang="en-IN" sz="3200" b="1" dirty="0"/>
              <a:t>Eye Landmarks:</a:t>
            </a:r>
            <a:r>
              <a:rPr lang="en-IN" sz="3200" dirty="0"/>
              <a:t> Extracted using </a:t>
            </a:r>
            <a:r>
              <a:rPr lang="en-IN" sz="3200" dirty="0" err="1"/>
              <a:t>RetinaFace</a:t>
            </a:r>
            <a:r>
              <a:rPr lang="en-IN" sz="3200" dirty="0"/>
              <a:t> to isolate left and right eye regions.</a:t>
            </a:r>
          </a:p>
          <a:p>
            <a:r>
              <a:rPr lang="en-IN" sz="3200" b="1" dirty="0"/>
              <a:t>Blink Features:</a:t>
            </a:r>
            <a:r>
              <a:rPr lang="en-IN" sz="3200" dirty="0"/>
              <a:t> Includes blink frequency, blink duration, and blink irregularity.</a:t>
            </a:r>
          </a:p>
          <a:p>
            <a:r>
              <a:rPr lang="en-IN" sz="3200" b="1" dirty="0"/>
              <a:t>Physiological Indicators:</a:t>
            </a:r>
            <a:r>
              <a:rPr lang="en-IN" sz="3200" dirty="0"/>
              <a:t> Micro-level eye </a:t>
            </a:r>
            <a:r>
              <a:rPr lang="en-IN" sz="3200" dirty="0" err="1"/>
              <a:t>behavior</a:t>
            </a:r>
            <a:r>
              <a:rPr lang="en-IN" sz="3200" dirty="0"/>
              <a:t> reflecting stress, fatigue, and cognitive load.</a:t>
            </a:r>
          </a:p>
          <a:p>
            <a:endParaRPr lang="en-IN" dirty="0"/>
          </a:p>
        </p:txBody>
      </p:sp>
      <p:sp>
        <p:nvSpPr>
          <p:cNvPr id="199" name="TextBox 198">
            <a:extLst>
              <a:ext uri="{FF2B5EF4-FFF2-40B4-BE49-F238E27FC236}">
                <a16:creationId xmlns:a16="http://schemas.microsoft.com/office/drawing/2014/main" id="{3B4D6D31-E089-DDFD-8495-01A13088C601}"/>
              </a:ext>
            </a:extLst>
          </p:cNvPr>
          <p:cNvSpPr txBox="1"/>
          <p:nvPr/>
        </p:nvSpPr>
        <p:spPr>
          <a:xfrm>
            <a:off x="9144000" y="3238500"/>
            <a:ext cx="7695900" cy="1323439"/>
          </a:xfrm>
          <a:prstGeom prst="rect">
            <a:avLst/>
          </a:prstGeom>
          <a:noFill/>
        </p:spPr>
        <p:txBody>
          <a:bodyPr wrap="square" rtlCol="0">
            <a:spAutoFit/>
          </a:bodyPr>
          <a:lstStyle/>
          <a:p>
            <a:r>
              <a:rPr lang="en-US" sz="4000" b="1" dirty="0">
                <a:solidFill>
                  <a:schemeClr val="tx2">
                    <a:lumMod val="75000"/>
                  </a:schemeClr>
                </a:solidFill>
                <a:latin typeface="Amasis MT Pro Medium" panose="02040604050005020304" pitchFamily="18" charset="0"/>
              </a:rPr>
              <a:t>1. Input Factors (Data Sources)</a:t>
            </a:r>
          </a:p>
          <a:p>
            <a:endParaRPr lang="en-IN" sz="4000" dirty="0">
              <a:solidFill>
                <a:schemeClr val="tx2">
                  <a:lumMod val="75000"/>
                </a:schemeClr>
              </a:solidFill>
              <a:latin typeface="Amasis MT Pro Medium" panose="02040604050005020304" pitchFamily="18" charset="0"/>
            </a:endParaRPr>
          </a:p>
        </p:txBody>
      </p:sp>
    </p:spTree>
    <p:extLst>
      <p:ext uri="{BB962C8B-B14F-4D97-AF65-F5344CB8AC3E}">
        <p14:creationId xmlns:p14="http://schemas.microsoft.com/office/powerpoint/2010/main" val="137095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AB3AD-ED64-59F5-8C95-BFD7C1BAF182}"/>
            </a:ext>
          </a:extLst>
        </p:cNvPr>
        <p:cNvGrpSpPr/>
        <p:nvPr/>
      </p:nvGrpSpPr>
      <p:grpSpPr>
        <a:xfrm>
          <a:off x="0" y="0"/>
          <a:ext cx="0" cy="0"/>
          <a:chOff x="0" y="0"/>
          <a:chExt cx="0" cy="0"/>
        </a:xfrm>
      </p:grpSpPr>
      <p:sp>
        <p:nvSpPr>
          <p:cNvPr id="196" name="Google Shape;2148;p38">
            <a:extLst>
              <a:ext uri="{FF2B5EF4-FFF2-40B4-BE49-F238E27FC236}">
                <a16:creationId xmlns:a16="http://schemas.microsoft.com/office/drawing/2014/main" id="{27C7C92C-4BC3-4159-5885-1CB3726460BA}"/>
              </a:ext>
            </a:extLst>
          </p:cNvPr>
          <p:cNvSpPr txBox="1">
            <a:spLocks/>
          </p:cNvSpPr>
          <p:nvPr/>
        </p:nvSpPr>
        <p:spPr>
          <a:xfrm>
            <a:off x="1447500" y="887567"/>
            <a:ext cx="15393000" cy="1145400"/>
          </a:xfrm>
          <a:prstGeom prst="rect">
            <a:avLst/>
          </a:prstGeom>
        </p:spPr>
        <p:txBody>
          <a:bodyPr spcFirstLastPara="1" vert="horz" wrap="square" lIns="182850" tIns="182850" rIns="182850" bIns="18285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ts val="0"/>
              </a:spcBef>
            </a:pPr>
            <a:r>
              <a:rPr lang="en-US" dirty="0">
                <a:solidFill>
                  <a:schemeClr val="tx2">
                    <a:lumMod val="75000"/>
                  </a:schemeClr>
                </a:solidFill>
                <a:latin typeface="Amasis MT Pro Medium" panose="02040604050005020304" pitchFamily="18" charset="0"/>
              </a:rPr>
              <a:t>PROJECT ANALYSIS</a:t>
            </a:r>
          </a:p>
        </p:txBody>
      </p:sp>
      <p:grpSp>
        <p:nvGrpSpPr>
          <p:cNvPr id="197" name="Google Shape;1158;p25">
            <a:extLst>
              <a:ext uri="{FF2B5EF4-FFF2-40B4-BE49-F238E27FC236}">
                <a16:creationId xmlns:a16="http://schemas.microsoft.com/office/drawing/2014/main" id="{9DA1CB16-C287-1A9F-DD46-1FF1B455FB0C}"/>
              </a:ext>
            </a:extLst>
          </p:cNvPr>
          <p:cNvGrpSpPr/>
          <p:nvPr/>
        </p:nvGrpSpPr>
        <p:grpSpPr>
          <a:xfrm>
            <a:off x="10744200" y="2751268"/>
            <a:ext cx="7924800" cy="7558592"/>
            <a:chOff x="1744400" y="429725"/>
            <a:chExt cx="4623925" cy="4948200"/>
          </a:xfrm>
        </p:grpSpPr>
        <p:sp>
          <p:nvSpPr>
            <p:cNvPr id="198" name="Google Shape;1159;p25">
              <a:extLst>
                <a:ext uri="{FF2B5EF4-FFF2-40B4-BE49-F238E27FC236}">
                  <a16:creationId xmlns:a16="http://schemas.microsoft.com/office/drawing/2014/main" id="{E8BFE201-A13E-E896-5347-A44F5BC0B568}"/>
                </a:ext>
              </a:extLst>
            </p:cNvPr>
            <p:cNvSpPr/>
            <p:nvPr/>
          </p:nvSpPr>
          <p:spPr>
            <a:xfrm>
              <a:off x="1744400" y="430000"/>
              <a:ext cx="4623925" cy="4588575"/>
            </a:xfrm>
            <a:custGeom>
              <a:avLst/>
              <a:gdLst/>
              <a:ahLst/>
              <a:cxnLst/>
              <a:rect l="l" t="t" r="r" b="b"/>
              <a:pathLst>
                <a:path w="184957" h="183543" extrusionOk="0">
                  <a:moveTo>
                    <a:pt x="93830" y="1"/>
                  </a:moveTo>
                  <a:cubicBezTo>
                    <a:pt x="76191" y="1"/>
                    <a:pt x="57391" y="6440"/>
                    <a:pt x="42281" y="19249"/>
                  </a:cubicBezTo>
                  <a:cubicBezTo>
                    <a:pt x="12606" y="44404"/>
                    <a:pt x="7524" y="71664"/>
                    <a:pt x="7524" y="71664"/>
                  </a:cubicBezTo>
                  <a:cubicBezTo>
                    <a:pt x="7524" y="71664"/>
                    <a:pt x="0" y="103754"/>
                    <a:pt x="20916" y="131716"/>
                  </a:cubicBezTo>
                  <a:cubicBezTo>
                    <a:pt x="41831" y="159679"/>
                    <a:pt x="78300" y="170544"/>
                    <a:pt x="107611" y="180117"/>
                  </a:cubicBezTo>
                  <a:cubicBezTo>
                    <a:pt x="114704" y="182434"/>
                    <a:pt x="121689" y="183542"/>
                    <a:pt x="128348" y="183542"/>
                  </a:cubicBezTo>
                  <a:cubicBezTo>
                    <a:pt x="149206" y="183542"/>
                    <a:pt x="166871" y="172670"/>
                    <a:pt x="174681" y="154008"/>
                  </a:cubicBezTo>
                  <a:cubicBezTo>
                    <a:pt x="184956" y="129386"/>
                    <a:pt x="164181" y="116107"/>
                    <a:pt x="159577" y="83933"/>
                  </a:cubicBezTo>
                  <a:cubicBezTo>
                    <a:pt x="155001" y="51759"/>
                    <a:pt x="158650" y="42495"/>
                    <a:pt x="137257" y="18013"/>
                  </a:cubicBezTo>
                  <a:cubicBezTo>
                    <a:pt x="126757" y="5984"/>
                    <a:pt x="110833" y="1"/>
                    <a:pt x="93830" y="1"/>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160;p25">
              <a:extLst>
                <a:ext uri="{FF2B5EF4-FFF2-40B4-BE49-F238E27FC236}">
                  <a16:creationId xmlns:a16="http://schemas.microsoft.com/office/drawing/2014/main" id="{0DC7B6FD-B28E-5703-D09A-FD97CC339F54}"/>
                </a:ext>
              </a:extLst>
            </p:cNvPr>
            <p:cNvSpPr/>
            <p:nvPr/>
          </p:nvSpPr>
          <p:spPr>
            <a:xfrm>
              <a:off x="1899500" y="429725"/>
              <a:ext cx="4282125" cy="4588850"/>
            </a:xfrm>
            <a:custGeom>
              <a:avLst/>
              <a:gdLst/>
              <a:ahLst/>
              <a:cxnLst/>
              <a:rect l="l" t="t" r="r" b="b"/>
              <a:pathLst>
                <a:path w="171285" h="183554" extrusionOk="0">
                  <a:moveTo>
                    <a:pt x="170470" y="133468"/>
                  </a:moveTo>
                  <a:lnTo>
                    <a:pt x="170470" y="147814"/>
                  </a:lnTo>
                  <a:cubicBezTo>
                    <a:pt x="171032" y="145372"/>
                    <a:pt x="171285" y="143013"/>
                    <a:pt x="171285" y="140711"/>
                  </a:cubicBezTo>
                  <a:cubicBezTo>
                    <a:pt x="171285" y="138241"/>
                    <a:pt x="171004" y="135854"/>
                    <a:pt x="170470" y="133468"/>
                  </a:cubicBezTo>
                  <a:close/>
                  <a:moveTo>
                    <a:pt x="87622" y="0"/>
                  </a:moveTo>
                  <a:cubicBezTo>
                    <a:pt x="70777" y="0"/>
                    <a:pt x="52893" y="5896"/>
                    <a:pt x="38126" y="17575"/>
                  </a:cubicBezTo>
                  <a:lnTo>
                    <a:pt x="103147" y="17575"/>
                  </a:lnTo>
                  <a:lnTo>
                    <a:pt x="103147" y="91805"/>
                  </a:lnTo>
                  <a:lnTo>
                    <a:pt x="3931" y="91805"/>
                  </a:lnTo>
                  <a:lnTo>
                    <a:pt x="3931" y="63169"/>
                  </a:lnTo>
                  <a:cubicBezTo>
                    <a:pt x="1910" y="68419"/>
                    <a:pt x="1320" y="71675"/>
                    <a:pt x="1320" y="71675"/>
                  </a:cubicBezTo>
                  <a:cubicBezTo>
                    <a:pt x="1320" y="71675"/>
                    <a:pt x="1" y="77290"/>
                    <a:pt x="1" y="85853"/>
                  </a:cubicBezTo>
                  <a:cubicBezTo>
                    <a:pt x="1" y="97785"/>
                    <a:pt x="2555" y="115444"/>
                    <a:pt x="14712" y="131727"/>
                  </a:cubicBezTo>
                  <a:cubicBezTo>
                    <a:pt x="35627" y="159690"/>
                    <a:pt x="72096" y="170555"/>
                    <a:pt x="101407" y="180128"/>
                  </a:cubicBezTo>
                  <a:cubicBezTo>
                    <a:pt x="108509" y="182458"/>
                    <a:pt x="115500" y="183553"/>
                    <a:pt x="122154" y="183553"/>
                  </a:cubicBezTo>
                  <a:cubicBezTo>
                    <a:pt x="143013" y="183553"/>
                    <a:pt x="160672" y="172688"/>
                    <a:pt x="168477" y="154019"/>
                  </a:cubicBezTo>
                  <a:cubicBezTo>
                    <a:pt x="169095" y="152503"/>
                    <a:pt x="169628" y="151015"/>
                    <a:pt x="170021" y="149583"/>
                  </a:cubicBezTo>
                  <a:lnTo>
                    <a:pt x="100452" y="149583"/>
                  </a:lnTo>
                  <a:lnTo>
                    <a:pt x="100452" y="98290"/>
                  </a:lnTo>
                  <a:lnTo>
                    <a:pt x="100452" y="97167"/>
                  </a:lnTo>
                  <a:lnTo>
                    <a:pt x="100452" y="94079"/>
                  </a:lnTo>
                  <a:lnTo>
                    <a:pt x="117465" y="94079"/>
                  </a:lnTo>
                  <a:lnTo>
                    <a:pt x="119402" y="97167"/>
                  </a:lnTo>
                  <a:lnTo>
                    <a:pt x="156349" y="97167"/>
                  </a:lnTo>
                  <a:cubicBezTo>
                    <a:pt x="155114" y="93124"/>
                    <a:pt x="154075" y="88745"/>
                    <a:pt x="153373" y="83944"/>
                  </a:cubicBezTo>
                  <a:cubicBezTo>
                    <a:pt x="148797" y="51770"/>
                    <a:pt x="152446" y="42506"/>
                    <a:pt x="131053" y="18024"/>
                  </a:cubicBezTo>
                  <a:cubicBezTo>
                    <a:pt x="120554" y="6008"/>
                    <a:pt x="104635" y="0"/>
                    <a:pt x="87622" y="0"/>
                  </a:cubicBezTo>
                  <a:close/>
                </a:path>
              </a:pathLst>
            </a:custGeom>
            <a:solidFill>
              <a:srgbClr val="D6E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 name="Google Shape;1161;p25">
              <a:extLst>
                <a:ext uri="{FF2B5EF4-FFF2-40B4-BE49-F238E27FC236}">
                  <a16:creationId xmlns:a16="http://schemas.microsoft.com/office/drawing/2014/main" id="{2B23021B-B5EB-2E15-D277-0DB29ED68D2B}"/>
                </a:ext>
              </a:extLst>
            </p:cNvPr>
            <p:cNvSpPr/>
            <p:nvPr/>
          </p:nvSpPr>
          <p:spPr>
            <a:xfrm>
              <a:off x="4410775" y="2781675"/>
              <a:ext cx="1750500" cy="1387625"/>
            </a:xfrm>
            <a:custGeom>
              <a:avLst/>
              <a:gdLst/>
              <a:ahLst/>
              <a:cxnLst/>
              <a:rect l="l" t="t" r="r" b="b"/>
              <a:pathLst>
                <a:path w="70020" h="55505" extrusionOk="0">
                  <a:moveTo>
                    <a:pt x="1" y="1"/>
                  </a:moveTo>
                  <a:lnTo>
                    <a:pt x="1" y="55505"/>
                  </a:lnTo>
                  <a:lnTo>
                    <a:pt x="70019" y="55505"/>
                  </a:lnTo>
                  <a:lnTo>
                    <a:pt x="70019" y="3089"/>
                  </a:lnTo>
                  <a:lnTo>
                    <a:pt x="18951" y="3089"/>
                  </a:lnTo>
                  <a:lnTo>
                    <a:pt x="17014"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1162;p25">
              <a:extLst>
                <a:ext uri="{FF2B5EF4-FFF2-40B4-BE49-F238E27FC236}">
                  <a16:creationId xmlns:a16="http://schemas.microsoft.com/office/drawing/2014/main" id="{AA8ABDD6-AB78-2A04-17B5-39B0B76E28E8}"/>
                </a:ext>
              </a:extLst>
            </p:cNvPr>
            <p:cNvSpPr/>
            <p:nvPr/>
          </p:nvSpPr>
          <p:spPr>
            <a:xfrm>
              <a:off x="4424125" y="2894675"/>
              <a:ext cx="1725925" cy="1246550"/>
            </a:xfrm>
            <a:custGeom>
              <a:avLst/>
              <a:gdLst/>
              <a:ahLst/>
              <a:cxnLst/>
              <a:rect l="l" t="t" r="r" b="b"/>
              <a:pathLst>
                <a:path w="69037" h="49862" extrusionOk="0">
                  <a:moveTo>
                    <a:pt x="0" y="1"/>
                  </a:moveTo>
                  <a:lnTo>
                    <a:pt x="0" y="49862"/>
                  </a:lnTo>
                  <a:lnTo>
                    <a:pt x="69036" y="49862"/>
                  </a:lnTo>
                  <a:lnTo>
                    <a:pt x="690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1163;p25">
              <a:extLst>
                <a:ext uri="{FF2B5EF4-FFF2-40B4-BE49-F238E27FC236}">
                  <a16:creationId xmlns:a16="http://schemas.microsoft.com/office/drawing/2014/main" id="{F9D48D75-B085-E3CD-3E9F-D85EDDA24EB9}"/>
                </a:ext>
              </a:extLst>
            </p:cNvPr>
            <p:cNvSpPr/>
            <p:nvPr/>
          </p:nvSpPr>
          <p:spPr>
            <a:xfrm>
              <a:off x="6118425" y="2900300"/>
              <a:ext cx="26000" cy="749625"/>
            </a:xfrm>
            <a:custGeom>
              <a:avLst/>
              <a:gdLst/>
              <a:ahLst/>
              <a:cxnLst/>
              <a:rect l="l" t="t" r="r" b="b"/>
              <a:pathLst>
                <a:path w="1040" h="29985" extrusionOk="0">
                  <a:moveTo>
                    <a:pt x="1" y="1"/>
                  </a:moveTo>
                  <a:lnTo>
                    <a:pt x="1" y="29984"/>
                  </a:lnTo>
                  <a:lnTo>
                    <a:pt x="1040" y="29984"/>
                  </a:lnTo>
                  <a:lnTo>
                    <a:pt x="1040" y="1"/>
                  </a:ln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1164;p25">
              <a:extLst>
                <a:ext uri="{FF2B5EF4-FFF2-40B4-BE49-F238E27FC236}">
                  <a16:creationId xmlns:a16="http://schemas.microsoft.com/office/drawing/2014/main" id="{CBAA03E8-AA81-BF8E-120A-DB9EA8D61ADA}"/>
                </a:ext>
              </a:extLst>
            </p:cNvPr>
            <p:cNvSpPr/>
            <p:nvPr/>
          </p:nvSpPr>
          <p:spPr>
            <a:xfrm>
              <a:off x="6118425" y="3649900"/>
              <a:ext cx="26000" cy="485025"/>
            </a:xfrm>
            <a:custGeom>
              <a:avLst/>
              <a:gdLst/>
              <a:ahLst/>
              <a:cxnLst/>
              <a:rect l="l" t="t" r="r" b="b"/>
              <a:pathLst>
                <a:path w="1040" h="19401" extrusionOk="0">
                  <a:moveTo>
                    <a:pt x="1" y="0"/>
                  </a:moveTo>
                  <a:lnTo>
                    <a:pt x="1" y="19400"/>
                  </a:lnTo>
                  <a:lnTo>
                    <a:pt x="1040" y="19400"/>
                  </a:lnTo>
                  <a:lnTo>
                    <a:pt x="1040" y="0"/>
                  </a:lnTo>
                  <a:close/>
                </a:path>
              </a:pathLst>
            </a:custGeom>
            <a:solidFill>
              <a:srgbClr val="B0B0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1165;p25">
              <a:extLst>
                <a:ext uri="{FF2B5EF4-FFF2-40B4-BE49-F238E27FC236}">
                  <a16:creationId xmlns:a16="http://schemas.microsoft.com/office/drawing/2014/main" id="{1BBDEA65-BA7C-3476-30D8-58244C319F07}"/>
                </a:ext>
              </a:extLst>
            </p:cNvPr>
            <p:cNvSpPr/>
            <p:nvPr/>
          </p:nvSpPr>
          <p:spPr>
            <a:xfrm>
              <a:off x="4417100" y="2877850"/>
              <a:ext cx="1735050" cy="67400"/>
            </a:xfrm>
            <a:custGeom>
              <a:avLst/>
              <a:gdLst/>
              <a:ahLst/>
              <a:cxnLst/>
              <a:rect l="l" t="t" r="r" b="b"/>
              <a:pathLst>
                <a:path w="69402" h="2696" extrusionOk="0">
                  <a:moveTo>
                    <a:pt x="1" y="0"/>
                  </a:moveTo>
                  <a:lnTo>
                    <a:pt x="1" y="2695"/>
                  </a:lnTo>
                  <a:lnTo>
                    <a:pt x="69401" y="2695"/>
                  </a:lnTo>
                  <a:lnTo>
                    <a:pt x="69401"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1166;p25">
              <a:extLst>
                <a:ext uri="{FF2B5EF4-FFF2-40B4-BE49-F238E27FC236}">
                  <a16:creationId xmlns:a16="http://schemas.microsoft.com/office/drawing/2014/main" id="{3D19B157-989B-B528-EB79-D9C567C09ACA}"/>
                </a:ext>
              </a:extLst>
            </p:cNvPr>
            <p:cNvSpPr/>
            <p:nvPr/>
          </p:nvSpPr>
          <p:spPr>
            <a:xfrm>
              <a:off x="4411500" y="2871525"/>
              <a:ext cx="1746975" cy="80050"/>
            </a:xfrm>
            <a:custGeom>
              <a:avLst/>
              <a:gdLst/>
              <a:ahLst/>
              <a:cxnLst/>
              <a:rect l="l" t="t" r="r" b="b"/>
              <a:pathLst>
                <a:path w="69879" h="3202" extrusionOk="0">
                  <a:moveTo>
                    <a:pt x="69401" y="478"/>
                  </a:moveTo>
                  <a:lnTo>
                    <a:pt x="69401" y="2724"/>
                  </a:lnTo>
                  <a:lnTo>
                    <a:pt x="449" y="2724"/>
                  </a:lnTo>
                  <a:lnTo>
                    <a:pt x="449" y="478"/>
                  </a:lnTo>
                  <a:close/>
                  <a:moveTo>
                    <a:pt x="0" y="0"/>
                  </a:moveTo>
                  <a:lnTo>
                    <a:pt x="0" y="3201"/>
                  </a:lnTo>
                  <a:lnTo>
                    <a:pt x="69878" y="3201"/>
                  </a:lnTo>
                  <a:lnTo>
                    <a:pt x="69878" y="2948"/>
                  </a:lnTo>
                  <a:lnTo>
                    <a:pt x="69878"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1167;p25">
              <a:extLst>
                <a:ext uri="{FF2B5EF4-FFF2-40B4-BE49-F238E27FC236}">
                  <a16:creationId xmlns:a16="http://schemas.microsoft.com/office/drawing/2014/main" id="{9222F47A-CFF0-2886-8F72-3FC38696A0ED}"/>
                </a:ext>
              </a:extLst>
            </p:cNvPr>
            <p:cNvSpPr/>
            <p:nvPr/>
          </p:nvSpPr>
          <p:spPr>
            <a:xfrm>
              <a:off x="4417800" y="2888375"/>
              <a:ext cx="1737850" cy="1258475"/>
            </a:xfrm>
            <a:custGeom>
              <a:avLst/>
              <a:gdLst/>
              <a:ahLst/>
              <a:cxnLst/>
              <a:rect l="l" t="t" r="r" b="b"/>
              <a:pathLst>
                <a:path w="69514" h="50339" extrusionOk="0">
                  <a:moveTo>
                    <a:pt x="69065" y="478"/>
                  </a:moveTo>
                  <a:lnTo>
                    <a:pt x="69065" y="49861"/>
                  </a:lnTo>
                  <a:lnTo>
                    <a:pt x="478" y="49861"/>
                  </a:lnTo>
                  <a:lnTo>
                    <a:pt x="478" y="478"/>
                  </a:lnTo>
                  <a:close/>
                  <a:moveTo>
                    <a:pt x="253" y="0"/>
                  </a:moveTo>
                  <a:cubicBezTo>
                    <a:pt x="197" y="0"/>
                    <a:pt x="113" y="28"/>
                    <a:pt x="85" y="85"/>
                  </a:cubicBezTo>
                  <a:cubicBezTo>
                    <a:pt x="29" y="113"/>
                    <a:pt x="1" y="169"/>
                    <a:pt x="1" y="253"/>
                  </a:cubicBezTo>
                  <a:lnTo>
                    <a:pt x="1" y="50114"/>
                  </a:lnTo>
                  <a:cubicBezTo>
                    <a:pt x="1" y="50170"/>
                    <a:pt x="29" y="50226"/>
                    <a:pt x="85" y="50282"/>
                  </a:cubicBezTo>
                  <a:cubicBezTo>
                    <a:pt x="113" y="50310"/>
                    <a:pt x="197" y="50338"/>
                    <a:pt x="253" y="50338"/>
                  </a:cubicBezTo>
                  <a:lnTo>
                    <a:pt x="69289" y="50338"/>
                  </a:lnTo>
                  <a:cubicBezTo>
                    <a:pt x="69345" y="50338"/>
                    <a:pt x="69402" y="50310"/>
                    <a:pt x="69458" y="50282"/>
                  </a:cubicBezTo>
                  <a:cubicBezTo>
                    <a:pt x="69514" y="50226"/>
                    <a:pt x="69514" y="50170"/>
                    <a:pt x="69514" y="50114"/>
                  </a:cubicBezTo>
                  <a:lnTo>
                    <a:pt x="69514" y="253"/>
                  </a:lnTo>
                  <a:cubicBezTo>
                    <a:pt x="69514" y="169"/>
                    <a:pt x="69514" y="113"/>
                    <a:pt x="69458" y="85"/>
                  </a:cubicBezTo>
                  <a:cubicBezTo>
                    <a:pt x="69402" y="28"/>
                    <a:pt x="69345" y="0"/>
                    <a:pt x="69289"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1168;p25">
              <a:extLst>
                <a:ext uri="{FF2B5EF4-FFF2-40B4-BE49-F238E27FC236}">
                  <a16:creationId xmlns:a16="http://schemas.microsoft.com/office/drawing/2014/main" id="{1D1DF43A-CCFA-8956-2A3C-EB83828AB85B}"/>
                </a:ext>
              </a:extLst>
            </p:cNvPr>
            <p:cNvSpPr/>
            <p:nvPr/>
          </p:nvSpPr>
          <p:spPr>
            <a:xfrm>
              <a:off x="5191975" y="2989450"/>
              <a:ext cx="141800" cy="21075"/>
            </a:xfrm>
            <a:custGeom>
              <a:avLst/>
              <a:gdLst/>
              <a:ahLst/>
              <a:cxnLst/>
              <a:rect l="l" t="t" r="r" b="b"/>
              <a:pathLst>
                <a:path w="5672" h="843" extrusionOk="0">
                  <a:moveTo>
                    <a:pt x="421" y="0"/>
                  </a:moveTo>
                  <a:cubicBezTo>
                    <a:pt x="197" y="0"/>
                    <a:pt x="0" y="197"/>
                    <a:pt x="0" y="421"/>
                  </a:cubicBezTo>
                  <a:cubicBezTo>
                    <a:pt x="0" y="674"/>
                    <a:pt x="197" y="842"/>
                    <a:pt x="421" y="842"/>
                  </a:cubicBezTo>
                  <a:lnTo>
                    <a:pt x="5250" y="842"/>
                  </a:lnTo>
                  <a:cubicBezTo>
                    <a:pt x="5475" y="842"/>
                    <a:pt x="5671" y="674"/>
                    <a:pt x="5671" y="421"/>
                  </a:cubicBezTo>
                  <a:cubicBezTo>
                    <a:pt x="5671" y="197"/>
                    <a:pt x="5475" y="0"/>
                    <a:pt x="5250" y="0"/>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1169;p25">
              <a:extLst>
                <a:ext uri="{FF2B5EF4-FFF2-40B4-BE49-F238E27FC236}">
                  <a16:creationId xmlns:a16="http://schemas.microsoft.com/office/drawing/2014/main" id="{E395568E-A271-0319-B010-44EFF701C761}"/>
                </a:ext>
              </a:extLst>
            </p:cNvPr>
            <p:cNvSpPr/>
            <p:nvPr/>
          </p:nvSpPr>
          <p:spPr>
            <a:xfrm>
              <a:off x="5433400" y="2989450"/>
              <a:ext cx="141800" cy="21075"/>
            </a:xfrm>
            <a:custGeom>
              <a:avLst/>
              <a:gdLst/>
              <a:ahLst/>
              <a:cxnLst/>
              <a:rect l="l" t="t" r="r" b="b"/>
              <a:pathLst>
                <a:path w="5672" h="843" extrusionOk="0">
                  <a:moveTo>
                    <a:pt x="422" y="0"/>
                  </a:moveTo>
                  <a:cubicBezTo>
                    <a:pt x="197" y="0"/>
                    <a:pt x="1" y="197"/>
                    <a:pt x="1" y="421"/>
                  </a:cubicBezTo>
                  <a:cubicBezTo>
                    <a:pt x="1" y="674"/>
                    <a:pt x="197" y="842"/>
                    <a:pt x="422" y="842"/>
                  </a:cubicBezTo>
                  <a:lnTo>
                    <a:pt x="5251" y="842"/>
                  </a:lnTo>
                  <a:cubicBezTo>
                    <a:pt x="5504" y="842"/>
                    <a:pt x="5672" y="674"/>
                    <a:pt x="5672" y="421"/>
                  </a:cubicBezTo>
                  <a:cubicBezTo>
                    <a:pt x="5672" y="197"/>
                    <a:pt x="5504" y="0"/>
                    <a:pt x="5251" y="0"/>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1170;p25">
              <a:extLst>
                <a:ext uri="{FF2B5EF4-FFF2-40B4-BE49-F238E27FC236}">
                  <a16:creationId xmlns:a16="http://schemas.microsoft.com/office/drawing/2014/main" id="{5D7CC41B-5296-6112-75A7-1B3A5D2A3F2D}"/>
                </a:ext>
              </a:extLst>
            </p:cNvPr>
            <p:cNvSpPr/>
            <p:nvPr/>
          </p:nvSpPr>
          <p:spPr>
            <a:xfrm>
              <a:off x="5674850" y="2989450"/>
              <a:ext cx="141800" cy="21075"/>
            </a:xfrm>
            <a:custGeom>
              <a:avLst/>
              <a:gdLst/>
              <a:ahLst/>
              <a:cxnLst/>
              <a:rect l="l" t="t" r="r" b="b"/>
              <a:pathLst>
                <a:path w="5672" h="843" extrusionOk="0">
                  <a:moveTo>
                    <a:pt x="422" y="0"/>
                  </a:moveTo>
                  <a:cubicBezTo>
                    <a:pt x="197" y="0"/>
                    <a:pt x="1" y="197"/>
                    <a:pt x="1" y="421"/>
                  </a:cubicBezTo>
                  <a:cubicBezTo>
                    <a:pt x="1" y="674"/>
                    <a:pt x="197" y="842"/>
                    <a:pt x="422" y="842"/>
                  </a:cubicBezTo>
                  <a:lnTo>
                    <a:pt x="5251" y="842"/>
                  </a:lnTo>
                  <a:cubicBezTo>
                    <a:pt x="5503" y="842"/>
                    <a:pt x="5672" y="674"/>
                    <a:pt x="5672" y="421"/>
                  </a:cubicBezTo>
                  <a:cubicBezTo>
                    <a:pt x="5672" y="197"/>
                    <a:pt x="5503" y="0"/>
                    <a:pt x="5251" y="0"/>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1171;p25">
              <a:extLst>
                <a:ext uri="{FF2B5EF4-FFF2-40B4-BE49-F238E27FC236}">
                  <a16:creationId xmlns:a16="http://schemas.microsoft.com/office/drawing/2014/main" id="{5A20A532-915B-8820-3766-71431D342C6B}"/>
                </a:ext>
              </a:extLst>
            </p:cNvPr>
            <p:cNvSpPr/>
            <p:nvPr/>
          </p:nvSpPr>
          <p:spPr>
            <a:xfrm>
              <a:off x="5916300" y="2989450"/>
              <a:ext cx="142500" cy="21075"/>
            </a:xfrm>
            <a:custGeom>
              <a:avLst/>
              <a:gdLst/>
              <a:ahLst/>
              <a:cxnLst/>
              <a:rect l="l" t="t" r="r" b="b"/>
              <a:pathLst>
                <a:path w="5700" h="843" extrusionOk="0">
                  <a:moveTo>
                    <a:pt x="421" y="0"/>
                  </a:moveTo>
                  <a:cubicBezTo>
                    <a:pt x="197" y="0"/>
                    <a:pt x="0" y="197"/>
                    <a:pt x="0" y="421"/>
                  </a:cubicBezTo>
                  <a:cubicBezTo>
                    <a:pt x="0" y="674"/>
                    <a:pt x="197" y="842"/>
                    <a:pt x="421" y="842"/>
                  </a:cubicBezTo>
                  <a:lnTo>
                    <a:pt x="5250" y="842"/>
                  </a:lnTo>
                  <a:cubicBezTo>
                    <a:pt x="5503" y="842"/>
                    <a:pt x="5699" y="674"/>
                    <a:pt x="5699" y="421"/>
                  </a:cubicBezTo>
                  <a:cubicBezTo>
                    <a:pt x="5699" y="197"/>
                    <a:pt x="5503" y="0"/>
                    <a:pt x="5250" y="0"/>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1172;p25">
              <a:extLst>
                <a:ext uri="{FF2B5EF4-FFF2-40B4-BE49-F238E27FC236}">
                  <a16:creationId xmlns:a16="http://schemas.microsoft.com/office/drawing/2014/main" id="{EB8E7C13-9F5E-50DB-E827-53FD60372CC6}"/>
                </a:ext>
              </a:extLst>
            </p:cNvPr>
            <p:cNvSpPr/>
            <p:nvPr/>
          </p:nvSpPr>
          <p:spPr>
            <a:xfrm>
              <a:off x="5778025" y="3646400"/>
              <a:ext cx="113725" cy="357975"/>
            </a:xfrm>
            <a:custGeom>
              <a:avLst/>
              <a:gdLst/>
              <a:ahLst/>
              <a:cxnLst/>
              <a:rect l="l" t="t" r="r" b="b"/>
              <a:pathLst>
                <a:path w="4549" h="14319" extrusionOk="0">
                  <a:moveTo>
                    <a:pt x="1" y="0"/>
                  </a:moveTo>
                  <a:lnTo>
                    <a:pt x="1" y="14318"/>
                  </a:lnTo>
                  <a:lnTo>
                    <a:pt x="4549" y="14318"/>
                  </a:lnTo>
                  <a:lnTo>
                    <a:pt x="4549"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1173;p25">
              <a:extLst>
                <a:ext uri="{FF2B5EF4-FFF2-40B4-BE49-F238E27FC236}">
                  <a16:creationId xmlns:a16="http://schemas.microsoft.com/office/drawing/2014/main" id="{EDDA0F81-B3A9-5450-01AE-AFEAA493E788}"/>
                </a:ext>
              </a:extLst>
            </p:cNvPr>
            <p:cNvSpPr/>
            <p:nvPr/>
          </p:nvSpPr>
          <p:spPr>
            <a:xfrm>
              <a:off x="5772400" y="3640075"/>
              <a:ext cx="124975" cy="370600"/>
            </a:xfrm>
            <a:custGeom>
              <a:avLst/>
              <a:gdLst/>
              <a:ahLst/>
              <a:cxnLst/>
              <a:rect l="l" t="t" r="r" b="b"/>
              <a:pathLst>
                <a:path w="4999" h="14824" extrusionOk="0">
                  <a:moveTo>
                    <a:pt x="4521" y="478"/>
                  </a:moveTo>
                  <a:lnTo>
                    <a:pt x="4521" y="14347"/>
                  </a:lnTo>
                  <a:lnTo>
                    <a:pt x="450" y="14347"/>
                  </a:lnTo>
                  <a:lnTo>
                    <a:pt x="450" y="478"/>
                  </a:lnTo>
                  <a:close/>
                  <a:moveTo>
                    <a:pt x="1" y="0"/>
                  </a:moveTo>
                  <a:lnTo>
                    <a:pt x="1" y="253"/>
                  </a:lnTo>
                  <a:lnTo>
                    <a:pt x="1" y="14824"/>
                  </a:lnTo>
                  <a:lnTo>
                    <a:pt x="4998" y="14824"/>
                  </a:lnTo>
                  <a:lnTo>
                    <a:pt x="4998"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1174;p25">
              <a:extLst>
                <a:ext uri="{FF2B5EF4-FFF2-40B4-BE49-F238E27FC236}">
                  <a16:creationId xmlns:a16="http://schemas.microsoft.com/office/drawing/2014/main" id="{F0651A0E-226E-A35F-3265-F3AC8BF17BAE}"/>
                </a:ext>
              </a:extLst>
            </p:cNvPr>
            <p:cNvSpPr/>
            <p:nvPr/>
          </p:nvSpPr>
          <p:spPr>
            <a:xfrm>
              <a:off x="5651700" y="3878000"/>
              <a:ext cx="113725" cy="126375"/>
            </a:xfrm>
            <a:custGeom>
              <a:avLst/>
              <a:gdLst/>
              <a:ahLst/>
              <a:cxnLst/>
              <a:rect l="l" t="t" r="r" b="b"/>
              <a:pathLst>
                <a:path w="4549" h="5055" extrusionOk="0">
                  <a:moveTo>
                    <a:pt x="0" y="1"/>
                  </a:moveTo>
                  <a:lnTo>
                    <a:pt x="0" y="5054"/>
                  </a:lnTo>
                  <a:lnTo>
                    <a:pt x="4548" y="5054"/>
                  </a:lnTo>
                  <a:lnTo>
                    <a:pt x="454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1175;p25">
              <a:extLst>
                <a:ext uri="{FF2B5EF4-FFF2-40B4-BE49-F238E27FC236}">
                  <a16:creationId xmlns:a16="http://schemas.microsoft.com/office/drawing/2014/main" id="{13A5DB4F-A6FA-F4B1-EA09-6965B77856E4}"/>
                </a:ext>
              </a:extLst>
            </p:cNvPr>
            <p:cNvSpPr/>
            <p:nvPr/>
          </p:nvSpPr>
          <p:spPr>
            <a:xfrm>
              <a:off x="5646075" y="3872400"/>
              <a:ext cx="124950" cy="138275"/>
            </a:xfrm>
            <a:custGeom>
              <a:avLst/>
              <a:gdLst/>
              <a:ahLst/>
              <a:cxnLst/>
              <a:rect l="l" t="t" r="r" b="b"/>
              <a:pathLst>
                <a:path w="4998" h="5531" extrusionOk="0">
                  <a:moveTo>
                    <a:pt x="4549" y="477"/>
                  </a:moveTo>
                  <a:lnTo>
                    <a:pt x="4549" y="5054"/>
                  </a:lnTo>
                  <a:lnTo>
                    <a:pt x="450" y="5054"/>
                  </a:lnTo>
                  <a:lnTo>
                    <a:pt x="450" y="477"/>
                  </a:lnTo>
                  <a:close/>
                  <a:moveTo>
                    <a:pt x="225" y="0"/>
                  </a:moveTo>
                  <a:cubicBezTo>
                    <a:pt x="169" y="0"/>
                    <a:pt x="113" y="28"/>
                    <a:pt x="57" y="56"/>
                  </a:cubicBezTo>
                  <a:cubicBezTo>
                    <a:pt x="29" y="112"/>
                    <a:pt x="1" y="169"/>
                    <a:pt x="1" y="225"/>
                  </a:cubicBezTo>
                  <a:lnTo>
                    <a:pt x="1" y="5278"/>
                  </a:lnTo>
                  <a:cubicBezTo>
                    <a:pt x="1" y="5362"/>
                    <a:pt x="29" y="5419"/>
                    <a:pt x="57" y="5447"/>
                  </a:cubicBezTo>
                  <a:cubicBezTo>
                    <a:pt x="113" y="5503"/>
                    <a:pt x="169" y="5531"/>
                    <a:pt x="225" y="5531"/>
                  </a:cubicBezTo>
                  <a:lnTo>
                    <a:pt x="4773" y="5531"/>
                  </a:lnTo>
                  <a:cubicBezTo>
                    <a:pt x="4829" y="5531"/>
                    <a:pt x="4886" y="5503"/>
                    <a:pt x="4942" y="5447"/>
                  </a:cubicBezTo>
                  <a:cubicBezTo>
                    <a:pt x="4970" y="5419"/>
                    <a:pt x="4998" y="5362"/>
                    <a:pt x="4998" y="5278"/>
                  </a:cubicBezTo>
                  <a:lnTo>
                    <a:pt x="4998" y="225"/>
                  </a:lnTo>
                  <a:cubicBezTo>
                    <a:pt x="4998" y="169"/>
                    <a:pt x="4970" y="112"/>
                    <a:pt x="4942" y="56"/>
                  </a:cubicBezTo>
                  <a:cubicBezTo>
                    <a:pt x="4886" y="28"/>
                    <a:pt x="4829" y="0"/>
                    <a:pt x="4773"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1176;p25">
              <a:extLst>
                <a:ext uri="{FF2B5EF4-FFF2-40B4-BE49-F238E27FC236}">
                  <a16:creationId xmlns:a16="http://schemas.microsoft.com/office/drawing/2014/main" id="{3F8151B4-F997-C907-748B-2A497618951C}"/>
                </a:ext>
              </a:extLst>
            </p:cNvPr>
            <p:cNvSpPr/>
            <p:nvPr/>
          </p:nvSpPr>
          <p:spPr>
            <a:xfrm>
              <a:off x="5525350" y="3171925"/>
              <a:ext cx="113725" cy="832450"/>
            </a:xfrm>
            <a:custGeom>
              <a:avLst/>
              <a:gdLst/>
              <a:ahLst/>
              <a:cxnLst/>
              <a:rect l="l" t="t" r="r" b="b"/>
              <a:pathLst>
                <a:path w="4549" h="33298" extrusionOk="0">
                  <a:moveTo>
                    <a:pt x="1" y="0"/>
                  </a:moveTo>
                  <a:lnTo>
                    <a:pt x="1" y="33297"/>
                  </a:lnTo>
                  <a:lnTo>
                    <a:pt x="4549" y="33297"/>
                  </a:lnTo>
                  <a:lnTo>
                    <a:pt x="4549"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1177;p25">
              <a:extLst>
                <a:ext uri="{FF2B5EF4-FFF2-40B4-BE49-F238E27FC236}">
                  <a16:creationId xmlns:a16="http://schemas.microsoft.com/office/drawing/2014/main" id="{BE14C435-1C1E-40A4-F55B-75E0D6BC97CD}"/>
                </a:ext>
              </a:extLst>
            </p:cNvPr>
            <p:cNvSpPr/>
            <p:nvPr/>
          </p:nvSpPr>
          <p:spPr>
            <a:xfrm>
              <a:off x="5519750" y="3166300"/>
              <a:ext cx="124950" cy="844375"/>
            </a:xfrm>
            <a:custGeom>
              <a:avLst/>
              <a:gdLst/>
              <a:ahLst/>
              <a:cxnLst/>
              <a:rect l="l" t="t" r="r" b="b"/>
              <a:pathLst>
                <a:path w="4998" h="33775" extrusionOk="0">
                  <a:moveTo>
                    <a:pt x="4548" y="450"/>
                  </a:moveTo>
                  <a:lnTo>
                    <a:pt x="4548" y="33298"/>
                  </a:lnTo>
                  <a:lnTo>
                    <a:pt x="477" y="33298"/>
                  </a:lnTo>
                  <a:lnTo>
                    <a:pt x="477" y="450"/>
                  </a:lnTo>
                  <a:close/>
                  <a:moveTo>
                    <a:pt x="0" y="1"/>
                  </a:moveTo>
                  <a:lnTo>
                    <a:pt x="0" y="225"/>
                  </a:lnTo>
                  <a:lnTo>
                    <a:pt x="0" y="33775"/>
                  </a:lnTo>
                  <a:lnTo>
                    <a:pt x="4997" y="33775"/>
                  </a:lnTo>
                  <a:lnTo>
                    <a:pt x="4997"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1178;p25">
              <a:extLst>
                <a:ext uri="{FF2B5EF4-FFF2-40B4-BE49-F238E27FC236}">
                  <a16:creationId xmlns:a16="http://schemas.microsoft.com/office/drawing/2014/main" id="{3833D6CB-2C90-B85A-FC89-317300DC1594}"/>
                </a:ext>
              </a:extLst>
            </p:cNvPr>
            <p:cNvSpPr/>
            <p:nvPr/>
          </p:nvSpPr>
          <p:spPr>
            <a:xfrm>
              <a:off x="5399725" y="3214025"/>
              <a:ext cx="113025" cy="790350"/>
            </a:xfrm>
            <a:custGeom>
              <a:avLst/>
              <a:gdLst/>
              <a:ahLst/>
              <a:cxnLst/>
              <a:rect l="l" t="t" r="r" b="b"/>
              <a:pathLst>
                <a:path w="4521" h="31614" extrusionOk="0">
                  <a:moveTo>
                    <a:pt x="0" y="1"/>
                  </a:moveTo>
                  <a:lnTo>
                    <a:pt x="0" y="31613"/>
                  </a:lnTo>
                  <a:lnTo>
                    <a:pt x="4520" y="31613"/>
                  </a:lnTo>
                  <a:lnTo>
                    <a:pt x="452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1179;p25">
              <a:extLst>
                <a:ext uri="{FF2B5EF4-FFF2-40B4-BE49-F238E27FC236}">
                  <a16:creationId xmlns:a16="http://schemas.microsoft.com/office/drawing/2014/main" id="{3832A8F9-37FD-4B6B-FE9D-A8FA9837F6EF}"/>
                </a:ext>
              </a:extLst>
            </p:cNvPr>
            <p:cNvSpPr/>
            <p:nvPr/>
          </p:nvSpPr>
          <p:spPr>
            <a:xfrm>
              <a:off x="5393400" y="3208425"/>
              <a:ext cx="125650" cy="802250"/>
            </a:xfrm>
            <a:custGeom>
              <a:avLst/>
              <a:gdLst/>
              <a:ahLst/>
              <a:cxnLst/>
              <a:rect l="l" t="t" r="r" b="b"/>
              <a:pathLst>
                <a:path w="5026" h="32090" extrusionOk="0">
                  <a:moveTo>
                    <a:pt x="4549" y="478"/>
                  </a:moveTo>
                  <a:lnTo>
                    <a:pt x="4549" y="31613"/>
                  </a:lnTo>
                  <a:lnTo>
                    <a:pt x="478" y="31613"/>
                  </a:lnTo>
                  <a:lnTo>
                    <a:pt x="478" y="478"/>
                  </a:lnTo>
                  <a:close/>
                  <a:moveTo>
                    <a:pt x="253" y="0"/>
                  </a:moveTo>
                  <a:cubicBezTo>
                    <a:pt x="169" y="0"/>
                    <a:pt x="113" y="28"/>
                    <a:pt x="85" y="57"/>
                  </a:cubicBezTo>
                  <a:cubicBezTo>
                    <a:pt x="29" y="113"/>
                    <a:pt x="1" y="169"/>
                    <a:pt x="1" y="225"/>
                  </a:cubicBezTo>
                  <a:lnTo>
                    <a:pt x="1" y="31837"/>
                  </a:lnTo>
                  <a:cubicBezTo>
                    <a:pt x="1" y="31921"/>
                    <a:pt x="29" y="31978"/>
                    <a:pt x="85" y="32006"/>
                  </a:cubicBezTo>
                  <a:cubicBezTo>
                    <a:pt x="113" y="32062"/>
                    <a:pt x="169" y="32090"/>
                    <a:pt x="253" y="32090"/>
                  </a:cubicBezTo>
                  <a:lnTo>
                    <a:pt x="4773" y="32090"/>
                  </a:lnTo>
                  <a:cubicBezTo>
                    <a:pt x="4858" y="32090"/>
                    <a:pt x="4914" y="32062"/>
                    <a:pt x="4942" y="32006"/>
                  </a:cubicBezTo>
                  <a:cubicBezTo>
                    <a:pt x="4998" y="31978"/>
                    <a:pt x="5026" y="31921"/>
                    <a:pt x="5026" y="31837"/>
                  </a:cubicBezTo>
                  <a:lnTo>
                    <a:pt x="5026" y="225"/>
                  </a:lnTo>
                  <a:cubicBezTo>
                    <a:pt x="5026" y="169"/>
                    <a:pt x="4998" y="113"/>
                    <a:pt x="4942" y="57"/>
                  </a:cubicBezTo>
                  <a:cubicBezTo>
                    <a:pt x="4914" y="28"/>
                    <a:pt x="4858" y="0"/>
                    <a:pt x="4773"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1180;p25">
              <a:extLst>
                <a:ext uri="{FF2B5EF4-FFF2-40B4-BE49-F238E27FC236}">
                  <a16:creationId xmlns:a16="http://schemas.microsoft.com/office/drawing/2014/main" id="{DA844A6C-3113-359A-B98F-FC223B733DAB}"/>
                </a:ext>
              </a:extLst>
            </p:cNvPr>
            <p:cNvSpPr/>
            <p:nvPr/>
          </p:nvSpPr>
          <p:spPr>
            <a:xfrm>
              <a:off x="5273375" y="3646400"/>
              <a:ext cx="113725" cy="357975"/>
            </a:xfrm>
            <a:custGeom>
              <a:avLst/>
              <a:gdLst/>
              <a:ahLst/>
              <a:cxnLst/>
              <a:rect l="l" t="t" r="r" b="b"/>
              <a:pathLst>
                <a:path w="4549" h="14319" extrusionOk="0">
                  <a:moveTo>
                    <a:pt x="1" y="0"/>
                  </a:moveTo>
                  <a:lnTo>
                    <a:pt x="1" y="14318"/>
                  </a:lnTo>
                  <a:lnTo>
                    <a:pt x="4549" y="14318"/>
                  </a:lnTo>
                  <a:lnTo>
                    <a:pt x="4549"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1181;p25">
              <a:extLst>
                <a:ext uri="{FF2B5EF4-FFF2-40B4-BE49-F238E27FC236}">
                  <a16:creationId xmlns:a16="http://schemas.microsoft.com/office/drawing/2014/main" id="{0A96CE04-1A78-47E1-308C-1B56D90951BB}"/>
                </a:ext>
              </a:extLst>
            </p:cNvPr>
            <p:cNvSpPr/>
            <p:nvPr/>
          </p:nvSpPr>
          <p:spPr>
            <a:xfrm>
              <a:off x="5267075" y="3640075"/>
              <a:ext cx="125650" cy="370600"/>
            </a:xfrm>
            <a:custGeom>
              <a:avLst/>
              <a:gdLst/>
              <a:ahLst/>
              <a:cxnLst/>
              <a:rect l="l" t="t" r="r" b="b"/>
              <a:pathLst>
                <a:path w="5026" h="14824" extrusionOk="0">
                  <a:moveTo>
                    <a:pt x="4548" y="478"/>
                  </a:moveTo>
                  <a:lnTo>
                    <a:pt x="4548" y="14347"/>
                  </a:lnTo>
                  <a:lnTo>
                    <a:pt x="477" y="14347"/>
                  </a:lnTo>
                  <a:lnTo>
                    <a:pt x="477" y="478"/>
                  </a:lnTo>
                  <a:close/>
                  <a:moveTo>
                    <a:pt x="0" y="0"/>
                  </a:moveTo>
                  <a:lnTo>
                    <a:pt x="0" y="253"/>
                  </a:lnTo>
                  <a:lnTo>
                    <a:pt x="0" y="14824"/>
                  </a:lnTo>
                  <a:lnTo>
                    <a:pt x="5026" y="14824"/>
                  </a:lnTo>
                  <a:lnTo>
                    <a:pt x="5026"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1182;p25">
              <a:extLst>
                <a:ext uri="{FF2B5EF4-FFF2-40B4-BE49-F238E27FC236}">
                  <a16:creationId xmlns:a16="http://schemas.microsoft.com/office/drawing/2014/main" id="{F876CF5A-8270-84FF-6D80-0EFE40D2E548}"/>
                </a:ext>
              </a:extLst>
            </p:cNvPr>
            <p:cNvSpPr/>
            <p:nvPr/>
          </p:nvSpPr>
          <p:spPr>
            <a:xfrm>
              <a:off x="5147050" y="3530575"/>
              <a:ext cx="113725" cy="473800"/>
            </a:xfrm>
            <a:custGeom>
              <a:avLst/>
              <a:gdLst/>
              <a:ahLst/>
              <a:cxnLst/>
              <a:rect l="l" t="t" r="r" b="b"/>
              <a:pathLst>
                <a:path w="4549" h="18952" extrusionOk="0">
                  <a:moveTo>
                    <a:pt x="0" y="1"/>
                  </a:moveTo>
                  <a:lnTo>
                    <a:pt x="0" y="18951"/>
                  </a:lnTo>
                  <a:lnTo>
                    <a:pt x="4549" y="18951"/>
                  </a:lnTo>
                  <a:lnTo>
                    <a:pt x="4549"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1183;p25">
              <a:extLst>
                <a:ext uri="{FF2B5EF4-FFF2-40B4-BE49-F238E27FC236}">
                  <a16:creationId xmlns:a16="http://schemas.microsoft.com/office/drawing/2014/main" id="{BB9B56B2-8CC8-C717-C36E-89ECA4F9D226}"/>
                </a:ext>
              </a:extLst>
            </p:cNvPr>
            <p:cNvSpPr/>
            <p:nvPr/>
          </p:nvSpPr>
          <p:spPr>
            <a:xfrm>
              <a:off x="5141425" y="3524275"/>
              <a:ext cx="124975" cy="486400"/>
            </a:xfrm>
            <a:custGeom>
              <a:avLst/>
              <a:gdLst/>
              <a:ahLst/>
              <a:cxnLst/>
              <a:rect l="l" t="t" r="r" b="b"/>
              <a:pathLst>
                <a:path w="4999" h="19456" extrusionOk="0">
                  <a:moveTo>
                    <a:pt x="4521" y="477"/>
                  </a:moveTo>
                  <a:lnTo>
                    <a:pt x="4521" y="18979"/>
                  </a:lnTo>
                  <a:lnTo>
                    <a:pt x="450" y="18979"/>
                  </a:lnTo>
                  <a:lnTo>
                    <a:pt x="450" y="477"/>
                  </a:lnTo>
                  <a:close/>
                  <a:moveTo>
                    <a:pt x="225" y="0"/>
                  </a:moveTo>
                  <a:cubicBezTo>
                    <a:pt x="169" y="0"/>
                    <a:pt x="113" y="28"/>
                    <a:pt x="57" y="84"/>
                  </a:cubicBezTo>
                  <a:cubicBezTo>
                    <a:pt x="29" y="112"/>
                    <a:pt x="1" y="168"/>
                    <a:pt x="1" y="253"/>
                  </a:cubicBezTo>
                  <a:lnTo>
                    <a:pt x="1" y="19203"/>
                  </a:lnTo>
                  <a:cubicBezTo>
                    <a:pt x="1" y="19287"/>
                    <a:pt x="29" y="19344"/>
                    <a:pt x="57" y="19372"/>
                  </a:cubicBezTo>
                  <a:cubicBezTo>
                    <a:pt x="113" y="19428"/>
                    <a:pt x="169" y="19456"/>
                    <a:pt x="225" y="19456"/>
                  </a:cubicBezTo>
                  <a:lnTo>
                    <a:pt x="4774" y="19456"/>
                  </a:lnTo>
                  <a:cubicBezTo>
                    <a:pt x="4830" y="19456"/>
                    <a:pt x="4886" y="19428"/>
                    <a:pt x="4942" y="19372"/>
                  </a:cubicBezTo>
                  <a:cubicBezTo>
                    <a:pt x="4970" y="19344"/>
                    <a:pt x="4998" y="19287"/>
                    <a:pt x="4998" y="19203"/>
                  </a:cubicBezTo>
                  <a:lnTo>
                    <a:pt x="4998" y="253"/>
                  </a:lnTo>
                  <a:cubicBezTo>
                    <a:pt x="4998" y="168"/>
                    <a:pt x="4970" y="112"/>
                    <a:pt x="4942" y="84"/>
                  </a:cubicBezTo>
                  <a:cubicBezTo>
                    <a:pt x="4886" y="28"/>
                    <a:pt x="4830" y="0"/>
                    <a:pt x="4774"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1184;p25">
              <a:extLst>
                <a:ext uri="{FF2B5EF4-FFF2-40B4-BE49-F238E27FC236}">
                  <a16:creationId xmlns:a16="http://schemas.microsoft.com/office/drawing/2014/main" id="{2A31B0E4-584C-AFD9-8BC4-AE5E2620719C}"/>
                </a:ext>
              </a:extLst>
            </p:cNvPr>
            <p:cNvSpPr/>
            <p:nvPr/>
          </p:nvSpPr>
          <p:spPr>
            <a:xfrm>
              <a:off x="5020700" y="3941175"/>
              <a:ext cx="113750" cy="63200"/>
            </a:xfrm>
            <a:custGeom>
              <a:avLst/>
              <a:gdLst/>
              <a:ahLst/>
              <a:cxnLst/>
              <a:rect l="l" t="t" r="r" b="b"/>
              <a:pathLst>
                <a:path w="4550" h="2528" extrusionOk="0">
                  <a:moveTo>
                    <a:pt x="1" y="0"/>
                  </a:moveTo>
                  <a:lnTo>
                    <a:pt x="1" y="2527"/>
                  </a:lnTo>
                  <a:lnTo>
                    <a:pt x="4549" y="2527"/>
                  </a:lnTo>
                  <a:lnTo>
                    <a:pt x="4549"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1185;p25">
              <a:extLst>
                <a:ext uri="{FF2B5EF4-FFF2-40B4-BE49-F238E27FC236}">
                  <a16:creationId xmlns:a16="http://schemas.microsoft.com/office/drawing/2014/main" id="{7E969EFA-DE5F-177B-9D64-29AA36DA8764}"/>
                </a:ext>
              </a:extLst>
            </p:cNvPr>
            <p:cNvSpPr/>
            <p:nvPr/>
          </p:nvSpPr>
          <p:spPr>
            <a:xfrm>
              <a:off x="5015100" y="3935550"/>
              <a:ext cx="124950" cy="75125"/>
            </a:xfrm>
            <a:custGeom>
              <a:avLst/>
              <a:gdLst/>
              <a:ahLst/>
              <a:cxnLst/>
              <a:rect l="l" t="t" r="r" b="b"/>
              <a:pathLst>
                <a:path w="4998" h="3005" extrusionOk="0">
                  <a:moveTo>
                    <a:pt x="4548" y="478"/>
                  </a:moveTo>
                  <a:lnTo>
                    <a:pt x="4548" y="2528"/>
                  </a:lnTo>
                  <a:lnTo>
                    <a:pt x="450" y="2528"/>
                  </a:lnTo>
                  <a:lnTo>
                    <a:pt x="475" y="478"/>
                  </a:lnTo>
                  <a:close/>
                  <a:moveTo>
                    <a:pt x="0" y="1"/>
                  </a:moveTo>
                  <a:lnTo>
                    <a:pt x="0" y="225"/>
                  </a:lnTo>
                  <a:lnTo>
                    <a:pt x="0" y="3005"/>
                  </a:lnTo>
                  <a:lnTo>
                    <a:pt x="4998" y="3005"/>
                  </a:lnTo>
                  <a:lnTo>
                    <a:pt x="499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1186;p25">
              <a:extLst>
                <a:ext uri="{FF2B5EF4-FFF2-40B4-BE49-F238E27FC236}">
                  <a16:creationId xmlns:a16="http://schemas.microsoft.com/office/drawing/2014/main" id="{FA8AACB4-E8D4-C5A3-A005-817EA403C2C7}"/>
                </a:ext>
              </a:extLst>
            </p:cNvPr>
            <p:cNvSpPr/>
            <p:nvPr/>
          </p:nvSpPr>
          <p:spPr>
            <a:xfrm>
              <a:off x="4894375" y="3878000"/>
              <a:ext cx="113725" cy="126375"/>
            </a:xfrm>
            <a:custGeom>
              <a:avLst/>
              <a:gdLst/>
              <a:ahLst/>
              <a:cxnLst/>
              <a:rect l="l" t="t" r="r" b="b"/>
              <a:pathLst>
                <a:path w="4549" h="5055" extrusionOk="0">
                  <a:moveTo>
                    <a:pt x="0" y="1"/>
                  </a:moveTo>
                  <a:lnTo>
                    <a:pt x="0" y="5054"/>
                  </a:lnTo>
                  <a:lnTo>
                    <a:pt x="4549" y="5054"/>
                  </a:lnTo>
                  <a:lnTo>
                    <a:pt x="454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1187;p25">
              <a:extLst>
                <a:ext uri="{FF2B5EF4-FFF2-40B4-BE49-F238E27FC236}">
                  <a16:creationId xmlns:a16="http://schemas.microsoft.com/office/drawing/2014/main" id="{FF66CFF9-797C-9DC5-97C7-AA25802912DA}"/>
                </a:ext>
              </a:extLst>
            </p:cNvPr>
            <p:cNvSpPr/>
            <p:nvPr/>
          </p:nvSpPr>
          <p:spPr>
            <a:xfrm>
              <a:off x="4888750" y="3872400"/>
              <a:ext cx="125675" cy="138275"/>
            </a:xfrm>
            <a:custGeom>
              <a:avLst/>
              <a:gdLst/>
              <a:ahLst/>
              <a:cxnLst/>
              <a:rect l="l" t="t" r="r" b="b"/>
              <a:pathLst>
                <a:path w="5027" h="5531" extrusionOk="0">
                  <a:moveTo>
                    <a:pt x="4549" y="477"/>
                  </a:moveTo>
                  <a:lnTo>
                    <a:pt x="4549" y="5054"/>
                  </a:lnTo>
                  <a:lnTo>
                    <a:pt x="478" y="5054"/>
                  </a:lnTo>
                  <a:lnTo>
                    <a:pt x="478" y="477"/>
                  </a:lnTo>
                  <a:close/>
                  <a:moveTo>
                    <a:pt x="225" y="0"/>
                  </a:moveTo>
                  <a:cubicBezTo>
                    <a:pt x="169" y="0"/>
                    <a:pt x="113" y="28"/>
                    <a:pt x="57" y="56"/>
                  </a:cubicBezTo>
                  <a:cubicBezTo>
                    <a:pt x="29" y="112"/>
                    <a:pt x="1" y="169"/>
                    <a:pt x="1" y="225"/>
                  </a:cubicBezTo>
                  <a:lnTo>
                    <a:pt x="1" y="5278"/>
                  </a:lnTo>
                  <a:cubicBezTo>
                    <a:pt x="1" y="5362"/>
                    <a:pt x="29" y="5419"/>
                    <a:pt x="57" y="5447"/>
                  </a:cubicBezTo>
                  <a:cubicBezTo>
                    <a:pt x="113" y="5503"/>
                    <a:pt x="169" y="5531"/>
                    <a:pt x="225" y="5531"/>
                  </a:cubicBezTo>
                  <a:lnTo>
                    <a:pt x="4774" y="5531"/>
                  </a:lnTo>
                  <a:cubicBezTo>
                    <a:pt x="4830" y="5531"/>
                    <a:pt x="4914" y="5503"/>
                    <a:pt x="4942" y="5447"/>
                  </a:cubicBezTo>
                  <a:cubicBezTo>
                    <a:pt x="4998" y="5419"/>
                    <a:pt x="5026" y="5362"/>
                    <a:pt x="5026" y="5278"/>
                  </a:cubicBezTo>
                  <a:lnTo>
                    <a:pt x="5026" y="225"/>
                  </a:lnTo>
                  <a:cubicBezTo>
                    <a:pt x="5026" y="169"/>
                    <a:pt x="4998" y="112"/>
                    <a:pt x="4942" y="56"/>
                  </a:cubicBezTo>
                  <a:cubicBezTo>
                    <a:pt x="4914" y="28"/>
                    <a:pt x="4830" y="0"/>
                    <a:pt x="4774"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1188;p25">
              <a:extLst>
                <a:ext uri="{FF2B5EF4-FFF2-40B4-BE49-F238E27FC236}">
                  <a16:creationId xmlns:a16="http://schemas.microsoft.com/office/drawing/2014/main" id="{37B9F1A5-F60F-8CF9-9168-EA7397FBE601}"/>
                </a:ext>
              </a:extLst>
            </p:cNvPr>
            <p:cNvSpPr/>
            <p:nvPr/>
          </p:nvSpPr>
          <p:spPr>
            <a:xfrm>
              <a:off x="4768750" y="3646400"/>
              <a:ext cx="113025" cy="357975"/>
            </a:xfrm>
            <a:custGeom>
              <a:avLst/>
              <a:gdLst/>
              <a:ahLst/>
              <a:cxnLst/>
              <a:rect l="l" t="t" r="r" b="b"/>
              <a:pathLst>
                <a:path w="4521" h="14319" extrusionOk="0">
                  <a:moveTo>
                    <a:pt x="0" y="0"/>
                  </a:moveTo>
                  <a:lnTo>
                    <a:pt x="0" y="14318"/>
                  </a:lnTo>
                  <a:lnTo>
                    <a:pt x="4520" y="14318"/>
                  </a:lnTo>
                  <a:lnTo>
                    <a:pt x="4520"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1189;p25">
              <a:extLst>
                <a:ext uri="{FF2B5EF4-FFF2-40B4-BE49-F238E27FC236}">
                  <a16:creationId xmlns:a16="http://schemas.microsoft.com/office/drawing/2014/main" id="{64BB4B1F-66C5-3C85-71BA-EF4655921D2F}"/>
                </a:ext>
              </a:extLst>
            </p:cNvPr>
            <p:cNvSpPr/>
            <p:nvPr/>
          </p:nvSpPr>
          <p:spPr>
            <a:xfrm>
              <a:off x="4762425" y="3640075"/>
              <a:ext cx="125650" cy="370600"/>
            </a:xfrm>
            <a:custGeom>
              <a:avLst/>
              <a:gdLst/>
              <a:ahLst/>
              <a:cxnLst/>
              <a:rect l="l" t="t" r="r" b="b"/>
              <a:pathLst>
                <a:path w="5026" h="14824" extrusionOk="0">
                  <a:moveTo>
                    <a:pt x="4549" y="478"/>
                  </a:moveTo>
                  <a:lnTo>
                    <a:pt x="4549" y="14347"/>
                  </a:lnTo>
                  <a:lnTo>
                    <a:pt x="478" y="14347"/>
                  </a:lnTo>
                  <a:lnTo>
                    <a:pt x="478" y="478"/>
                  </a:lnTo>
                  <a:close/>
                  <a:moveTo>
                    <a:pt x="0" y="0"/>
                  </a:moveTo>
                  <a:lnTo>
                    <a:pt x="0" y="253"/>
                  </a:lnTo>
                  <a:lnTo>
                    <a:pt x="0" y="14824"/>
                  </a:lnTo>
                  <a:lnTo>
                    <a:pt x="5026" y="14824"/>
                  </a:lnTo>
                  <a:lnTo>
                    <a:pt x="5026"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1190;p25">
              <a:extLst>
                <a:ext uri="{FF2B5EF4-FFF2-40B4-BE49-F238E27FC236}">
                  <a16:creationId xmlns:a16="http://schemas.microsoft.com/office/drawing/2014/main" id="{EDA217B6-DB6C-CF78-51F9-0C19C56EABF2}"/>
                </a:ext>
              </a:extLst>
            </p:cNvPr>
            <p:cNvSpPr/>
            <p:nvPr/>
          </p:nvSpPr>
          <p:spPr>
            <a:xfrm>
              <a:off x="4673275" y="3320025"/>
              <a:ext cx="283600" cy="242875"/>
            </a:xfrm>
            <a:custGeom>
              <a:avLst/>
              <a:gdLst/>
              <a:ahLst/>
              <a:cxnLst/>
              <a:rect l="l" t="t" r="r" b="b"/>
              <a:pathLst>
                <a:path w="11344" h="9715" extrusionOk="0">
                  <a:moveTo>
                    <a:pt x="9403" y="365"/>
                  </a:moveTo>
                  <a:lnTo>
                    <a:pt x="10976" y="9263"/>
                  </a:lnTo>
                  <a:lnTo>
                    <a:pt x="10976" y="9263"/>
                  </a:lnTo>
                  <a:cubicBezTo>
                    <a:pt x="10495" y="9332"/>
                    <a:pt x="9998" y="9377"/>
                    <a:pt x="9546" y="9377"/>
                  </a:cubicBezTo>
                  <a:cubicBezTo>
                    <a:pt x="5167" y="9377"/>
                    <a:pt x="1292" y="6233"/>
                    <a:pt x="506" y="1769"/>
                  </a:cubicBezTo>
                  <a:cubicBezTo>
                    <a:pt x="406" y="1319"/>
                    <a:pt x="373" y="825"/>
                    <a:pt x="367" y="365"/>
                  </a:cubicBezTo>
                  <a:close/>
                  <a:moveTo>
                    <a:pt x="197" y="0"/>
                  </a:moveTo>
                  <a:cubicBezTo>
                    <a:pt x="141" y="0"/>
                    <a:pt x="85" y="28"/>
                    <a:pt x="57" y="56"/>
                  </a:cubicBezTo>
                  <a:cubicBezTo>
                    <a:pt x="29" y="84"/>
                    <a:pt x="1" y="141"/>
                    <a:pt x="1" y="197"/>
                  </a:cubicBezTo>
                  <a:cubicBezTo>
                    <a:pt x="1" y="730"/>
                    <a:pt x="57" y="1292"/>
                    <a:pt x="141" y="1853"/>
                  </a:cubicBezTo>
                  <a:cubicBezTo>
                    <a:pt x="955" y="6457"/>
                    <a:pt x="4998" y="9714"/>
                    <a:pt x="9546" y="9714"/>
                  </a:cubicBezTo>
                  <a:cubicBezTo>
                    <a:pt x="10080" y="9714"/>
                    <a:pt x="10641" y="9686"/>
                    <a:pt x="11203" y="9574"/>
                  </a:cubicBezTo>
                  <a:cubicBezTo>
                    <a:pt x="11259" y="9574"/>
                    <a:pt x="11287" y="9546"/>
                    <a:pt x="11315" y="9518"/>
                  </a:cubicBezTo>
                  <a:cubicBezTo>
                    <a:pt x="11343" y="9461"/>
                    <a:pt x="11343" y="9433"/>
                    <a:pt x="11343" y="9377"/>
                  </a:cubicBezTo>
                  <a:lnTo>
                    <a:pt x="9715" y="141"/>
                  </a:lnTo>
                  <a:cubicBezTo>
                    <a:pt x="9715" y="56"/>
                    <a:pt x="9631" y="0"/>
                    <a:pt x="954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1191;p25">
              <a:extLst>
                <a:ext uri="{FF2B5EF4-FFF2-40B4-BE49-F238E27FC236}">
                  <a16:creationId xmlns:a16="http://schemas.microsoft.com/office/drawing/2014/main" id="{5CECB3F9-BCF6-28A5-0161-7DEADF84AB4E}"/>
                </a:ext>
              </a:extLst>
            </p:cNvPr>
            <p:cNvSpPr/>
            <p:nvPr/>
          </p:nvSpPr>
          <p:spPr>
            <a:xfrm>
              <a:off x="4905600" y="3314400"/>
              <a:ext cx="197250" cy="245675"/>
            </a:xfrm>
            <a:custGeom>
              <a:avLst/>
              <a:gdLst/>
              <a:ahLst/>
              <a:cxnLst/>
              <a:rect l="l" t="t" r="r" b="b"/>
              <a:pathLst>
                <a:path w="7890" h="9827" extrusionOk="0">
                  <a:moveTo>
                    <a:pt x="501" y="816"/>
                  </a:moveTo>
                  <a:lnTo>
                    <a:pt x="7383" y="6206"/>
                  </a:lnTo>
                  <a:lnTo>
                    <a:pt x="7383" y="6206"/>
                  </a:lnTo>
                  <a:cubicBezTo>
                    <a:pt x="5953" y="7957"/>
                    <a:pt x="4238" y="9000"/>
                    <a:pt x="2020" y="9431"/>
                  </a:cubicBezTo>
                  <a:lnTo>
                    <a:pt x="2020" y="9431"/>
                  </a:lnTo>
                  <a:lnTo>
                    <a:pt x="501" y="816"/>
                  </a:lnTo>
                  <a:close/>
                  <a:moveTo>
                    <a:pt x="1" y="1"/>
                  </a:moveTo>
                  <a:lnTo>
                    <a:pt x="85" y="450"/>
                  </a:lnTo>
                  <a:lnTo>
                    <a:pt x="1741" y="9827"/>
                  </a:lnTo>
                  <a:lnTo>
                    <a:pt x="1910" y="9799"/>
                  </a:lnTo>
                  <a:cubicBezTo>
                    <a:pt x="4352" y="9378"/>
                    <a:pt x="6233" y="8227"/>
                    <a:pt x="7777" y="6289"/>
                  </a:cubicBezTo>
                  <a:lnTo>
                    <a:pt x="7890" y="6149"/>
                  </a:lnTo>
                  <a:lnTo>
                    <a:pt x="1"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1192;p25">
              <a:extLst>
                <a:ext uri="{FF2B5EF4-FFF2-40B4-BE49-F238E27FC236}">
                  <a16:creationId xmlns:a16="http://schemas.microsoft.com/office/drawing/2014/main" id="{1430E299-8512-80AA-9B4C-A6460AA57BE8}"/>
                </a:ext>
              </a:extLst>
            </p:cNvPr>
            <p:cNvSpPr/>
            <p:nvPr/>
          </p:nvSpPr>
          <p:spPr>
            <a:xfrm>
              <a:off x="4789800" y="3086300"/>
              <a:ext cx="361475" cy="386750"/>
            </a:xfrm>
            <a:custGeom>
              <a:avLst/>
              <a:gdLst/>
              <a:ahLst/>
              <a:cxnLst/>
              <a:rect l="l" t="t" r="r" b="b"/>
              <a:pathLst>
                <a:path w="14459" h="15470" extrusionOk="0">
                  <a:moveTo>
                    <a:pt x="4885" y="337"/>
                  </a:moveTo>
                  <a:cubicBezTo>
                    <a:pt x="8058" y="337"/>
                    <a:pt x="11146" y="1994"/>
                    <a:pt x="12831" y="4942"/>
                  </a:cubicBezTo>
                  <a:cubicBezTo>
                    <a:pt x="13701" y="6401"/>
                    <a:pt x="14094" y="7974"/>
                    <a:pt x="14094" y="9546"/>
                  </a:cubicBezTo>
                  <a:cubicBezTo>
                    <a:pt x="14094" y="11484"/>
                    <a:pt x="13483" y="13395"/>
                    <a:pt x="12237" y="15048"/>
                  </a:cubicBezTo>
                  <a:lnTo>
                    <a:pt x="12237" y="15048"/>
                  </a:lnTo>
                  <a:lnTo>
                    <a:pt x="5019" y="9422"/>
                  </a:lnTo>
                  <a:lnTo>
                    <a:pt x="442" y="1482"/>
                  </a:lnTo>
                  <a:lnTo>
                    <a:pt x="442" y="1482"/>
                  </a:lnTo>
                  <a:cubicBezTo>
                    <a:pt x="1856" y="702"/>
                    <a:pt x="3371" y="337"/>
                    <a:pt x="4885" y="337"/>
                  </a:cubicBezTo>
                  <a:close/>
                  <a:moveTo>
                    <a:pt x="4885" y="0"/>
                  </a:moveTo>
                  <a:cubicBezTo>
                    <a:pt x="3257" y="0"/>
                    <a:pt x="1629" y="393"/>
                    <a:pt x="113" y="1264"/>
                  </a:cubicBezTo>
                  <a:cubicBezTo>
                    <a:pt x="28" y="1320"/>
                    <a:pt x="0" y="1432"/>
                    <a:pt x="57" y="1516"/>
                  </a:cubicBezTo>
                  <a:lnTo>
                    <a:pt x="4745" y="9630"/>
                  </a:lnTo>
                  <a:lnTo>
                    <a:pt x="4773" y="9658"/>
                  </a:lnTo>
                  <a:lnTo>
                    <a:pt x="12157" y="15441"/>
                  </a:lnTo>
                  <a:cubicBezTo>
                    <a:pt x="12185" y="15470"/>
                    <a:pt x="12241" y="15470"/>
                    <a:pt x="12297" y="15470"/>
                  </a:cubicBezTo>
                  <a:cubicBezTo>
                    <a:pt x="12325" y="15470"/>
                    <a:pt x="12381" y="15441"/>
                    <a:pt x="12409" y="15413"/>
                  </a:cubicBezTo>
                  <a:cubicBezTo>
                    <a:pt x="13757" y="13673"/>
                    <a:pt x="14459" y="11623"/>
                    <a:pt x="14459" y="9546"/>
                  </a:cubicBezTo>
                  <a:cubicBezTo>
                    <a:pt x="14459" y="7917"/>
                    <a:pt x="14010" y="6289"/>
                    <a:pt x="13139" y="4773"/>
                  </a:cubicBezTo>
                  <a:cubicBezTo>
                    <a:pt x="11371" y="1713"/>
                    <a:pt x="8170" y="0"/>
                    <a:pt x="4885"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1193;p25">
              <a:extLst>
                <a:ext uri="{FF2B5EF4-FFF2-40B4-BE49-F238E27FC236}">
                  <a16:creationId xmlns:a16="http://schemas.microsoft.com/office/drawing/2014/main" id="{CBDCE84B-6852-8DBF-FD5E-3C0BE4571E03}"/>
                </a:ext>
              </a:extLst>
            </p:cNvPr>
            <p:cNvSpPr/>
            <p:nvPr/>
          </p:nvSpPr>
          <p:spPr>
            <a:xfrm>
              <a:off x="4797525" y="3210525"/>
              <a:ext cx="228825" cy="228125"/>
            </a:xfrm>
            <a:custGeom>
              <a:avLst/>
              <a:gdLst/>
              <a:ahLst/>
              <a:cxnLst/>
              <a:rect l="l" t="t" r="r" b="b"/>
              <a:pathLst>
                <a:path w="9153" h="9125" extrusionOk="0">
                  <a:moveTo>
                    <a:pt x="4576" y="1"/>
                  </a:moveTo>
                  <a:cubicBezTo>
                    <a:pt x="2050" y="1"/>
                    <a:pt x="0" y="2050"/>
                    <a:pt x="0" y="4577"/>
                  </a:cubicBezTo>
                  <a:cubicBezTo>
                    <a:pt x="0" y="7075"/>
                    <a:pt x="2050" y="9125"/>
                    <a:pt x="4576" y="9125"/>
                  </a:cubicBezTo>
                  <a:cubicBezTo>
                    <a:pt x="7103" y="9125"/>
                    <a:pt x="9153" y="7075"/>
                    <a:pt x="9153" y="4577"/>
                  </a:cubicBezTo>
                  <a:cubicBezTo>
                    <a:pt x="9153" y="2050"/>
                    <a:pt x="7103" y="1"/>
                    <a:pt x="457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1194;p25">
              <a:extLst>
                <a:ext uri="{FF2B5EF4-FFF2-40B4-BE49-F238E27FC236}">
                  <a16:creationId xmlns:a16="http://schemas.microsoft.com/office/drawing/2014/main" id="{50B38F39-7522-60B7-5729-415861104486}"/>
                </a:ext>
              </a:extLst>
            </p:cNvPr>
            <p:cNvSpPr/>
            <p:nvPr/>
          </p:nvSpPr>
          <p:spPr>
            <a:xfrm>
              <a:off x="4793300" y="3206325"/>
              <a:ext cx="237250" cy="236550"/>
            </a:xfrm>
            <a:custGeom>
              <a:avLst/>
              <a:gdLst/>
              <a:ahLst/>
              <a:cxnLst/>
              <a:rect l="l" t="t" r="r" b="b"/>
              <a:pathLst>
                <a:path w="9490" h="9462" extrusionOk="0">
                  <a:moveTo>
                    <a:pt x="4745" y="337"/>
                  </a:moveTo>
                  <a:cubicBezTo>
                    <a:pt x="5953" y="337"/>
                    <a:pt x="7047" y="842"/>
                    <a:pt x="7862" y="1628"/>
                  </a:cubicBezTo>
                  <a:cubicBezTo>
                    <a:pt x="8648" y="2415"/>
                    <a:pt x="9125" y="3510"/>
                    <a:pt x="9125" y="4745"/>
                  </a:cubicBezTo>
                  <a:cubicBezTo>
                    <a:pt x="9125" y="5952"/>
                    <a:pt x="8648" y="7047"/>
                    <a:pt x="7862" y="7833"/>
                  </a:cubicBezTo>
                  <a:cubicBezTo>
                    <a:pt x="7047" y="8619"/>
                    <a:pt x="5953" y="9124"/>
                    <a:pt x="4745" y="9124"/>
                  </a:cubicBezTo>
                  <a:cubicBezTo>
                    <a:pt x="3538" y="9124"/>
                    <a:pt x="2443" y="8619"/>
                    <a:pt x="1629" y="7833"/>
                  </a:cubicBezTo>
                  <a:cubicBezTo>
                    <a:pt x="843" y="7047"/>
                    <a:pt x="366" y="5952"/>
                    <a:pt x="366" y="4745"/>
                  </a:cubicBezTo>
                  <a:cubicBezTo>
                    <a:pt x="366" y="3510"/>
                    <a:pt x="843" y="2415"/>
                    <a:pt x="1629" y="1628"/>
                  </a:cubicBezTo>
                  <a:cubicBezTo>
                    <a:pt x="2443" y="842"/>
                    <a:pt x="3538" y="337"/>
                    <a:pt x="4745" y="337"/>
                  </a:cubicBezTo>
                  <a:close/>
                  <a:moveTo>
                    <a:pt x="4745" y="0"/>
                  </a:moveTo>
                  <a:cubicBezTo>
                    <a:pt x="2134" y="0"/>
                    <a:pt x="1" y="2106"/>
                    <a:pt x="1" y="4745"/>
                  </a:cubicBezTo>
                  <a:cubicBezTo>
                    <a:pt x="1" y="7356"/>
                    <a:pt x="2134" y="9461"/>
                    <a:pt x="4745" y="9461"/>
                  </a:cubicBezTo>
                  <a:cubicBezTo>
                    <a:pt x="7356" y="9461"/>
                    <a:pt x="9490" y="7356"/>
                    <a:pt x="9490" y="4745"/>
                  </a:cubicBezTo>
                  <a:cubicBezTo>
                    <a:pt x="9490" y="2106"/>
                    <a:pt x="7356" y="0"/>
                    <a:pt x="4745"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1195;p25">
              <a:extLst>
                <a:ext uri="{FF2B5EF4-FFF2-40B4-BE49-F238E27FC236}">
                  <a16:creationId xmlns:a16="http://schemas.microsoft.com/office/drawing/2014/main" id="{A905B273-2E10-79EF-AB1F-28B83D3C389C}"/>
                </a:ext>
              </a:extLst>
            </p:cNvPr>
            <p:cNvSpPr/>
            <p:nvPr/>
          </p:nvSpPr>
          <p:spPr>
            <a:xfrm>
              <a:off x="5243200" y="4242275"/>
              <a:ext cx="278675" cy="11950"/>
            </a:xfrm>
            <a:custGeom>
              <a:avLst/>
              <a:gdLst/>
              <a:ahLst/>
              <a:cxnLst/>
              <a:rect l="l" t="t" r="r" b="b"/>
              <a:pathLst>
                <a:path w="11147" h="478" extrusionOk="0">
                  <a:moveTo>
                    <a:pt x="1" y="1"/>
                  </a:moveTo>
                  <a:lnTo>
                    <a:pt x="1" y="478"/>
                  </a:lnTo>
                  <a:lnTo>
                    <a:pt x="11146" y="478"/>
                  </a:lnTo>
                  <a:lnTo>
                    <a:pt x="11146"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1196;p25">
              <a:extLst>
                <a:ext uri="{FF2B5EF4-FFF2-40B4-BE49-F238E27FC236}">
                  <a16:creationId xmlns:a16="http://schemas.microsoft.com/office/drawing/2014/main" id="{BE0A8C73-DC84-4410-513D-E81E8F69AF9D}"/>
                </a:ext>
              </a:extLst>
            </p:cNvPr>
            <p:cNvSpPr/>
            <p:nvPr/>
          </p:nvSpPr>
          <p:spPr>
            <a:xfrm>
              <a:off x="5243200" y="4290000"/>
              <a:ext cx="278675" cy="11250"/>
            </a:xfrm>
            <a:custGeom>
              <a:avLst/>
              <a:gdLst/>
              <a:ahLst/>
              <a:cxnLst/>
              <a:rect l="l" t="t" r="r" b="b"/>
              <a:pathLst>
                <a:path w="11147" h="450" extrusionOk="0">
                  <a:moveTo>
                    <a:pt x="1" y="1"/>
                  </a:moveTo>
                  <a:lnTo>
                    <a:pt x="1" y="450"/>
                  </a:lnTo>
                  <a:lnTo>
                    <a:pt x="11146" y="450"/>
                  </a:lnTo>
                  <a:lnTo>
                    <a:pt x="11146"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1197;p25">
              <a:extLst>
                <a:ext uri="{FF2B5EF4-FFF2-40B4-BE49-F238E27FC236}">
                  <a16:creationId xmlns:a16="http://schemas.microsoft.com/office/drawing/2014/main" id="{B50B2539-E9B3-28C9-534B-44641EFBB74B}"/>
                </a:ext>
              </a:extLst>
            </p:cNvPr>
            <p:cNvSpPr/>
            <p:nvPr/>
          </p:nvSpPr>
          <p:spPr>
            <a:xfrm>
              <a:off x="5243200" y="4337025"/>
              <a:ext cx="278675" cy="11950"/>
            </a:xfrm>
            <a:custGeom>
              <a:avLst/>
              <a:gdLst/>
              <a:ahLst/>
              <a:cxnLst/>
              <a:rect l="l" t="t" r="r" b="b"/>
              <a:pathLst>
                <a:path w="11147" h="478" extrusionOk="0">
                  <a:moveTo>
                    <a:pt x="1" y="1"/>
                  </a:moveTo>
                  <a:lnTo>
                    <a:pt x="1" y="478"/>
                  </a:lnTo>
                  <a:lnTo>
                    <a:pt x="11146" y="478"/>
                  </a:lnTo>
                  <a:lnTo>
                    <a:pt x="11146"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1198;p25">
              <a:extLst>
                <a:ext uri="{FF2B5EF4-FFF2-40B4-BE49-F238E27FC236}">
                  <a16:creationId xmlns:a16="http://schemas.microsoft.com/office/drawing/2014/main" id="{82B08446-E494-9DBC-D9B0-5AFE7335DA67}"/>
                </a:ext>
              </a:extLst>
            </p:cNvPr>
            <p:cNvSpPr/>
            <p:nvPr/>
          </p:nvSpPr>
          <p:spPr>
            <a:xfrm>
              <a:off x="5243200" y="4384750"/>
              <a:ext cx="278675" cy="11250"/>
            </a:xfrm>
            <a:custGeom>
              <a:avLst/>
              <a:gdLst/>
              <a:ahLst/>
              <a:cxnLst/>
              <a:rect l="l" t="t" r="r" b="b"/>
              <a:pathLst>
                <a:path w="11147" h="450" extrusionOk="0">
                  <a:moveTo>
                    <a:pt x="1" y="1"/>
                  </a:moveTo>
                  <a:lnTo>
                    <a:pt x="1" y="450"/>
                  </a:lnTo>
                  <a:lnTo>
                    <a:pt x="11146" y="450"/>
                  </a:lnTo>
                  <a:lnTo>
                    <a:pt x="11146"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1199;p25">
              <a:extLst>
                <a:ext uri="{FF2B5EF4-FFF2-40B4-BE49-F238E27FC236}">
                  <a16:creationId xmlns:a16="http://schemas.microsoft.com/office/drawing/2014/main" id="{F0A5DF59-615F-B31D-0453-214663567D0C}"/>
                </a:ext>
              </a:extLst>
            </p:cNvPr>
            <p:cNvSpPr/>
            <p:nvPr/>
          </p:nvSpPr>
          <p:spPr>
            <a:xfrm>
              <a:off x="5568175" y="3960825"/>
              <a:ext cx="277950" cy="389575"/>
            </a:xfrm>
            <a:custGeom>
              <a:avLst/>
              <a:gdLst/>
              <a:ahLst/>
              <a:cxnLst/>
              <a:rect l="l" t="t" r="r" b="b"/>
              <a:pathLst>
                <a:path w="11118" h="15583" extrusionOk="0">
                  <a:moveTo>
                    <a:pt x="10669" y="1"/>
                  </a:moveTo>
                  <a:lnTo>
                    <a:pt x="10669" y="15105"/>
                  </a:lnTo>
                  <a:lnTo>
                    <a:pt x="0" y="15105"/>
                  </a:lnTo>
                  <a:lnTo>
                    <a:pt x="0" y="15582"/>
                  </a:lnTo>
                  <a:lnTo>
                    <a:pt x="11118" y="15582"/>
                  </a:lnTo>
                  <a:lnTo>
                    <a:pt x="1111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1200;p25">
              <a:extLst>
                <a:ext uri="{FF2B5EF4-FFF2-40B4-BE49-F238E27FC236}">
                  <a16:creationId xmlns:a16="http://schemas.microsoft.com/office/drawing/2014/main" id="{0BB59624-BC56-0EDE-0180-29897A314411}"/>
                </a:ext>
              </a:extLst>
            </p:cNvPr>
            <p:cNvSpPr/>
            <p:nvPr/>
          </p:nvSpPr>
          <p:spPr>
            <a:xfrm>
              <a:off x="1997775" y="759600"/>
              <a:ext cx="2480425" cy="1965250"/>
            </a:xfrm>
            <a:custGeom>
              <a:avLst/>
              <a:gdLst/>
              <a:ahLst/>
              <a:cxnLst/>
              <a:rect l="l" t="t" r="r" b="b"/>
              <a:pathLst>
                <a:path w="99217" h="78610" extrusionOk="0">
                  <a:moveTo>
                    <a:pt x="0" y="1"/>
                  </a:moveTo>
                  <a:lnTo>
                    <a:pt x="0" y="78610"/>
                  </a:lnTo>
                  <a:lnTo>
                    <a:pt x="99216" y="78610"/>
                  </a:lnTo>
                  <a:lnTo>
                    <a:pt x="99216" y="4380"/>
                  </a:lnTo>
                  <a:lnTo>
                    <a:pt x="26839" y="4380"/>
                  </a:lnTo>
                  <a:lnTo>
                    <a:pt x="2408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1201;p25">
              <a:extLst>
                <a:ext uri="{FF2B5EF4-FFF2-40B4-BE49-F238E27FC236}">
                  <a16:creationId xmlns:a16="http://schemas.microsoft.com/office/drawing/2014/main" id="{F23E227F-ECF3-BA2A-196E-41EDDBFB1D68}"/>
                </a:ext>
              </a:extLst>
            </p:cNvPr>
            <p:cNvSpPr/>
            <p:nvPr/>
          </p:nvSpPr>
          <p:spPr>
            <a:xfrm>
              <a:off x="2016000" y="918925"/>
              <a:ext cx="2445350" cy="1766625"/>
            </a:xfrm>
            <a:custGeom>
              <a:avLst/>
              <a:gdLst/>
              <a:ahLst/>
              <a:cxnLst/>
              <a:rect l="l" t="t" r="r" b="b"/>
              <a:pathLst>
                <a:path w="97814" h="70665" extrusionOk="0">
                  <a:moveTo>
                    <a:pt x="1" y="1"/>
                  </a:moveTo>
                  <a:lnTo>
                    <a:pt x="1" y="70665"/>
                  </a:lnTo>
                  <a:lnTo>
                    <a:pt x="97813" y="70665"/>
                  </a:lnTo>
                  <a:lnTo>
                    <a:pt x="978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1202;p25">
              <a:extLst>
                <a:ext uri="{FF2B5EF4-FFF2-40B4-BE49-F238E27FC236}">
                  <a16:creationId xmlns:a16="http://schemas.microsoft.com/office/drawing/2014/main" id="{1CBF6999-F12C-61B4-4DD9-DACA4D3E396C}"/>
                </a:ext>
              </a:extLst>
            </p:cNvPr>
            <p:cNvSpPr/>
            <p:nvPr/>
          </p:nvSpPr>
          <p:spPr>
            <a:xfrm>
              <a:off x="4417100" y="924550"/>
              <a:ext cx="38625" cy="1064750"/>
            </a:xfrm>
            <a:custGeom>
              <a:avLst/>
              <a:gdLst/>
              <a:ahLst/>
              <a:cxnLst/>
              <a:rect l="l" t="t" r="r" b="b"/>
              <a:pathLst>
                <a:path w="1545" h="42590" extrusionOk="0">
                  <a:moveTo>
                    <a:pt x="1" y="0"/>
                  </a:moveTo>
                  <a:lnTo>
                    <a:pt x="1" y="42590"/>
                  </a:lnTo>
                  <a:lnTo>
                    <a:pt x="1545" y="42590"/>
                  </a:lnTo>
                  <a:lnTo>
                    <a:pt x="1545" y="0"/>
                  </a:ln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1203;p25">
              <a:extLst>
                <a:ext uri="{FF2B5EF4-FFF2-40B4-BE49-F238E27FC236}">
                  <a16:creationId xmlns:a16="http://schemas.microsoft.com/office/drawing/2014/main" id="{F3843DCC-49FB-7798-DD45-988EE13A3E35}"/>
                </a:ext>
              </a:extLst>
            </p:cNvPr>
            <p:cNvSpPr/>
            <p:nvPr/>
          </p:nvSpPr>
          <p:spPr>
            <a:xfrm>
              <a:off x="4417100" y="1989275"/>
              <a:ext cx="38625" cy="689975"/>
            </a:xfrm>
            <a:custGeom>
              <a:avLst/>
              <a:gdLst/>
              <a:ahLst/>
              <a:cxnLst/>
              <a:rect l="l" t="t" r="r" b="b"/>
              <a:pathLst>
                <a:path w="1545" h="27599" extrusionOk="0">
                  <a:moveTo>
                    <a:pt x="1" y="1"/>
                  </a:moveTo>
                  <a:lnTo>
                    <a:pt x="1" y="27598"/>
                  </a:lnTo>
                  <a:lnTo>
                    <a:pt x="1545" y="27598"/>
                  </a:lnTo>
                  <a:lnTo>
                    <a:pt x="1545" y="1"/>
                  </a:lnTo>
                  <a:close/>
                </a:path>
              </a:pathLst>
            </a:custGeom>
            <a:solidFill>
              <a:srgbClr val="B0B0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1204;p25">
              <a:extLst>
                <a:ext uri="{FF2B5EF4-FFF2-40B4-BE49-F238E27FC236}">
                  <a16:creationId xmlns:a16="http://schemas.microsoft.com/office/drawing/2014/main" id="{602DB368-791C-3907-AC66-4791992B8915}"/>
                </a:ext>
              </a:extLst>
            </p:cNvPr>
            <p:cNvSpPr/>
            <p:nvPr/>
          </p:nvSpPr>
          <p:spPr>
            <a:xfrm>
              <a:off x="2006175" y="895050"/>
              <a:ext cx="2458675" cy="96200"/>
            </a:xfrm>
            <a:custGeom>
              <a:avLst/>
              <a:gdLst/>
              <a:ahLst/>
              <a:cxnLst/>
              <a:rect l="l" t="t" r="r" b="b"/>
              <a:pathLst>
                <a:path w="98347" h="3848" extrusionOk="0">
                  <a:moveTo>
                    <a:pt x="1" y="1"/>
                  </a:moveTo>
                  <a:lnTo>
                    <a:pt x="1" y="3847"/>
                  </a:lnTo>
                  <a:lnTo>
                    <a:pt x="98347" y="3847"/>
                  </a:lnTo>
                  <a:lnTo>
                    <a:pt x="98347"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1205;p25">
              <a:extLst>
                <a:ext uri="{FF2B5EF4-FFF2-40B4-BE49-F238E27FC236}">
                  <a16:creationId xmlns:a16="http://schemas.microsoft.com/office/drawing/2014/main" id="{F785414B-F6BB-E2EC-494F-BDAD7588D658}"/>
                </a:ext>
              </a:extLst>
            </p:cNvPr>
            <p:cNvSpPr/>
            <p:nvPr/>
          </p:nvSpPr>
          <p:spPr>
            <a:xfrm>
              <a:off x="2000575" y="889450"/>
              <a:ext cx="2469900" cy="107400"/>
            </a:xfrm>
            <a:custGeom>
              <a:avLst/>
              <a:gdLst/>
              <a:ahLst/>
              <a:cxnLst/>
              <a:rect l="l" t="t" r="r" b="b"/>
              <a:pathLst>
                <a:path w="98796" h="4296" extrusionOk="0">
                  <a:moveTo>
                    <a:pt x="98346" y="450"/>
                  </a:moveTo>
                  <a:lnTo>
                    <a:pt x="98346" y="3847"/>
                  </a:lnTo>
                  <a:lnTo>
                    <a:pt x="478" y="3847"/>
                  </a:lnTo>
                  <a:lnTo>
                    <a:pt x="478" y="450"/>
                  </a:lnTo>
                  <a:close/>
                  <a:moveTo>
                    <a:pt x="0" y="0"/>
                  </a:moveTo>
                  <a:lnTo>
                    <a:pt x="0" y="4296"/>
                  </a:lnTo>
                  <a:lnTo>
                    <a:pt x="98795" y="4296"/>
                  </a:lnTo>
                  <a:lnTo>
                    <a:pt x="98795" y="4071"/>
                  </a:lnTo>
                  <a:lnTo>
                    <a:pt x="98795"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1206;p25">
              <a:extLst>
                <a:ext uri="{FF2B5EF4-FFF2-40B4-BE49-F238E27FC236}">
                  <a16:creationId xmlns:a16="http://schemas.microsoft.com/office/drawing/2014/main" id="{B1D74465-93BE-D47A-0D3D-79B8A3CBF845}"/>
                </a:ext>
              </a:extLst>
            </p:cNvPr>
            <p:cNvSpPr/>
            <p:nvPr/>
          </p:nvSpPr>
          <p:spPr>
            <a:xfrm>
              <a:off x="2010400" y="913300"/>
              <a:ext cx="2457275" cy="1777875"/>
            </a:xfrm>
            <a:custGeom>
              <a:avLst/>
              <a:gdLst/>
              <a:ahLst/>
              <a:cxnLst/>
              <a:rect l="l" t="t" r="r" b="b"/>
              <a:pathLst>
                <a:path w="98291" h="71115" extrusionOk="0">
                  <a:moveTo>
                    <a:pt x="97813" y="450"/>
                  </a:moveTo>
                  <a:lnTo>
                    <a:pt x="97813" y="70637"/>
                  </a:lnTo>
                  <a:lnTo>
                    <a:pt x="450" y="70637"/>
                  </a:lnTo>
                  <a:lnTo>
                    <a:pt x="450" y="450"/>
                  </a:lnTo>
                  <a:close/>
                  <a:moveTo>
                    <a:pt x="225" y="1"/>
                  </a:moveTo>
                  <a:cubicBezTo>
                    <a:pt x="169" y="1"/>
                    <a:pt x="113" y="29"/>
                    <a:pt x="57" y="57"/>
                  </a:cubicBezTo>
                  <a:cubicBezTo>
                    <a:pt x="28" y="113"/>
                    <a:pt x="0" y="169"/>
                    <a:pt x="0" y="226"/>
                  </a:cubicBezTo>
                  <a:lnTo>
                    <a:pt x="0" y="70890"/>
                  </a:lnTo>
                  <a:cubicBezTo>
                    <a:pt x="0" y="70946"/>
                    <a:pt x="28" y="71002"/>
                    <a:pt x="57" y="71030"/>
                  </a:cubicBezTo>
                  <a:cubicBezTo>
                    <a:pt x="113" y="71086"/>
                    <a:pt x="169" y="71114"/>
                    <a:pt x="225" y="71114"/>
                  </a:cubicBezTo>
                  <a:lnTo>
                    <a:pt x="98037" y="71114"/>
                  </a:lnTo>
                  <a:cubicBezTo>
                    <a:pt x="98122" y="71114"/>
                    <a:pt x="98178" y="71086"/>
                    <a:pt x="98206" y="71030"/>
                  </a:cubicBezTo>
                  <a:cubicBezTo>
                    <a:pt x="98262" y="71002"/>
                    <a:pt x="98290" y="70946"/>
                    <a:pt x="98290" y="70890"/>
                  </a:cubicBezTo>
                  <a:lnTo>
                    <a:pt x="98290" y="226"/>
                  </a:lnTo>
                  <a:cubicBezTo>
                    <a:pt x="98290" y="169"/>
                    <a:pt x="98262" y="113"/>
                    <a:pt x="98206" y="57"/>
                  </a:cubicBezTo>
                  <a:cubicBezTo>
                    <a:pt x="98178" y="29"/>
                    <a:pt x="98122" y="1"/>
                    <a:pt x="9803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1207;p25">
              <a:extLst>
                <a:ext uri="{FF2B5EF4-FFF2-40B4-BE49-F238E27FC236}">
                  <a16:creationId xmlns:a16="http://schemas.microsoft.com/office/drawing/2014/main" id="{9D332DA0-1D53-E1A5-D3A4-8BFBE75CD2BF}"/>
                </a:ext>
              </a:extLst>
            </p:cNvPr>
            <p:cNvSpPr/>
            <p:nvPr/>
          </p:nvSpPr>
          <p:spPr>
            <a:xfrm>
              <a:off x="3103900" y="1053675"/>
              <a:ext cx="201475" cy="30225"/>
            </a:xfrm>
            <a:custGeom>
              <a:avLst/>
              <a:gdLst/>
              <a:ahLst/>
              <a:cxnLst/>
              <a:rect l="l" t="t" r="r" b="b"/>
              <a:pathLst>
                <a:path w="8059" h="1209" extrusionOk="0">
                  <a:moveTo>
                    <a:pt x="618" y="1"/>
                  </a:moveTo>
                  <a:cubicBezTo>
                    <a:pt x="282" y="1"/>
                    <a:pt x="1" y="254"/>
                    <a:pt x="1" y="590"/>
                  </a:cubicBezTo>
                  <a:cubicBezTo>
                    <a:pt x="1" y="927"/>
                    <a:pt x="282" y="1208"/>
                    <a:pt x="618" y="1208"/>
                  </a:cubicBezTo>
                  <a:lnTo>
                    <a:pt x="7441" y="1208"/>
                  </a:lnTo>
                  <a:cubicBezTo>
                    <a:pt x="7778" y="1208"/>
                    <a:pt x="8058" y="927"/>
                    <a:pt x="8058" y="590"/>
                  </a:cubicBezTo>
                  <a:cubicBezTo>
                    <a:pt x="8058" y="254"/>
                    <a:pt x="7778" y="1"/>
                    <a:pt x="7441" y="1"/>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1208;p25">
              <a:extLst>
                <a:ext uri="{FF2B5EF4-FFF2-40B4-BE49-F238E27FC236}">
                  <a16:creationId xmlns:a16="http://schemas.microsoft.com/office/drawing/2014/main" id="{1623C48A-E4DE-7233-68D9-6EEA7A9516BE}"/>
                </a:ext>
              </a:extLst>
            </p:cNvPr>
            <p:cNvSpPr/>
            <p:nvPr/>
          </p:nvSpPr>
          <p:spPr>
            <a:xfrm>
              <a:off x="3446425" y="1053675"/>
              <a:ext cx="200750" cy="30225"/>
            </a:xfrm>
            <a:custGeom>
              <a:avLst/>
              <a:gdLst/>
              <a:ahLst/>
              <a:cxnLst/>
              <a:rect l="l" t="t" r="r" b="b"/>
              <a:pathLst>
                <a:path w="8030" h="1209" extrusionOk="0">
                  <a:moveTo>
                    <a:pt x="590" y="1"/>
                  </a:moveTo>
                  <a:cubicBezTo>
                    <a:pt x="253" y="1"/>
                    <a:pt x="0" y="254"/>
                    <a:pt x="0" y="590"/>
                  </a:cubicBezTo>
                  <a:cubicBezTo>
                    <a:pt x="0" y="927"/>
                    <a:pt x="253" y="1208"/>
                    <a:pt x="590" y="1208"/>
                  </a:cubicBezTo>
                  <a:lnTo>
                    <a:pt x="7440" y="1208"/>
                  </a:lnTo>
                  <a:cubicBezTo>
                    <a:pt x="7777" y="1208"/>
                    <a:pt x="8030" y="927"/>
                    <a:pt x="8030" y="590"/>
                  </a:cubicBezTo>
                  <a:cubicBezTo>
                    <a:pt x="8030" y="254"/>
                    <a:pt x="7777" y="1"/>
                    <a:pt x="7440" y="1"/>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1209;p25">
              <a:extLst>
                <a:ext uri="{FF2B5EF4-FFF2-40B4-BE49-F238E27FC236}">
                  <a16:creationId xmlns:a16="http://schemas.microsoft.com/office/drawing/2014/main" id="{81F49310-A6B8-1AF9-52C8-8DB50170FF47}"/>
                </a:ext>
              </a:extLst>
            </p:cNvPr>
            <p:cNvSpPr/>
            <p:nvPr/>
          </p:nvSpPr>
          <p:spPr>
            <a:xfrm>
              <a:off x="3788225" y="1053675"/>
              <a:ext cx="201475" cy="30225"/>
            </a:xfrm>
            <a:custGeom>
              <a:avLst/>
              <a:gdLst/>
              <a:ahLst/>
              <a:cxnLst/>
              <a:rect l="l" t="t" r="r" b="b"/>
              <a:pathLst>
                <a:path w="8059" h="1209" extrusionOk="0">
                  <a:moveTo>
                    <a:pt x="618" y="1"/>
                  </a:moveTo>
                  <a:cubicBezTo>
                    <a:pt x="281" y="1"/>
                    <a:pt x="1" y="254"/>
                    <a:pt x="1" y="590"/>
                  </a:cubicBezTo>
                  <a:cubicBezTo>
                    <a:pt x="1" y="927"/>
                    <a:pt x="281" y="1208"/>
                    <a:pt x="618" y="1208"/>
                  </a:cubicBezTo>
                  <a:lnTo>
                    <a:pt x="7440" y="1208"/>
                  </a:lnTo>
                  <a:cubicBezTo>
                    <a:pt x="7777" y="1208"/>
                    <a:pt x="8058" y="927"/>
                    <a:pt x="8058" y="590"/>
                  </a:cubicBezTo>
                  <a:cubicBezTo>
                    <a:pt x="8058" y="254"/>
                    <a:pt x="7777" y="1"/>
                    <a:pt x="7440" y="1"/>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1210;p25">
              <a:extLst>
                <a:ext uri="{FF2B5EF4-FFF2-40B4-BE49-F238E27FC236}">
                  <a16:creationId xmlns:a16="http://schemas.microsoft.com/office/drawing/2014/main" id="{1378F563-23FD-019A-06FA-9C2C46C824A5}"/>
                </a:ext>
              </a:extLst>
            </p:cNvPr>
            <p:cNvSpPr/>
            <p:nvPr/>
          </p:nvSpPr>
          <p:spPr>
            <a:xfrm>
              <a:off x="4130750" y="1053675"/>
              <a:ext cx="201450" cy="30225"/>
            </a:xfrm>
            <a:custGeom>
              <a:avLst/>
              <a:gdLst/>
              <a:ahLst/>
              <a:cxnLst/>
              <a:rect l="l" t="t" r="r" b="b"/>
              <a:pathLst>
                <a:path w="8058" h="1209" extrusionOk="0">
                  <a:moveTo>
                    <a:pt x="590" y="1"/>
                  </a:moveTo>
                  <a:cubicBezTo>
                    <a:pt x="253" y="1"/>
                    <a:pt x="0" y="254"/>
                    <a:pt x="0" y="590"/>
                  </a:cubicBezTo>
                  <a:cubicBezTo>
                    <a:pt x="0" y="927"/>
                    <a:pt x="253" y="1208"/>
                    <a:pt x="590" y="1208"/>
                  </a:cubicBezTo>
                  <a:lnTo>
                    <a:pt x="7440" y="1208"/>
                  </a:lnTo>
                  <a:cubicBezTo>
                    <a:pt x="7777" y="1208"/>
                    <a:pt x="8058" y="927"/>
                    <a:pt x="8058" y="590"/>
                  </a:cubicBezTo>
                  <a:cubicBezTo>
                    <a:pt x="8058" y="254"/>
                    <a:pt x="7777" y="1"/>
                    <a:pt x="7440" y="1"/>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1211;p25">
              <a:extLst>
                <a:ext uri="{FF2B5EF4-FFF2-40B4-BE49-F238E27FC236}">
                  <a16:creationId xmlns:a16="http://schemas.microsoft.com/office/drawing/2014/main" id="{22A96A2D-B80D-0B28-2A73-DCE8B83A1261}"/>
                </a:ext>
              </a:extLst>
            </p:cNvPr>
            <p:cNvSpPr/>
            <p:nvPr/>
          </p:nvSpPr>
          <p:spPr>
            <a:xfrm>
              <a:off x="2149375" y="1931025"/>
              <a:ext cx="2203175" cy="5625"/>
            </a:xfrm>
            <a:custGeom>
              <a:avLst/>
              <a:gdLst/>
              <a:ahLst/>
              <a:cxnLst/>
              <a:rect l="l" t="t" r="r" b="b"/>
              <a:pathLst>
                <a:path w="88127" h="225" extrusionOk="0">
                  <a:moveTo>
                    <a:pt x="0" y="0"/>
                  </a:moveTo>
                  <a:lnTo>
                    <a:pt x="0" y="225"/>
                  </a:lnTo>
                  <a:lnTo>
                    <a:pt x="88127" y="225"/>
                  </a:lnTo>
                  <a:lnTo>
                    <a:pt x="88127"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1212;p25">
              <a:extLst>
                <a:ext uri="{FF2B5EF4-FFF2-40B4-BE49-F238E27FC236}">
                  <a16:creationId xmlns:a16="http://schemas.microsoft.com/office/drawing/2014/main" id="{9B8137D3-27A8-A4BD-A988-3EB4EEBCD5A3}"/>
                </a:ext>
              </a:extLst>
            </p:cNvPr>
            <p:cNvSpPr/>
            <p:nvPr/>
          </p:nvSpPr>
          <p:spPr>
            <a:xfrm>
              <a:off x="2146550" y="1916975"/>
              <a:ext cx="5650" cy="16875"/>
            </a:xfrm>
            <a:custGeom>
              <a:avLst/>
              <a:gdLst/>
              <a:ahLst/>
              <a:cxnLst/>
              <a:rect l="l" t="t" r="r" b="b"/>
              <a:pathLst>
                <a:path w="226" h="675" extrusionOk="0">
                  <a:moveTo>
                    <a:pt x="1" y="1"/>
                  </a:moveTo>
                  <a:lnTo>
                    <a:pt x="1" y="675"/>
                  </a:lnTo>
                  <a:lnTo>
                    <a:pt x="225" y="675"/>
                  </a:lnTo>
                  <a:lnTo>
                    <a:pt x="225"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1213;p25">
              <a:extLst>
                <a:ext uri="{FF2B5EF4-FFF2-40B4-BE49-F238E27FC236}">
                  <a16:creationId xmlns:a16="http://schemas.microsoft.com/office/drawing/2014/main" id="{D41D9291-1BA2-189D-0A4C-12124FA92341}"/>
                </a:ext>
              </a:extLst>
            </p:cNvPr>
            <p:cNvSpPr/>
            <p:nvPr/>
          </p:nvSpPr>
          <p:spPr>
            <a:xfrm>
              <a:off x="2421700" y="1916975"/>
              <a:ext cx="6325" cy="16875"/>
            </a:xfrm>
            <a:custGeom>
              <a:avLst/>
              <a:gdLst/>
              <a:ahLst/>
              <a:cxnLst/>
              <a:rect l="l" t="t" r="r" b="b"/>
              <a:pathLst>
                <a:path w="253" h="675" extrusionOk="0">
                  <a:moveTo>
                    <a:pt x="0" y="1"/>
                  </a:moveTo>
                  <a:lnTo>
                    <a:pt x="0" y="675"/>
                  </a:lnTo>
                  <a:lnTo>
                    <a:pt x="253" y="675"/>
                  </a:lnTo>
                  <a:lnTo>
                    <a:pt x="253"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1214;p25">
              <a:extLst>
                <a:ext uri="{FF2B5EF4-FFF2-40B4-BE49-F238E27FC236}">
                  <a16:creationId xmlns:a16="http://schemas.microsoft.com/office/drawing/2014/main" id="{53C812F0-AC79-377F-C4CC-8DC94078BD26}"/>
                </a:ext>
              </a:extLst>
            </p:cNvPr>
            <p:cNvSpPr/>
            <p:nvPr/>
          </p:nvSpPr>
          <p:spPr>
            <a:xfrm>
              <a:off x="2697525" y="1916975"/>
              <a:ext cx="5650" cy="16875"/>
            </a:xfrm>
            <a:custGeom>
              <a:avLst/>
              <a:gdLst/>
              <a:ahLst/>
              <a:cxnLst/>
              <a:rect l="l" t="t" r="r" b="b"/>
              <a:pathLst>
                <a:path w="226" h="675" extrusionOk="0">
                  <a:moveTo>
                    <a:pt x="1" y="1"/>
                  </a:moveTo>
                  <a:lnTo>
                    <a:pt x="1" y="675"/>
                  </a:lnTo>
                  <a:lnTo>
                    <a:pt x="225" y="675"/>
                  </a:lnTo>
                  <a:lnTo>
                    <a:pt x="225"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1215;p25">
              <a:extLst>
                <a:ext uri="{FF2B5EF4-FFF2-40B4-BE49-F238E27FC236}">
                  <a16:creationId xmlns:a16="http://schemas.microsoft.com/office/drawing/2014/main" id="{2E6E4A5B-EF5C-0DE6-190C-C3D185986E77}"/>
                </a:ext>
              </a:extLst>
            </p:cNvPr>
            <p:cNvSpPr/>
            <p:nvPr/>
          </p:nvSpPr>
          <p:spPr>
            <a:xfrm>
              <a:off x="2972650" y="1916975"/>
              <a:ext cx="5650" cy="16875"/>
            </a:xfrm>
            <a:custGeom>
              <a:avLst/>
              <a:gdLst/>
              <a:ahLst/>
              <a:cxnLst/>
              <a:rect l="l" t="t" r="r" b="b"/>
              <a:pathLst>
                <a:path w="226" h="675" extrusionOk="0">
                  <a:moveTo>
                    <a:pt x="1" y="1"/>
                  </a:moveTo>
                  <a:lnTo>
                    <a:pt x="1" y="675"/>
                  </a:lnTo>
                  <a:lnTo>
                    <a:pt x="225" y="675"/>
                  </a:lnTo>
                  <a:lnTo>
                    <a:pt x="225"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1216;p25">
              <a:extLst>
                <a:ext uri="{FF2B5EF4-FFF2-40B4-BE49-F238E27FC236}">
                  <a16:creationId xmlns:a16="http://schemas.microsoft.com/office/drawing/2014/main" id="{8D1826F1-4E34-2F95-A2CD-DBB253A8DD90}"/>
                </a:ext>
              </a:extLst>
            </p:cNvPr>
            <p:cNvSpPr/>
            <p:nvPr/>
          </p:nvSpPr>
          <p:spPr>
            <a:xfrm>
              <a:off x="3247800" y="1916975"/>
              <a:ext cx="6325" cy="16875"/>
            </a:xfrm>
            <a:custGeom>
              <a:avLst/>
              <a:gdLst/>
              <a:ahLst/>
              <a:cxnLst/>
              <a:rect l="l" t="t" r="r" b="b"/>
              <a:pathLst>
                <a:path w="253" h="675" extrusionOk="0">
                  <a:moveTo>
                    <a:pt x="0" y="1"/>
                  </a:moveTo>
                  <a:lnTo>
                    <a:pt x="0" y="675"/>
                  </a:lnTo>
                  <a:lnTo>
                    <a:pt x="253" y="675"/>
                  </a:lnTo>
                  <a:lnTo>
                    <a:pt x="253"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1217;p25">
              <a:extLst>
                <a:ext uri="{FF2B5EF4-FFF2-40B4-BE49-F238E27FC236}">
                  <a16:creationId xmlns:a16="http://schemas.microsoft.com/office/drawing/2014/main" id="{7D824FDA-918C-BB1C-56E6-6E5D591A34C1}"/>
                </a:ext>
              </a:extLst>
            </p:cNvPr>
            <p:cNvSpPr/>
            <p:nvPr/>
          </p:nvSpPr>
          <p:spPr>
            <a:xfrm>
              <a:off x="3523625" y="1916975"/>
              <a:ext cx="5650" cy="16875"/>
            </a:xfrm>
            <a:custGeom>
              <a:avLst/>
              <a:gdLst/>
              <a:ahLst/>
              <a:cxnLst/>
              <a:rect l="l" t="t" r="r" b="b"/>
              <a:pathLst>
                <a:path w="226" h="675" extrusionOk="0">
                  <a:moveTo>
                    <a:pt x="1" y="1"/>
                  </a:moveTo>
                  <a:lnTo>
                    <a:pt x="1" y="675"/>
                  </a:lnTo>
                  <a:lnTo>
                    <a:pt x="225" y="675"/>
                  </a:lnTo>
                  <a:lnTo>
                    <a:pt x="225"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218;p25">
              <a:extLst>
                <a:ext uri="{FF2B5EF4-FFF2-40B4-BE49-F238E27FC236}">
                  <a16:creationId xmlns:a16="http://schemas.microsoft.com/office/drawing/2014/main" id="{396486D3-3817-71C0-E35C-BAE25131361F}"/>
                </a:ext>
              </a:extLst>
            </p:cNvPr>
            <p:cNvSpPr/>
            <p:nvPr/>
          </p:nvSpPr>
          <p:spPr>
            <a:xfrm>
              <a:off x="3798750" y="1916975"/>
              <a:ext cx="5650" cy="16875"/>
            </a:xfrm>
            <a:custGeom>
              <a:avLst/>
              <a:gdLst/>
              <a:ahLst/>
              <a:cxnLst/>
              <a:rect l="l" t="t" r="r" b="b"/>
              <a:pathLst>
                <a:path w="226" h="675" extrusionOk="0">
                  <a:moveTo>
                    <a:pt x="1" y="1"/>
                  </a:moveTo>
                  <a:lnTo>
                    <a:pt x="1" y="675"/>
                  </a:lnTo>
                  <a:lnTo>
                    <a:pt x="225" y="675"/>
                  </a:lnTo>
                  <a:lnTo>
                    <a:pt x="225"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219;p25">
              <a:extLst>
                <a:ext uri="{FF2B5EF4-FFF2-40B4-BE49-F238E27FC236}">
                  <a16:creationId xmlns:a16="http://schemas.microsoft.com/office/drawing/2014/main" id="{B6CDD659-99EF-65AF-B414-8DBFCA362B05}"/>
                </a:ext>
              </a:extLst>
            </p:cNvPr>
            <p:cNvSpPr/>
            <p:nvPr/>
          </p:nvSpPr>
          <p:spPr>
            <a:xfrm>
              <a:off x="4073900" y="1916975"/>
              <a:ext cx="6325" cy="16875"/>
            </a:xfrm>
            <a:custGeom>
              <a:avLst/>
              <a:gdLst/>
              <a:ahLst/>
              <a:cxnLst/>
              <a:rect l="l" t="t" r="r" b="b"/>
              <a:pathLst>
                <a:path w="253" h="675" extrusionOk="0">
                  <a:moveTo>
                    <a:pt x="0" y="1"/>
                  </a:moveTo>
                  <a:lnTo>
                    <a:pt x="0" y="675"/>
                  </a:lnTo>
                  <a:lnTo>
                    <a:pt x="253" y="675"/>
                  </a:lnTo>
                  <a:lnTo>
                    <a:pt x="253"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1220;p25">
              <a:extLst>
                <a:ext uri="{FF2B5EF4-FFF2-40B4-BE49-F238E27FC236}">
                  <a16:creationId xmlns:a16="http://schemas.microsoft.com/office/drawing/2014/main" id="{EA891DF8-A644-F718-96A5-1B603814902A}"/>
                </a:ext>
              </a:extLst>
            </p:cNvPr>
            <p:cNvSpPr/>
            <p:nvPr/>
          </p:nvSpPr>
          <p:spPr>
            <a:xfrm>
              <a:off x="4349725" y="1916975"/>
              <a:ext cx="5650" cy="16875"/>
            </a:xfrm>
            <a:custGeom>
              <a:avLst/>
              <a:gdLst/>
              <a:ahLst/>
              <a:cxnLst/>
              <a:rect l="l" t="t" r="r" b="b"/>
              <a:pathLst>
                <a:path w="226" h="675" extrusionOk="0">
                  <a:moveTo>
                    <a:pt x="0" y="1"/>
                  </a:moveTo>
                  <a:lnTo>
                    <a:pt x="0" y="675"/>
                  </a:lnTo>
                  <a:lnTo>
                    <a:pt x="225" y="675"/>
                  </a:lnTo>
                  <a:lnTo>
                    <a:pt x="225"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221;p25">
              <a:extLst>
                <a:ext uri="{FF2B5EF4-FFF2-40B4-BE49-F238E27FC236}">
                  <a16:creationId xmlns:a16="http://schemas.microsoft.com/office/drawing/2014/main" id="{B982C9D5-D20F-04EC-51D1-83BF70D1D066}"/>
                </a:ext>
              </a:extLst>
            </p:cNvPr>
            <p:cNvSpPr/>
            <p:nvPr/>
          </p:nvSpPr>
          <p:spPr>
            <a:xfrm>
              <a:off x="2274300" y="1744725"/>
              <a:ext cx="301125" cy="108725"/>
            </a:xfrm>
            <a:custGeom>
              <a:avLst/>
              <a:gdLst/>
              <a:ahLst/>
              <a:cxnLst/>
              <a:rect l="l" t="t" r="r" b="b"/>
              <a:pathLst>
                <a:path w="12045" h="4349" extrusionOk="0">
                  <a:moveTo>
                    <a:pt x="11502" y="0"/>
                  </a:moveTo>
                  <a:cubicBezTo>
                    <a:pt x="11467" y="0"/>
                    <a:pt x="11432" y="4"/>
                    <a:pt x="11399" y="13"/>
                  </a:cubicBezTo>
                  <a:lnTo>
                    <a:pt x="365" y="3438"/>
                  </a:lnTo>
                  <a:cubicBezTo>
                    <a:pt x="141" y="3494"/>
                    <a:pt x="0" y="3775"/>
                    <a:pt x="57" y="4027"/>
                  </a:cubicBezTo>
                  <a:cubicBezTo>
                    <a:pt x="128" y="4218"/>
                    <a:pt x="322" y="4348"/>
                    <a:pt x="534" y="4348"/>
                  </a:cubicBezTo>
                  <a:cubicBezTo>
                    <a:pt x="571" y="4348"/>
                    <a:pt x="608" y="4344"/>
                    <a:pt x="646" y="4336"/>
                  </a:cubicBezTo>
                  <a:lnTo>
                    <a:pt x="11680" y="911"/>
                  </a:lnTo>
                  <a:cubicBezTo>
                    <a:pt x="11904" y="827"/>
                    <a:pt x="12045" y="574"/>
                    <a:pt x="11988" y="321"/>
                  </a:cubicBezTo>
                  <a:cubicBezTo>
                    <a:pt x="11917" y="130"/>
                    <a:pt x="11703" y="0"/>
                    <a:pt x="11502"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222;p25">
              <a:extLst>
                <a:ext uri="{FF2B5EF4-FFF2-40B4-BE49-F238E27FC236}">
                  <a16:creationId xmlns:a16="http://schemas.microsoft.com/office/drawing/2014/main" id="{F732D660-906D-D047-9885-2A0A71756300}"/>
                </a:ext>
              </a:extLst>
            </p:cNvPr>
            <p:cNvSpPr/>
            <p:nvPr/>
          </p:nvSpPr>
          <p:spPr>
            <a:xfrm>
              <a:off x="2549425" y="1557275"/>
              <a:ext cx="301825" cy="210775"/>
            </a:xfrm>
            <a:custGeom>
              <a:avLst/>
              <a:gdLst/>
              <a:ahLst/>
              <a:cxnLst/>
              <a:rect l="l" t="t" r="r" b="b"/>
              <a:pathLst>
                <a:path w="12073" h="8431" extrusionOk="0">
                  <a:moveTo>
                    <a:pt x="11555" y="1"/>
                  </a:moveTo>
                  <a:cubicBezTo>
                    <a:pt x="11459" y="1"/>
                    <a:pt x="11364" y="32"/>
                    <a:pt x="11287" y="99"/>
                  </a:cubicBezTo>
                  <a:lnTo>
                    <a:pt x="253" y="7595"/>
                  </a:lnTo>
                  <a:cubicBezTo>
                    <a:pt x="57" y="7735"/>
                    <a:pt x="1" y="8016"/>
                    <a:pt x="141" y="8240"/>
                  </a:cubicBezTo>
                  <a:cubicBezTo>
                    <a:pt x="229" y="8363"/>
                    <a:pt x="370" y="8431"/>
                    <a:pt x="519" y="8431"/>
                  </a:cubicBezTo>
                  <a:cubicBezTo>
                    <a:pt x="609" y="8431"/>
                    <a:pt x="702" y="8406"/>
                    <a:pt x="787" y="8353"/>
                  </a:cubicBezTo>
                  <a:lnTo>
                    <a:pt x="11792" y="857"/>
                  </a:lnTo>
                  <a:cubicBezTo>
                    <a:pt x="12017" y="716"/>
                    <a:pt x="12073" y="436"/>
                    <a:pt x="11933" y="211"/>
                  </a:cubicBezTo>
                  <a:cubicBezTo>
                    <a:pt x="11848" y="75"/>
                    <a:pt x="11701" y="1"/>
                    <a:pt x="11555"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223;p25">
              <a:extLst>
                <a:ext uri="{FF2B5EF4-FFF2-40B4-BE49-F238E27FC236}">
                  <a16:creationId xmlns:a16="http://schemas.microsoft.com/office/drawing/2014/main" id="{3BBDB707-BB27-D3E4-9D0A-52486C4D3792}"/>
                </a:ext>
              </a:extLst>
            </p:cNvPr>
            <p:cNvSpPr/>
            <p:nvPr/>
          </p:nvSpPr>
          <p:spPr>
            <a:xfrm>
              <a:off x="2824575" y="1301875"/>
              <a:ext cx="301825" cy="278950"/>
            </a:xfrm>
            <a:custGeom>
              <a:avLst/>
              <a:gdLst/>
              <a:ahLst/>
              <a:cxnLst/>
              <a:rect l="l" t="t" r="r" b="b"/>
              <a:pathLst>
                <a:path w="12073" h="11158" extrusionOk="0">
                  <a:moveTo>
                    <a:pt x="11550" y="1"/>
                  </a:moveTo>
                  <a:cubicBezTo>
                    <a:pt x="11438" y="1"/>
                    <a:pt x="11324" y="43"/>
                    <a:pt x="11230" y="124"/>
                  </a:cubicBezTo>
                  <a:lnTo>
                    <a:pt x="225" y="10343"/>
                  </a:lnTo>
                  <a:cubicBezTo>
                    <a:pt x="28" y="10511"/>
                    <a:pt x="0" y="10820"/>
                    <a:pt x="197" y="11017"/>
                  </a:cubicBezTo>
                  <a:cubicBezTo>
                    <a:pt x="288" y="11108"/>
                    <a:pt x="412" y="11158"/>
                    <a:pt x="538" y="11158"/>
                  </a:cubicBezTo>
                  <a:cubicBezTo>
                    <a:pt x="644" y="11158"/>
                    <a:pt x="752" y="11122"/>
                    <a:pt x="842" y="11045"/>
                  </a:cubicBezTo>
                  <a:lnTo>
                    <a:pt x="11876" y="826"/>
                  </a:lnTo>
                  <a:cubicBezTo>
                    <a:pt x="12044" y="629"/>
                    <a:pt x="12072" y="348"/>
                    <a:pt x="11876" y="152"/>
                  </a:cubicBezTo>
                  <a:cubicBezTo>
                    <a:pt x="11788" y="50"/>
                    <a:pt x="11670" y="1"/>
                    <a:pt x="11550"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224;p25">
              <a:extLst>
                <a:ext uri="{FF2B5EF4-FFF2-40B4-BE49-F238E27FC236}">
                  <a16:creationId xmlns:a16="http://schemas.microsoft.com/office/drawing/2014/main" id="{87DB7D05-4B29-D9F2-4D32-9ED5980A5689}"/>
                </a:ext>
              </a:extLst>
            </p:cNvPr>
            <p:cNvSpPr/>
            <p:nvPr/>
          </p:nvSpPr>
          <p:spPr>
            <a:xfrm>
              <a:off x="3101100" y="1276175"/>
              <a:ext cx="299725" cy="49225"/>
            </a:xfrm>
            <a:custGeom>
              <a:avLst/>
              <a:gdLst/>
              <a:ahLst/>
              <a:cxnLst/>
              <a:rect l="l" t="t" r="r" b="b"/>
              <a:pathLst>
                <a:path w="11989" h="1969" extrusionOk="0">
                  <a:moveTo>
                    <a:pt x="11455" y="1"/>
                  </a:moveTo>
                  <a:lnTo>
                    <a:pt x="450" y="1039"/>
                  </a:lnTo>
                  <a:cubicBezTo>
                    <a:pt x="197" y="1067"/>
                    <a:pt x="1" y="1292"/>
                    <a:pt x="29" y="1545"/>
                  </a:cubicBezTo>
                  <a:cubicBezTo>
                    <a:pt x="55" y="1781"/>
                    <a:pt x="253" y="1968"/>
                    <a:pt x="486" y="1968"/>
                  </a:cubicBezTo>
                  <a:cubicBezTo>
                    <a:pt x="502" y="1968"/>
                    <a:pt x="518" y="1968"/>
                    <a:pt x="534" y="1966"/>
                  </a:cubicBezTo>
                  <a:lnTo>
                    <a:pt x="11539" y="955"/>
                  </a:lnTo>
                  <a:cubicBezTo>
                    <a:pt x="11792" y="927"/>
                    <a:pt x="11988" y="702"/>
                    <a:pt x="11960" y="422"/>
                  </a:cubicBezTo>
                  <a:cubicBezTo>
                    <a:pt x="11932" y="169"/>
                    <a:pt x="11708" y="1"/>
                    <a:pt x="11455"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225;p25">
              <a:extLst>
                <a:ext uri="{FF2B5EF4-FFF2-40B4-BE49-F238E27FC236}">
                  <a16:creationId xmlns:a16="http://schemas.microsoft.com/office/drawing/2014/main" id="{72283756-0AFF-60A2-B341-B5DC58EBF4BF}"/>
                </a:ext>
              </a:extLst>
            </p:cNvPr>
            <p:cNvSpPr/>
            <p:nvPr/>
          </p:nvSpPr>
          <p:spPr>
            <a:xfrm>
              <a:off x="3375525" y="1276375"/>
              <a:ext cx="301825" cy="210900"/>
            </a:xfrm>
            <a:custGeom>
              <a:avLst/>
              <a:gdLst/>
              <a:ahLst/>
              <a:cxnLst/>
              <a:rect l="l" t="t" r="r" b="b"/>
              <a:pathLst>
                <a:path w="12073" h="8436" extrusionOk="0">
                  <a:moveTo>
                    <a:pt x="527" y="0"/>
                  </a:moveTo>
                  <a:cubicBezTo>
                    <a:pt x="375" y="0"/>
                    <a:pt x="230" y="75"/>
                    <a:pt x="141" y="217"/>
                  </a:cubicBezTo>
                  <a:cubicBezTo>
                    <a:pt x="1" y="414"/>
                    <a:pt x="57" y="723"/>
                    <a:pt x="253" y="863"/>
                  </a:cubicBezTo>
                  <a:lnTo>
                    <a:pt x="11287" y="8359"/>
                  </a:lnTo>
                  <a:cubicBezTo>
                    <a:pt x="11359" y="8410"/>
                    <a:pt x="11446" y="8435"/>
                    <a:pt x="11534" y="8435"/>
                  </a:cubicBezTo>
                  <a:cubicBezTo>
                    <a:pt x="11687" y="8435"/>
                    <a:pt x="11844" y="8361"/>
                    <a:pt x="11933" y="8218"/>
                  </a:cubicBezTo>
                  <a:cubicBezTo>
                    <a:pt x="12073" y="8022"/>
                    <a:pt x="12017" y="7713"/>
                    <a:pt x="11792" y="7573"/>
                  </a:cubicBezTo>
                  <a:lnTo>
                    <a:pt x="787" y="77"/>
                  </a:lnTo>
                  <a:cubicBezTo>
                    <a:pt x="704" y="25"/>
                    <a:pt x="615" y="0"/>
                    <a:pt x="527"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226;p25">
              <a:extLst>
                <a:ext uri="{FF2B5EF4-FFF2-40B4-BE49-F238E27FC236}">
                  <a16:creationId xmlns:a16="http://schemas.microsoft.com/office/drawing/2014/main" id="{52CEC60E-CDCC-189C-BB9D-BCEC66E0034E}"/>
                </a:ext>
              </a:extLst>
            </p:cNvPr>
            <p:cNvSpPr/>
            <p:nvPr/>
          </p:nvSpPr>
          <p:spPr>
            <a:xfrm>
              <a:off x="3650675" y="1463775"/>
              <a:ext cx="301825" cy="202300"/>
            </a:xfrm>
            <a:custGeom>
              <a:avLst/>
              <a:gdLst/>
              <a:ahLst/>
              <a:cxnLst/>
              <a:rect l="l" t="t" r="r" b="b"/>
              <a:pathLst>
                <a:path w="12073" h="8092" extrusionOk="0">
                  <a:moveTo>
                    <a:pt x="526" y="0"/>
                  </a:moveTo>
                  <a:cubicBezTo>
                    <a:pt x="374" y="0"/>
                    <a:pt x="229" y="75"/>
                    <a:pt x="140" y="217"/>
                  </a:cubicBezTo>
                  <a:cubicBezTo>
                    <a:pt x="0" y="442"/>
                    <a:pt x="56" y="722"/>
                    <a:pt x="281" y="863"/>
                  </a:cubicBezTo>
                  <a:lnTo>
                    <a:pt x="11286" y="8022"/>
                  </a:lnTo>
                  <a:cubicBezTo>
                    <a:pt x="11363" y="8070"/>
                    <a:pt x="11446" y="8092"/>
                    <a:pt x="11528" y="8092"/>
                  </a:cubicBezTo>
                  <a:cubicBezTo>
                    <a:pt x="11686" y="8092"/>
                    <a:pt x="11839" y="8011"/>
                    <a:pt x="11932" y="7882"/>
                  </a:cubicBezTo>
                  <a:cubicBezTo>
                    <a:pt x="12072" y="7657"/>
                    <a:pt x="12016" y="7376"/>
                    <a:pt x="11791" y="7236"/>
                  </a:cubicBezTo>
                  <a:lnTo>
                    <a:pt x="786" y="77"/>
                  </a:lnTo>
                  <a:cubicBezTo>
                    <a:pt x="704" y="25"/>
                    <a:pt x="614" y="0"/>
                    <a:pt x="52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227;p25">
              <a:extLst>
                <a:ext uri="{FF2B5EF4-FFF2-40B4-BE49-F238E27FC236}">
                  <a16:creationId xmlns:a16="http://schemas.microsoft.com/office/drawing/2014/main" id="{CBC76447-1B65-FF18-F149-402136424D2E}"/>
                </a:ext>
              </a:extLst>
            </p:cNvPr>
            <p:cNvSpPr/>
            <p:nvPr/>
          </p:nvSpPr>
          <p:spPr>
            <a:xfrm>
              <a:off x="3925800" y="1267900"/>
              <a:ext cx="301825" cy="398225"/>
            </a:xfrm>
            <a:custGeom>
              <a:avLst/>
              <a:gdLst/>
              <a:ahLst/>
              <a:cxnLst/>
              <a:rect l="l" t="t" r="r" b="b"/>
              <a:pathLst>
                <a:path w="12073" h="15929" extrusionOk="0">
                  <a:moveTo>
                    <a:pt x="11572" y="1"/>
                  </a:moveTo>
                  <a:cubicBezTo>
                    <a:pt x="11427" y="1"/>
                    <a:pt x="11279" y="69"/>
                    <a:pt x="11174" y="191"/>
                  </a:cubicBezTo>
                  <a:lnTo>
                    <a:pt x="169" y="15183"/>
                  </a:lnTo>
                  <a:cubicBezTo>
                    <a:pt x="0" y="15380"/>
                    <a:pt x="56" y="15688"/>
                    <a:pt x="253" y="15829"/>
                  </a:cubicBezTo>
                  <a:cubicBezTo>
                    <a:pt x="344" y="15897"/>
                    <a:pt x="445" y="15929"/>
                    <a:pt x="543" y="15929"/>
                  </a:cubicBezTo>
                  <a:cubicBezTo>
                    <a:pt x="687" y="15929"/>
                    <a:pt x="827" y="15861"/>
                    <a:pt x="927" y="15745"/>
                  </a:cubicBezTo>
                  <a:lnTo>
                    <a:pt x="11932" y="753"/>
                  </a:lnTo>
                  <a:cubicBezTo>
                    <a:pt x="12072" y="528"/>
                    <a:pt x="12044" y="247"/>
                    <a:pt x="11820" y="79"/>
                  </a:cubicBezTo>
                  <a:cubicBezTo>
                    <a:pt x="11746" y="26"/>
                    <a:pt x="11659" y="1"/>
                    <a:pt x="11572"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228;p25">
              <a:extLst>
                <a:ext uri="{FF2B5EF4-FFF2-40B4-BE49-F238E27FC236}">
                  <a16:creationId xmlns:a16="http://schemas.microsoft.com/office/drawing/2014/main" id="{400EBCE6-1C4E-1530-541C-1CE64CFB383D}"/>
                </a:ext>
              </a:extLst>
            </p:cNvPr>
            <p:cNvSpPr/>
            <p:nvPr/>
          </p:nvSpPr>
          <p:spPr>
            <a:xfrm>
              <a:off x="2251850" y="1806800"/>
              <a:ext cx="70200" cy="70200"/>
            </a:xfrm>
            <a:custGeom>
              <a:avLst/>
              <a:gdLst/>
              <a:ahLst/>
              <a:cxnLst/>
              <a:rect l="l" t="t" r="r" b="b"/>
              <a:pathLst>
                <a:path w="2808" h="2808" extrusionOk="0">
                  <a:moveTo>
                    <a:pt x="1404" y="0"/>
                  </a:moveTo>
                  <a:cubicBezTo>
                    <a:pt x="646" y="0"/>
                    <a:pt x="0" y="618"/>
                    <a:pt x="0" y="1404"/>
                  </a:cubicBezTo>
                  <a:cubicBezTo>
                    <a:pt x="0" y="2162"/>
                    <a:pt x="646" y="2808"/>
                    <a:pt x="1404" y="2808"/>
                  </a:cubicBezTo>
                  <a:cubicBezTo>
                    <a:pt x="2190" y="2808"/>
                    <a:pt x="2808" y="2162"/>
                    <a:pt x="2808" y="1404"/>
                  </a:cubicBezTo>
                  <a:cubicBezTo>
                    <a:pt x="2808" y="618"/>
                    <a:pt x="2190" y="0"/>
                    <a:pt x="1404"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229;p25">
              <a:extLst>
                <a:ext uri="{FF2B5EF4-FFF2-40B4-BE49-F238E27FC236}">
                  <a16:creationId xmlns:a16="http://schemas.microsoft.com/office/drawing/2014/main" id="{DFEF8D45-10C6-0A67-531B-5E9BEAF6A59F}"/>
                </a:ext>
              </a:extLst>
            </p:cNvPr>
            <p:cNvSpPr/>
            <p:nvPr/>
          </p:nvSpPr>
          <p:spPr>
            <a:xfrm>
              <a:off x="2246225" y="1800475"/>
              <a:ext cx="82150" cy="82150"/>
            </a:xfrm>
            <a:custGeom>
              <a:avLst/>
              <a:gdLst/>
              <a:ahLst/>
              <a:cxnLst/>
              <a:rect l="l" t="t" r="r" b="b"/>
              <a:pathLst>
                <a:path w="3286" h="3286" extrusionOk="0">
                  <a:moveTo>
                    <a:pt x="1629" y="478"/>
                  </a:moveTo>
                  <a:cubicBezTo>
                    <a:pt x="2275" y="478"/>
                    <a:pt x="2808" y="1011"/>
                    <a:pt x="2808" y="1657"/>
                  </a:cubicBezTo>
                  <a:cubicBezTo>
                    <a:pt x="2808" y="2303"/>
                    <a:pt x="2275" y="2808"/>
                    <a:pt x="1629" y="2808"/>
                  </a:cubicBezTo>
                  <a:cubicBezTo>
                    <a:pt x="983" y="2808"/>
                    <a:pt x="478" y="2303"/>
                    <a:pt x="478" y="1657"/>
                  </a:cubicBezTo>
                  <a:cubicBezTo>
                    <a:pt x="478" y="1011"/>
                    <a:pt x="983" y="478"/>
                    <a:pt x="1629" y="478"/>
                  </a:cubicBezTo>
                  <a:close/>
                  <a:moveTo>
                    <a:pt x="1629" y="0"/>
                  </a:moveTo>
                  <a:cubicBezTo>
                    <a:pt x="730" y="0"/>
                    <a:pt x="0" y="730"/>
                    <a:pt x="0" y="1657"/>
                  </a:cubicBezTo>
                  <a:cubicBezTo>
                    <a:pt x="0" y="2555"/>
                    <a:pt x="730" y="3285"/>
                    <a:pt x="1629" y="3285"/>
                  </a:cubicBezTo>
                  <a:cubicBezTo>
                    <a:pt x="2527" y="3285"/>
                    <a:pt x="3285" y="2555"/>
                    <a:pt x="3285" y="1657"/>
                  </a:cubicBezTo>
                  <a:cubicBezTo>
                    <a:pt x="3285" y="730"/>
                    <a:pt x="2527" y="0"/>
                    <a:pt x="1629"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230;p25">
              <a:extLst>
                <a:ext uri="{FF2B5EF4-FFF2-40B4-BE49-F238E27FC236}">
                  <a16:creationId xmlns:a16="http://schemas.microsoft.com/office/drawing/2014/main" id="{D1403863-3A33-A44B-9C44-349930D33420}"/>
                </a:ext>
              </a:extLst>
            </p:cNvPr>
            <p:cNvSpPr/>
            <p:nvPr/>
          </p:nvSpPr>
          <p:spPr>
            <a:xfrm>
              <a:off x="2527675" y="1721150"/>
              <a:ext cx="70200" cy="70225"/>
            </a:xfrm>
            <a:custGeom>
              <a:avLst/>
              <a:gdLst/>
              <a:ahLst/>
              <a:cxnLst/>
              <a:rect l="l" t="t" r="r" b="b"/>
              <a:pathLst>
                <a:path w="2808" h="2809" extrusionOk="0">
                  <a:moveTo>
                    <a:pt x="1404" y="1"/>
                  </a:moveTo>
                  <a:cubicBezTo>
                    <a:pt x="618" y="1"/>
                    <a:pt x="0" y="647"/>
                    <a:pt x="0" y="1405"/>
                  </a:cubicBezTo>
                  <a:cubicBezTo>
                    <a:pt x="0" y="2191"/>
                    <a:pt x="618" y="2808"/>
                    <a:pt x="1404" y="2808"/>
                  </a:cubicBezTo>
                  <a:cubicBezTo>
                    <a:pt x="2162" y="2808"/>
                    <a:pt x="2808" y="2191"/>
                    <a:pt x="2808" y="1405"/>
                  </a:cubicBezTo>
                  <a:cubicBezTo>
                    <a:pt x="2808" y="647"/>
                    <a:pt x="2162" y="1"/>
                    <a:pt x="1404" y="1"/>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231;p25">
              <a:extLst>
                <a:ext uri="{FF2B5EF4-FFF2-40B4-BE49-F238E27FC236}">
                  <a16:creationId xmlns:a16="http://schemas.microsoft.com/office/drawing/2014/main" id="{1AE8D8B0-40C3-6D66-DD88-CBBD52D70843}"/>
                </a:ext>
              </a:extLst>
            </p:cNvPr>
            <p:cNvSpPr/>
            <p:nvPr/>
          </p:nvSpPr>
          <p:spPr>
            <a:xfrm>
              <a:off x="2521350" y="1715550"/>
              <a:ext cx="82150" cy="82150"/>
            </a:xfrm>
            <a:custGeom>
              <a:avLst/>
              <a:gdLst/>
              <a:ahLst/>
              <a:cxnLst/>
              <a:rect l="l" t="t" r="r" b="b"/>
              <a:pathLst>
                <a:path w="3286" h="3286" extrusionOk="0">
                  <a:moveTo>
                    <a:pt x="1657" y="478"/>
                  </a:moveTo>
                  <a:cubicBezTo>
                    <a:pt x="2303" y="478"/>
                    <a:pt x="2808" y="983"/>
                    <a:pt x="2808" y="1629"/>
                  </a:cubicBezTo>
                  <a:cubicBezTo>
                    <a:pt x="2808" y="2274"/>
                    <a:pt x="2303" y="2808"/>
                    <a:pt x="1657" y="2808"/>
                  </a:cubicBezTo>
                  <a:cubicBezTo>
                    <a:pt x="1011" y="2808"/>
                    <a:pt x="478" y="2274"/>
                    <a:pt x="478" y="1629"/>
                  </a:cubicBezTo>
                  <a:cubicBezTo>
                    <a:pt x="478" y="983"/>
                    <a:pt x="1011" y="478"/>
                    <a:pt x="1657" y="478"/>
                  </a:cubicBezTo>
                  <a:close/>
                  <a:moveTo>
                    <a:pt x="1657" y="0"/>
                  </a:moveTo>
                  <a:cubicBezTo>
                    <a:pt x="731" y="0"/>
                    <a:pt x="1" y="730"/>
                    <a:pt x="1" y="1629"/>
                  </a:cubicBezTo>
                  <a:cubicBezTo>
                    <a:pt x="1" y="2555"/>
                    <a:pt x="731" y="3285"/>
                    <a:pt x="1657" y="3285"/>
                  </a:cubicBezTo>
                  <a:cubicBezTo>
                    <a:pt x="2556" y="3285"/>
                    <a:pt x="3286" y="2555"/>
                    <a:pt x="3286" y="1629"/>
                  </a:cubicBezTo>
                  <a:cubicBezTo>
                    <a:pt x="3286" y="730"/>
                    <a:pt x="2556" y="0"/>
                    <a:pt x="1657"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232;p25">
              <a:extLst>
                <a:ext uri="{FF2B5EF4-FFF2-40B4-BE49-F238E27FC236}">
                  <a16:creationId xmlns:a16="http://schemas.microsoft.com/office/drawing/2014/main" id="{ABF2DBDD-E7B4-2786-87B8-8F67311F67F1}"/>
                </a:ext>
              </a:extLst>
            </p:cNvPr>
            <p:cNvSpPr/>
            <p:nvPr/>
          </p:nvSpPr>
          <p:spPr>
            <a:xfrm>
              <a:off x="2802800" y="1533775"/>
              <a:ext cx="70225" cy="70200"/>
            </a:xfrm>
            <a:custGeom>
              <a:avLst/>
              <a:gdLst/>
              <a:ahLst/>
              <a:cxnLst/>
              <a:rect l="l" t="t" r="r" b="b"/>
              <a:pathLst>
                <a:path w="2809" h="2808" extrusionOk="0">
                  <a:moveTo>
                    <a:pt x="1404" y="0"/>
                  </a:moveTo>
                  <a:cubicBezTo>
                    <a:pt x="618" y="0"/>
                    <a:pt x="1" y="646"/>
                    <a:pt x="1" y="1404"/>
                  </a:cubicBezTo>
                  <a:cubicBezTo>
                    <a:pt x="1" y="2190"/>
                    <a:pt x="618" y="2807"/>
                    <a:pt x="1404" y="2807"/>
                  </a:cubicBezTo>
                  <a:cubicBezTo>
                    <a:pt x="2191" y="2807"/>
                    <a:pt x="2808" y="2190"/>
                    <a:pt x="2808" y="1404"/>
                  </a:cubicBezTo>
                  <a:cubicBezTo>
                    <a:pt x="2808" y="646"/>
                    <a:pt x="2191" y="0"/>
                    <a:pt x="1404"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1233;p25">
              <a:extLst>
                <a:ext uri="{FF2B5EF4-FFF2-40B4-BE49-F238E27FC236}">
                  <a16:creationId xmlns:a16="http://schemas.microsoft.com/office/drawing/2014/main" id="{22130C74-1172-86D1-446D-DCDD11B2C4BF}"/>
                </a:ext>
              </a:extLst>
            </p:cNvPr>
            <p:cNvSpPr/>
            <p:nvPr/>
          </p:nvSpPr>
          <p:spPr>
            <a:xfrm>
              <a:off x="2797200" y="1528150"/>
              <a:ext cx="81425" cy="82150"/>
            </a:xfrm>
            <a:custGeom>
              <a:avLst/>
              <a:gdLst/>
              <a:ahLst/>
              <a:cxnLst/>
              <a:rect l="l" t="t" r="r" b="b"/>
              <a:pathLst>
                <a:path w="3257" h="3286" extrusionOk="0">
                  <a:moveTo>
                    <a:pt x="1628" y="478"/>
                  </a:moveTo>
                  <a:cubicBezTo>
                    <a:pt x="2274" y="478"/>
                    <a:pt x="2808" y="983"/>
                    <a:pt x="2808" y="1629"/>
                  </a:cubicBezTo>
                  <a:cubicBezTo>
                    <a:pt x="2808" y="2274"/>
                    <a:pt x="2274" y="2808"/>
                    <a:pt x="1628" y="2808"/>
                  </a:cubicBezTo>
                  <a:cubicBezTo>
                    <a:pt x="983" y="2808"/>
                    <a:pt x="449" y="2274"/>
                    <a:pt x="449" y="1629"/>
                  </a:cubicBezTo>
                  <a:cubicBezTo>
                    <a:pt x="449" y="983"/>
                    <a:pt x="983" y="478"/>
                    <a:pt x="1628" y="478"/>
                  </a:cubicBezTo>
                  <a:close/>
                  <a:moveTo>
                    <a:pt x="1628" y="0"/>
                  </a:moveTo>
                  <a:cubicBezTo>
                    <a:pt x="730" y="0"/>
                    <a:pt x="0" y="730"/>
                    <a:pt x="0" y="1629"/>
                  </a:cubicBezTo>
                  <a:cubicBezTo>
                    <a:pt x="0" y="2555"/>
                    <a:pt x="730" y="3285"/>
                    <a:pt x="1628" y="3285"/>
                  </a:cubicBezTo>
                  <a:cubicBezTo>
                    <a:pt x="2527" y="3285"/>
                    <a:pt x="3257" y="2555"/>
                    <a:pt x="3257" y="1629"/>
                  </a:cubicBezTo>
                  <a:cubicBezTo>
                    <a:pt x="3257" y="730"/>
                    <a:pt x="2527" y="0"/>
                    <a:pt x="1628"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1234;p25">
              <a:extLst>
                <a:ext uri="{FF2B5EF4-FFF2-40B4-BE49-F238E27FC236}">
                  <a16:creationId xmlns:a16="http://schemas.microsoft.com/office/drawing/2014/main" id="{8D8FDC68-318D-8477-8A64-3979BBE3A79E}"/>
                </a:ext>
              </a:extLst>
            </p:cNvPr>
            <p:cNvSpPr/>
            <p:nvPr/>
          </p:nvSpPr>
          <p:spPr>
            <a:xfrm>
              <a:off x="3077950" y="1278275"/>
              <a:ext cx="70200" cy="70225"/>
            </a:xfrm>
            <a:custGeom>
              <a:avLst/>
              <a:gdLst/>
              <a:ahLst/>
              <a:cxnLst/>
              <a:rect l="l" t="t" r="r" b="b"/>
              <a:pathLst>
                <a:path w="2808" h="2809" extrusionOk="0">
                  <a:moveTo>
                    <a:pt x="1404" y="1"/>
                  </a:moveTo>
                  <a:cubicBezTo>
                    <a:pt x="646" y="1"/>
                    <a:pt x="0" y="647"/>
                    <a:pt x="0" y="1405"/>
                  </a:cubicBezTo>
                  <a:cubicBezTo>
                    <a:pt x="0" y="2191"/>
                    <a:pt x="646" y="2808"/>
                    <a:pt x="1404" y="2808"/>
                  </a:cubicBezTo>
                  <a:cubicBezTo>
                    <a:pt x="2190" y="2808"/>
                    <a:pt x="2808" y="2191"/>
                    <a:pt x="2808" y="1405"/>
                  </a:cubicBezTo>
                  <a:cubicBezTo>
                    <a:pt x="2808" y="647"/>
                    <a:pt x="2190" y="1"/>
                    <a:pt x="1404" y="1"/>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1235;p25">
              <a:extLst>
                <a:ext uri="{FF2B5EF4-FFF2-40B4-BE49-F238E27FC236}">
                  <a16:creationId xmlns:a16="http://schemas.microsoft.com/office/drawing/2014/main" id="{BFBAB388-5AE1-3180-FFF2-76D5279DD31A}"/>
                </a:ext>
              </a:extLst>
            </p:cNvPr>
            <p:cNvSpPr/>
            <p:nvPr/>
          </p:nvSpPr>
          <p:spPr>
            <a:xfrm>
              <a:off x="3072325" y="1272675"/>
              <a:ext cx="82150" cy="82125"/>
            </a:xfrm>
            <a:custGeom>
              <a:avLst/>
              <a:gdLst/>
              <a:ahLst/>
              <a:cxnLst/>
              <a:rect l="l" t="t" r="r" b="b"/>
              <a:pathLst>
                <a:path w="3286" h="3285" extrusionOk="0">
                  <a:moveTo>
                    <a:pt x="1629" y="477"/>
                  </a:moveTo>
                  <a:cubicBezTo>
                    <a:pt x="2275" y="477"/>
                    <a:pt x="2808" y="983"/>
                    <a:pt x="2808" y="1629"/>
                  </a:cubicBezTo>
                  <a:cubicBezTo>
                    <a:pt x="2808" y="2274"/>
                    <a:pt x="2275" y="2808"/>
                    <a:pt x="1629" y="2808"/>
                  </a:cubicBezTo>
                  <a:cubicBezTo>
                    <a:pt x="983" y="2808"/>
                    <a:pt x="478" y="2274"/>
                    <a:pt x="478" y="1629"/>
                  </a:cubicBezTo>
                  <a:cubicBezTo>
                    <a:pt x="478" y="983"/>
                    <a:pt x="983" y="477"/>
                    <a:pt x="1629" y="477"/>
                  </a:cubicBezTo>
                  <a:close/>
                  <a:moveTo>
                    <a:pt x="1629" y="0"/>
                  </a:moveTo>
                  <a:cubicBezTo>
                    <a:pt x="730" y="0"/>
                    <a:pt x="0" y="730"/>
                    <a:pt x="0" y="1629"/>
                  </a:cubicBezTo>
                  <a:cubicBezTo>
                    <a:pt x="0" y="2555"/>
                    <a:pt x="730" y="3285"/>
                    <a:pt x="1629" y="3285"/>
                  </a:cubicBezTo>
                  <a:cubicBezTo>
                    <a:pt x="2527" y="3285"/>
                    <a:pt x="3285" y="2555"/>
                    <a:pt x="3285" y="1629"/>
                  </a:cubicBezTo>
                  <a:cubicBezTo>
                    <a:pt x="3285" y="730"/>
                    <a:pt x="2527" y="0"/>
                    <a:pt x="1629"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1236;p25">
              <a:extLst>
                <a:ext uri="{FF2B5EF4-FFF2-40B4-BE49-F238E27FC236}">
                  <a16:creationId xmlns:a16="http://schemas.microsoft.com/office/drawing/2014/main" id="{DAC2DFFA-013E-9101-A213-E5B268928FCD}"/>
                </a:ext>
              </a:extLst>
            </p:cNvPr>
            <p:cNvSpPr/>
            <p:nvPr/>
          </p:nvSpPr>
          <p:spPr>
            <a:xfrm>
              <a:off x="3353775" y="1253025"/>
              <a:ext cx="70200" cy="70200"/>
            </a:xfrm>
            <a:custGeom>
              <a:avLst/>
              <a:gdLst/>
              <a:ahLst/>
              <a:cxnLst/>
              <a:rect l="l" t="t" r="r" b="b"/>
              <a:pathLst>
                <a:path w="2808" h="2808" extrusionOk="0">
                  <a:moveTo>
                    <a:pt x="1404" y="0"/>
                  </a:moveTo>
                  <a:cubicBezTo>
                    <a:pt x="618" y="0"/>
                    <a:pt x="0" y="618"/>
                    <a:pt x="0" y="1404"/>
                  </a:cubicBezTo>
                  <a:cubicBezTo>
                    <a:pt x="0" y="2190"/>
                    <a:pt x="618" y="2808"/>
                    <a:pt x="1404" y="2808"/>
                  </a:cubicBezTo>
                  <a:cubicBezTo>
                    <a:pt x="2162" y="2808"/>
                    <a:pt x="2808" y="2190"/>
                    <a:pt x="2808" y="1404"/>
                  </a:cubicBezTo>
                  <a:cubicBezTo>
                    <a:pt x="2808" y="618"/>
                    <a:pt x="2162" y="0"/>
                    <a:pt x="1404"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1237;p25">
              <a:extLst>
                <a:ext uri="{FF2B5EF4-FFF2-40B4-BE49-F238E27FC236}">
                  <a16:creationId xmlns:a16="http://schemas.microsoft.com/office/drawing/2014/main" id="{2F2554E5-BDF4-7A05-83C6-118DF4180C9B}"/>
                </a:ext>
              </a:extLst>
            </p:cNvPr>
            <p:cNvSpPr/>
            <p:nvPr/>
          </p:nvSpPr>
          <p:spPr>
            <a:xfrm>
              <a:off x="3347450" y="1247400"/>
              <a:ext cx="82150" cy="81450"/>
            </a:xfrm>
            <a:custGeom>
              <a:avLst/>
              <a:gdLst/>
              <a:ahLst/>
              <a:cxnLst/>
              <a:rect l="l" t="t" r="r" b="b"/>
              <a:pathLst>
                <a:path w="3286" h="3258" extrusionOk="0">
                  <a:moveTo>
                    <a:pt x="1657" y="450"/>
                  </a:moveTo>
                  <a:cubicBezTo>
                    <a:pt x="2303" y="450"/>
                    <a:pt x="2808" y="983"/>
                    <a:pt x="2808" y="1629"/>
                  </a:cubicBezTo>
                  <a:cubicBezTo>
                    <a:pt x="2808" y="2275"/>
                    <a:pt x="2303" y="2808"/>
                    <a:pt x="1657" y="2808"/>
                  </a:cubicBezTo>
                  <a:cubicBezTo>
                    <a:pt x="1011" y="2808"/>
                    <a:pt x="478" y="2275"/>
                    <a:pt x="478" y="1629"/>
                  </a:cubicBezTo>
                  <a:cubicBezTo>
                    <a:pt x="478" y="983"/>
                    <a:pt x="1011" y="450"/>
                    <a:pt x="1657" y="450"/>
                  </a:cubicBezTo>
                  <a:close/>
                  <a:moveTo>
                    <a:pt x="1657" y="1"/>
                  </a:moveTo>
                  <a:cubicBezTo>
                    <a:pt x="731" y="1"/>
                    <a:pt x="1" y="730"/>
                    <a:pt x="1" y="1629"/>
                  </a:cubicBezTo>
                  <a:cubicBezTo>
                    <a:pt x="1" y="2527"/>
                    <a:pt x="731" y="3257"/>
                    <a:pt x="1657" y="3257"/>
                  </a:cubicBezTo>
                  <a:cubicBezTo>
                    <a:pt x="2556" y="3257"/>
                    <a:pt x="3285" y="2527"/>
                    <a:pt x="3285" y="1629"/>
                  </a:cubicBezTo>
                  <a:cubicBezTo>
                    <a:pt x="3285" y="730"/>
                    <a:pt x="2556" y="1"/>
                    <a:pt x="165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1238;p25">
              <a:extLst>
                <a:ext uri="{FF2B5EF4-FFF2-40B4-BE49-F238E27FC236}">
                  <a16:creationId xmlns:a16="http://schemas.microsoft.com/office/drawing/2014/main" id="{9634065E-6573-9D1D-A5D8-E29FBE885E1B}"/>
                </a:ext>
              </a:extLst>
            </p:cNvPr>
            <p:cNvSpPr/>
            <p:nvPr/>
          </p:nvSpPr>
          <p:spPr>
            <a:xfrm>
              <a:off x="3628900" y="1440425"/>
              <a:ext cx="70225" cy="70200"/>
            </a:xfrm>
            <a:custGeom>
              <a:avLst/>
              <a:gdLst/>
              <a:ahLst/>
              <a:cxnLst/>
              <a:rect l="l" t="t" r="r" b="b"/>
              <a:pathLst>
                <a:path w="2809" h="2808" extrusionOk="0">
                  <a:moveTo>
                    <a:pt x="1404" y="0"/>
                  </a:moveTo>
                  <a:cubicBezTo>
                    <a:pt x="618" y="0"/>
                    <a:pt x="1" y="618"/>
                    <a:pt x="1" y="1404"/>
                  </a:cubicBezTo>
                  <a:cubicBezTo>
                    <a:pt x="1" y="2190"/>
                    <a:pt x="618" y="2808"/>
                    <a:pt x="1404" y="2808"/>
                  </a:cubicBezTo>
                  <a:cubicBezTo>
                    <a:pt x="2191" y="2808"/>
                    <a:pt x="2808" y="2190"/>
                    <a:pt x="2808" y="1404"/>
                  </a:cubicBezTo>
                  <a:cubicBezTo>
                    <a:pt x="2808" y="618"/>
                    <a:pt x="2191" y="0"/>
                    <a:pt x="1404"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1239;p25">
              <a:extLst>
                <a:ext uri="{FF2B5EF4-FFF2-40B4-BE49-F238E27FC236}">
                  <a16:creationId xmlns:a16="http://schemas.microsoft.com/office/drawing/2014/main" id="{F5EC95CE-0B1F-5402-17D7-5090E980D4AD}"/>
                </a:ext>
              </a:extLst>
            </p:cNvPr>
            <p:cNvSpPr/>
            <p:nvPr/>
          </p:nvSpPr>
          <p:spPr>
            <a:xfrm>
              <a:off x="3623300" y="1434800"/>
              <a:ext cx="81425" cy="81450"/>
            </a:xfrm>
            <a:custGeom>
              <a:avLst/>
              <a:gdLst/>
              <a:ahLst/>
              <a:cxnLst/>
              <a:rect l="l" t="t" r="r" b="b"/>
              <a:pathLst>
                <a:path w="3257" h="3258" extrusionOk="0">
                  <a:moveTo>
                    <a:pt x="1628" y="450"/>
                  </a:moveTo>
                  <a:cubicBezTo>
                    <a:pt x="2274" y="450"/>
                    <a:pt x="2808" y="983"/>
                    <a:pt x="2808" y="1629"/>
                  </a:cubicBezTo>
                  <a:cubicBezTo>
                    <a:pt x="2808" y="2275"/>
                    <a:pt x="2274" y="2808"/>
                    <a:pt x="1628" y="2808"/>
                  </a:cubicBezTo>
                  <a:cubicBezTo>
                    <a:pt x="983" y="2808"/>
                    <a:pt x="449" y="2275"/>
                    <a:pt x="449" y="1629"/>
                  </a:cubicBezTo>
                  <a:cubicBezTo>
                    <a:pt x="449" y="983"/>
                    <a:pt x="983" y="450"/>
                    <a:pt x="1628" y="450"/>
                  </a:cubicBezTo>
                  <a:close/>
                  <a:moveTo>
                    <a:pt x="1628" y="0"/>
                  </a:moveTo>
                  <a:cubicBezTo>
                    <a:pt x="730" y="0"/>
                    <a:pt x="0" y="730"/>
                    <a:pt x="0" y="1629"/>
                  </a:cubicBezTo>
                  <a:cubicBezTo>
                    <a:pt x="0" y="2527"/>
                    <a:pt x="730" y="3257"/>
                    <a:pt x="1628" y="3257"/>
                  </a:cubicBezTo>
                  <a:cubicBezTo>
                    <a:pt x="2527" y="3257"/>
                    <a:pt x="3257" y="2527"/>
                    <a:pt x="3257" y="1629"/>
                  </a:cubicBezTo>
                  <a:cubicBezTo>
                    <a:pt x="3257" y="730"/>
                    <a:pt x="2527" y="0"/>
                    <a:pt x="1628"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1240;p25">
              <a:extLst>
                <a:ext uri="{FF2B5EF4-FFF2-40B4-BE49-F238E27FC236}">
                  <a16:creationId xmlns:a16="http://schemas.microsoft.com/office/drawing/2014/main" id="{3E0A0EC9-9FD9-F40F-8277-EC7059029907}"/>
                </a:ext>
              </a:extLst>
            </p:cNvPr>
            <p:cNvSpPr/>
            <p:nvPr/>
          </p:nvSpPr>
          <p:spPr>
            <a:xfrm>
              <a:off x="3904050" y="1619400"/>
              <a:ext cx="70200" cy="70200"/>
            </a:xfrm>
            <a:custGeom>
              <a:avLst/>
              <a:gdLst/>
              <a:ahLst/>
              <a:cxnLst/>
              <a:rect l="l" t="t" r="r" b="b"/>
              <a:pathLst>
                <a:path w="2808" h="2808" extrusionOk="0">
                  <a:moveTo>
                    <a:pt x="1404" y="0"/>
                  </a:moveTo>
                  <a:cubicBezTo>
                    <a:pt x="646" y="0"/>
                    <a:pt x="0" y="618"/>
                    <a:pt x="0" y="1404"/>
                  </a:cubicBezTo>
                  <a:cubicBezTo>
                    <a:pt x="0" y="2162"/>
                    <a:pt x="646" y="2808"/>
                    <a:pt x="1404" y="2808"/>
                  </a:cubicBezTo>
                  <a:cubicBezTo>
                    <a:pt x="2190" y="2808"/>
                    <a:pt x="2807" y="2162"/>
                    <a:pt x="2807" y="1404"/>
                  </a:cubicBezTo>
                  <a:cubicBezTo>
                    <a:pt x="2807" y="618"/>
                    <a:pt x="2190" y="0"/>
                    <a:pt x="1404"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1241;p25">
              <a:extLst>
                <a:ext uri="{FF2B5EF4-FFF2-40B4-BE49-F238E27FC236}">
                  <a16:creationId xmlns:a16="http://schemas.microsoft.com/office/drawing/2014/main" id="{9279EB9D-87C2-7330-CBB4-9892FD8BFCA7}"/>
                </a:ext>
              </a:extLst>
            </p:cNvPr>
            <p:cNvSpPr/>
            <p:nvPr/>
          </p:nvSpPr>
          <p:spPr>
            <a:xfrm>
              <a:off x="3898425" y="1613075"/>
              <a:ext cx="82150" cy="82150"/>
            </a:xfrm>
            <a:custGeom>
              <a:avLst/>
              <a:gdLst/>
              <a:ahLst/>
              <a:cxnLst/>
              <a:rect l="l" t="t" r="r" b="b"/>
              <a:pathLst>
                <a:path w="3286" h="3286" extrusionOk="0">
                  <a:moveTo>
                    <a:pt x="1629" y="478"/>
                  </a:moveTo>
                  <a:cubicBezTo>
                    <a:pt x="2274" y="478"/>
                    <a:pt x="2808" y="1011"/>
                    <a:pt x="2808" y="1657"/>
                  </a:cubicBezTo>
                  <a:cubicBezTo>
                    <a:pt x="2808" y="2303"/>
                    <a:pt x="2274" y="2808"/>
                    <a:pt x="1629" y="2808"/>
                  </a:cubicBezTo>
                  <a:cubicBezTo>
                    <a:pt x="983" y="2808"/>
                    <a:pt x="478" y="2303"/>
                    <a:pt x="478" y="1657"/>
                  </a:cubicBezTo>
                  <a:cubicBezTo>
                    <a:pt x="478" y="1011"/>
                    <a:pt x="983" y="478"/>
                    <a:pt x="1629" y="478"/>
                  </a:cubicBezTo>
                  <a:close/>
                  <a:moveTo>
                    <a:pt x="1629" y="0"/>
                  </a:moveTo>
                  <a:cubicBezTo>
                    <a:pt x="730" y="0"/>
                    <a:pt x="0" y="730"/>
                    <a:pt x="0" y="1657"/>
                  </a:cubicBezTo>
                  <a:cubicBezTo>
                    <a:pt x="0" y="2555"/>
                    <a:pt x="730" y="3285"/>
                    <a:pt x="1629" y="3285"/>
                  </a:cubicBezTo>
                  <a:cubicBezTo>
                    <a:pt x="2527" y="3285"/>
                    <a:pt x="3285" y="2555"/>
                    <a:pt x="3285" y="1657"/>
                  </a:cubicBezTo>
                  <a:cubicBezTo>
                    <a:pt x="3285" y="730"/>
                    <a:pt x="2527" y="0"/>
                    <a:pt x="1629"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1242;p25">
              <a:extLst>
                <a:ext uri="{FF2B5EF4-FFF2-40B4-BE49-F238E27FC236}">
                  <a16:creationId xmlns:a16="http://schemas.microsoft.com/office/drawing/2014/main" id="{63EC051D-99A1-BB97-93C3-4DF1FE25CEF6}"/>
                </a:ext>
              </a:extLst>
            </p:cNvPr>
            <p:cNvSpPr/>
            <p:nvPr/>
          </p:nvSpPr>
          <p:spPr>
            <a:xfrm>
              <a:off x="4179875" y="1244600"/>
              <a:ext cx="70200" cy="70200"/>
            </a:xfrm>
            <a:custGeom>
              <a:avLst/>
              <a:gdLst/>
              <a:ahLst/>
              <a:cxnLst/>
              <a:rect l="l" t="t" r="r" b="b"/>
              <a:pathLst>
                <a:path w="2808" h="2808" extrusionOk="0">
                  <a:moveTo>
                    <a:pt x="1404" y="0"/>
                  </a:moveTo>
                  <a:cubicBezTo>
                    <a:pt x="618" y="0"/>
                    <a:pt x="0" y="618"/>
                    <a:pt x="0" y="1404"/>
                  </a:cubicBezTo>
                  <a:cubicBezTo>
                    <a:pt x="0" y="2162"/>
                    <a:pt x="618" y="2808"/>
                    <a:pt x="1404" y="2808"/>
                  </a:cubicBezTo>
                  <a:cubicBezTo>
                    <a:pt x="2162" y="2808"/>
                    <a:pt x="2808" y="2162"/>
                    <a:pt x="2808" y="1404"/>
                  </a:cubicBezTo>
                  <a:cubicBezTo>
                    <a:pt x="2808" y="618"/>
                    <a:pt x="2162" y="0"/>
                    <a:pt x="1404"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1243;p25">
              <a:extLst>
                <a:ext uri="{FF2B5EF4-FFF2-40B4-BE49-F238E27FC236}">
                  <a16:creationId xmlns:a16="http://schemas.microsoft.com/office/drawing/2014/main" id="{308F0C95-644A-E63F-189C-9535A04E9F6F}"/>
                </a:ext>
              </a:extLst>
            </p:cNvPr>
            <p:cNvSpPr/>
            <p:nvPr/>
          </p:nvSpPr>
          <p:spPr>
            <a:xfrm>
              <a:off x="4173550" y="1238975"/>
              <a:ext cx="82150" cy="81450"/>
            </a:xfrm>
            <a:custGeom>
              <a:avLst/>
              <a:gdLst/>
              <a:ahLst/>
              <a:cxnLst/>
              <a:rect l="l" t="t" r="r" b="b"/>
              <a:pathLst>
                <a:path w="3286" h="3258" extrusionOk="0">
                  <a:moveTo>
                    <a:pt x="1657" y="450"/>
                  </a:moveTo>
                  <a:cubicBezTo>
                    <a:pt x="2303" y="450"/>
                    <a:pt x="2808" y="983"/>
                    <a:pt x="2808" y="1629"/>
                  </a:cubicBezTo>
                  <a:cubicBezTo>
                    <a:pt x="2808" y="2275"/>
                    <a:pt x="2303" y="2780"/>
                    <a:pt x="1657" y="2808"/>
                  </a:cubicBezTo>
                  <a:cubicBezTo>
                    <a:pt x="1011" y="2780"/>
                    <a:pt x="478" y="2275"/>
                    <a:pt x="478" y="1629"/>
                  </a:cubicBezTo>
                  <a:cubicBezTo>
                    <a:pt x="478" y="983"/>
                    <a:pt x="1011" y="450"/>
                    <a:pt x="1657" y="450"/>
                  </a:cubicBezTo>
                  <a:close/>
                  <a:moveTo>
                    <a:pt x="1657" y="1"/>
                  </a:moveTo>
                  <a:cubicBezTo>
                    <a:pt x="731" y="1"/>
                    <a:pt x="1" y="731"/>
                    <a:pt x="1" y="1629"/>
                  </a:cubicBezTo>
                  <a:cubicBezTo>
                    <a:pt x="1" y="2527"/>
                    <a:pt x="731" y="3257"/>
                    <a:pt x="1657" y="3257"/>
                  </a:cubicBezTo>
                  <a:cubicBezTo>
                    <a:pt x="2556" y="3257"/>
                    <a:pt x="3285" y="2527"/>
                    <a:pt x="3285" y="1629"/>
                  </a:cubicBezTo>
                  <a:cubicBezTo>
                    <a:pt x="3285" y="731"/>
                    <a:pt x="2556" y="1"/>
                    <a:pt x="165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1244;p25">
              <a:extLst>
                <a:ext uri="{FF2B5EF4-FFF2-40B4-BE49-F238E27FC236}">
                  <a16:creationId xmlns:a16="http://schemas.microsoft.com/office/drawing/2014/main" id="{E7FA5A3E-C804-6BF9-96DD-1F08F7FBEF0C}"/>
                </a:ext>
              </a:extLst>
            </p:cNvPr>
            <p:cNvSpPr/>
            <p:nvPr/>
          </p:nvSpPr>
          <p:spPr>
            <a:xfrm>
              <a:off x="2899675" y="2124725"/>
              <a:ext cx="271625" cy="294825"/>
            </a:xfrm>
            <a:custGeom>
              <a:avLst/>
              <a:gdLst/>
              <a:ahLst/>
              <a:cxnLst/>
              <a:rect l="l" t="t" r="r" b="b"/>
              <a:pathLst>
                <a:path w="10865" h="11793" extrusionOk="0">
                  <a:moveTo>
                    <a:pt x="10865" y="1"/>
                  </a:moveTo>
                  <a:cubicBezTo>
                    <a:pt x="10275" y="1"/>
                    <a:pt x="9686" y="57"/>
                    <a:pt x="9124" y="141"/>
                  </a:cubicBezTo>
                  <a:cubicBezTo>
                    <a:pt x="3650" y="1096"/>
                    <a:pt x="0" y="6318"/>
                    <a:pt x="955" y="11792"/>
                  </a:cubicBezTo>
                  <a:lnTo>
                    <a:pt x="10865" y="10052"/>
                  </a:lnTo>
                  <a:lnTo>
                    <a:pt x="10865"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1245;p25">
              <a:extLst>
                <a:ext uri="{FF2B5EF4-FFF2-40B4-BE49-F238E27FC236}">
                  <a16:creationId xmlns:a16="http://schemas.microsoft.com/office/drawing/2014/main" id="{5877269F-5B8A-8629-CFB3-88BB70D09586}"/>
                </a:ext>
              </a:extLst>
            </p:cNvPr>
            <p:cNvSpPr/>
            <p:nvPr/>
          </p:nvSpPr>
          <p:spPr>
            <a:xfrm>
              <a:off x="2913700" y="2118425"/>
              <a:ext cx="263225" cy="306875"/>
            </a:xfrm>
            <a:custGeom>
              <a:avLst/>
              <a:gdLst/>
              <a:ahLst/>
              <a:cxnLst/>
              <a:rect l="l" t="t" r="r" b="b"/>
              <a:pathLst>
                <a:path w="10529" h="12275" extrusionOk="0">
                  <a:moveTo>
                    <a:pt x="10051" y="481"/>
                  </a:moveTo>
                  <a:lnTo>
                    <a:pt x="10051" y="10114"/>
                  </a:lnTo>
                  <a:lnTo>
                    <a:pt x="10051" y="10114"/>
                  </a:lnTo>
                  <a:lnTo>
                    <a:pt x="586" y="11781"/>
                  </a:lnTo>
                  <a:lnTo>
                    <a:pt x="586" y="11781"/>
                  </a:lnTo>
                  <a:cubicBezTo>
                    <a:pt x="520" y="11276"/>
                    <a:pt x="478" y="10786"/>
                    <a:pt x="478" y="10276"/>
                  </a:cubicBezTo>
                  <a:cubicBezTo>
                    <a:pt x="478" y="5615"/>
                    <a:pt x="3819" y="1460"/>
                    <a:pt x="8591" y="618"/>
                  </a:cubicBezTo>
                  <a:cubicBezTo>
                    <a:pt x="9069" y="546"/>
                    <a:pt x="9567" y="495"/>
                    <a:pt x="10051" y="481"/>
                  </a:cubicBezTo>
                  <a:close/>
                  <a:moveTo>
                    <a:pt x="10304" y="0"/>
                  </a:moveTo>
                  <a:cubicBezTo>
                    <a:pt x="9714" y="0"/>
                    <a:pt x="9097" y="56"/>
                    <a:pt x="8507" y="169"/>
                  </a:cubicBezTo>
                  <a:cubicBezTo>
                    <a:pt x="3510" y="1039"/>
                    <a:pt x="1" y="5391"/>
                    <a:pt x="1" y="10276"/>
                  </a:cubicBezTo>
                  <a:cubicBezTo>
                    <a:pt x="1" y="10893"/>
                    <a:pt x="57" y="11483"/>
                    <a:pt x="169" y="12072"/>
                  </a:cubicBezTo>
                  <a:cubicBezTo>
                    <a:pt x="193" y="12195"/>
                    <a:pt x="282" y="12274"/>
                    <a:pt x="397" y="12274"/>
                  </a:cubicBezTo>
                  <a:cubicBezTo>
                    <a:pt x="414" y="12274"/>
                    <a:pt x="432" y="12273"/>
                    <a:pt x="450" y="12269"/>
                  </a:cubicBezTo>
                  <a:lnTo>
                    <a:pt x="10332" y="10528"/>
                  </a:lnTo>
                  <a:cubicBezTo>
                    <a:pt x="10444" y="10500"/>
                    <a:pt x="10529" y="10416"/>
                    <a:pt x="10529" y="10304"/>
                  </a:cubicBezTo>
                  <a:lnTo>
                    <a:pt x="10529" y="253"/>
                  </a:lnTo>
                  <a:cubicBezTo>
                    <a:pt x="10529" y="169"/>
                    <a:pt x="10501" y="113"/>
                    <a:pt x="10472" y="85"/>
                  </a:cubicBezTo>
                  <a:cubicBezTo>
                    <a:pt x="10416" y="28"/>
                    <a:pt x="10360" y="0"/>
                    <a:pt x="10304"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1246;p25">
              <a:extLst>
                <a:ext uri="{FF2B5EF4-FFF2-40B4-BE49-F238E27FC236}">
                  <a16:creationId xmlns:a16="http://schemas.microsoft.com/office/drawing/2014/main" id="{6A0EA515-6415-8C4C-195F-3B73C2CB318A}"/>
                </a:ext>
              </a:extLst>
            </p:cNvPr>
            <p:cNvSpPr/>
            <p:nvPr/>
          </p:nvSpPr>
          <p:spPr>
            <a:xfrm>
              <a:off x="2923525" y="2376000"/>
              <a:ext cx="247775" cy="197950"/>
            </a:xfrm>
            <a:custGeom>
              <a:avLst/>
              <a:gdLst/>
              <a:ahLst/>
              <a:cxnLst/>
              <a:rect l="l" t="t" r="r" b="b"/>
              <a:pathLst>
                <a:path w="9911" h="7918" extrusionOk="0">
                  <a:moveTo>
                    <a:pt x="9911" y="1"/>
                  </a:moveTo>
                  <a:lnTo>
                    <a:pt x="1" y="1741"/>
                  </a:lnTo>
                  <a:cubicBezTo>
                    <a:pt x="450" y="4324"/>
                    <a:pt x="1657" y="6318"/>
                    <a:pt x="3706" y="7918"/>
                  </a:cubicBezTo>
                  <a:lnTo>
                    <a:pt x="9911"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1247;p25">
              <a:extLst>
                <a:ext uri="{FF2B5EF4-FFF2-40B4-BE49-F238E27FC236}">
                  <a16:creationId xmlns:a16="http://schemas.microsoft.com/office/drawing/2014/main" id="{5773E256-DA43-85AE-7565-ABCE31911798}"/>
                </a:ext>
              </a:extLst>
            </p:cNvPr>
            <p:cNvSpPr/>
            <p:nvPr/>
          </p:nvSpPr>
          <p:spPr>
            <a:xfrm>
              <a:off x="2916500" y="2367575"/>
              <a:ext cx="268850" cy="214800"/>
            </a:xfrm>
            <a:custGeom>
              <a:avLst/>
              <a:gdLst/>
              <a:ahLst/>
              <a:cxnLst/>
              <a:rect l="l" t="t" r="r" b="b"/>
              <a:pathLst>
                <a:path w="10754" h="8592" extrusionOk="0">
                  <a:moveTo>
                    <a:pt x="9630" y="666"/>
                  </a:moveTo>
                  <a:lnTo>
                    <a:pt x="3964" y="7929"/>
                  </a:lnTo>
                  <a:lnTo>
                    <a:pt x="3964" y="7929"/>
                  </a:lnTo>
                  <a:cubicBezTo>
                    <a:pt x="2101" y="6427"/>
                    <a:pt x="1009" y="4618"/>
                    <a:pt x="547" y="2266"/>
                  </a:cubicBezTo>
                  <a:lnTo>
                    <a:pt x="547" y="2266"/>
                  </a:lnTo>
                  <a:lnTo>
                    <a:pt x="9630" y="666"/>
                  </a:lnTo>
                  <a:close/>
                  <a:moveTo>
                    <a:pt x="10753" y="1"/>
                  </a:moveTo>
                  <a:lnTo>
                    <a:pt x="10136" y="113"/>
                  </a:lnTo>
                  <a:lnTo>
                    <a:pt x="1" y="1882"/>
                  </a:lnTo>
                  <a:lnTo>
                    <a:pt x="57" y="2106"/>
                  </a:lnTo>
                  <a:cubicBezTo>
                    <a:pt x="506" y="4745"/>
                    <a:pt x="1741" y="6795"/>
                    <a:pt x="3847" y="8451"/>
                  </a:cubicBezTo>
                  <a:lnTo>
                    <a:pt x="4044" y="8592"/>
                  </a:lnTo>
                  <a:lnTo>
                    <a:pt x="10753"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1248;p25">
              <a:extLst>
                <a:ext uri="{FF2B5EF4-FFF2-40B4-BE49-F238E27FC236}">
                  <a16:creationId xmlns:a16="http://schemas.microsoft.com/office/drawing/2014/main" id="{CE677997-9651-9031-B316-4D013D95B96F}"/>
                </a:ext>
              </a:extLst>
            </p:cNvPr>
            <p:cNvSpPr/>
            <p:nvPr/>
          </p:nvSpPr>
          <p:spPr>
            <a:xfrm>
              <a:off x="3016175" y="2250375"/>
              <a:ext cx="442200" cy="377675"/>
            </a:xfrm>
            <a:custGeom>
              <a:avLst/>
              <a:gdLst/>
              <a:ahLst/>
              <a:cxnLst/>
              <a:rect l="l" t="t" r="r" b="b"/>
              <a:pathLst>
                <a:path w="17688" h="15107" extrusionOk="0">
                  <a:moveTo>
                    <a:pt x="14908" y="0"/>
                  </a:moveTo>
                  <a:lnTo>
                    <a:pt x="6205" y="5026"/>
                  </a:lnTo>
                  <a:lnTo>
                    <a:pt x="0" y="12943"/>
                  </a:lnTo>
                  <a:cubicBezTo>
                    <a:pt x="1846" y="14382"/>
                    <a:pt x="3997" y="15106"/>
                    <a:pt x="6167" y="15106"/>
                  </a:cubicBezTo>
                  <a:cubicBezTo>
                    <a:pt x="7891" y="15106"/>
                    <a:pt x="9627" y="14649"/>
                    <a:pt x="11230" y="13729"/>
                  </a:cubicBezTo>
                  <a:cubicBezTo>
                    <a:pt x="16031" y="10949"/>
                    <a:pt x="17688" y="4801"/>
                    <a:pt x="1490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1249;p25">
              <a:extLst>
                <a:ext uri="{FF2B5EF4-FFF2-40B4-BE49-F238E27FC236}">
                  <a16:creationId xmlns:a16="http://schemas.microsoft.com/office/drawing/2014/main" id="{F551CD70-B57C-19EE-1F14-29DCFCBF6F91}"/>
                </a:ext>
              </a:extLst>
            </p:cNvPr>
            <p:cNvSpPr/>
            <p:nvPr/>
          </p:nvSpPr>
          <p:spPr>
            <a:xfrm>
              <a:off x="3009850" y="2244450"/>
              <a:ext cx="418350" cy="389175"/>
            </a:xfrm>
            <a:custGeom>
              <a:avLst/>
              <a:gdLst/>
              <a:ahLst/>
              <a:cxnLst/>
              <a:rect l="l" t="t" r="r" b="b"/>
              <a:pathLst>
                <a:path w="16734" h="15567" extrusionOk="0">
                  <a:moveTo>
                    <a:pt x="15077" y="547"/>
                  </a:moveTo>
                  <a:cubicBezTo>
                    <a:pt x="15898" y="2037"/>
                    <a:pt x="16284" y="3649"/>
                    <a:pt x="16284" y="5235"/>
                  </a:cubicBezTo>
                  <a:cubicBezTo>
                    <a:pt x="16284" y="8632"/>
                    <a:pt x="14515" y="11945"/>
                    <a:pt x="11371" y="13769"/>
                  </a:cubicBezTo>
                  <a:cubicBezTo>
                    <a:pt x="9799" y="14668"/>
                    <a:pt x="8114" y="15117"/>
                    <a:pt x="6430" y="15117"/>
                  </a:cubicBezTo>
                  <a:cubicBezTo>
                    <a:pt x="4374" y="15117"/>
                    <a:pt x="2371" y="14439"/>
                    <a:pt x="595" y="13134"/>
                  </a:cubicBezTo>
                  <a:lnTo>
                    <a:pt x="595" y="13134"/>
                  </a:lnTo>
                  <a:lnTo>
                    <a:pt x="6593" y="5446"/>
                  </a:lnTo>
                  <a:lnTo>
                    <a:pt x="6593" y="5446"/>
                  </a:lnTo>
                  <a:lnTo>
                    <a:pt x="15077" y="547"/>
                  </a:lnTo>
                  <a:close/>
                  <a:moveTo>
                    <a:pt x="15166" y="0"/>
                  </a:moveTo>
                  <a:cubicBezTo>
                    <a:pt x="15127" y="0"/>
                    <a:pt x="15086" y="13"/>
                    <a:pt x="15049" y="41"/>
                  </a:cubicBezTo>
                  <a:lnTo>
                    <a:pt x="6346" y="5066"/>
                  </a:lnTo>
                  <a:lnTo>
                    <a:pt x="6261" y="5122"/>
                  </a:lnTo>
                  <a:lnTo>
                    <a:pt x="85" y="13039"/>
                  </a:lnTo>
                  <a:cubicBezTo>
                    <a:pt x="1" y="13124"/>
                    <a:pt x="29" y="13292"/>
                    <a:pt x="113" y="13376"/>
                  </a:cubicBezTo>
                  <a:cubicBezTo>
                    <a:pt x="1994" y="14836"/>
                    <a:pt x="4212" y="15566"/>
                    <a:pt x="6430" y="15566"/>
                  </a:cubicBezTo>
                  <a:cubicBezTo>
                    <a:pt x="8199" y="15566"/>
                    <a:pt x="9967" y="15117"/>
                    <a:pt x="11596" y="14162"/>
                  </a:cubicBezTo>
                  <a:cubicBezTo>
                    <a:pt x="14908" y="12253"/>
                    <a:pt x="16733" y="8800"/>
                    <a:pt x="16733" y="5235"/>
                  </a:cubicBezTo>
                  <a:cubicBezTo>
                    <a:pt x="16733" y="3494"/>
                    <a:pt x="16284" y="1725"/>
                    <a:pt x="15358" y="125"/>
                  </a:cubicBezTo>
                  <a:cubicBezTo>
                    <a:pt x="15320" y="50"/>
                    <a:pt x="15245" y="0"/>
                    <a:pt x="1516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1250;p25">
              <a:extLst>
                <a:ext uri="{FF2B5EF4-FFF2-40B4-BE49-F238E27FC236}">
                  <a16:creationId xmlns:a16="http://schemas.microsoft.com/office/drawing/2014/main" id="{BBC602A4-4A99-9056-2C18-7591002C4986}"/>
                </a:ext>
              </a:extLst>
            </p:cNvPr>
            <p:cNvSpPr/>
            <p:nvPr/>
          </p:nvSpPr>
          <p:spPr>
            <a:xfrm>
              <a:off x="3171275" y="2124725"/>
              <a:ext cx="217625" cy="251300"/>
            </a:xfrm>
            <a:custGeom>
              <a:avLst/>
              <a:gdLst/>
              <a:ahLst/>
              <a:cxnLst/>
              <a:rect l="l" t="t" r="r" b="b"/>
              <a:pathLst>
                <a:path w="8705" h="10052" extrusionOk="0">
                  <a:moveTo>
                    <a:pt x="1" y="1"/>
                  </a:moveTo>
                  <a:lnTo>
                    <a:pt x="1" y="10052"/>
                  </a:lnTo>
                  <a:lnTo>
                    <a:pt x="8704" y="5026"/>
                  </a:lnTo>
                  <a:cubicBezTo>
                    <a:pt x="6851" y="1798"/>
                    <a:pt x="3707" y="1"/>
                    <a:pt x="1" y="1"/>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1251;p25">
              <a:extLst>
                <a:ext uri="{FF2B5EF4-FFF2-40B4-BE49-F238E27FC236}">
                  <a16:creationId xmlns:a16="http://schemas.microsoft.com/office/drawing/2014/main" id="{2A5B11FF-6160-B8F5-27BE-F1D11364EF18}"/>
                </a:ext>
              </a:extLst>
            </p:cNvPr>
            <p:cNvSpPr/>
            <p:nvPr/>
          </p:nvSpPr>
          <p:spPr>
            <a:xfrm>
              <a:off x="3164975" y="2118425"/>
              <a:ext cx="231625" cy="267425"/>
            </a:xfrm>
            <a:custGeom>
              <a:avLst/>
              <a:gdLst/>
              <a:ahLst/>
              <a:cxnLst/>
              <a:rect l="l" t="t" r="r" b="b"/>
              <a:pathLst>
                <a:path w="9265" h="10697" extrusionOk="0">
                  <a:moveTo>
                    <a:pt x="478" y="480"/>
                  </a:moveTo>
                  <a:cubicBezTo>
                    <a:pt x="3926" y="550"/>
                    <a:pt x="6847" y="2238"/>
                    <a:pt x="8645" y="5197"/>
                  </a:cubicBezTo>
                  <a:lnTo>
                    <a:pt x="8645" y="5197"/>
                  </a:lnTo>
                  <a:lnTo>
                    <a:pt x="478" y="9913"/>
                  </a:lnTo>
                  <a:lnTo>
                    <a:pt x="478" y="480"/>
                  </a:lnTo>
                  <a:close/>
                  <a:moveTo>
                    <a:pt x="0" y="0"/>
                  </a:moveTo>
                  <a:lnTo>
                    <a:pt x="0" y="10697"/>
                  </a:lnTo>
                  <a:lnTo>
                    <a:pt x="365" y="10500"/>
                  </a:lnTo>
                  <a:lnTo>
                    <a:pt x="9265" y="5363"/>
                  </a:lnTo>
                  <a:lnTo>
                    <a:pt x="9153" y="5166"/>
                  </a:lnTo>
                  <a:cubicBezTo>
                    <a:pt x="7272" y="1881"/>
                    <a:pt x="4043" y="0"/>
                    <a:pt x="253"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1252;p25">
              <a:extLst>
                <a:ext uri="{FF2B5EF4-FFF2-40B4-BE49-F238E27FC236}">
                  <a16:creationId xmlns:a16="http://schemas.microsoft.com/office/drawing/2014/main" id="{1B59E09C-F64E-0D9E-6E65-7FF25F51E5C8}"/>
                </a:ext>
              </a:extLst>
            </p:cNvPr>
            <p:cNvSpPr/>
            <p:nvPr/>
          </p:nvSpPr>
          <p:spPr>
            <a:xfrm>
              <a:off x="3048450" y="2253175"/>
              <a:ext cx="244975" cy="244975"/>
            </a:xfrm>
            <a:custGeom>
              <a:avLst/>
              <a:gdLst/>
              <a:ahLst/>
              <a:cxnLst/>
              <a:rect l="l" t="t" r="r" b="b"/>
              <a:pathLst>
                <a:path w="9799" h="9799" extrusionOk="0">
                  <a:moveTo>
                    <a:pt x="4914" y="1"/>
                  </a:moveTo>
                  <a:cubicBezTo>
                    <a:pt x="2191" y="1"/>
                    <a:pt x="1" y="2190"/>
                    <a:pt x="1" y="4914"/>
                  </a:cubicBezTo>
                  <a:cubicBezTo>
                    <a:pt x="1" y="7609"/>
                    <a:pt x="2191" y="9799"/>
                    <a:pt x="4914" y="9799"/>
                  </a:cubicBezTo>
                  <a:cubicBezTo>
                    <a:pt x="7609" y="9799"/>
                    <a:pt x="9799" y="7609"/>
                    <a:pt x="9799" y="4914"/>
                  </a:cubicBezTo>
                  <a:cubicBezTo>
                    <a:pt x="9799" y="2190"/>
                    <a:pt x="7609" y="1"/>
                    <a:pt x="49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1253;p25">
              <a:extLst>
                <a:ext uri="{FF2B5EF4-FFF2-40B4-BE49-F238E27FC236}">
                  <a16:creationId xmlns:a16="http://schemas.microsoft.com/office/drawing/2014/main" id="{7B21FAA8-2440-D49B-BE1E-405F163555D6}"/>
                </a:ext>
              </a:extLst>
            </p:cNvPr>
            <p:cNvSpPr/>
            <p:nvPr/>
          </p:nvSpPr>
          <p:spPr>
            <a:xfrm>
              <a:off x="3042850" y="2247575"/>
              <a:ext cx="256900" cy="256900"/>
            </a:xfrm>
            <a:custGeom>
              <a:avLst/>
              <a:gdLst/>
              <a:ahLst/>
              <a:cxnLst/>
              <a:rect l="l" t="t" r="r" b="b"/>
              <a:pathLst>
                <a:path w="10276" h="10276" extrusionOk="0">
                  <a:moveTo>
                    <a:pt x="5138" y="477"/>
                  </a:moveTo>
                  <a:cubicBezTo>
                    <a:pt x="6429" y="477"/>
                    <a:pt x="7580" y="983"/>
                    <a:pt x="8423" y="1825"/>
                  </a:cubicBezTo>
                  <a:cubicBezTo>
                    <a:pt x="9265" y="2667"/>
                    <a:pt x="9798" y="3846"/>
                    <a:pt x="9798" y="5138"/>
                  </a:cubicBezTo>
                  <a:cubicBezTo>
                    <a:pt x="9798" y="6429"/>
                    <a:pt x="9265" y="7580"/>
                    <a:pt x="8423" y="8422"/>
                  </a:cubicBezTo>
                  <a:cubicBezTo>
                    <a:pt x="7580" y="9265"/>
                    <a:pt x="6429" y="9798"/>
                    <a:pt x="5138" y="9798"/>
                  </a:cubicBezTo>
                  <a:cubicBezTo>
                    <a:pt x="3847" y="9798"/>
                    <a:pt x="2667" y="9265"/>
                    <a:pt x="1825" y="8422"/>
                  </a:cubicBezTo>
                  <a:cubicBezTo>
                    <a:pt x="983" y="7580"/>
                    <a:pt x="478" y="6429"/>
                    <a:pt x="478" y="5138"/>
                  </a:cubicBezTo>
                  <a:cubicBezTo>
                    <a:pt x="478" y="3846"/>
                    <a:pt x="983" y="2667"/>
                    <a:pt x="1825" y="1825"/>
                  </a:cubicBezTo>
                  <a:cubicBezTo>
                    <a:pt x="2667" y="983"/>
                    <a:pt x="3847" y="477"/>
                    <a:pt x="5138" y="477"/>
                  </a:cubicBezTo>
                  <a:close/>
                  <a:moveTo>
                    <a:pt x="5138" y="0"/>
                  </a:moveTo>
                  <a:cubicBezTo>
                    <a:pt x="2302" y="0"/>
                    <a:pt x="0" y="2302"/>
                    <a:pt x="0" y="5138"/>
                  </a:cubicBezTo>
                  <a:cubicBezTo>
                    <a:pt x="0" y="7973"/>
                    <a:pt x="2302" y="10275"/>
                    <a:pt x="5138" y="10275"/>
                  </a:cubicBezTo>
                  <a:cubicBezTo>
                    <a:pt x="7974" y="10275"/>
                    <a:pt x="10276" y="7973"/>
                    <a:pt x="10276" y="5138"/>
                  </a:cubicBezTo>
                  <a:cubicBezTo>
                    <a:pt x="10276" y="2302"/>
                    <a:pt x="7974" y="0"/>
                    <a:pt x="5138"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1254;p25">
              <a:extLst>
                <a:ext uri="{FF2B5EF4-FFF2-40B4-BE49-F238E27FC236}">
                  <a16:creationId xmlns:a16="http://schemas.microsoft.com/office/drawing/2014/main" id="{1D36ABE3-C524-B6BD-740C-F5F0CCB4ADCD}"/>
                </a:ext>
              </a:extLst>
            </p:cNvPr>
            <p:cNvSpPr/>
            <p:nvPr/>
          </p:nvSpPr>
          <p:spPr>
            <a:xfrm>
              <a:off x="2176025" y="2376000"/>
              <a:ext cx="295525" cy="251575"/>
            </a:xfrm>
            <a:custGeom>
              <a:avLst/>
              <a:gdLst/>
              <a:ahLst/>
              <a:cxnLst/>
              <a:rect l="l" t="t" r="r" b="b"/>
              <a:pathLst>
                <a:path w="11821" h="10063" extrusionOk="0">
                  <a:moveTo>
                    <a:pt x="1" y="1"/>
                  </a:moveTo>
                  <a:cubicBezTo>
                    <a:pt x="1" y="590"/>
                    <a:pt x="57" y="1208"/>
                    <a:pt x="169" y="1769"/>
                  </a:cubicBezTo>
                  <a:cubicBezTo>
                    <a:pt x="1022" y="6632"/>
                    <a:pt x="5276" y="10063"/>
                    <a:pt x="10074" y="10063"/>
                  </a:cubicBezTo>
                  <a:cubicBezTo>
                    <a:pt x="10650" y="10063"/>
                    <a:pt x="11234" y="10013"/>
                    <a:pt x="11820" y="9911"/>
                  </a:cubicBezTo>
                  <a:lnTo>
                    <a:pt x="10080"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1255;p25">
              <a:extLst>
                <a:ext uri="{FF2B5EF4-FFF2-40B4-BE49-F238E27FC236}">
                  <a16:creationId xmlns:a16="http://schemas.microsoft.com/office/drawing/2014/main" id="{CFA05ED1-7E19-009F-757D-706F51EA9658}"/>
                </a:ext>
              </a:extLst>
            </p:cNvPr>
            <p:cNvSpPr/>
            <p:nvPr/>
          </p:nvSpPr>
          <p:spPr>
            <a:xfrm>
              <a:off x="2170425" y="2370400"/>
              <a:ext cx="306750" cy="263225"/>
            </a:xfrm>
            <a:custGeom>
              <a:avLst/>
              <a:gdLst/>
              <a:ahLst/>
              <a:cxnLst/>
              <a:rect l="l" t="t" r="r" b="b"/>
              <a:pathLst>
                <a:path w="12270" h="10529" extrusionOk="0">
                  <a:moveTo>
                    <a:pt x="10086" y="477"/>
                  </a:moveTo>
                  <a:lnTo>
                    <a:pt x="11775" y="9941"/>
                  </a:lnTo>
                  <a:lnTo>
                    <a:pt x="11775" y="9941"/>
                  </a:lnTo>
                  <a:cubicBezTo>
                    <a:pt x="11279" y="10008"/>
                    <a:pt x="10767" y="10051"/>
                    <a:pt x="10276" y="10051"/>
                  </a:cubicBezTo>
                  <a:cubicBezTo>
                    <a:pt x="5615" y="10051"/>
                    <a:pt x="1460" y="6710"/>
                    <a:pt x="618" y="1937"/>
                  </a:cubicBezTo>
                  <a:cubicBezTo>
                    <a:pt x="546" y="1483"/>
                    <a:pt x="495" y="967"/>
                    <a:pt x="481" y="477"/>
                  </a:cubicBezTo>
                  <a:close/>
                  <a:moveTo>
                    <a:pt x="225" y="0"/>
                  </a:moveTo>
                  <a:cubicBezTo>
                    <a:pt x="169" y="0"/>
                    <a:pt x="113" y="28"/>
                    <a:pt x="85" y="56"/>
                  </a:cubicBezTo>
                  <a:cubicBezTo>
                    <a:pt x="28" y="112"/>
                    <a:pt x="0" y="169"/>
                    <a:pt x="0" y="225"/>
                  </a:cubicBezTo>
                  <a:cubicBezTo>
                    <a:pt x="0" y="814"/>
                    <a:pt x="57" y="1432"/>
                    <a:pt x="169" y="2022"/>
                  </a:cubicBezTo>
                  <a:cubicBezTo>
                    <a:pt x="1039" y="7019"/>
                    <a:pt x="5391" y="10528"/>
                    <a:pt x="10276" y="10528"/>
                  </a:cubicBezTo>
                  <a:cubicBezTo>
                    <a:pt x="10865" y="10528"/>
                    <a:pt x="11483" y="10472"/>
                    <a:pt x="12073" y="10360"/>
                  </a:cubicBezTo>
                  <a:cubicBezTo>
                    <a:pt x="12129" y="10360"/>
                    <a:pt x="12185" y="10332"/>
                    <a:pt x="12241" y="10275"/>
                  </a:cubicBezTo>
                  <a:cubicBezTo>
                    <a:pt x="12269" y="10219"/>
                    <a:pt x="12269" y="10163"/>
                    <a:pt x="12269" y="10107"/>
                  </a:cubicBezTo>
                  <a:lnTo>
                    <a:pt x="10528" y="197"/>
                  </a:lnTo>
                  <a:cubicBezTo>
                    <a:pt x="10500" y="84"/>
                    <a:pt x="10416" y="0"/>
                    <a:pt x="10304"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1256;p25">
              <a:extLst>
                <a:ext uri="{FF2B5EF4-FFF2-40B4-BE49-F238E27FC236}">
                  <a16:creationId xmlns:a16="http://schemas.microsoft.com/office/drawing/2014/main" id="{A374B009-33F9-E3B0-BF87-004B307C7E72}"/>
                </a:ext>
              </a:extLst>
            </p:cNvPr>
            <p:cNvSpPr/>
            <p:nvPr/>
          </p:nvSpPr>
          <p:spPr>
            <a:xfrm>
              <a:off x="2428000" y="2376000"/>
              <a:ext cx="197950" cy="247800"/>
            </a:xfrm>
            <a:custGeom>
              <a:avLst/>
              <a:gdLst/>
              <a:ahLst/>
              <a:cxnLst/>
              <a:rect l="l" t="t" r="r" b="b"/>
              <a:pathLst>
                <a:path w="7918" h="9912" extrusionOk="0">
                  <a:moveTo>
                    <a:pt x="1" y="1"/>
                  </a:moveTo>
                  <a:lnTo>
                    <a:pt x="1741" y="9911"/>
                  </a:lnTo>
                  <a:cubicBezTo>
                    <a:pt x="4324" y="9462"/>
                    <a:pt x="6290" y="8255"/>
                    <a:pt x="7918" y="6205"/>
                  </a:cubicBezTo>
                  <a:lnTo>
                    <a:pt x="1"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1257;p25">
              <a:extLst>
                <a:ext uri="{FF2B5EF4-FFF2-40B4-BE49-F238E27FC236}">
                  <a16:creationId xmlns:a16="http://schemas.microsoft.com/office/drawing/2014/main" id="{493A3FF9-FECA-CAA5-4918-7A6D9C10F7BE}"/>
                </a:ext>
              </a:extLst>
            </p:cNvPr>
            <p:cNvSpPr/>
            <p:nvPr/>
          </p:nvSpPr>
          <p:spPr>
            <a:xfrm>
              <a:off x="2419575" y="2361975"/>
              <a:ext cx="214100" cy="268825"/>
            </a:xfrm>
            <a:custGeom>
              <a:avLst/>
              <a:gdLst/>
              <a:ahLst/>
              <a:cxnLst/>
              <a:rect l="l" t="t" r="r" b="b"/>
              <a:pathLst>
                <a:path w="8564" h="10753" extrusionOk="0">
                  <a:moveTo>
                    <a:pt x="670" y="1148"/>
                  </a:moveTo>
                  <a:lnTo>
                    <a:pt x="7928" y="6790"/>
                  </a:lnTo>
                  <a:lnTo>
                    <a:pt x="7928" y="6790"/>
                  </a:lnTo>
                  <a:cubicBezTo>
                    <a:pt x="6430" y="8647"/>
                    <a:pt x="4603" y="9738"/>
                    <a:pt x="2261" y="10203"/>
                  </a:cubicBezTo>
                  <a:lnTo>
                    <a:pt x="2261" y="10203"/>
                  </a:lnTo>
                  <a:lnTo>
                    <a:pt x="670" y="1148"/>
                  </a:lnTo>
                  <a:close/>
                  <a:moveTo>
                    <a:pt x="1" y="0"/>
                  </a:moveTo>
                  <a:lnTo>
                    <a:pt x="85" y="618"/>
                  </a:lnTo>
                  <a:lnTo>
                    <a:pt x="1882" y="10753"/>
                  </a:lnTo>
                  <a:lnTo>
                    <a:pt x="2107" y="10697"/>
                  </a:lnTo>
                  <a:cubicBezTo>
                    <a:pt x="4746" y="10248"/>
                    <a:pt x="6795" y="9012"/>
                    <a:pt x="8423" y="6907"/>
                  </a:cubicBezTo>
                  <a:lnTo>
                    <a:pt x="8564" y="6710"/>
                  </a:lnTo>
                  <a:lnTo>
                    <a:pt x="1"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1258;p25">
              <a:extLst>
                <a:ext uri="{FF2B5EF4-FFF2-40B4-BE49-F238E27FC236}">
                  <a16:creationId xmlns:a16="http://schemas.microsoft.com/office/drawing/2014/main" id="{E52CD22C-FFAC-CFE1-DF6A-F328EBBB983A}"/>
                </a:ext>
              </a:extLst>
            </p:cNvPr>
            <p:cNvSpPr/>
            <p:nvPr/>
          </p:nvSpPr>
          <p:spPr>
            <a:xfrm>
              <a:off x="2302375" y="2124700"/>
              <a:ext cx="395175" cy="406450"/>
            </a:xfrm>
            <a:custGeom>
              <a:avLst/>
              <a:gdLst/>
              <a:ahLst/>
              <a:cxnLst/>
              <a:rect l="l" t="t" r="r" b="b"/>
              <a:pathLst>
                <a:path w="15807" h="16258" extrusionOk="0">
                  <a:moveTo>
                    <a:pt x="5009" y="1"/>
                  </a:moveTo>
                  <a:cubicBezTo>
                    <a:pt x="3306" y="1"/>
                    <a:pt x="1580" y="435"/>
                    <a:pt x="0" y="1350"/>
                  </a:cubicBezTo>
                  <a:lnTo>
                    <a:pt x="5026" y="10053"/>
                  </a:lnTo>
                  <a:lnTo>
                    <a:pt x="12943" y="16257"/>
                  </a:lnTo>
                  <a:cubicBezTo>
                    <a:pt x="15498" y="12972"/>
                    <a:pt x="15807" y="8649"/>
                    <a:pt x="13729" y="5027"/>
                  </a:cubicBezTo>
                  <a:cubicBezTo>
                    <a:pt x="11864" y="1806"/>
                    <a:pt x="8483" y="1"/>
                    <a:pt x="50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1259;p25">
              <a:extLst>
                <a:ext uri="{FF2B5EF4-FFF2-40B4-BE49-F238E27FC236}">
                  <a16:creationId xmlns:a16="http://schemas.microsoft.com/office/drawing/2014/main" id="{70A00243-E21E-1412-A99E-13736773B345}"/>
                </a:ext>
              </a:extLst>
            </p:cNvPr>
            <p:cNvSpPr/>
            <p:nvPr/>
          </p:nvSpPr>
          <p:spPr>
            <a:xfrm>
              <a:off x="2295350" y="2119125"/>
              <a:ext cx="390275" cy="417625"/>
            </a:xfrm>
            <a:custGeom>
              <a:avLst/>
              <a:gdLst/>
              <a:ahLst/>
              <a:cxnLst/>
              <a:rect l="l" t="t" r="r" b="b"/>
              <a:pathLst>
                <a:path w="15611" h="16705" extrusionOk="0">
                  <a:moveTo>
                    <a:pt x="5279" y="478"/>
                  </a:moveTo>
                  <a:cubicBezTo>
                    <a:pt x="8676" y="478"/>
                    <a:pt x="11989" y="2218"/>
                    <a:pt x="13785" y="5391"/>
                  </a:cubicBezTo>
                  <a:cubicBezTo>
                    <a:pt x="14712" y="6935"/>
                    <a:pt x="15161" y="8647"/>
                    <a:pt x="15161" y="10304"/>
                  </a:cubicBezTo>
                  <a:cubicBezTo>
                    <a:pt x="15134" y="12359"/>
                    <a:pt x="14482" y="14388"/>
                    <a:pt x="13180" y="16140"/>
                  </a:cubicBezTo>
                  <a:lnTo>
                    <a:pt x="13180" y="16140"/>
                  </a:lnTo>
                  <a:lnTo>
                    <a:pt x="5490" y="10141"/>
                  </a:lnTo>
                  <a:lnTo>
                    <a:pt x="5490" y="10141"/>
                  </a:lnTo>
                  <a:lnTo>
                    <a:pt x="593" y="1660"/>
                  </a:lnTo>
                  <a:lnTo>
                    <a:pt x="593" y="1660"/>
                  </a:lnTo>
                  <a:cubicBezTo>
                    <a:pt x="2082" y="863"/>
                    <a:pt x="3693" y="478"/>
                    <a:pt x="5279" y="478"/>
                  </a:cubicBezTo>
                  <a:close/>
                  <a:moveTo>
                    <a:pt x="5279" y="0"/>
                  </a:moveTo>
                  <a:cubicBezTo>
                    <a:pt x="3538" y="0"/>
                    <a:pt x="1769" y="450"/>
                    <a:pt x="141" y="1376"/>
                  </a:cubicBezTo>
                  <a:cubicBezTo>
                    <a:pt x="29" y="1432"/>
                    <a:pt x="1" y="1573"/>
                    <a:pt x="57" y="1685"/>
                  </a:cubicBezTo>
                  <a:lnTo>
                    <a:pt x="5082" y="10416"/>
                  </a:lnTo>
                  <a:lnTo>
                    <a:pt x="5138" y="10472"/>
                  </a:lnTo>
                  <a:lnTo>
                    <a:pt x="13084" y="16649"/>
                  </a:lnTo>
                  <a:cubicBezTo>
                    <a:pt x="13112" y="16705"/>
                    <a:pt x="13196" y="16705"/>
                    <a:pt x="13252" y="16705"/>
                  </a:cubicBezTo>
                  <a:cubicBezTo>
                    <a:pt x="13308" y="16705"/>
                    <a:pt x="13364" y="16677"/>
                    <a:pt x="13392" y="16621"/>
                  </a:cubicBezTo>
                  <a:cubicBezTo>
                    <a:pt x="14880" y="14740"/>
                    <a:pt x="15610" y="12550"/>
                    <a:pt x="15610" y="10304"/>
                  </a:cubicBezTo>
                  <a:cubicBezTo>
                    <a:pt x="15610" y="8563"/>
                    <a:pt x="15161" y="6766"/>
                    <a:pt x="14207" y="5138"/>
                  </a:cubicBezTo>
                  <a:cubicBezTo>
                    <a:pt x="12297" y="1853"/>
                    <a:pt x="8844" y="0"/>
                    <a:pt x="5279"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1260;p25">
              <a:extLst>
                <a:ext uri="{FF2B5EF4-FFF2-40B4-BE49-F238E27FC236}">
                  <a16:creationId xmlns:a16="http://schemas.microsoft.com/office/drawing/2014/main" id="{81BCE023-63D2-EBD4-86AB-A006DFDABB53}"/>
                </a:ext>
              </a:extLst>
            </p:cNvPr>
            <p:cNvSpPr/>
            <p:nvPr/>
          </p:nvSpPr>
          <p:spPr>
            <a:xfrm>
              <a:off x="2176025" y="2158425"/>
              <a:ext cx="252000" cy="217600"/>
            </a:xfrm>
            <a:custGeom>
              <a:avLst/>
              <a:gdLst/>
              <a:ahLst/>
              <a:cxnLst/>
              <a:rect l="l" t="t" r="r" b="b"/>
              <a:pathLst>
                <a:path w="10080" h="8704" extrusionOk="0">
                  <a:moveTo>
                    <a:pt x="5054" y="1"/>
                  </a:moveTo>
                  <a:cubicBezTo>
                    <a:pt x="1826" y="1853"/>
                    <a:pt x="1" y="4998"/>
                    <a:pt x="1" y="8704"/>
                  </a:cubicBezTo>
                  <a:lnTo>
                    <a:pt x="10080" y="8704"/>
                  </a:lnTo>
                  <a:lnTo>
                    <a:pt x="5054"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1261;p25">
              <a:extLst>
                <a:ext uri="{FF2B5EF4-FFF2-40B4-BE49-F238E27FC236}">
                  <a16:creationId xmlns:a16="http://schemas.microsoft.com/office/drawing/2014/main" id="{C683442A-07BE-EBAC-D752-DFDF3C6068EE}"/>
                </a:ext>
              </a:extLst>
            </p:cNvPr>
            <p:cNvSpPr/>
            <p:nvPr/>
          </p:nvSpPr>
          <p:spPr>
            <a:xfrm>
              <a:off x="2170425" y="2150700"/>
              <a:ext cx="267425" cy="231650"/>
            </a:xfrm>
            <a:custGeom>
              <a:avLst/>
              <a:gdLst/>
              <a:ahLst/>
              <a:cxnLst/>
              <a:rect l="l" t="t" r="r" b="b"/>
              <a:pathLst>
                <a:path w="10697" h="9266" extrusionOk="0">
                  <a:moveTo>
                    <a:pt x="5176" y="634"/>
                  </a:moveTo>
                  <a:lnTo>
                    <a:pt x="9869" y="8788"/>
                  </a:lnTo>
                  <a:lnTo>
                    <a:pt x="480" y="8788"/>
                  </a:lnTo>
                  <a:cubicBezTo>
                    <a:pt x="550" y="5347"/>
                    <a:pt x="2230" y="2433"/>
                    <a:pt x="5176" y="634"/>
                  </a:cubicBezTo>
                  <a:close/>
                  <a:moveTo>
                    <a:pt x="5363" y="1"/>
                  </a:moveTo>
                  <a:lnTo>
                    <a:pt x="5138" y="113"/>
                  </a:lnTo>
                  <a:cubicBezTo>
                    <a:pt x="1853" y="1994"/>
                    <a:pt x="0" y="5223"/>
                    <a:pt x="0" y="9013"/>
                  </a:cubicBezTo>
                  <a:lnTo>
                    <a:pt x="0" y="9265"/>
                  </a:lnTo>
                  <a:lnTo>
                    <a:pt x="10697" y="9265"/>
                  </a:lnTo>
                  <a:lnTo>
                    <a:pt x="10500" y="8900"/>
                  </a:lnTo>
                  <a:lnTo>
                    <a:pt x="5363"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1262;p25">
              <a:extLst>
                <a:ext uri="{FF2B5EF4-FFF2-40B4-BE49-F238E27FC236}">
                  <a16:creationId xmlns:a16="http://schemas.microsoft.com/office/drawing/2014/main" id="{50D83145-B1C5-80EC-D150-CA4EC1F93D51}"/>
                </a:ext>
              </a:extLst>
            </p:cNvPr>
            <p:cNvSpPr/>
            <p:nvPr/>
          </p:nvSpPr>
          <p:spPr>
            <a:xfrm>
              <a:off x="2305175" y="2253875"/>
              <a:ext cx="244975" cy="244975"/>
            </a:xfrm>
            <a:custGeom>
              <a:avLst/>
              <a:gdLst/>
              <a:ahLst/>
              <a:cxnLst/>
              <a:rect l="l" t="t" r="r" b="b"/>
              <a:pathLst>
                <a:path w="9799" h="9799" extrusionOk="0">
                  <a:moveTo>
                    <a:pt x="4914" y="1"/>
                  </a:moveTo>
                  <a:cubicBezTo>
                    <a:pt x="2191" y="1"/>
                    <a:pt x="1" y="2191"/>
                    <a:pt x="1" y="4886"/>
                  </a:cubicBezTo>
                  <a:cubicBezTo>
                    <a:pt x="1" y="7609"/>
                    <a:pt x="2191" y="9799"/>
                    <a:pt x="4914" y="9799"/>
                  </a:cubicBezTo>
                  <a:cubicBezTo>
                    <a:pt x="7609" y="9799"/>
                    <a:pt x="9799" y="7609"/>
                    <a:pt x="9799" y="4886"/>
                  </a:cubicBezTo>
                  <a:cubicBezTo>
                    <a:pt x="9799" y="2191"/>
                    <a:pt x="7609" y="1"/>
                    <a:pt x="49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1263;p25">
              <a:extLst>
                <a:ext uri="{FF2B5EF4-FFF2-40B4-BE49-F238E27FC236}">
                  <a16:creationId xmlns:a16="http://schemas.microsoft.com/office/drawing/2014/main" id="{8A959712-B283-A269-8A74-59AFCF3DE70C}"/>
                </a:ext>
              </a:extLst>
            </p:cNvPr>
            <p:cNvSpPr/>
            <p:nvPr/>
          </p:nvSpPr>
          <p:spPr>
            <a:xfrm>
              <a:off x="2299575" y="2247575"/>
              <a:ext cx="256200" cy="256900"/>
            </a:xfrm>
            <a:custGeom>
              <a:avLst/>
              <a:gdLst/>
              <a:ahLst/>
              <a:cxnLst/>
              <a:rect l="l" t="t" r="r" b="b"/>
              <a:pathLst>
                <a:path w="10248" h="10276" extrusionOk="0">
                  <a:moveTo>
                    <a:pt x="5138" y="477"/>
                  </a:moveTo>
                  <a:cubicBezTo>
                    <a:pt x="6401" y="477"/>
                    <a:pt x="7580" y="1011"/>
                    <a:pt x="8423" y="1853"/>
                  </a:cubicBezTo>
                  <a:cubicBezTo>
                    <a:pt x="9265" y="2695"/>
                    <a:pt x="9798" y="3846"/>
                    <a:pt x="9798" y="5138"/>
                  </a:cubicBezTo>
                  <a:cubicBezTo>
                    <a:pt x="9798" y="6429"/>
                    <a:pt x="9265" y="7608"/>
                    <a:pt x="8423" y="8451"/>
                  </a:cubicBezTo>
                  <a:cubicBezTo>
                    <a:pt x="7580" y="9293"/>
                    <a:pt x="6401" y="9826"/>
                    <a:pt x="5138" y="9826"/>
                  </a:cubicBezTo>
                  <a:cubicBezTo>
                    <a:pt x="3846" y="9826"/>
                    <a:pt x="2667" y="9293"/>
                    <a:pt x="1825" y="8451"/>
                  </a:cubicBezTo>
                  <a:cubicBezTo>
                    <a:pt x="983" y="7608"/>
                    <a:pt x="449" y="6429"/>
                    <a:pt x="449" y="5138"/>
                  </a:cubicBezTo>
                  <a:cubicBezTo>
                    <a:pt x="449" y="3846"/>
                    <a:pt x="983" y="2695"/>
                    <a:pt x="1825" y="1853"/>
                  </a:cubicBezTo>
                  <a:cubicBezTo>
                    <a:pt x="2667" y="1011"/>
                    <a:pt x="3846" y="477"/>
                    <a:pt x="5138" y="477"/>
                  </a:cubicBezTo>
                  <a:close/>
                  <a:moveTo>
                    <a:pt x="5138" y="0"/>
                  </a:moveTo>
                  <a:cubicBezTo>
                    <a:pt x="2302" y="0"/>
                    <a:pt x="0" y="2302"/>
                    <a:pt x="0" y="5138"/>
                  </a:cubicBezTo>
                  <a:cubicBezTo>
                    <a:pt x="0" y="7973"/>
                    <a:pt x="2302" y="10275"/>
                    <a:pt x="5138" y="10275"/>
                  </a:cubicBezTo>
                  <a:cubicBezTo>
                    <a:pt x="7973" y="10275"/>
                    <a:pt x="10247" y="7973"/>
                    <a:pt x="10247" y="5138"/>
                  </a:cubicBezTo>
                  <a:cubicBezTo>
                    <a:pt x="10247" y="2302"/>
                    <a:pt x="7973" y="0"/>
                    <a:pt x="5138"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1264;p25">
              <a:extLst>
                <a:ext uri="{FF2B5EF4-FFF2-40B4-BE49-F238E27FC236}">
                  <a16:creationId xmlns:a16="http://schemas.microsoft.com/office/drawing/2014/main" id="{25E2F030-E24A-F8AC-5FA4-DAD963824F82}"/>
                </a:ext>
              </a:extLst>
            </p:cNvPr>
            <p:cNvSpPr/>
            <p:nvPr/>
          </p:nvSpPr>
          <p:spPr>
            <a:xfrm>
              <a:off x="3662600" y="2376000"/>
              <a:ext cx="294800" cy="251575"/>
            </a:xfrm>
            <a:custGeom>
              <a:avLst/>
              <a:gdLst/>
              <a:ahLst/>
              <a:cxnLst/>
              <a:rect l="l" t="t" r="r" b="b"/>
              <a:pathLst>
                <a:path w="11792" h="10063" extrusionOk="0">
                  <a:moveTo>
                    <a:pt x="0" y="1"/>
                  </a:moveTo>
                  <a:cubicBezTo>
                    <a:pt x="0" y="590"/>
                    <a:pt x="56" y="1208"/>
                    <a:pt x="141" y="1769"/>
                  </a:cubicBezTo>
                  <a:cubicBezTo>
                    <a:pt x="1018" y="6632"/>
                    <a:pt x="5252" y="10063"/>
                    <a:pt x="10046" y="10063"/>
                  </a:cubicBezTo>
                  <a:cubicBezTo>
                    <a:pt x="10622" y="10063"/>
                    <a:pt x="11205" y="10013"/>
                    <a:pt x="11792" y="9911"/>
                  </a:cubicBezTo>
                  <a:lnTo>
                    <a:pt x="10051"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1265;p25">
              <a:extLst>
                <a:ext uri="{FF2B5EF4-FFF2-40B4-BE49-F238E27FC236}">
                  <a16:creationId xmlns:a16="http://schemas.microsoft.com/office/drawing/2014/main" id="{CF777D0C-B771-CD35-703A-9981A8A4F201}"/>
                </a:ext>
              </a:extLst>
            </p:cNvPr>
            <p:cNvSpPr/>
            <p:nvPr/>
          </p:nvSpPr>
          <p:spPr>
            <a:xfrm>
              <a:off x="3656275" y="2370400"/>
              <a:ext cx="307450" cy="263225"/>
            </a:xfrm>
            <a:custGeom>
              <a:avLst/>
              <a:gdLst/>
              <a:ahLst/>
              <a:cxnLst/>
              <a:rect l="l" t="t" r="r" b="b"/>
              <a:pathLst>
                <a:path w="12298" h="10529" extrusionOk="0">
                  <a:moveTo>
                    <a:pt x="10114" y="477"/>
                  </a:moveTo>
                  <a:lnTo>
                    <a:pt x="11777" y="9943"/>
                  </a:lnTo>
                  <a:lnTo>
                    <a:pt x="11777" y="9943"/>
                  </a:lnTo>
                  <a:cubicBezTo>
                    <a:pt x="11273" y="10009"/>
                    <a:pt x="10785" y="10051"/>
                    <a:pt x="10276" y="10051"/>
                  </a:cubicBezTo>
                  <a:cubicBezTo>
                    <a:pt x="5616" y="10051"/>
                    <a:pt x="1461" y="6710"/>
                    <a:pt x="618" y="1937"/>
                  </a:cubicBezTo>
                  <a:cubicBezTo>
                    <a:pt x="547" y="1483"/>
                    <a:pt x="495" y="967"/>
                    <a:pt x="482" y="477"/>
                  </a:cubicBezTo>
                  <a:close/>
                  <a:moveTo>
                    <a:pt x="253" y="0"/>
                  </a:moveTo>
                  <a:cubicBezTo>
                    <a:pt x="197" y="0"/>
                    <a:pt x="113" y="28"/>
                    <a:pt x="85" y="56"/>
                  </a:cubicBezTo>
                  <a:cubicBezTo>
                    <a:pt x="29" y="112"/>
                    <a:pt x="1" y="169"/>
                    <a:pt x="1" y="225"/>
                  </a:cubicBezTo>
                  <a:cubicBezTo>
                    <a:pt x="1" y="814"/>
                    <a:pt x="57" y="1432"/>
                    <a:pt x="169" y="2022"/>
                  </a:cubicBezTo>
                  <a:cubicBezTo>
                    <a:pt x="1039" y="7019"/>
                    <a:pt x="5391" y="10528"/>
                    <a:pt x="10276" y="10528"/>
                  </a:cubicBezTo>
                  <a:cubicBezTo>
                    <a:pt x="10894" y="10528"/>
                    <a:pt x="11483" y="10472"/>
                    <a:pt x="12101" y="10360"/>
                  </a:cubicBezTo>
                  <a:cubicBezTo>
                    <a:pt x="12157" y="10360"/>
                    <a:pt x="12213" y="10332"/>
                    <a:pt x="12241" y="10275"/>
                  </a:cubicBezTo>
                  <a:cubicBezTo>
                    <a:pt x="12269" y="10219"/>
                    <a:pt x="12297" y="10163"/>
                    <a:pt x="12269" y="10107"/>
                  </a:cubicBezTo>
                  <a:lnTo>
                    <a:pt x="10529" y="197"/>
                  </a:lnTo>
                  <a:cubicBezTo>
                    <a:pt x="10501" y="84"/>
                    <a:pt x="10416" y="0"/>
                    <a:pt x="10304"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1266;p25">
              <a:extLst>
                <a:ext uri="{FF2B5EF4-FFF2-40B4-BE49-F238E27FC236}">
                  <a16:creationId xmlns:a16="http://schemas.microsoft.com/office/drawing/2014/main" id="{1971B174-D1AA-1B85-4175-7ED4EC5E5F43}"/>
                </a:ext>
              </a:extLst>
            </p:cNvPr>
            <p:cNvSpPr/>
            <p:nvPr/>
          </p:nvSpPr>
          <p:spPr>
            <a:xfrm>
              <a:off x="3913875" y="2376000"/>
              <a:ext cx="197950" cy="247800"/>
            </a:xfrm>
            <a:custGeom>
              <a:avLst/>
              <a:gdLst/>
              <a:ahLst/>
              <a:cxnLst/>
              <a:rect l="l" t="t" r="r" b="b"/>
              <a:pathLst>
                <a:path w="7918" h="9912" extrusionOk="0">
                  <a:moveTo>
                    <a:pt x="0" y="1"/>
                  </a:moveTo>
                  <a:lnTo>
                    <a:pt x="1741" y="9911"/>
                  </a:lnTo>
                  <a:cubicBezTo>
                    <a:pt x="4324" y="9462"/>
                    <a:pt x="6317" y="8255"/>
                    <a:pt x="7917" y="6205"/>
                  </a:cubicBezTo>
                  <a:lnTo>
                    <a:pt x="0"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1267;p25">
              <a:extLst>
                <a:ext uri="{FF2B5EF4-FFF2-40B4-BE49-F238E27FC236}">
                  <a16:creationId xmlns:a16="http://schemas.microsoft.com/office/drawing/2014/main" id="{2B61C498-CEEA-39F0-E6C7-3FE76E02CCB8}"/>
                </a:ext>
              </a:extLst>
            </p:cNvPr>
            <p:cNvSpPr/>
            <p:nvPr/>
          </p:nvSpPr>
          <p:spPr>
            <a:xfrm>
              <a:off x="3905450" y="2361975"/>
              <a:ext cx="214800" cy="268825"/>
            </a:xfrm>
            <a:custGeom>
              <a:avLst/>
              <a:gdLst/>
              <a:ahLst/>
              <a:cxnLst/>
              <a:rect l="l" t="t" r="r" b="b"/>
              <a:pathLst>
                <a:path w="8592" h="10753" extrusionOk="0">
                  <a:moveTo>
                    <a:pt x="665" y="1124"/>
                  </a:moveTo>
                  <a:lnTo>
                    <a:pt x="7944" y="6802"/>
                  </a:lnTo>
                  <a:lnTo>
                    <a:pt x="7944" y="6802"/>
                  </a:lnTo>
                  <a:cubicBezTo>
                    <a:pt x="6418" y="8659"/>
                    <a:pt x="4610" y="9747"/>
                    <a:pt x="2261" y="10208"/>
                  </a:cubicBezTo>
                  <a:lnTo>
                    <a:pt x="2261" y="10208"/>
                  </a:lnTo>
                  <a:lnTo>
                    <a:pt x="665" y="1124"/>
                  </a:lnTo>
                  <a:close/>
                  <a:moveTo>
                    <a:pt x="0" y="0"/>
                  </a:moveTo>
                  <a:lnTo>
                    <a:pt x="112" y="618"/>
                  </a:lnTo>
                  <a:lnTo>
                    <a:pt x="1881" y="10753"/>
                  </a:lnTo>
                  <a:lnTo>
                    <a:pt x="2134" y="10697"/>
                  </a:lnTo>
                  <a:cubicBezTo>
                    <a:pt x="4745" y="10248"/>
                    <a:pt x="6794" y="9012"/>
                    <a:pt x="8451" y="6907"/>
                  </a:cubicBezTo>
                  <a:lnTo>
                    <a:pt x="8591" y="6710"/>
                  </a:lnTo>
                  <a:lnTo>
                    <a:pt x="0"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1268;p25">
              <a:extLst>
                <a:ext uri="{FF2B5EF4-FFF2-40B4-BE49-F238E27FC236}">
                  <a16:creationId xmlns:a16="http://schemas.microsoft.com/office/drawing/2014/main" id="{39BC5E5E-B442-4380-BFE2-0486D62FD236}"/>
                </a:ext>
              </a:extLst>
            </p:cNvPr>
            <p:cNvSpPr/>
            <p:nvPr/>
          </p:nvSpPr>
          <p:spPr>
            <a:xfrm>
              <a:off x="3788225" y="2124700"/>
              <a:ext cx="395175" cy="406450"/>
            </a:xfrm>
            <a:custGeom>
              <a:avLst/>
              <a:gdLst/>
              <a:ahLst/>
              <a:cxnLst/>
              <a:rect l="l" t="t" r="r" b="b"/>
              <a:pathLst>
                <a:path w="15807" h="16258" extrusionOk="0">
                  <a:moveTo>
                    <a:pt x="5010" y="1"/>
                  </a:moveTo>
                  <a:cubicBezTo>
                    <a:pt x="3306" y="1"/>
                    <a:pt x="1580" y="435"/>
                    <a:pt x="1" y="1350"/>
                  </a:cubicBezTo>
                  <a:lnTo>
                    <a:pt x="5026" y="10053"/>
                  </a:lnTo>
                  <a:lnTo>
                    <a:pt x="12943" y="16257"/>
                  </a:lnTo>
                  <a:cubicBezTo>
                    <a:pt x="15526" y="12972"/>
                    <a:pt x="15807" y="8649"/>
                    <a:pt x="13729" y="5027"/>
                  </a:cubicBezTo>
                  <a:cubicBezTo>
                    <a:pt x="11864" y="1806"/>
                    <a:pt x="8483" y="1"/>
                    <a:pt x="50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1269;p25">
              <a:extLst>
                <a:ext uri="{FF2B5EF4-FFF2-40B4-BE49-F238E27FC236}">
                  <a16:creationId xmlns:a16="http://schemas.microsoft.com/office/drawing/2014/main" id="{056211D9-9CA1-C426-3ABF-0535AE69643A}"/>
                </a:ext>
              </a:extLst>
            </p:cNvPr>
            <p:cNvSpPr/>
            <p:nvPr/>
          </p:nvSpPr>
          <p:spPr>
            <a:xfrm>
              <a:off x="3781200" y="2119125"/>
              <a:ext cx="390975" cy="417625"/>
            </a:xfrm>
            <a:custGeom>
              <a:avLst/>
              <a:gdLst/>
              <a:ahLst/>
              <a:cxnLst/>
              <a:rect l="l" t="t" r="r" b="b"/>
              <a:pathLst>
                <a:path w="15639" h="16705" extrusionOk="0">
                  <a:moveTo>
                    <a:pt x="5307" y="478"/>
                  </a:moveTo>
                  <a:cubicBezTo>
                    <a:pt x="8676" y="478"/>
                    <a:pt x="11989" y="2218"/>
                    <a:pt x="13814" y="5391"/>
                  </a:cubicBezTo>
                  <a:cubicBezTo>
                    <a:pt x="14712" y="6935"/>
                    <a:pt x="15161" y="8647"/>
                    <a:pt x="15161" y="10304"/>
                  </a:cubicBezTo>
                  <a:cubicBezTo>
                    <a:pt x="15161" y="12364"/>
                    <a:pt x="14507" y="14398"/>
                    <a:pt x="13198" y="16154"/>
                  </a:cubicBezTo>
                  <a:lnTo>
                    <a:pt x="13198" y="16154"/>
                  </a:lnTo>
                  <a:lnTo>
                    <a:pt x="5491" y="10141"/>
                  </a:lnTo>
                  <a:lnTo>
                    <a:pt x="5491" y="10141"/>
                  </a:lnTo>
                  <a:lnTo>
                    <a:pt x="593" y="1660"/>
                  </a:lnTo>
                  <a:lnTo>
                    <a:pt x="593" y="1660"/>
                  </a:lnTo>
                  <a:cubicBezTo>
                    <a:pt x="2083" y="863"/>
                    <a:pt x="3695" y="478"/>
                    <a:pt x="5307" y="478"/>
                  </a:cubicBezTo>
                  <a:close/>
                  <a:moveTo>
                    <a:pt x="5307" y="0"/>
                  </a:moveTo>
                  <a:cubicBezTo>
                    <a:pt x="3538" y="0"/>
                    <a:pt x="1770" y="450"/>
                    <a:pt x="169" y="1376"/>
                  </a:cubicBezTo>
                  <a:cubicBezTo>
                    <a:pt x="57" y="1432"/>
                    <a:pt x="1" y="1573"/>
                    <a:pt x="85" y="1685"/>
                  </a:cubicBezTo>
                  <a:lnTo>
                    <a:pt x="5111" y="10416"/>
                  </a:lnTo>
                  <a:lnTo>
                    <a:pt x="5167" y="10472"/>
                  </a:lnTo>
                  <a:lnTo>
                    <a:pt x="13084" y="16649"/>
                  </a:lnTo>
                  <a:cubicBezTo>
                    <a:pt x="13140" y="16705"/>
                    <a:pt x="13196" y="16705"/>
                    <a:pt x="13252" y="16705"/>
                  </a:cubicBezTo>
                  <a:cubicBezTo>
                    <a:pt x="13308" y="16705"/>
                    <a:pt x="13365" y="16677"/>
                    <a:pt x="13421" y="16621"/>
                  </a:cubicBezTo>
                  <a:cubicBezTo>
                    <a:pt x="14881" y="14740"/>
                    <a:pt x="15639" y="12550"/>
                    <a:pt x="15639" y="10304"/>
                  </a:cubicBezTo>
                  <a:cubicBezTo>
                    <a:pt x="15639" y="8563"/>
                    <a:pt x="15161" y="6766"/>
                    <a:pt x="14207" y="5138"/>
                  </a:cubicBezTo>
                  <a:cubicBezTo>
                    <a:pt x="12298" y="1853"/>
                    <a:pt x="8844" y="0"/>
                    <a:pt x="5307"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1270;p25">
              <a:extLst>
                <a:ext uri="{FF2B5EF4-FFF2-40B4-BE49-F238E27FC236}">
                  <a16:creationId xmlns:a16="http://schemas.microsoft.com/office/drawing/2014/main" id="{649BF122-9DDF-94F7-5139-BEF0C5C8C1B2}"/>
                </a:ext>
              </a:extLst>
            </p:cNvPr>
            <p:cNvSpPr/>
            <p:nvPr/>
          </p:nvSpPr>
          <p:spPr>
            <a:xfrm>
              <a:off x="3662600" y="2158425"/>
              <a:ext cx="251300" cy="217600"/>
            </a:xfrm>
            <a:custGeom>
              <a:avLst/>
              <a:gdLst/>
              <a:ahLst/>
              <a:cxnLst/>
              <a:rect l="l" t="t" r="r" b="b"/>
              <a:pathLst>
                <a:path w="10052" h="8704" extrusionOk="0">
                  <a:moveTo>
                    <a:pt x="5026" y="1"/>
                  </a:moveTo>
                  <a:cubicBezTo>
                    <a:pt x="1797" y="1853"/>
                    <a:pt x="0" y="4998"/>
                    <a:pt x="0" y="8704"/>
                  </a:cubicBezTo>
                  <a:lnTo>
                    <a:pt x="10051" y="8704"/>
                  </a:lnTo>
                  <a:lnTo>
                    <a:pt x="5026" y="1"/>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1271;p25">
              <a:extLst>
                <a:ext uri="{FF2B5EF4-FFF2-40B4-BE49-F238E27FC236}">
                  <a16:creationId xmlns:a16="http://schemas.microsoft.com/office/drawing/2014/main" id="{B9DEBE19-0E9B-2189-E049-57E2B4D059FC}"/>
                </a:ext>
              </a:extLst>
            </p:cNvPr>
            <p:cNvSpPr/>
            <p:nvPr/>
          </p:nvSpPr>
          <p:spPr>
            <a:xfrm>
              <a:off x="3656275" y="2150700"/>
              <a:ext cx="267450" cy="231650"/>
            </a:xfrm>
            <a:custGeom>
              <a:avLst/>
              <a:gdLst/>
              <a:ahLst/>
              <a:cxnLst/>
              <a:rect l="l" t="t" r="r" b="b"/>
              <a:pathLst>
                <a:path w="10698" h="9266" extrusionOk="0">
                  <a:moveTo>
                    <a:pt x="5197" y="621"/>
                  </a:moveTo>
                  <a:lnTo>
                    <a:pt x="9897" y="8788"/>
                  </a:lnTo>
                  <a:lnTo>
                    <a:pt x="480" y="8788"/>
                  </a:lnTo>
                  <a:cubicBezTo>
                    <a:pt x="550" y="5339"/>
                    <a:pt x="2238" y="2419"/>
                    <a:pt x="5197" y="621"/>
                  </a:cubicBezTo>
                  <a:close/>
                  <a:moveTo>
                    <a:pt x="5363" y="1"/>
                  </a:moveTo>
                  <a:lnTo>
                    <a:pt x="5166" y="113"/>
                  </a:lnTo>
                  <a:cubicBezTo>
                    <a:pt x="1882" y="1994"/>
                    <a:pt x="1" y="5223"/>
                    <a:pt x="1" y="9013"/>
                  </a:cubicBezTo>
                  <a:lnTo>
                    <a:pt x="1" y="9265"/>
                  </a:lnTo>
                  <a:lnTo>
                    <a:pt x="10697" y="9265"/>
                  </a:lnTo>
                  <a:lnTo>
                    <a:pt x="10501" y="8900"/>
                  </a:lnTo>
                  <a:lnTo>
                    <a:pt x="5363"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1272;p25">
              <a:extLst>
                <a:ext uri="{FF2B5EF4-FFF2-40B4-BE49-F238E27FC236}">
                  <a16:creationId xmlns:a16="http://schemas.microsoft.com/office/drawing/2014/main" id="{4B8F0F25-9A1B-2903-CAA7-2402CF429CC2}"/>
                </a:ext>
              </a:extLst>
            </p:cNvPr>
            <p:cNvSpPr/>
            <p:nvPr/>
          </p:nvSpPr>
          <p:spPr>
            <a:xfrm>
              <a:off x="3791025" y="2253875"/>
              <a:ext cx="245000" cy="244975"/>
            </a:xfrm>
            <a:custGeom>
              <a:avLst/>
              <a:gdLst/>
              <a:ahLst/>
              <a:cxnLst/>
              <a:rect l="l" t="t" r="r" b="b"/>
              <a:pathLst>
                <a:path w="9800" h="9799" extrusionOk="0">
                  <a:moveTo>
                    <a:pt x="4914" y="1"/>
                  </a:moveTo>
                  <a:cubicBezTo>
                    <a:pt x="2191" y="1"/>
                    <a:pt x="1" y="2191"/>
                    <a:pt x="1" y="4886"/>
                  </a:cubicBezTo>
                  <a:cubicBezTo>
                    <a:pt x="1" y="7609"/>
                    <a:pt x="2191" y="9799"/>
                    <a:pt x="4914" y="9799"/>
                  </a:cubicBezTo>
                  <a:cubicBezTo>
                    <a:pt x="7609" y="9799"/>
                    <a:pt x="9799" y="7609"/>
                    <a:pt x="9799" y="4886"/>
                  </a:cubicBezTo>
                  <a:cubicBezTo>
                    <a:pt x="9799" y="2191"/>
                    <a:pt x="7609" y="1"/>
                    <a:pt x="49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1273;p25">
              <a:extLst>
                <a:ext uri="{FF2B5EF4-FFF2-40B4-BE49-F238E27FC236}">
                  <a16:creationId xmlns:a16="http://schemas.microsoft.com/office/drawing/2014/main" id="{B07EA9A1-2A78-4163-EF76-3E19DFFA2408}"/>
                </a:ext>
              </a:extLst>
            </p:cNvPr>
            <p:cNvSpPr/>
            <p:nvPr/>
          </p:nvSpPr>
          <p:spPr>
            <a:xfrm>
              <a:off x="3785425" y="2247575"/>
              <a:ext cx="256900" cy="256900"/>
            </a:xfrm>
            <a:custGeom>
              <a:avLst/>
              <a:gdLst/>
              <a:ahLst/>
              <a:cxnLst/>
              <a:rect l="l" t="t" r="r" b="b"/>
              <a:pathLst>
                <a:path w="10276" h="10276" extrusionOk="0">
                  <a:moveTo>
                    <a:pt x="5138" y="477"/>
                  </a:moveTo>
                  <a:cubicBezTo>
                    <a:pt x="6430" y="477"/>
                    <a:pt x="7581" y="1011"/>
                    <a:pt x="8423" y="1853"/>
                  </a:cubicBezTo>
                  <a:cubicBezTo>
                    <a:pt x="9293" y="2695"/>
                    <a:pt x="9798" y="3846"/>
                    <a:pt x="9798" y="5138"/>
                  </a:cubicBezTo>
                  <a:cubicBezTo>
                    <a:pt x="9798" y="6429"/>
                    <a:pt x="9293" y="7608"/>
                    <a:pt x="8423" y="8451"/>
                  </a:cubicBezTo>
                  <a:cubicBezTo>
                    <a:pt x="7581" y="9293"/>
                    <a:pt x="6430" y="9826"/>
                    <a:pt x="5138" y="9826"/>
                  </a:cubicBezTo>
                  <a:cubicBezTo>
                    <a:pt x="3847" y="9826"/>
                    <a:pt x="2667" y="9293"/>
                    <a:pt x="1825" y="8451"/>
                  </a:cubicBezTo>
                  <a:cubicBezTo>
                    <a:pt x="983" y="7608"/>
                    <a:pt x="478" y="6429"/>
                    <a:pt x="478" y="5138"/>
                  </a:cubicBezTo>
                  <a:cubicBezTo>
                    <a:pt x="478" y="3846"/>
                    <a:pt x="983" y="2695"/>
                    <a:pt x="1825" y="1853"/>
                  </a:cubicBezTo>
                  <a:cubicBezTo>
                    <a:pt x="2667" y="1011"/>
                    <a:pt x="3847" y="477"/>
                    <a:pt x="5138" y="477"/>
                  </a:cubicBezTo>
                  <a:close/>
                  <a:moveTo>
                    <a:pt x="5138" y="0"/>
                  </a:moveTo>
                  <a:cubicBezTo>
                    <a:pt x="2303" y="0"/>
                    <a:pt x="0" y="2302"/>
                    <a:pt x="0" y="5138"/>
                  </a:cubicBezTo>
                  <a:cubicBezTo>
                    <a:pt x="0" y="7973"/>
                    <a:pt x="2303" y="10275"/>
                    <a:pt x="5138" y="10275"/>
                  </a:cubicBezTo>
                  <a:cubicBezTo>
                    <a:pt x="7974" y="10275"/>
                    <a:pt x="10276" y="7973"/>
                    <a:pt x="10276" y="5138"/>
                  </a:cubicBezTo>
                  <a:cubicBezTo>
                    <a:pt x="10276" y="2302"/>
                    <a:pt x="7974" y="0"/>
                    <a:pt x="5138"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1274;p25">
              <a:extLst>
                <a:ext uri="{FF2B5EF4-FFF2-40B4-BE49-F238E27FC236}">
                  <a16:creationId xmlns:a16="http://schemas.microsoft.com/office/drawing/2014/main" id="{478BD434-D4E2-292F-18F0-812A2A6CF253}"/>
                </a:ext>
              </a:extLst>
            </p:cNvPr>
            <p:cNvSpPr/>
            <p:nvPr/>
          </p:nvSpPr>
          <p:spPr>
            <a:xfrm>
              <a:off x="2155675" y="1182825"/>
              <a:ext cx="277975" cy="11950"/>
            </a:xfrm>
            <a:custGeom>
              <a:avLst/>
              <a:gdLst/>
              <a:ahLst/>
              <a:cxnLst/>
              <a:rect l="l" t="t" r="r" b="b"/>
              <a:pathLst>
                <a:path w="11119" h="478" extrusionOk="0">
                  <a:moveTo>
                    <a:pt x="1" y="1"/>
                  </a:moveTo>
                  <a:lnTo>
                    <a:pt x="1" y="478"/>
                  </a:lnTo>
                  <a:lnTo>
                    <a:pt x="11118" y="478"/>
                  </a:lnTo>
                  <a:lnTo>
                    <a:pt x="1111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1275;p25">
              <a:extLst>
                <a:ext uri="{FF2B5EF4-FFF2-40B4-BE49-F238E27FC236}">
                  <a16:creationId xmlns:a16="http://schemas.microsoft.com/office/drawing/2014/main" id="{8EEB01C2-E0DE-3507-6F41-A17CD13E7FCD}"/>
                </a:ext>
              </a:extLst>
            </p:cNvPr>
            <p:cNvSpPr/>
            <p:nvPr/>
          </p:nvSpPr>
          <p:spPr>
            <a:xfrm>
              <a:off x="2155675" y="1229850"/>
              <a:ext cx="277975" cy="11950"/>
            </a:xfrm>
            <a:custGeom>
              <a:avLst/>
              <a:gdLst/>
              <a:ahLst/>
              <a:cxnLst/>
              <a:rect l="l" t="t" r="r" b="b"/>
              <a:pathLst>
                <a:path w="11119" h="478" extrusionOk="0">
                  <a:moveTo>
                    <a:pt x="1" y="1"/>
                  </a:moveTo>
                  <a:lnTo>
                    <a:pt x="1" y="478"/>
                  </a:lnTo>
                  <a:lnTo>
                    <a:pt x="11118" y="478"/>
                  </a:lnTo>
                  <a:lnTo>
                    <a:pt x="1111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1276;p25">
              <a:extLst>
                <a:ext uri="{FF2B5EF4-FFF2-40B4-BE49-F238E27FC236}">
                  <a16:creationId xmlns:a16="http://schemas.microsoft.com/office/drawing/2014/main" id="{A25F482B-C270-37DF-CE16-E460EE522415}"/>
                </a:ext>
              </a:extLst>
            </p:cNvPr>
            <p:cNvSpPr/>
            <p:nvPr/>
          </p:nvSpPr>
          <p:spPr>
            <a:xfrm>
              <a:off x="2155675" y="1277575"/>
              <a:ext cx="277975" cy="11950"/>
            </a:xfrm>
            <a:custGeom>
              <a:avLst/>
              <a:gdLst/>
              <a:ahLst/>
              <a:cxnLst/>
              <a:rect l="l" t="t" r="r" b="b"/>
              <a:pathLst>
                <a:path w="11119" h="478" extrusionOk="0">
                  <a:moveTo>
                    <a:pt x="1" y="1"/>
                  </a:moveTo>
                  <a:lnTo>
                    <a:pt x="1" y="478"/>
                  </a:lnTo>
                  <a:lnTo>
                    <a:pt x="11118" y="478"/>
                  </a:lnTo>
                  <a:lnTo>
                    <a:pt x="1111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1277;p25">
              <a:extLst>
                <a:ext uri="{FF2B5EF4-FFF2-40B4-BE49-F238E27FC236}">
                  <a16:creationId xmlns:a16="http://schemas.microsoft.com/office/drawing/2014/main" id="{1731D0E4-1A25-898D-FBFB-DAB908879A22}"/>
                </a:ext>
              </a:extLst>
            </p:cNvPr>
            <p:cNvSpPr/>
            <p:nvPr/>
          </p:nvSpPr>
          <p:spPr>
            <a:xfrm>
              <a:off x="2155675" y="1324600"/>
              <a:ext cx="277975" cy="11950"/>
            </a:xfrm>
            <a:custGeom>
              <a:avLst/>
              <a:gdLst/>
              <a:ahLst/>
              <a:cxnLst/>
              <a:rect l="l" t="t" r="r" b="b"/>
              <a:pathLst>
                <a:path w="11119" h="478" extrusionOk="0">
                  <a:moveTo>
                    <a:pt x="1" y="1"/>
                  </a:moveTo>
                  <a:lnTo>
                    <a:pt x="1" y="478"/>
                  </a:lnTo>
                  <a:lnTo>
                    <a:pt x="11118" y="478"/>
                  </a:lnTo>
                  <a:lnTo>
                    <a:pt x="1111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1278;p25">
              <a:extLst>
                <a:ext uri="{FF2B5EF4-FFF2-40B4-BE49-F238E27FC236}">
                  <a16:creationId xmlns:a16="http://schemas.microsoft.com/office/drawing/2014/main" id="{766F3ED8-C671-0156-2F8D-881323ED1BFF}"/>
                </a:ext>
              </a:extLst>
            </p:cNvPr>
            <p:cNvSpPr/>
            <p:nvPr/>
          </p:nvSpPr>
          <p:spPr>
            <a:xfrm>
              <a:off x="4314625" y="1290925"/>
              <a:ext cx="604350" cy="291850"/>
            </a:xfrm>
            <a:custGeom>
              <a:avLst/>
              <a:gdLst/>
              <a:ahLst/>
              <a:cxnLst/>
              <a:rect l="l" t="t" r="r" b="b"/>
              <a:pathLst>
                <a:path w="24174" h="11674" extrusionOk="0">
                  <a:moveTo>
                    <a:pt x="225" y="0"/>
                  </a:moveTo>
                  <a:cubicBezTo>
                    <a:pt x="113" y="0"/>
                    <a:pt x="1" y="112"/>
                    <a:pt x="1" y="225"/>
                  </a:cubicBezTo>
                  <a:cubicBezTo>
                    <a:pt x="1" y="365"/>
                    <a:pt x="113" y="477"/>
                    <a:pt x="225" y="477"/>
                  </a:cubicBezTo>
                  <a:lnTo>
                    <a:pt x="11034" y="477"/>
                  </a:lnTo>
                  <a:lnTo>
                    <a:pt x="23752" y="11623"/>
                  </a:lnTo>
                  <a:cubicBezTo>
                    <a:pt x="23799" y="11658"/>
                    <a:pt x="23851" y="11674"/>
                    <a:pt x="23902" y="11674"/>
                  </a:cubicBezTo>
                  <a:cubicBezTo>
                    <a:pt x="23972" y="11674"/>
                    <a:pt x="24040" y="11644"/>
                    <a:pt x="24089" y="11595"/>
                  </a:cubicBezTo>
                  <a:cubicBezTo>
                    <a:pt x="24173" y="11483"/>
                    <a:pt x="24173" y="11342"/>
                    <a:pt x="24061" y="11258"/>
                  </a:cubicBezTo>
                  <a:lnTo>
                    <a:pt x="11259" y="56"/>
                  </a:lnTo>
                  <a:cubicBezTo>
                    <a:pt x="11231" y="28"/>
                    <a:pt x="11174" y="0"/>
                    <a:pt x="11118"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1279;p25">
              <a:extLst>
                <a:ext uri="{FF2B5EF4-FFF2-40B4-BE49-F238E27FC236}">
                  <a16:creationId xmlns:a16="http://schemas.microsoft.com/office/drawing/2014/main" id="{C1ED49A7-568E-772C-0B71-1F9E1515E6A2}"/>
                </a:ext>
              </a:extLst>
            </p:cNvPr>
            <p:cNvSpPr/>
            <p:nvPr/>
          </p:nvSpPr>
          <p:spPr>
            <a:xfrm>
              <a:off x="4963850" y="1490950"/>
              <a:ext cx="277975" cy="11950"/>
            </a:xfrm>
            <a:custGeom>
              <a:avLst/>
              <a:gdLst/>
              <a:ahLst/>
              <a:cxnLst/>
              <a:rect l="l" t="t" r="r" b="b"/>
              <a:pathLst>
                <a:path w="11119" h="478" extrusionOk="0">
                  <a:moveTo>
                    <a:pt x="1" y="0"/>
                  </a:moveTo>
                  <a:lnTo>
                    <a:pt x="1" y="478"/>
                  </a:lnTo>
                  <a:lnTo>
                    <a:pt x="11118" y="478"/>
                  </a:lnTo>
                  <a:lnTo>
                    <a:pt x="11118"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1280;p25">
              <a:extLst>
                <a:ext uri="{FF2B5EF4-FFF2-40B4-BE49-F238E27FC236}">
                  <a16:creationId xmlns:a16="http://schemas.microsoft.com/office/drawing/2014/main" id="{C43191FD-A72B-F34D-E908-3ABCD4672770}"/>
                </a:ext>
              </a:extLst>
            </p:cNvPr>
            <p:cNvSpPr/>
            <p:nvPr/>
          </p:nvSpPr>
          <p:spPr>
            <a:xfrm>
              <a:off x="4963850" y="1537975"/>
              <a:ext cx="277975" cy="11950"/>
            </a:xfrm>
            <a:custGeom>
              <a:avLst/>
              <a:gdLst/>
              <a:ahLst/>
              <a:cxnLst/>
              <a:rect l="l" t="t" r="r" b="b"/>
              <a:pathLst>
                <a:path w="11119" h="478" extrusionOk="0">
                  <a:moveTo>
                    <a:pt x="1" y="0"/>
                  </a:moveTo>
                  <a:lnTo>
                    <a:pt x="1" y="478"/>
                  </a:lnTo>
                  <a:lnTo>
                    <a:pt x="11118" y="478"/>
                  </a:lnTo>
                  <a:lnTo>
                    <a:pt x="11118"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1281;p25">
              <a:extLst>
                <a:ext uri="{FF2B5EF4-FFF2-40B4-BE49-F238E27FC236}">
                  <a16:creationId xmlns:a16="http://schemas.microsoft.com/office/drawing/2014/main" id="{AD90E433-3A62-03E5-A709-58BD3B5156D8}"/>
                </a:ext>
              </a:extLst>
            </p:cNvPr>
            <p:cNvSpPr/>
            <p:nvPr/>
          </p:nvSpPr>
          <p:spPr>
            <a:xfrm>
              <a:off x="4963850" y="1585700"/>
              <a:ext cx="277975" cy="11250"/>
            </a:xfrm>
            <a:custGeom>
              <a:avLst/>
              <a:gdLst/>
              <a:ahLst/>
              <a:cxnLst/>
              <a:rect l="l" t="t" r="r" b="b"/>
              <a:pathLst>
                <a:path w="11119" h="450" extrusionOk="0">
                  <a:moveTo>
                    <a:pt x="1" y="1"/>
                  </a:moveTo>
                  <a:lnTo>
                    <a:pt x="1" y="450"/>
                  </a:lnTo>
                  <a:lnTo>
                    <a:pt x="11118" y="450"/>
                  </a:lnTo>
                  <a:lnTo>
                    <a:pt x="1111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1282;p25">
              <a:extLst>
                <a:ext uri="{FF2B5EF4-FFF2-40B4-BE49-F238E27FC236}">
                  <a16:creationId xmlns:a16="http://schemas.microsoft.com/office/drawing/2014/main" id="{C4CCF377-BDAD-5067-5933-4BEEB4E399CE}"/>
                </a:ext>
              </a:extLst>
            </p:cNvPr>
            <p:cNvSpPr/>
            <p:nvPr/>
          </p:nvSpPr>
          <p:spPr>
            <a:xfrm>
              <a:off x="4963850" y="1632725"/>
              <a:ext cx="277975" cy="11950"/>
            </a:xfrm>
            <a:custGeom>
              <a:avLst/>
              <a:gdLst/>
              <a:ahLst/>
              <a:cxnLst/>
              <a:rect l="l" t="t" r="r" b="b"/>
              <a:pathLst>
                <a:path w="11119" h="478" extrusionOk="0">
                  <a:moveTo>
                    <a:pt x="1" y="1"/>
                  </a:moveTo>
                  <a:lnTo>
                    <a:pt x="1" y="478"/>
                  </a:lnTo>
                  <a:lnTo>
                    <a:pt x="11118" y="478"/>
                  </a:lnTo>
                  <a:lnTo>
                    <a:pt x="1111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1283;p25">
              <a:extLst>
                <a:ext uri="{FF2B5EF4-FFF2-40B4-BE49-F238E27FC236}">
                  <a16:creationId xmlns:a16="http://schemas.microsoft.com/office/drawing/2014/main" id="{F80423CF-A751-32D2-5786-123C5C1A9691}"/>
                </a:ext>
              </a:extLst>
            </p:cNvPr>
            <p:cNvSpPr/>
            <p:nvPr/>
          </p:nvSpPr>
          <p:spPr>
            <a:xfrm>
              <a:off x="4963850" y="2298800"/>
              <a:ext cx="277975" cy="11950"/>
            </a:xfrm>
            <a:custGeom>
              <a:avLst/>
              <a:gdLst/>
              <a:ahLst/>
              <a:cxnLst/>
              <a:rect l="l" t="t" r="r" b="b"/>
              <a:pathLst>
                <a:path w="11119" h="478" extrusionOk="0">
                  <a:moveTo>
                    <a:pt x="1" y="0"/>
                  </a:moveTo>
                  <a:lnTo>
                    <a:pt x="1" y="478"/>
                  </a:lnTo>
                  <a:lnTo>
                    <a:pt x="11118" y="478"/>
                  </a:lnTo>
                  <a:lnTo>
                    <a:pt x="11118"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1284;p25">
              <a:extLst>
                <a:ext uri="{FF2B5EF4-FFF2-40B4-BE49-F238E27FC236}">
                  <a16:creationId xmlns:a16="http://schemas.microsoft.com/office/drawing/2014/main" id="{2458961C-BDA3-8895-697E-DCE348EF895D}"/>
                </a:ext>
              </a:extLst>
            </p:cNvPr>
            <p:cNvSpPr/>
            <p:nvPr/>
          </p:nvSpPr>
          <p:spPr>
            <a:xfrm>
              <a:off x="4963850" y="2345825"/>
              <a:ext cx="277975" cy="11950"/>
            </a:xfrm>
            <a:custGeom>
              <a:avLst/>
              <a:gdLst/>
              <a:ahLst/>
              <a:cxnLst/>
              <a:rect l="l" t="t" r="r" b="b"/>
              <a:pathLst>
                <a:path w="11119" h="478" extrusionOk="0">
                  <a:moveTo>
                    <a:pt x="1" y="1"/>
                  </a:moveTo>
                  <a:lnTo>
                    <a:pt x="1" y="478"/>
                  </a:lnTo>
                  <a:lnTo>
                    <a:pt x="11118" y="478"/>
                  </a:lnTo>
                  <a:lnTo>
                    <a:pt x="1111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1285;p25">
              <a:extLst>
                <a:ext uri="{FF2B5EF4-FFF2-40B4-BE49-F238E27FC236}">
                  <a16:creationId xmlns:a16="http://schemas.microsoft.com/office/drawing/2014/main" id="{91533B11-70AD-4A28-71F8-C21A9F3E59B9}"/>
                </a:ext>
              </a:extLst>
            </p:cNvPr>
            <p:cNvSpPr/>
            <p:nvPr/>
          </p:nvSpPr>
          <p:spPr>
            <a:xfrm>
              <a:off x="4963850" y="2393550"/>
              <a:ext cx="277975" cy="11950"/>
            </a:xfrm>
            <a:custGeom>
              <a:avLst/>
              <a:gdLst/>
              <a:ahLst/>
              <a:cxnLst/>
              <a:rect l="l" t="t" r="r" b="b"/>
              <a:pathLst>
                <a:path w="11119" h="478" extrusionOk="0">
                  <a:moveTo>
                    <a:pt x="1" y="1"/>
                  </a:moveTo>
                  <a:lnTo>
                    <a:pt x="1" y="478"/>
                  </a:lnTo>
                  <a:lnTo>
                    <a:pt x="11118" y="478"/>
                  </a:lnTo>
                  <a:lnTo>
                    <a:pt x="1111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1286;p25">
              <a:extLst>
                <a:ext uri="{FF2B5EF4-FFF2-40B4-BE49-F238E27FC236}">
                  <a16:creationId xmlns:a16="http://schemas.microsoft.com/office/drawing/2014/main" id="{127C4CE4-1824-14EB-6480-B48506469361}"/>
                </a:ext>
              </a:extLst>
            </p:cNvPr>
            <p:cNvSpPr/>
            <p:nvPr/>
          </p:nvSpPr>
          <p:spPr>
            <a:xfrm>
              <a:off x="4963850" y="2440575"/>
              <a:ext cx="277975" cy="11950"/>
            </a:xfrm>
            <a:custGeom>
              <a:avLst/>
              <a:gdLst/>
              <a:ahLst/>
              <a:cxnLst/>
              <a:rect l="l" t="t" r="r" b="b"/>
              <a:pathLst>
                <a:path w="11119" h="478" extrusionOk="0">
                  <a:moveTo>
                    <a:pt x="1" y="1"/>
                  </a:moveTo>
                  <a:lnTo>
                    <a:pt x="1" y="478"/>
                  </a:lnTo>
                  <a:lnTo>
                    <a:pt x="11118" y="478"/>
                  </a:lnTo>
                  <a:lnTo>
                    <a:pt x="1111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1287;p25">
              <a:extLst>
                <a:ext uri="{FF2B5EF4-FFF2-40B4-BE49-F238E27FC236}">
                  <a16:creationId xmlns:a16="http://schemas.microsoft.com/office/drawing/2014/main" id="{C789A3CD-B581-DCCF-3C2D-8330B5463E3A}"/>
                </a:ext>
              </a:extLst>
            </p:cNvPr>
            <p:cNvSpPr/>
            <p:nvPr/>
          </p:nvSpPr>
          <p:spPr>
            <a:xfrm>
              <a:off x="2291850" y="3234400"/>
              <a:ext cx="278650" cy="11950"/>
            </a:xfrm>
            <a:custGeom>
              <a:avLst/>
              <a:gdLst/>
              <a:ahLst/>
              <a:cxnLst/>
              <a:rect l="l" t="t" r="r" b="b"/>
              <a:pathLst>
                <a:path w="11146" h="478" extrusionOk="0">
                  <a:moveTo>
                    <a:pt x="0" y="0"/>
                  </a:moveTo>
                  <a:lnTo>
                    <a:pt x="0" y="477"/>
                  </a:lnTo>
                  <a:lnTo>
                    <a:pt x="11146" y="477"/>
                  </a:lnTo>
                  <a:lnTo>
                    <a:pt x="11146"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1288;p25">
              <a:extLst>
                <a:ext uri="{FF2B5EF4-FFF2-40B4-BE49-F238E27FC236}">
                  <a16:creationId xmlns:a16="http://schemas.microsoft.com/office/drawing/2014/main" id="{B724DBCE-E0BD-7750-7777-CBE1519CCF0B}"/>
                </a:ext>
              </a:extLst>
            </p:cNvPr>
            <p:cNvSpPr/>
            <p:nvPr/>
          </p:nvSpPr>
          <p:spPr>
            <a:xfrm>
              <a:off x="2291850" y="3282125"/>
              <a:ext cx="278650" cy="11950"/>
            </a:xfrm>
            <a:custGeom>
              <a:avLst/>
              <a:gdLst/>
              <a:ahLst/>
              <a:cxnLst/>
              <a:rect l="l" t="t" r="r" b="b"/>
              <a:pathLst>
                <a:path w="11146" h="478" extrusionOk="0">
                  <a:moveTo>
                    <a:pt x="0" y="0"/>
                  </a:moveTo>
                  <a:lnTo>
                    <a:pt x="0" y="478"/>
                  </a:lnTo>
                  <a:lnTo>
                    <a:pt x="11146" y="478"/>
                  </a:lnTo>
                  <a:lnTo>
                    <a:pt x="11146"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1289;p25">
              <a:extLst>
                <a:ext uri="{FF2B5EF4-FFF2-40B4-BE49-F238E27FC236}">
                  <a16:creationId xmlns:a16="http://schemas.microsoft.com/office/drawing/2014/main" id="{4EA2CE03-26FD-01A8-0BB5-D2CA941946B2}"/>
                </a:ext>
              </a:extLst>
            </p:cNvPr>
            <p:cNvSpPr/>
            <p:nvPr/>
          </p:nvSpPr>
          <p:spPr>
            <a:xfrm>
              <a:off x="2291850" y="3329150"/>
              <a:ext cx="278650" cy="11950"/>
            </a:xfrm>
            <a:custGeom>
              <a:avLst/>
              <a:gdLst/>
              <a:ahLst/>
              <a:cxnLst/>
              <a:rect l="l" t="t" r="r" b="b"/>
              <a:pathLst>
                <a:path w="11146" h="478" extrusionOk="0">
                  <a:moveTo>
                    <a:pt x="0" y="0"/>
                  </a:moveTo>
                  <a:lnTo>
                    <a:pt x="0" y="478"/>
                  </a:lnTo>
                  <a:lnTo>
                    <a:pt x="11146" y="478"/>
                  </a:lnTo>
                  <a:lnTo>
                    <a:pt x="11146"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1290;p25">
              <a:extLst>
                <a:ext uri="{FF2B5EF4-FFF2-40B4-BE49-F238E27FC236}">
                  <a16:creationId xmlns:a16="http://schemas.microsoft.com/office/drawing/2014/main" id="{0D26C8B3-5C63-2CC1-0279-BD2708D0A798}"/>
                </a:ext>
              </a:extLst>
            </p:cNvPr>
            <p:cNvSpPr/>
            <p:nvPr/>
          </p:nvSpPr>
          <p:spPr>
            <a:xfrm>
              <a:off x="2291850" y="3376875"/>
              <a:ext cx="278650" cy="11250"/>
            </a:xfrm>
            <a:custGeom>
              <a:avLst/>
              <a:gdLst/>
              <a:ahLst/>
              <a:cxnLst/>
              <a:rect l="l" t="t" r="r" b="b"/>
              <a:pathLst>
                <a:path w="11146" h="450" extrusionOk="0">
                  <a:moveTo>
                    <a:pt x="0" y="0"/>
                  </a:moveTo>
                  <a:lnTo>
                    <a:pt x="0" y="450"/>
                  </a:lnTo>
                  <a:lnTo>
                    <a:pt x="11146" y="450"/>
                  </a:lnTo>
                  <a:lnTo>
                    <a:pt x="11146"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1291;p25">
              <a:extLst>
                <a:ext uri="{FF2B5EF4-FFF2-40B4-BE49-F238E27FC236}">
                  <a16:creationId xmlns:a16="http://schemas.microsoft.com/office/drawing/2014/main" id="{12A47754-F0CF-3D75-6C6C-3C4D8FA7DBEC}"/>
                </a:ext>
              </a:extLst>
            </p:cNvPr>
            <p:cNvSpPr/>
            <p:nvPr/>
          </p:nvSpPr>
          <p:spPr>
            <a:xfrm>
              <a:off x="4036000" y="2098775"/>
              <a:ext cx="888575" cy="274450"/>
            </a:xfrm>
            <a:custGeom>
              <a:avLst/>
              <a:gdLst/>
              <a:ahLst/>
              <a:cxnLst/>
              <a:rect l="l" t="t" r="r" b="b"/>
              <a:pathLst>
                <a:path w="35543" h="10978" extrusionOk="0">
                  <a:moveTo>
                    <a:pt x="4548" y="0"/>
                  </a:moveTo>
                  <a:lnTo>
                    <a:pt x="0" y="5194"/>
                  </a:lnTo>
                  <a:lnTo>
                    <a:pt x="365" y="5503"/>
                  </a:lnTo>
                  <a:lnTo>
                    <a:pt x="4773" y="477"/>
                  </a:lnTo>
                  <a:lnTo>
                    <a:pt x="22488" y="477"/>
                  </a:lnTo>
                  <a:lnTo>
                    <a:pt x="35234" y="10977"/>
                  </a:lnTo>
                  <a:lnTo>
                    <a:pt x="35543" y="10612"/>
                  </a:lnTo>
                  <a:lnTo>
                    <a:pt x="22656"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1292;p25">
              <a:extLst>
                <a:ext uri="{FF2B5EF4-FFF2-40B4-BE49-F238E27FC236}">
                  <a16:creationId xmlns:a16="http://schemas.microsoft.com/office/drawing/2014/main" id="{56F2A842-77CF-0641-76DC-15D05697195C}"/>
                </a:ext>
              </a:extLst>
            </p:cNvPr>
            <p:cNvSpPr/>
            <p:nvPr/>
          </p:nvSpPr>
          <p:spPr>
            <a:xfrm>
              <a:off x="2418875" y="2616750"/>
              <a:ext cx="11975" cy="600125"/>
            </a:xfrm>
            <a:custGeom>
              <a:avLst/>
              <a:gdLst/>
              <a:ahLst/>
              <a:cxnLst/>
              <a:rect l="l" t="t" r="r" b="b"/>
              <a:pathLst>
                <a:path w="479" h="24005" extrusionOk="0">
                  <a:moveTo>
                    <a:pt x="1" y="0"/>
                  </a:moveTo>
                  <a:lnTo>
                    <a:pt x="1" y="24004"/>
                  </a:lnTo>
                  <a:lnTo>
                    <a:pt x="478" y="24004"/>
                  </a:lnTo>
                  <a:lnTo>
                    <a:pt x="478"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1293;p25">
              <a:extLst>
                <a:ext uri="{FF2B5EF4-FFF2-40B4-BE49-F238E27FC236}">
                  <a16:creationId xmlns:a16="http://schemas.microsoft.com/office/drawing/2014/main" id="{E11B51A8-EE5B-05D2-C152-DD73B0903309}"/>
                </a:ext>
              </a:extLst>
            </p:cNvPr>
            <p:cNvSpPr/>
            <p:nvPr/>
          </p:nvSpPr>
          <p:spPr>
            <a:xfrm>
              <a:off x="1831425" y="3538000"/>
              <a:ext cx="129875" cy="102100"/>
            </a:xfrm>
            <a:custGeom>
              <a:avLst/>
              <a:gdLst/>
              <a:ahLst/>
              <a:cxnLst/>
              <a:rect l="l" t="t" r="r" b="b"/>
              <a:pathLst>
                <a:path w="5195" h="4084" extrusionOk="0">
                  <a:moveTo>
                    <a:pt x="1580" y="1"/>
                  </a:moveTo>
                  <a:cubicBezTo>
                    <a:pt x="1521" y="1"/>
                    <a:pt x="1462" y="5"/>
                    <a:pt x="1404" y="13"/>
                  </a:cubicBezTo>
                  <a:cubicBezTo>
                    <a:pt x="506" y="125"/>
                    <a:pt x="0" y="1023"/>
                    <a:pt x="197" y="1894"/>
                  </a:cubicBezTo>
                  <a:cubicBezTo>
                    <a:pt x="393" y="2736"/>
                    <a:pt x="1292" y="3381"/>
                    <a:pt x="2050" y="3718"/>
                  </a:cubicBezTo>
                  <a:cubicBezTo>
                    <a:pt x="2860" y="4062"/>
                    <a:pt x="4638" y="4084"/>
                    <a:pt x="5070" y="4084"/>
                  </a:cubicBezTo>
                  <a:cubicBezTo>
                    <a:pt x="5132" y="4084"/>
                    <a:pt x="5166" y="4083"/>
                    <a:pt x="5166" y="4083"/>
                  </a:cubicBezTo>
                  <a:cubicBezTo>
                    <a:pt x="5194" y="4083"/>
                    <a:pt x="4689" y="2623"/>
                    <a:pt x="4661" y="2539"/>
                  </a:cubicBezTo>
                  <a:cubicBezTo>
                    <a:pt x="4206" y="1576"/>
                    <a:pt x="2782" y="1"/>
                    <a:pt x="1580"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1294;p25">
              <a:extLst>
                <a:ext uri="{FF2B5EF4-FFF2-40B4-BE49-F238E27FC236}">
                  <a16:creationId xmlns:a16="http://schemas.microsoft.com/office/drawing/2014/main" id="{ADC6BEB4-5D0C-3979-B848-2243F7E85FA4}"/>
                </a:ext>
              </a:extLst>
            </p:cNvPr>
            <p:cNvSpPr/>
            <p:nvPr/>
          </p:nvSpPr>
          <p:spPr>
            <a:xfrm>
              <a:off x="1834225" y="3377750"/>
              <a:ext cx="807875" cy="1698375"/>
            </a:xfrm>
            <a:custGeom>
              <a:avLst/>
              <a:gdLst/>
              <a:ahLst/>
              <a:cxnLst/>
              <a:rect l="l" t="t" r="r" b="b"/>
              <a:pathLst>
                <a:path w="32315" h="67935" extrusionOk="0">
                  <a:moveTo>
                    <a:pt x="15189" y="33037"/>
                  </a:moveTo>
                  <a:cubicBezTo>
                    <a:pt x="15835" y="33739"/>
                    <a:pt x="17491" y="34553"/>
                    <a:pt x="17716" y="34666"/>
                  </a:cubicBezTo>
                  <a:cubicBezTo>
                    <a:pt x="17491" y="35199"/>
                    <a:pt x="17267" y="35733"/>
                    <a:pt x="17042" y="36238"/>
                  </a:cubicBezTo>
                  <a:cubicBezTo>
                    <a:pt x="16284" y="37979"/>
                    <a:pt x="15582" y="39410"/>
                    <a:pt x="15077" y="40393"/>
                  </a:cubicBezTo>
                  <a:cubicBezTo>
                    <a:pt x="14993" y="40590"/>
                    <a:pt x="14880" y="40758"/>
                    <a:pt x="14796" y="40926"/>
                  </a:cubicBezTo>
                  <a:lnTo>
                    <a:pt x="14712" y="40926"/>
                  </a:lnTo>
                  <a:cubicBezTo>
                    <a:pt x="14712" y="40730"/>
                    <a:pt x="14684" y="40533"/>
                    <a:pt x="14628" y="40281"/>
                  </a:cubicBezTo>
                  <a:cubicBezTo>
                    <a:pt x="14487" y="39186"/>
                    <a:pt x="14234" y="37614"/>
                    <a:pt x="13870" y="35733"/>
                  </a:cubicBezTo>
                  <a:cubicBezTo>
                    <a:pt x="13757" y="35115"/>
                    <a:pt x="13617" y="34497"/>
                    <a:pt x="13476" y="33852"/>
                  </a:cubicBezTo>
                  <a:cubicBezTo>
                    <a:pt x="13617" y="33795"/>
                    <a:pt x="14459" y="33459"/>
                    <a:pt x="15189" y="33037"/>
                  </a:cubicBezTo>
                  <a:close/>
                  <a:moveTo>
                    <a:pt x="6799" y="1"/>
                  </a:moveTo>
                  <a:cubicBezTo>
                    <a:pt x="6583" y="1"/>
                    <a:pt x="6362" y="52"/>
                    <a:pt x="6149" y="162"/>
                  </a:cubicBezTo>
                  <a:cubicBezTo>
                    <a:pt x="5026" y="751"/>
                    <a:pt x="4745" y="2997"/>
                    <a:pt x="4914" y="4092"/>
                  </a:cubicBezTo>
                  <a:cubicBezTo>
                    <a:pt x="4942" y="4205"/>
                    <a:pt x="5363" y="5665"/>
                    <a:pt x="5363" y="5665"/>
                  </a:cubicBezTo>
                  <a:lnTo>
                    <a:pt x="5391" y="5636"/>
                  </a:lnTo>
                  <a:lnTo>
                    <a:pt x="5391" y="5636"/>
                  </a:lnTo>
                  <a:cubicBezTo>
                    <a:pt x="5335" y="6001"/>
                    <a:pt x="5307" y="6366"/>
                    <a:pt x="5251" y="6787"/>
                  </a:cubicBezTo>
                  <a:cubicBezTo>
                    <a:pt x="5166" y="7574"/>
                    <a:pt x="5110" y="8444"/>
                    <a:pt x="5082" y="9398"/>
                  </a:cubicBezTo>
                  <a:cubicBezTo>
                    <a:pt x="5054" y="10353"/>
                    <a:pt x="5054" y="11392"/>
                    <a:pt x="5138" y="12487"/>
                  </a:cubicBezTo>
                  <a:cubicBezTo>
                    <a:pt x="5251" y="13582"/>
                    <a:pt x="5419" y="14733"/>
                    <a:pt x="5728" y="15884"/>
                  </a:cubicBezTo>
                  <a:lnTo>
                    <a:pt x="5728" y="15940"/>
                  </a:lnTo>
                  <a:cubicBezTo>
                    <a:pt x="5531" y="15603"/>
                    <a:pt x="4942" y="14761"/>
                    <a:pt x="4914" y="14705"/>
                  </a:cubicBezTo>
                  <a:cubicBezTo>
                    <a:pt x="4274" y="13994"/>
                    <a:pt x="2816" y="13024"/>
                    <a:pt x="1685" y="13024"/>
                  </a:cubicBezTo>
                  <a:cubicBezTo>
                    <a:pt x="1475" y="13024"/>
                    <a:pt x="1276" y="13058"/>
                    <a:pt x="1096" y="13132"/>
                  </a:cubicBezTo>
                  <a:cubicBezTo>
                    <a:pt x="253" y="13497"/>
                    <a:pt x="1" y="14480"/>
                    <a:pt x="422" y="15238"/>
                  </a:cubicBezTo>
                  <a:cubicBezTo>
                    <a:pt x="843" y="16024"/>
                    <a:pt x="1882" y="16417"/>
                    <a:pt x="2724" y="16529"/>
                  </a:cubicBezTo>
                  <a:cubicBezTo>
                    <a:pt x="2826" y="16545"/>
                    <a:pt x="2941" y="16552"/>
                    <a:pt x="3065" y="16552"/>
                  </a:cubicBezTo>
                  <a:cubicBezTo>
                    <a:pt x="4063" y="16552"/>
                    <a:pt x="5634" y="16102"/>
                    <a:pt x="5784" y="16052"/>
                  </a:cubicBezTo>
                  <a:cubicBezTo>
                    <a:pt x="6093" y="17147"/>
                    <a:pt x="6486" y="18270"/>
                    <a:pt x="6963" y="19365"/>
                  </a:cubicBezTo>
                  <a:cubicBezTo>
                    <a:pt x="7244" y="19983"/>
                    <a:pt x="7525" y="20628"/>
                    <a:pt x="7833" y="21246"/>
                  </a:cubicBezTo>
                  <a:cubicBezTo>
                    <a:pt x="7665" y="20965"/>
                    <a:pt x="7497" y="20741"/>
                    <a:pt x="7468" y="20713"/>
                  </a:cubicBezTo>
                  <a:cubicBezTo>
                    <a:pt x="6853" y="20002"/>
                    <a:pt x="5378" y="19032"/>
                    <a:pt x="4241" y="19032"/>
                  </a:cubicBezTo>
                  <a:cubicBezTo>
                    <a:pt x="4030" y="19032"/>
                    <a:pt x="3831" y="19066"/>
                    <a:pt x="3650" y="19140"/>
                  </a:cubicBezTo>
                  <a:cubicBezTo>
                    <a:pt x="2808" y="19505"/>
                    <a:pt x="2583" y="20488"/>
                    <a:pt x="3005" y="21246"/>
                  </a:cubicBezTo>
                  <a:cubicBezTo>
                    <a:pt x="3426" y="22032"/>
                    <a:pt x="4436" y="22425"/>
                    <a:pt x="5279" y="22537"/>
                  </a:cubicBezTo>
                  <a:cubicBezTo>
                    <a:pt x="5385" y="22555"/>
                    <a:pt x="5505" y="22563"/>
                    <a:pt x="5634" y="22563"/>
                  </a:cubicBezTo>
                  <a:cubicBezTo>
                    <a:pt x="6527" y="22563"/>
                    <a:pt x="7862" y="22186"/>
                    <a:pt x="8255" y="22088"/>
                  </a:cubicBezTo>
                  <a:cubicBezTo>
                    <a:pt x="8367" y="22313"/>
                    <a:pt x="8479" y="22566"/>
                    <a:pt x="8620" y="22790"/>
                  </a:cubicBezTo>
                  <a:cubicBezTo>
                    <a:pt x="9181" y="23941"/>
                    <a:pt x="9743" y="25064"/>
                    <a:pt x="10276" y="26187"/>
                  </a:cubicBezTo>
                  <a:cubicBezTo>
                    <a:pt x="10472" y="26608"/>
                    <a:pt x="10641" y="27001"/>
                    <a:pt x="10809" y="27394"/>
                  </a:cubicBezTo>
                  <a:cubicBezTo>
                    <a:pt x="10641" y="27170"/>
                    <a:pt x="10529" y="26973"/>
                    <a:pt x="10501" y="26945"/>
                  </a:cubicBezTo>
                  <a:cubicBezTo>
                    <a:pt x="9867" y="26217"/>
                    <a:pt x="8427" y="25253"/>
                    <a:pt x="7300" y="25253"/>
                  </a:cubicBezTo>
                  <a:cubicBezTo>
                    <a:pt x="7079" y="25253"/>
                    <a:pt x="6871" y="25290"/>
                    <a:pt x="6682" y="25373"/>
                  </a:cubicBezTo>
                  <a:cubicBezTo>
                    <a:pt x="5840" y="25710"/>
                    <a:pt x="5587" y="26721"/>
                    <a:pt x="6009" y="27479"/>
                  </a:cubicBezTo>
                  <a:cubicBezTo>
                    <a:pt x="6458" y="28265"/>
                    <a:pt x="7468" y="28658"/>
                    <a:pt x="8311" y="28770"/>
                  </a:cubicBezTo>
                  <a:cubicBezTo>
                    <a:pt x="8406" y="28784"/>
                    <a:pt x="8514" y="28790"/>
                    <a:pt x="8630" y="28790"/>
                  </a:cubicBezTo>
                  <a:cubicBezTo>
                    <a:pt x="9464" y="28790"/>
                    <a:pt x="10734" y="28469"/>
                    <a:pt x="11202" y="28321"/>
                  </a:cubicBezTo>
                  <a:cubicBezTo>
                    <a:pt x="11371" y="28742"/>
                    <a:pt x="11539" y="29163"/>
                    <a:pt x="11680" y="29556"/>
                  </a:cubicBezTo>
                  <a:cubicBezTo>
                    <a:pt x="11764" y="29837"/>
                    <a:pt x="11848" y="30118"/>
                    <a:pt x="11932" y="30398"/>
                  </a:cubicBezTo>
                  <a:cubicBezTo>
                    <a:pt x="12017" y="30679"/>
                    <a:pt x="12101" y="30960"/>
                    <a:pt x="12157" y="31241"/>
                  </a:cubicBezTo>
                  <a:cubicBezTo>
                    <a:pt x="12297" y="31774"/>
                    <a:pt x="12438" y="32336"/>
                    <a:pt x="12550" y="32841"/>
                  </a:cubicBezTo>
                  <a:cubicBezTo>
                    <a:pt x="12634" y="33206"/>
                    <a:pt x="12690" y="33571"/>
                    <a:pt x="12775" y="33936"/>
                  </a:cubicBezTo>
                  <a:cubicBezTo>
                    <a:pt x="12578" y="33515"/>
                    <a:pt x="12213" y="32757"/>
                    <a:pt x="12185" y="32700"/>
                  </a:cubicBezTo>
                  <a:cubicBezTo>
                    <a:pt x="11624" y="31833"/>
                    <a:pt x="10159" y="30525"/>
                    <a:pt x="8990" y="30525"/>
                  </a:cubicBezTo>
                  <a:cubicBezTo>
                    <a:pt x="8872" y="30525"/>
                    <a:pt x="8758" y="30539"/>
                    <a:pt x="8648" y="30567"/>
                  </a:cubicBezTo>
                  <a:cubicBezTo>
                    <a:pt x="7777" y="30791"/>
                    <a:pt x="7384" y="31746"/>
                    <a:pt x="7665" y="32560"/>
                  </a:cubicBezTo>
                  <a:cubicBezTo>
                    <a:pt x="7974" y="33402"/>
                    <a:pt x="8928" y="33936"/>
                    <a:pt x="9743" y="34160"/>
                  </a:cubicBezTo>
                  <a:cubicBezTo>
                    <a:pt x="10047" y="34259"/>
                    <a:pt x="10487" y="34292"/>
                    <a:pt x="10940" y="34292"/>
                  </a:cubicBezTo>
                  <a:cubicBezTo>
                    <a:pt x="11780" y="34292"/>
                    <a:pt x="12667" y="34179"/>
                    <a:pt x="12831" y="34160"/>
                  </a:cubicBezTo>
                  <a:cubicBezTo>
                    <a:pt x="12943" y="34750"/>
                    <a:pt x="13055" y="35311"/>
                    <a:pt x="13140" y="35873"/>
                  </a:cubicBezTo>
                  <a:cubicBezTo>
                    <a:pt x="13476" y="37726"/>
                    <a:pt x="13673" y="39298"/>
                    <a:pt x="13785" y="40393"/>
                  </a:cubicBezTo>
                  <a:cubicBezTo>
                    <a:pt x="13813" y="40590"/>
                    <a:pt x="13841" y="40758"/>
                    <a:pt x="13870" y="40926"/>
                  </a:cubicBezTo>
                  <a:lnTo>
                    <a:pt x="10079" y="40926"/>
                  </a:lnTo>
                  <a:lnTo>
                    <a:pt x="11455" y="67934"/>
                  </a:lnTo>
                  <a:lnTo>
                    <a:pt x="17912" y="67934"/>
                  </a:lnTo>
                  <a:lnTo>
                    <a:pt x="19288" y="40926"/>
                  </a:lnTo>
                  <a:lnTo>
                    <a:pt x="15751" y="40926"/>
                  </a:lnTo>
                  <a:cubicBezTo>
                    <a:pt x="15779" y="40870"/>
                    <a:pt x="15807" y="40814"/>
                    <a:pt x="15835" y="40758"/>
                  </a:cubicBezTo>
                  <a:cubicBezTo>
                    <a:pt x="16312" y="39747"/>
                    <a:pt x="16986" y="38315"/>
                    <a:pt x="17716" y="36547"/>
                  </a:cubicBezTo>
                  <a:cubicBezTo>
                    <a:pt x="17940" y="35985"/>
                    <a:pt x="18193" y="35368"/>
                    <a:pt x="18418" y="34750"/>
                  </a:cubicBezTo>
                  <a:cubicBezTo>
                    <a:pt x="18620" y="34795"/>
                    <a:pt x="19909" y="35057"/>
                    <a:pt x="20874" y="35057"/>
                  </a:cubicBezTo>
                  <a:cubicBezTo>
                    <a:pt x="21111" y="35057"/>
                    <a:pt x="21329" y="35041"/>
                    <a:pt x="21506" y="35003"/>
                  </a:cubicBezTo>
                  <a:cubicBezTo>
                    <a:pt x="22320" y="34806"/>
                    <a:pt x="23303" y="34329"/>
                    <a:pt x="23668" y="33543"/>
                  </a:cubicBezTo>
                  <a:cubicBezTo>
                    <a:pt x="24033" y="32729"/>
                    <a:pt x="23724" y="31774"/>
                    <a:pt x="22853" y="31465"/>
                  </a:cubicBezTo>
                  <a:cubicBezTo>
                    <a:pt x="22709" y="31417"/>
                    <a:pt x="22555" y="31395"/>
                    <a:pt x="22395" y="31395"/>
                  </a:cubicBezTo>
                  <a:cubicBezTo>
                    <a:pt x="21245" y="31395"/>
                    <a:pt x="19767" y="32530"/>
                    <a:pt x="19176" y="33318"/>
                  </a:cubicBezTo>
                  <a:cubicBezTo>
                    <a:pt x="19148" y="33374"/>
                    <a:pt x="18783" y="34020"/>
                    <a:pt x="18558" y="34413"/>
                  </a:cubicBezTo>
                  <a:cubicBezTo>
                    <a:pt x="18642" y="34160"/>
                    <a:pt x="18726" y="33908"/>
                    <a:pt x="18839" y="33655"/>
                  </a:cubicBezTo>
                  <a:cubicBezTo>
                    <a:pt x="19035" y="33122"/>
                    <a:pt x="19204" y="32616"/>
                    <a:pt x="19400" y="32055"/>
                  </a:cubicBezTo>
                  <a:cubicBezTo>
                    <a:pt x="19484" y="31774"/>
                    <a:pt x="19569" y="31493"/>
                    <a:pt x="19653" y="31213"/>
                  </a:cubicBezTo>
                  <a:cubicBezTo>
                    <a:pt x="19737" y="30932"/>
                    <a:pt x="19793" y="30623"/>
                    <a:pt x="19878" y="30342"/>
                  </a:cubicBezTo>
                  <a:cubicBezTo>
                    <a:pt x="20018" y="29668"/>
                    <a:pt x="20158" y="28967"/>
                    <a:pt x="20271" y="28237"/>
                  </a:cubicBezTo>
                  <a:cubicBezTo>
                    <a:pt x="20699" y="28397"/>
                    <a:pt x="22197" y="28914"/>
                    <a:pt x="23066" y="28914"/>
                  </a:cubicBezTo>
                  <a:cubicBezTo>
                    <a:pt x="23109" y="28914"/>
                    <a:pt x="23151" y="28913"/>
                    <a:pt x="23190" y="28910"/>
                  </a:cubicBezTo>
                  <a:cubicBezTo>
                    <a:pt x="24033" y="28854"/>
                    <a:pt x="25071" y="28545"/>
                    <a:pt x="25577" y="27815"/>
                  </a:cubicBezTo>
                  <a:cubicBezTo>
                    <a:pt x="26054" y="27086"/>
                    <a:pt x="25886" y="26075"/>
                    <a:pt x="25071" y="25654"/>
                  </a:cubicBezTo>
                  <a:cubicBezTo>
                    <a:pt x="24845" y="25535"/>
                    <a:pt x="24583" y="25483"/>
                    <a:pt x="24302" y="25483"/>
                  </a:cubicBezTo>
                  <a:cubicBezTo>
                    <a:pt x="23192" y="25483"/>
                    <a:pt x="21791" y="26290"/>
                    <a:pt x="21141" y="26917"/>
                  </a:cubicBezTo>
                  <a:cubicBezTo>
                    <a:pt x="21085" y="26973"/>
                    <a:pt x="20579" y="27619"/>
                    <a:pt x="20327" y="27956"/>
                  </a:cubicBezTo>
                  <a:cubicBezTo>
                    <a:pt x="20383" y="27535"/>
                    <a:pt x="20439" y="27114"/>
                    <a:pt x="20495" y="26692"/>
                  </a:cubicBezTo>
                  <a:cubicBezTo>
                    <a:pt x="20664" y="25429"/>
                    <a:pt x="20776" y="24166"/>
                    <a:pt x="20888" y="22902"/>
                  </a:cubicBezTo>
                  <a:cubicBezTo>
                    <a:pt x="20944" y="22509"/>
                    <a:pt x="20972" y="22116"/>
                    <a:pt x="21029" y="21751"/>
                  </a:cubicBezTo>
                  <a:cubicBezTo>
                    <a:pt x="21164" y="21805"/>
                    <a:pt x="22960" y="22456"/>
                    <a:pt x="23922" y="22456"/>
                  </a:cubicBezTo>
                  <a:cubicBezTo>
                    <a:pt x="23960" y="22456"/>
                    <a:pt x="23997" y="22455"/>
                    <a:pt x="24033" y="22453"/>
                  </a:cubicBezTo>
                  <a:cubicBezTo>
                    <a:pt x="24875" y="22397"/>
                    <a:pt x="25942" y="22088"/>
                    <a:pt x="26419" y="21330"/>
                  </a:cubicBezTo>
                  <a:cubicBezTo>
                    <a:pt x="26896" y="20600"/>
                    <a:pt x="26728" y="19590"/>
                    <a:pt x="25914" y="19168"/>
                  </a:cubicBezTo>
                  <a:cubicBezTo>
                    <a:pt x="25695" y="19059"/>
                    <a:pt x="25444" y="19012"/>
                    <a:pt x="25174" y="19012"/>
                  </a:cubicBezTo>
                  <a:cubicBezTo>
                    <a:pt x="24059" y="19012"/>
                    <a:pt x="22639" y="19827"/>
                    <a:pt x="21983" y="20460"/>
                  </a:cubicBezTo>
                  <a:cubicBezTo>
                    <a:pt x="21927" y="20516"/>
                    <a:pt x="21197" y="21443"/>
                    <a:pt x="21029" y="21667"/>
                  </a:cubicBezTo>
                  <a:cubicBezTo>
                    <a:pt x="21113" y="20825"/>
                    <a:pt x="21225" y="19983"/>
                    <a:pt x="21337" y="19140"/>
                  </a:cubicBezTo>
                  <a:cubicBezTo>
                    <a:pt x="21534" y="17989"/>
                    <a:pt x="21759" y="16894"/>
                    <a:pt x="22067" y="15828"/>
                  </a:cubicBezTo>
                  <a:cubicBezTo>
                    <a:pt x="22147" y="15854"/>
                    <a:pt x="23941" y="16536"/>
                    <a:pt x="24941" y="16536"/>
                  </a:cubicBezTo>
                  <a:cubicBezTo>
                    <a:pt x="24996" y="16536"/>
                    <a:pt x="25049" y="16534"/>
                    <a:pt x="25099" y="16529"/>
                  </a:cubicBezTo>
                  <a:cubicBezTo>
                    <a:pt x="25942" y="16473"/>
                    <a:pt x="27009" y="16164"/>
                    <a:pt x="27486" y="15435"/>
                  </a:cubicBezTo>
                  <a:cubicBezTo>
                    <a:pt x="27963" y="14705"/>
                    <a:pt x="27795" y="13666"/>
                    <a:pt x="26980" y="13273"/>
                  </a:cubicBezTo>
                  <a:cubicBezTo>
                    <a:pt x="26754" y="13154"/>
                    <a:pt x="26492" y="13102"/>
                    <a:pt x="26211" y="13102"/>
                  </a:cubicBezTo>
                  <a:cubicBezTo>
                    <a:pt x="25101" y="13102"/>
                    <a:pt x="23700" y="13909"/>
                    <a:pt x="23050" y="14536"/>
                  </a:cubicBezTo>
                  <a:cubicBezTo>
                    <a:pt x="22994" y="14592"/>
                    <a:pt x="22208" y="15575"/>
                    <a:pt x="22095" y="15771"/>
                  </a:cubicBezTo>
                  <a:cubicBezTo>
                    <a:pt x="22095" y="15715"/>
                    <a:pt x="22123" y="15631"/>
                    <a:pt x="22123" y="15575"/>
                  </a:cubicBezTo>
                  <a:cubicBezTo>
                    <a:pt x="22488" y="14452"/>
                    <a:pt x="22966" y="13385"/>
                    <a:pt x="23443" y="12431"/>
                  </a:cubicBezTo>
                  <a:cubicBezTo>
                    <a:pt x="23724" y="11869"/>
                    <a:pt x="24033" y="11364"/>
                    <a:pt x="24341" y="10858"/>
                  </a:cubicBezTo>
                  <a:cubicBezTo>
                    <a:pt x="24706" y="11027"/>
                    <a:pt x="26363" y="11841"/>
                    <a:pt x="27233" y="11869"/>
                  </a:cubicBezTo>
                  <a:cubicBezTo>
                    <a:pt x="27284" y="11871"/>
                    <a:pt x="27336" y="11872"/>
                    <a:pt x="27388" y="11872"/>
                  </a:cubicBezTo>
                  <a:cubicBezTo>
                    <a:pt x="28202" y="11872"/>
                    <a:pt x="29176" y="11660"/>
                    <a:pt x="29704" y="11027"/>
                  </a:cubicBezTo>
                  <a:cubicBezTo>
                    <a:pt x="30265" y="10353"/>
                    <a:pt x="30209" y="9314"/>
                    <a:pt x="29451" y="8809"/>
                  </a:cubicBezTo>
                  <a:cubicBezTo>
                    <a:pt x="29170" y="8631"/>
                    <a:pt x="28816" y="8557"/>
                    <a:pt x="28431" y="8557"/>
                  </a:cubicBezTo>
                  <a:cubicBezTo>
                    <a:pt x="27359" y="8557"/>
                    <a:pt x="26049" y="9134"/>
                    <a:pt x="25408" y="9651"/>
                  </a:cubicBezTo>
                  <a:cubicBezTo>
                    <a:pt x="25352" y="9707"/>
                    <a:pt x="24903" y="10156"/>
                    <a:pt x="24594" y="10465"/>
                  </a:cubicBezTo>
                  <a:cubicBezTo>
                    <a:pt x="24734" y="10241"/>
                    <a:pt x="24875" y="10016"/>
                    <a:pt x="25015" y="9791"/>
                  </a:cubicBezTo>
                  <a:cubicBezTo>
                    <a:pt x="25549" y="9005"/>
                    <a:pt x="26082" y="8304"/>
                    <a:pt x="26559" y="7714"/>
                  </a:cubicBezTo>
                  <a:cubicBezTo>
                    <a:pt x="26840" y="7349"/>
                    <a:pt x="27093" y="7040"/>
                    <a:pt x="27317" y="6759"/>
                  </a:cubicBezTo>
                  <a:cubicBezTo>
                    <a:pt x="27767" y="6759"/>
                    <a:pt x="29535" y="6703"/>
                    <a:pt x="30321" y="6338"/>
                  </a:cubicBezTo>
                  <a:cubicBezTo>
                    <a:pt x="31079" y="5973"/>
                    <a:pt x="31950" y="5328"/>
                    <a:pt x="32146" y="4457"/>
                  </a:cubicBezTo>
                  <a:cubicBezTo>
                    <a:pt x="32315" y="3587"/>
                    <a:pt x="31809" y="2717"/>
                    <a:pt x="30883" y="2604"/>
                  </a:cubicBezTo>
                  <a:cubicBezTo>
                    <a:pt x="30844" y="2601"/>
                    <a:pt x="30805" y="2599"/>
                    <a:pt x="30766" y="2599"/>
                  </a:cubicBezTo>
                  <a:cubicBezTo>
                    <a:pt x="29555" y="2599"/>
                    <a:pt x="28145" y="4236"/>
                    <a:pt x="27710" y="5215"/>
                  </a:cubicBezTo>
                  <a:cubicBezTo>
                    <a:pt x="27654" y="5300"/>
                    <a:pt x="27205" y="6759"/>
                    <a:pt x="27233" y="6759"/>
                  </a:cubicBezTo>
                  <a:lnTo>
                    <a:pt x="27261" y="6759"/>
                  </a:lnTo>
                  <a:cubicBezTo>
                    <a:pt x="27009" y="7040"/>
                    <a:pt x="26756" y="7321"/>
                    <a:pt x="26503" y="7658"/>
                  </a:cubicBezTo>
                  <a:cubicBezTo>
                    <a:pt x="25998" y="8247"/>
                    <a:pt x="25464" y="8949"/>
                    <a:pt x="24903" y="9735"/>
                  </a:cubicBezTo>
                  <a:cubicBezTo>
                    <a:pt x="24369" y="10493"/>
                    <a:pt x="23780" y="11364"/>
                    <a:pt x="23275" y="12346"/>
                  </a:cubicBezTo>
                  <a:cubicBezTo>
                    <a:pt x="22741" y="13301"/>
                    <a:pt x="22236" y="14340"/>
                    <a:pt x="21871" y="15491"/>
                  </a:cubicBezTo>
                  <a:lnTo>
                    <a:pt x="21843" y="15547"/>
                  </a:lnTo>
                  <a:cubicBezTo>
                    <a:pt x="21871" y="15154"/>
                    <a:pt x="21843" y="14143"/>
                    <a:pt x="21843" y="14059"/>
                  </a:cubicBezTo>
                  <a:cubicBezTo>
                    <a:pt x="21702" y="12936"/>
                    <a:pt x="20748" y="10858"/>
                    <a:pt x="19513" y="10634"/>
                  </a:cubicBezTo>
                  <a:cubicBezTo>
                    <a:pt x="19422" y="10617"/>
                    <a:pt x="19333" y="10609"/>
                    <a:pt x="19246" y="10609"/>
                  </a:cubicBezTo>
                  <a:cubicBezTo>
                    <a:pt x="18473" y="10609"/>
                    <a:pt x="17876" y="11255"/>
                    <a:pt x="17800" y="12037"/>
                  </a:cubicBezTo>
                  <a:cubicBezTo>
                    <a:pt x="17716" y="12936"/>
                    <a:pt x="18361" y="13806"/>
                    <a:pt x="19007" y="14368"/>
                  </a:cubicBezTo>
                  <a:cubicBezTo>
                    <a:pt x="19709" y="15013"/>
                    <a:pt x="21674" y="15631"/>
                    <a:pt x="21815" y="15659"/>
                  </a:cubicBezTo>
                  <a:cubicBezTo>
                    <a:pt x="21478" y="16754"/>
                    <a:pt x="21197" y="17905"/>
                    <a:pt x="21001" y="19084"/>
                  </a:cubicBezTo>
                  <a:cubicBezTo>
                    <a:pt x="20860" y="19758"/>
                    <a:pt x="20776" y="20432"/>
                    <a:pt x="20692" y="21134"/>
                  </a:cubicBezTo>
                  <a:cubicBezTo>
                    <a:pt x="20664" y="20797"/>
                    <a:pt x="20664" y="20516"/>
                    <a:pt x="20664" y="20488"/>
                  </a:cubicBezTo>
                  <a:cubicBezTo>
                    <a:pt x="20523" y="19365"/>
                    <a:pt x="19597" y="17287"/>
                    <a:pt x="18333" y="17063"/>
                  </a:cubicBezTo>
                  <a:cubicBezTo>
                    <a:pt x="18246" y="17046"/>
                    <a:pt x="18159" y="17038"/>
                    <a:pt x="18074" y="17038"/>
                  </a:cubicBezTo>
                  <a:cubicBezTo>
                    <a:pt x="17317" y="17038"/>
                    <a:pt x="16697" y="17684"/>
                    <a:pt x="16621" y="18467"/>
                  </a:cubicBezTo>
                  <a:cubicBezTo>
                    <a:pt x="16565" y="19365"/>
                    <a:pt x="17210" y="20235"/>
                    <a:pt x="17828" y="20797"/>
                  </a:cubicBezTo>
                  <a:cubicBezTo>
                    <a:pt x="18446" y="21358"/>
                    <a:pt x="20130" y="21920"/>
                    <a:pt x="20551" y="22060"/>
                  </a:cubicBezTo>
                  <a:cubicBezTo>
                    <a:pt x="20523" y="22341"/>
                    <a:pt x="20495" y="22594"/>
                    <a:pt x="20467" y="22846"/>
                  </a:cubicBezTo>
                  <a:cubicBezTo>
                    <a:pt x="20299" y="24110"/>
                    <a:pt x="20158" y="25373"/>
                    <a:pt x="19990" y="26608"/>
                  </a:cubicBezTo>
                  <a:cubicBezTo>
                    <a:pt x="19934" y="27057"/>
                    <a:pt x="19849" y="27479"/>
                    <a:pt x="19765" y="27900"/>
                  </a:cubicBezTo>
                  <a:cubicBezTo>
                    <a:pt x="19765" y="27619"/>
                    <a:pt x="19765" y="27366"/>
                    <a:pt x="19765" y="27338"/>
                  </a:cubicBezTo>
                  <a:cubicBezTo>
                    <a:pt x="19597" y="26215"/>
                    <a:pt x="18670" y="24166"/>
                    <a:pt x="17435" y="23941"/>
                  </a:cubicBezTo>
                  <a:cubicBezTo>
                    <a:pt x="17344" y="23924"/>
                    <a:pt x="17255" y="23916"/>
                    <a:pt x="17168" y="23916"/>
                  </a:cubicBezTo>
                  <a:cubicBezTo>
                    <a:pt x="16391" y="23916"/>
                    <a:pt x="15773" y="24560"/>
                    <a:pt x="15722" y="25317"/>
                  </a:cubicBezTo>
                  <a:cubicBezTo>
                    <a:pt x="15638" y="26215"/>
                    <a:pt x="16284" y="27114"/>
                    <a:pt x="16902" y="27647"/>
                  </a:cubicBezTo>
                  <a:cubicBezTo>
                    <a:pt x="17519" y="28209"/>
                    <a:pt x="19035" y="28714"/>
                    <a:pt x="19569" y="28910"/>
                  </a:cubicBezTo>
                  <a:cubicBezTo>
                    <a:pt x="19484" y="29332"/>
                    <a:pt x="19400" y="29753"/>
                    <a:pt x="19288" y="30174"/>
                  </a:cubicBezTo>
                  <a:cubicBezTo>
                    <a:pt x="19204" y="30455"/>
                    <a:pt x="19148" y="30735"/>
                    <a:pt x="19035" y="31016"/>
                  </a:cubicBezTo>
                  <a:cubicBezTo>
                    <a:pt x="18951" y="31297"/>
                    <a:pt x="18867" y="31578"/>
                    <a:pt x="18783" y="31858"/>
                  </a:cubicBezTo>
                  <a:cubicBezTo>
                    <a:pt x="18586" y="32364"/>
                    <a:pt x="18390" y="32897"/>
                    <a:pt x="18193" y="33402"/>
                  </a:cubicBezTo>
                  <a:cubicBezTo>
                    <a:pt x="18053" y="33767"/>
                    <a:pt x="17940" y="34104"/>
                    <a:pt x="17800" y="34413"/>
                  </a:cubicBezTo>
                  <a:cubicBezTo>
                    <a:pt x="17856" y="33992"/>
                    <a:pt x="17968" y="33150"/>
                    <a:pt x="17968" y="33065"/>
                  </a:cubicBezTo>
                  <a:cubicBezTo>
                    <a:pt x="17997" y="32336"/>
                    <a:pt x="17744" y="31100"/>
                    <a:pt x="17210" y="30258"/>
                  </a:cubicBezTo>
                  <a:cubicBezTo>
                    <a:pt x="17210" y="30146"/>
                    <a:pt x="17210" y="30033"/>
                    <a:pt x="17182" y="29921"/>
                  </a:cubicBezTo>
                  <a:cubicBezTo>
                    <a:pt x="17061" y="29194"/>
                    <a:pt x="16437" y="28613"/>
                    <a:pt x="15708" y="28613"/>
                  </a:cubicBezTo>
                  <a:cubicBezTo>
                    <a:pt x="15594" y="28613"/>
                    <a:pt x="15476" y="28627"/>
                    <a:pt x="15357" y="28658"/>
                  </a:cubicBezTo>
                  <a:cubicBezTo>
                    <a:pt x="14150" y="28995"/>
                    <a:pt x="13364" y="31128"/>
                    <a:pt x="13308" y="32251"/>
                  </a:cubicBezTo>
                  <a:cubicBezTo>
                    <a:pt x="13308" y="32307"/>
                    <a:pt x="13364" y="33037"/>
                    <a:pt x="13392" y="33487"/>
                  </a:cubicBezTo>
                  <a:cubicBezTo>
                    <a:pt x="13336" y="33234"/>
                    <a:pt x="13280" y="32981"/>
                    <a:pt x="13196" y="32700"/>
                  </a:cubicBezTo>
                  <a:cubicBezTo>
                    <a:pt x="13083" y="32167"/>
                    <a:pt x="12943" y="31634"/>
                    <a:pt x="12775" y="31044"/>
                  </a:cubicBezTo>
                  <a:cubicBezTo>
                    <a:pt x="12690" y="30791"/>
                    <a:pt x="12606" y="30511"/>
                    <a:pt x="12522" y="30230"/>
                  </a:cubicBezTo>
                  <a:cubicBezTo>
                    <a:pt x="12466" y="29949"/>
                    <a:pt x="12325" y="29668"/>
                    <a:pt x="12241" y="29360"/>
                  </a:cubicBezTo>
                  <a:cubicBezTo>
                    <a:pt x="11989" y="28714"/>
                    <a:pt x="11708" y="28068"/>
                    <a:pt x="11427" y="27394"/>
                  </a:cubicBezTo>
                  <a:cubicBezTo>
                    <a:pt x="11904" y="27282"/>
                    <a:pt x="13561" y="26861"/>
                    <a:pt x="14234" y="26356"/>
                  </a:cubicBezTo>
                  <a:cubicBezTo>
                    <a:pt x="14908" y="25850"/>
                    <a:pt x="15610" y="25008"/>
                    <a:pt x="15610" y="24110"/>
                  </a:cubicBezTo>
                  <a:cubicBezTo>
                    <a:pt x="15584" y="23297"/>
                    <a:pt x="14995" y="22583"/>
                    <a:pt x="14163" y="22583"/>
                  </a:cubicBezTo>
                  <a:cubicBezTo>
                    <a:pt x="14104" y="22583"/>
                    <a:pt x="14043" y="22586"/>
                    <a:pt x="13982" y="22594"/>
                  </a:cubicBezTo>
                  <a:cubicBezTo>
                    <a:pt x="12747" y="22734"/>
                    <a:pt x="11652" y="24727"/>
                    <a:pt x="11427" y="25822"/>
                  </a:cubicBezTo>
                  <a:cubicBezTo>
                    <a:pt x="11427" y="25878"/>
                    <a:pt x="11343" y="26692"/>
                    <a:pt x="11315" y="27142"/>
                  </a:cubicBezTo>
                  <a:cubicBezTo>
                    <a:pt x="11118" y="26749"/>
                    <a:pt x="10950" y="26356"/>
                    <a:pt x="10753" y="25963"/>
                  </a:cubicBezTo>
                  <a:cubicBezTo>
                    <a:pt x="10192" y="24840"/>
                    <a:pt x="9602" y="23717"/>
                    <a:pt x="9013" y="22594"/>
                  </a:cubicBezTo>
                  <a:cubicBezTo>
                    <a:pt x="8816" y="22257"/>
                    <a:pt x="8648" y="21920"/>
                    <a:pt x="8451" y="21555"/>
                  </a:cubicBezTo>
                  <a:cubicBezTo>
                    <a:pt x="8620" y="21527"/>
                    <a:pt x="10613" y="21078"/>
                    <a:pt x="11371" y="20488"/>
                  </a:cubicBezTo>
                  <a:cubicBezTo>
                    <a:pt x="12045" y="19983"/>
                    <a:pt x="12747" y="19140"/>
                    <a:pt x="12747" y="18242"/>
                  </a:cubicBezTo>
                  <a:cubicBezTo>
                    <a:pt x="12747" y="17418"/>
                    <a:pt x="12117" y="16719"/>
                    <a:pt x="11263" y="16719"/>
                  </a:cubicBezTo>
                  <a:cubicBezTo>
                    <a:pt x="11216" y="16719"/>
                    <a:pt x="11167" y="16722"/>
                    <a:pt x="11118" y="16726"/>
                  </a:cubicBezTo>
                  <a:cubicBezTo>
                    <a:pt x="9883" y="16866"/>
                    <a:pt x="8788" y="18860"/>
                    <a:pt x="8563" y="19955"/>
                  </a:cubicBezTo>
                  <a:cubicBezTo>
                    <a:pt x="8535" y="20039"/>
                    <a:pt x="8451" y="21218"/>
                    <a:pt x="8423" y="21499"/>
                  </a:cubicBezTo>
                  <a:cubicBezTo>
                    <a:pt x="8030" y="20741"/>
                    <a:pt x="7637" y="19983"/>
                    <a:pt x="7300" y="19225"/>
                  </a:cubicBezTo>
                  <a:cubicBezTo>
                    <a:pt x="6823" y="18158"/>
                    <a:pt x="6402" y="17091"/>
                    <a:pt x="6065" y="16052"/>
                  </a:cubicBezTo>
                  <a:cubicBezTo>
                    <a:pt x="6149" y="16024"/>
                    <a:pt x="8226" y="15547"/>
                    <a:pt x="9013" y="14957"/>
                  </a:cubicBezTo>
                  <a:cubicBezTo>
                    <a:pt x="9658" y="14452"/>
                    <a:pt x="10360" y="13610"/>
                    <a:pt x="10360" y="12739"/>
                  </a:cubicBezTo>
                  <a:cubicBezTo>
                    <a:pt x="10360" y="11914"/>
                    <a:pt x="9728" y="11189"/>
                    <a:pt x="8896" y="11189"/>
                  </a:cubicBezTo>
                  <a:cubicBezTo>
                    <a:pt x="8851" y="11189"/>
                    <a:pt x="8806" y="11191"/>
                    <a:pt x="8760" y="11195"/>
                  </a:cubicBezTo>
                  <a:cubicBezTo>
                    <a:pt x="7497" y="11336"/>
                    <a:pt x="6430" y="13329"/>
                    <a:pt x="6177" y="14424"/>
                  </a:cubicBezTo>
                  <a:cubicBezTo>
                    <a:pt x="6177" y="14508"/>
                    <a:pt x="6065" y="15771"/>
                    <a:pt x="6065" y="15996"/>
                  </a:cubicBezTo>
                  <a:cubicBezTo>
                    <a:pt x="6037" y="15940"/>
                    <a:pt x="6009" y="15884"/>
                    <a:pt x="5981" y="15799"/>
                  </a:cubicBezTo>
                  <a:cubicBezTo>
                    <a:pt x="5644" y="14677"/>
                    <a:pt x="5475" y="13525"/>
                    <a:pt x="5363" y="12459"/>
                  </a:cubicBezTo>
                  <a:cubicBezTo>
                    <a:pt x="5279" y="11841"/>
                    <a:pt x="5251" y="11223"/>
                    <a:pt x="5223" y="10662"/>
                  </a:cubicBezTo>
                  <a:cubicBezTo>
                    <a:pt x="5644" y="10606"/>
                    <a:pt x="7440" y="10353"/>
                    <a:pt x="8198" y="9904"/>
                  </a:cubicBezTo>
                  <a:cubicBezTo>
                    <a:pt x="8900" y="9483"/>
                    <a:pt x="9714" y="8725"/>
                    <a:pt x="9799" y="7826"/>
                  </a:cubicBezTo>
                  <a:cubicBezTo>
                    <a:pt x="9883" y="6956"/>
                    <a:pt x="9265" y="6142"/>
                    <a:pt x="8367" y="6142"/>
                  </a:cubicBezTo>
                  <a:cubicBezTo>
                    <a:pt x="7104" y="6142"/>
                    <a:pt x="5812" y="7995"/>
                    <a:pt x="5447" y="9062"/>
                  </a:cubicBezTo>
                  <a:cubicBezTo>
                    <a:pt x="5447" y="9118"/>
                    <a:pt x="5307" y="9735"/>
                    <a:pt x="5223" y="10185"/>
                  </a:cubicBezTo>
                  <a:cubicBezTo>
                    <a:pt x="5223" y="9932"/>
                    <a:pt x="5223" y="9651"/>
                    <a:pt x="5223" y="9398"/>
                  </a:cubicBezTo>
                  <a:cubicBezTo>
                    <a:pt x="5223" y="8444"/>
                    <a:pt x="5279" y="7574"/>
                    <a:pt x="5335" y="6787"/>
                  </a:cubicBezTo>
                  <a:cubicBezTo>
                    <a:pt x="5363" y="6366"/>
                    <a:pt x="5419" y="5973"/>
                    <a:pt x="5447" y="5608"/>
                  </a:cubicBezTo>
                  <a:cubicBezTo>
                    <a:pt x="5812" y="5356"/>
                    <a:pt x="7272" y="4317"/>
                    <a:pt x="7721" y="3587"/>
                  </a:cubicBezTo>
                  <a:cubicBezTo>
                    <a:pt x="8170" y="2857"/>
                    <a:pt x="8535" y="1818"/>
                    <a:pt x="8198" y="1004"/>
                  </a:cubicBezTo>
                  <a:cubicBezTo>
                    <a:pt x="7970" y="403"/>
                    <a:pt x="7406" y="1"/>
                    <a:pt x="6799"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1295;p25">
              <a:extLst>
                <a:ext uri="{FF2B5EF4-FFF2-40B4-BE49-F238E27FC236}">
                  <a16:creationId xmlns:a16="http://schemas.microsoft.com/office/drawing/2014/main" id="{F3B708CC-5DE7-85B1-0342-D75F6AD639A5}"/>
                </a:ext>
              </a:extLst>
            </p:cNvPr>
            <p:cNvSpPr/>
            <p:nvPr/>
          </p:nvSpPr>
          <p:spPr>
            <a:xfrm>
              <a:off x="2360625" y="3503225"/>
              <a:ext cx="95475" cy="140375"/>
            </a:xfrm>
            <a:custGeom>
              <a:avLst/>
              <a:gdLst/>
              <a:ahLst/>
              <a:cxnLst/>
              <a:rect l="l" t="t" r="r" b="b"/>
              <a:pathLst>
                <a:path w="3819" h="5615" extrusionOk="0">
                  <a:moveTo>
                    <a:pt x="1726" y="0"/>
                  </a:moveTo>
                  <a:cubicBezTo>
                    <a:pt x="1103" y="0"/>
                    <a:pt x="522" y="423"/>
                    <a:pt x="309" y="1039"/>
                  </a:cubicBezTo>
                  <a:cubicBezTo>
                    <a:pt x="1" y="1881"/>
                    <a:pt x="366" y="2891"/>
                    <a:pt x="843" y="3593"/>
                  </a:cubicBezTo>
                  <a:cubicBezTo>
                    <a:pt x="1376" y="4436"/>
                    <a:pt x="3229" y="5615"/>
                    <a:pt x="3229" y="5615"/>
                  </a:cubicBezTo>
                  <a:cubicBezTo>
                    <a:pt x="3257" y="5615"/>
                    <a:pt x="3650" y="4127"/>
                    <a:pt x="3650" y="4043"/>
                  </a:cubicBezTo>
                  <a:cubicBezTo>
                    <a:pt x="3819" y="2920"/>
                    <a:pt x="3454" y="674"/>
                    <a:pt x="2331" y="140"/>
                  </a:cubicBezTo>
                  <a:cubicBezTo>
                    <a:pt x="2132" y="44"/>
                    <a:pt x="1927" y="0"/>
                    <a:pt x="172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1296;p25">
              <a:extLst>
                <a:ext uri="{FF2B5EF4-FFF2-40B4-BE49-F238E27FC236}">
                  <a16:creationId xmlns:a16="http://schemas.microsoft.com/office/drawing/2014/main" id="{9075F8EE-57CE-FCC0-D9DA-F62B9BD45C1A}"/>
                </a:ext>
              </a:extLst>
            </p:cNvPr>
            <p:cNvSpPr/>
            <p:nvPr/>
          </p:nvSpPr>
          <p:spPr>
            <a:xfrm>
              <a:off x="3864725" y="5031175"/>
              <a:ext cx="1179875" cy="346750"/>
            </a:xfrm>
            <a:custGeom>
              <a:avLst/>
              <a:gdLst/>
              <a:ahLst/>
              <a:cxnLst/>
              <a:rect l="l" t="t" r="r" b="b"/>
              <a:pathLst>
                <a:path w="47195" h="13870" extrusionOk="0">
                  <a:moveTo>
                    <a:pt x="23584" y="1"/>
                  </a:moveTo>
                  <a:cubicBezTo>
                    <a:pt x="10557" y="1"/>
                    <a:pt x="1" y="3117"/>
                    <a:pt x="1" y="6935"/>
                  </a:cubicBezTo>
                  <a:cubicBezTo>
                    <a:pt x="1" y="10753"/>
                    <a:pt x="10557" y="13869"/>
                    <a:pt x="23584" y="13869"/>
                  </a:cubicBezTo>
                  <a:cubicBezTo>
                    <a:pt x="36610" y="13869"/>
                    <a:pt x="47194" y="10753"/>
                    <a:pt x="47194" y="6935"/>
                  </a:cubicBezTo>
                  <a:cubicBezTo>
                    <a:pt x="47194" y="3117"/>
                    <a:pt x="36610" y="1"/>
                    <a:pt x="23584" y="1"/>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1297;p25">
              <a:extLst>
                <a:ext uri="{FF2B5EF4-FFF2-40B4-BE49-F238E27FC236}">
                  <a16:creationId xmlns:a16="http://schemas.microsoft.com/office/drawing/2014/main" id="{67ADF151-7A37-9750-27C3-3441CD8B5098}"/>
                </a:ext>
              </a:extLst>
            </p:cNvPr>
            <p:cNvSpPr/>
            <p:nvPr/>
          </p:nvSpPr>
          <p:spPr>
            <a:xfrm>
              <a:off x="3864725" y="5031175"/>
              <a:ext cx="1179875" cy="346750"/>
            </a:xfrm>
            <a:custGeom>
              <a:avLst/>
              <a:gdLst/>
              <a:ahLst/>
              <a:cxnLst/>
              <a:rect l="l" t="t" r="r" b="b"/>
              <a:pathLst>
                <a:path w="47195" h="13870" extrusionOk="0">
                  <a:moveTo>
                    <a:pt x="23584" y="1"/>
                  </a:moveTo>
                  <a:cubicBezTo>
                    <a:pt x="10557" y="1"/>
                    <a:pt x="1" y="3117"/>
                    <a:pt x="1" y="6935"/>
                  </a:cubicBezTo>
                  <a:cubicBezTo>
                    <a:pt x="1" y="10753"/>
                    <a:pt x="10557" y="13869"/>
                    <a:pt x="23584" y="13869"/>
                  </a:cubicBezTo>
                  <a:cubicBezTo>
                    <a:pt x="36610" y="13869"/>
                    <a:pt x="47194" y="10753"/>
                    <a:pt x="47194" y="6935"/>
                  </a:cubicBezTo>
                  <a:cubicBezTo>
                    <a:pt x="47194" y="3117"/>
                    <a:pt x="36610" y="1"/>
                    <a:pt x="23584" y="1"/>
                  </a:cubicBezTo>
                  <a:close/>
                </a:path>
              </a:pathLst>
            </a:custGeom>
            <a:solidFill>
              <a:srgbClr val="BBE3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1298;p25">
              <a:extLst>
                <a:ext uri="{FF2B5EF4-FFF2-40B4-BE49-F238E27FC236}">
                  <a16:creationId xmlns:a16="http://schemas.microsoft.com/office/drawing/2014/main" id="{B56331D7-AD13-EAE3-F957-86B410172BAA}"/>
                </a:ext>
              </a:extLst>
            </p:cNvPr>
            <p:cNvSpPr/>
            <p:nvPr/>
          </p:nvSpPr>
          <p:spPr>
            <a:xfrm>
              <a:off x="4084425" y="2377175"/>
              <a:ext cx="392350" cy="435425"/>
            </a:xfrm>
            <a:custGeom>
              <a:avLst/>
              <a:gdLst/>
              <a:ahLst/>
              <a:cxnLst/>
              <a:rect l="l" t="t" r="r" b="b"/>
              <a:pathLst>
                <a:path w="15694" h="17417" extrusionOk="0">
                  <a:moveTo>
                    <a:pt x="7946" y="0"/>
                  </a:moveTo>
                  <a:cubicBezTo>
                    <a:pt x="5367" y="0"/>
                    <a:pt x="3225" y="1790"/>
                    <a:pt x="2162" y="2958"/>
                  </a:cubicBezTo>
                  <a:cubicBezTo>
                    <a:pt x="1011" y="4249"/>
                    <a:pt x="1769" y="6748"/>
                    <a:pt x="1657" y="7253"/>
                  </a:cubicBezTo>
                  <a:cubicBezTo>
                    <a:pt x="1516" y="7759"/>
                    <a:pt x="0" y="9415"/>
                    <a:pt x="56" y="9920"/>
                  </a:cubicBezTo>
                  <a:cubicBezTo>
                    <a:pt x="113" y="10426"/>
                    <a:pt x="871" y="10510"/>
                    <a:pt x="871" y="10510"/>
                  </a:cubicBezTo>
                  <a:cubicBezTo>
                    <a:pt x="871" y="10510"/>
                    <a:pt x="1516" y="13486"/>
                    <a:pt x="1909" y="14216"/>
                  </a:cubicBezTo>
                  <a:cubicBezTo>
                    <a:pt x="2274" y="14918"/>
                    <a:pt x="3313" y="15030"/>
                    <a:pt x="3678" y="15030"/>
                  </a:cubicBezTo>
                  <a:cubicBezTo>
                    <a:pt x="4071" y="15030"/>
                    <a:pt x="4464" y="15339"/>
                    <a:pt x="4464" y="15339"/>
                  </a:cubicBezTo>
                  <a:lnTo>
                    <a:pt x="5054" y="17416"/>
                  </a:lnTo>
                  <a:lnTo>
                    <a:pt x="13785" y="15423"/>
                  </a:lnTo>
                  <a:lnTo>
                    <a:pt x="13504" y="12531"/>
                  </a:lnTo>
                  <a:cubicBezTo>
                    <a:pt x="13504" y="12531"/>
                    <a:pt x="15694" y="9668"/>
                    <a:pt x="15497" y="6860"/>
                  </a:cubicBezTo>
                  <a:cubicBezTo>
                    <a:pt x="15301" y="4053"/>
                    <a:pt x="13083" y="2649"/>
                    <a:pt x="13083" y="2649"/>
                  </a:cubicBezTo>
                  <a:cubicBezTo>
                    <a:pt x="13083" y="2649"/>
                    <a:pt x="11483" y="347"/>
                    <a:pt x="8591" y="38"/>
                  </a:cubicBezTo>
                  <a:cubicBezTo>
                    <a:pt x="8373" y="12"/>
                    <a:pt x="8158" y="0"/>
                    <a:pt x="79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1299;p25">
              <a:extLst>
                <a:ext uri="{FF2B5EF4-FFF2-40B4-BE49-F238E27FC236}">
                  <a16:creationId xmlns:a16="http://schemas.microsoft.com/office/drawing/2014/main" id="{25490782-7F8B-D4DD-6545-5A910A0B181C}"/>
                </a:ext>
              </a:extLst>
            </p:cNvPr>
            <p:cNvSpPr/>
            <p:nvPr/>
          </p:nvSpPr>
          <p:spPr>
            <a:xfrm>
              <a:off x="4079500" y="2371100"/>
              <a:ext cx="398700" cy="447250"/>
            </a:xfrm>
            <a:custGeom>
              <a:avLst/>
              <a:gdLst/>
              <a:ahLst/>
              <a:cxnLst/>
              <a:rect l="l" t="t" r="r" b="b"/>
              <a:pathLst>
                <a:path w="15948" h="17890" extrusionOk="0">
                  <a:moveTo>
                    <a:pt x="8170" y="477"/>
                  </a:moveTo>
                  <a:cubicBezTo>
                    <a:pt x="8367" y="477"/>
                    <a:pt x="8564" y="477"/>
                    <a:pt x="8788" y="506"/>
                  </a:cubicBezTo>
                  <a:cubicBezTo>
                    <a:pt x="10164" y="674"/>
                    <a:pt x="11231" y="1292"/>
                    <a:pt x="11961" y="1881"/>
                  </a:cubicBezTo>
                  <a:cubicBezTo>
                    <a:pt x="12326" y="2190"/>
                    <a:pt x="12606" y="2471"/>
                    <a:pt x="12803" y="2695"/>
                  </a:cubicBezTo>
                  <a:cubicBezTo>
                    <a:pt x="12887" y="2780"/>
                    <a:pt x="12971" y="2864"/>
                    <a:pt x="12999" y="2948"/>
                  </a:cubicBezTo>
                  <a:lnTo>
                    <a:pt x="13055" y="3004"/>
                  </a:lnTo>
                  <a:lnTo>
                    <a:pt x="13084" y="3032"/>
                  </a:lnTo>
                  <a:lnTo>
                    <a:pt x="13140" y="3088"/>
                  </a:lnTo>
                  <a:lnTo>
                    <a:pt x="13168" y="3116"/>
                  </a:lnTo>
                  <a:cubicBezTo>
                    <a:pt x="13280" y="3173"/>
                    <a:pt x="13813" y="3566"/>
                    <a:pt x="14347" y="4211"/>
                  </a:cubicBezTo>
                  <a:cubicBezTo>
                    <a:pt x="14852" y="4885"/>
                    <a:pt x="15386" y="5868"/>
                    <a:pt x="15470" y="7131"/>
                  </a:cubicBezTo>
                  <a:cubicBezTo>
                    <a:pt x="15470" y="7243"/>
                    <a:pt x="15470" y="7356"/>
                    <a:pt x="15470" y="7468"/>
                  </a:cubicBezTo>
                  <a:cubicBezTo>
                    <a:pt x="15470" y="8760"/>
                    <a:pt x="14993" y="10051"/>
                    <a:pt x="14487" y="11034"/>
                  </a:cubicBezTo>
                  <a:cubicBezTo>
                    <a:pt x="14263" y="11511"/>
                    <a:pt x="14010" y="11932"/>
                    <a:pt x="13842" y="12213"/>
                  </a:cubicBezTo>
                  <a:cubicBezTo>
                    <a:pt x="13729" y="12353"/>
                    <a:pt x="13673" y="12465"/>
                    <a:pt x="13617" y="12522"/>
                  </a:cubicBezTo>
                  <a:lnTo>
                    <a:pt x="13561" y="12606"/>
                  </a:lnTo>
                  <a:lnTo>
                    <a:pt x="13533" y="12634"/>
                  </a:lnTo>
                  <a:cubicBezTo>
                    <a:pt x="13505" y="12690"/>
                    <a:pt x="13477" y="12746"/>
                    <a:pt x="13477" y="12802"/>
                  </a:cubicBezTo>
                  <a:lnTo>
                    <a:pt x="13729" y="15469"/>
                  </a:lnTo>
                  <a:lnTo>
                    <a:pt x="5391" y="17378"/>
                  </a:lnTo>
                  <a:lnTo>
                    <a:pt x="4886" y="15526"/>
                  </a:lnTo>
                  <a:cubicBezTo>
                    <a:pt x="4858" y="15469"/>
                    <a:pt x="4830" y="15413"/>
                    <a:pt x="4801" y="15385"/>
                  </a:cubicBezTo>
                  <a:cubicBezTo>
                    <a:pt x="4773" y="15385"/>
                    <a:pt x="4689" y="15301"/>
                    <a:pt x="4521" y="15217"/>
                  </a:cubicBezTo>
                  <a:cubicBezTo>
                    <a:pt x="4352" y="15132"/>
                    <a:pt x="4128" y="15048"/>
                    <a:pt x="3875" y="15048"/>
                  </a:cubicBezTo>
                  <a:cubicBezTo>
                    <a:pt x="3707" y="15048"/>
                    <a:pt x="3398" y="15020"/>
                    <a:pt x="3061" y="14908"/>
                  </a:cubicBezTo>
                  <a:cubicBezTo>
                    <a:pt x="2752" y="14796"/>
                    <a:pt x="2443" y="14599"/>
                    <a:pt x="2303" y="14346"/>
                  </a:cubicBezTo>
                  <a:cubicBezTo>
                    <a:pt x="2219" y="14178"/>
                    <a:pt x="2106" y="13869"/>
                    <a:pt x="1994" y="13504"/>
                  </a:cubicBezTo>
                  <a:cubicBezTo>
                    <a:pt x="1826" y="12943"/>
                    <a:pt x="1657" y="12241"/>
                    <a:pt x="1517" y="11679"/>
                  </a:cubicBezTo>
                  <a:cubicBezTo>
                    <a:pt x="1404" y="11118"/>
                    <a:pt x="1320" y="10697"/>
                    <a:pt x="1292" y="10697"/>
                  </a:cubicBezTo>
                  <a:cubicBezTo>
                    <a:pt x="1292" y="10584"/>
                    <a:pt x="1208" y="10528"/>
                    <a:pt x="1096" y="10500"/>
                  </a:cubicBezTo>
                  <a:cubicBezTo>
                    <a:pt x="1068" y="10500"/>
                    <a:pt x="899" y="10472"/>
                    <a:pt x="731" y="10416"/>
                  </a:cubicBezTo>
                  <a:cubicBezTo>
                    <a:pt x="675" y="10388"/>
                    <a:pt x="590" y="10332"/>
                    <a:pt x="562" y="10304"/>
                  </a:cubicBezTo>
                  <a:cubicBezTo>
                    <a:pt x="506" y="10247"/>
                    <a:pt x="478" y="10191"/>
                    <a:pt x="478" y="10135"/>
                  </a:cubicBezTo>
                  <a:cubicBezTo>
                    <a:pt x="478" y="10107"/>
                    <a:pt x="478" y="10051"/>
                    <a:pt x="534" y="9967"/>
                  </a:cubicBezTo>
                  <a:cubicBezTo>
                    <a:pt x="646" y="9686"/>
                    <a:pt x="983" y="9181"/>
                    <a:pt x="1320" y="8731"/>
                  </a:cubicBezTo>
                  <a:cubicBezTo>
                    <a:pt x="1489" y="8507"/>
                    <a:pt x="1657" y="8282"/>
                    <a:pt x="1797" y="8086"/>
                  </a:cubicBezTo>
                  <a:cubicBezTo>
                    <a:pt x="1910" y="7889"/>
                    <a:pt x="2022" y="7721"/>
                    <a:pt x="2078" y="7552"/>
                  </a:cubicBezTo>
                  <a:cubicBezTo>
                    <a:pt x="2078" y="7468"/>
                    <a:pt x="2078" y="7412"/>
                    <a:pt x="2078" y="7328"/>
                  </a:cubicBezTo>
                  <a:cubicBezTo>
                    <a:pt x="2078" y="7103"/>
                    <a:pt x="2050" y="6822"/>
                    <a:pt x="2022" y="6485"/>
                  </a:cubicBezTo>
                  <a:cubicBezTo>
                    <a:pt x="1966" y="6149"/>
                    <a:pt x="1938" y="5756"/>
                    <a:pt x="1938" y="5362"/>
                  </a:cubicBezTo>
                  <a:cubicBezTo>
                    <a:pt x="1938" y="4604"/>
                    <a:pt x="2078" y="3875"/>
                    <a:pt x="2527" y="3369"/>
                  </a:cubicBezTo>
                  <a:cubicBezTo>
                    <a:pt x="3033" y="2780"/>
                    <a:pt x="3847" y="2050"/>
                    <a:pt x="4801" y="1488"/>
                  </a:cubicBezTo>
                  <a:cubicBezTo>
                    <a:pt x="5784" y="899"/>
                    <a:pt x="6935" y="477"/>
                    <a:pt x="8170" y="477"/>
                  </a:cubicBezTo>
                  <a:close/>
                  <a:moveTo>
                    <a:pt x="8170" y="0"/>
                  </a:moveTo>
                  <a:cubicBezTo>
                    <a:pt x="6823" y="0"/>
                    <a:pt x="5588" y="477"/>
                    <a:pt x="4577" y="1067"/>
                  </a:cubicBezTo>
                  <a:cubicBezTo>
                    <a:pt x="3538" y="1685"/>
                    <a:pt x="2724" y="2443"/>
                    <a:pt x="2191" y="3060"/>
                  </a:cubicBezTo>
                  <a:cubicBezTo>
                    <a:pt x="1601" y="3706"/>
                    <a:pt x="1489" y="4576"/>
                    <a:pt x="1489" y="5362"/>
                  </a:cubicBezTo>
                  <a:cubicBezTo>
                    <a:pt x="1489" y="5784"/>
                    <a:pt x="1517" y="6177"/>
                    <a:pt x="1545" y="6514"/>
                  </a:cubicBezTo>
                  <a:cubicBezTo>
                    <a:pt x="1601" y="6879"/>
                    <a:pt x="1629" y="7159"/>
                    <a:pt x="1629" y="7328"/>
                  </a:cubicBezTo>
                  <a:cubicBezTo>
                    <a:pt x="1629" y="7384"/>
                    <a:pt x="1629" y="7412"/>
                    <a:pt x="1601" y="7440"/>
                  </a:cubicBezTo>
                  <a:lnTo>
                    <a:pt x="1626" y="7446"/>
                  </a:lnTo>
                  <a:lnTo>
                    <a:pt x="1626" y="7446"/>
                  </a:lnTo>
                  <a:cubicBezTo>
                    <a:pt x="1594" y="7508"/>
                    <a:pt x="1484" y="7700"/>
                    <a:pt x="1348" y="7917"/>
                  </a:cubicBezTo>
                  <a:cubicBezTo>
                    <a:pt x="1124" y="8226"/>
                    <a:pt x="787" y="8675"/>
                    <a:pt x="534" y="9068"/>
                  </a:cubicBezTo>
                  <a:cubicBezTo>
                    <a:pt x="394" y="9265"/>
                    <a:pt x="253" y="9433"/>
                    <a:pt x="169" y="9630"/>
                  </a:cubicBezTo>
                  <a:cubicBezTo>
                    <a:pt x="85" y="9798"/>
                    <a:pt x="29" y="9967"/>
                    <a:pt x="1" y="10135"/>
                  </a:cubicBezTo>
                  <a:lnTo>
                    <a:pt x="29" y="10219"/>
                  </a:lnTo>
                  <a:lnTo>
                    <a:pt x="30" y="10219"/>
                  </a:lnTo>
                  <a:lnTo>
                    <a:pt x="30" y="10219"/>
                  </a:lnTo>
                  <a:cubicBezTo>
                    <a:pt x="40" y="10401"/>
                    <a:pt x="146" y="10534"/>
                    <a:pt x="253" y="10641"/>
                  </a:cubicBezTo>
                  <a:cubicBezTo>
                    <a:pt x="422" y="10809"/>
                    <a:pt x="618" y="10865"/>
                    <a:pt x="759" y="10921"/>
                  </a:cubicBezTo>
                  <a:cubicBezTo>
                    <a:pt x="804" y="10936"/>
                    <a:pt x="845" y="10947"/>
                    <a:pt x="882" y="10956"/>
                  </a:cubicBezTo>
                  <a:lnTo>
                    <a:pt x="882" y="10956"/>
                  </a:lnTo>
                  <a:cubicBezTo>
                    <a:pt x="943" y="11227"/>
                    <a:pt x="1068" y="11783"/>
                    <a:pt x="1208" y="12381"/>
                  </a:cubicBezTo>
                  <a:cubicBezTo>
                    <a:pt x="1320" y="12802"/>
                    <a:pt x="1433" y="13251"/>
                    <a:pt x="1545" y="13645"/>
                  </a:cubicBezTo>
                  <a:cubicBezTo>
                    <a:pt x="1657" y="14038"/>
                    <a:pt x="1769" y="14346"/>
                    <a:pt x="1882" y="14543"/>
                  </a:cubicBezTo>
                  <a:cubicBezTo>
                    <a:pt x="2134" y="14992"/>
                    <a:pt x="2527" y="15217"/>
                    <a:pt x="2920" y="15357"/>
                  </a:cubicBezTo>
                  <a:cubicBezTo>
                    <a:pt x="3314" y="15469"/>
                    <a:pt x="3679" y="15497"/>
                    <a:pt x="3875" y="15497"/>
                  </a:cubicBezTo>
                  <a:cubicBezTo>
                    <a:pt x="4015" y="15497"/>
                    <a:pt x="4184" y="15554"/>
                    <a:pt x="4296" y="15638"/>
                  </a:cubicBezTo>
                  <a:cubicBezTo>
                    <a:pt x="4350" y="15665"/>
                    <a:pt x="4403" y="15691"/>
                    <a:pt x="4432" y="15718"/>
                  </a:cubicBezTo>
                  <a:lnTo>
                    <a:pt x="4432" y="15718"/>
                  </a:lnTo>
                  <a:lnTo>
                    <a:pt x="5026" y="17715"/>
                  </a:lnTo>
                  <a:cubicBezTo>
                    <a:pt x="5050" y="17813"/>
                    <a:pt x="5138" y="17889"/>
                    <a:pt x="5235" y="17889"/>
                  </a:cubicBezTo>
                  <a:cubicBezTo>
                    <a:pt x="5249" y="17889"/>
                    <a:pt x="5264" y="17888"/>
                    <a:pt x="5279" y="17884"/>
                  </a:cubicBezTo>
                  <a:lnTo>
                    <a:pt x="14010" y="15891"/>
                  </a:lnTo>
                  <a:cubicBezTo>
                    <a:pt x="14150" y="15862"/>
                    <a:pt x="14207" y="15750"/>
                    <a:pt x="14207" y="15638"/>
                  </a:cubicBezTo>
                  <a:lnTo>
                    <a:pt x="13959" y="12830"/>
                  </a:lnTo>
                  <a:lnTo>
                    <a:pt x="13959" y="12830"/>
                  </a:lnTo>
                  <a:cubicBezTo>
                    <a:pt x="14108" y="12620"/>
                    <a:pt x="14508" y="12030"/>
                    <a:pt x="14908" y="11230"/>
                  </a:cubicBezTo>
                  <a:cubicBezTo>
                    <a:pt x="15414" y="10219"/>
                    <a:pt x="15947" y="8872"/>
                    <a:pt x="15947" y="7468"/>
                  </a:cubicBezTo>
                  <a:cubicBezTo>
                    <a:pt x="15947" y="7328"/>
                    <a:pt x="15947" y="7215"/>
                    <a:pt x="15919" y="7075"/>
                  </a:cubicBezTo>
                  <a:cubicBezTo>
                    <a:pt x="15835" y="5615"/>
                    <a:pt x="15189" y="4520"/>
                    <a:pt x="14600" y="3790"/>
                  </a:cubicBezTo>
                  <a:cubicBezTo>
                    <a:pt x="14040" y="3129"/>
                    <a:pt x="13526" y="2767"/>
                    <a:pt x="13414" y="2705"/>
                  </a:cubicBezTo>
                  <a:lnTo>
                    <a:pt x="13414" y="2705"/>
                  </a:lnTo>
                  <a:cubicBezTo>
                    <a:pt x="13299" y="2554"/>
                    <a:pt x="12901" y="2054"/>
                    <a:pt x="12269" y="1516"/>
                  </a:cubicBezTo>
                  <a:cubicBezTo>
                    <a:pt x="11483" y="899"/>
                    <a:pt x="10332" y="197"/>
                    <a:pt x="8816" y="56"/>
                  </a:cubicBezTo>
                  <a:cubicBezTo>
                    <a:pt x="8620" y="28"/>
                    <a:pt x="8395" y="0"/>
                    <a:pt x="8170"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1300;p25">
              <a:extLst>
                <a:ext uri="{FF2B5EF4-FFF2-40B4-BE49-F238E27FC236}">
                  <a16:creationId xmlns:a16="http://schemas.microsoft.com/office/drawing/2014/main" id="{96ACB5AE-16AA-8E1A-D621-D01A60765734}"/>
                </a:ext>
              </a:extLst>
            </p:cNvPr>
            <p:cNvSpPr/>
            <p:nvPr/>
          </p:nvSpPr>
          <p:spPr>
            <a:xfrm>
              <a:off x="4160925" y="2436200"/>
              <a:ext cx="315850" cy="264150"/>
            </a:xfrm>
            <a:custGeom>
              <a:avLst/>
              <a:gdLst/>
              <a:ahLst/>
              <a:cxnLst/>
              <a:rect l="l" t="t" r="r" b="b"/>
              <a:pathLst>
                <a:path w="12634" h="10566" extrusionOk="0">
                  <a:moveTo>
                    <a:pt x="3102" y="0"/>
                  </a:moveTo>
                  <a:cubicBezTo>
                    <a:pt x="2764" y="0"/>
                    <a:pt x="2447" y="83"/>
                    <a:pt x="2162" y="288"/>
                  </a:cubicBezTo>
                  <a:cubicBezTo>
                    <a:pt x="2162" y="288"/>
                    <a:pt x="0" y="2085"/>
                    <a:pt x="113" y="2899"/>
                  </a:cubicBezTo>
                  <a:cubicBezTo>
                    <a:pt x="253" y="3741"/>
                    <a:pt x="1264" y="4387"/>
                    <a:pt x="1208" y="5145"/>
                  </a:cubicBezTo>
                  <a:cubicBezTo>
                    <a:pt x="1161" y="5772"/>
                    <a:pt x="1364" y="6975"/>
                    <a:pt x="1659" y="6975"/>
                  </a:cubicBezTo>
                  <a:cubicBezTo>
                    <a:pt x="1720" y="6975"/>
                    <a:pt x="1785" y="6923"/>
                    <a:pt x="1853" y="6801"/>
                  </a:cubicBezTo>
                  <a:cubicBezTo>
                    <a:pt x="2218" y="6099"/>
                    <a:pt x="2022" y="5341"/>
                    <a:pt x="2611" y="5145"/>
                  </a:cubicBezTo>
                  <a:cubicBezTo>
                    <a:pt x="2659" y="5128"/>
                    <a:pt x="2709" y="5120"/>
                    <a:pt x="2760" y="5120"/>
                  </a:cubicBezTo>
                  <a:cubicBezTo>
                    <a:pt x="3311" y="5120"/>
                    <a:pt x="4025" y="6040"/>
                    <a:pt x="4127" y="6914"/>
                  </a:cubicBezTo>
                  <a:cubicBezTo>
                    <a:pt x="4268" y="7896"/>
                    <a:pt x="4071" y="8317"/>
                    <a:pt x="4577" y="9019"/>
                  </a:cubicBezTo>
                  <a:cubicBezTo>
                    <a:pt x="5094" y="9700"/>
                    <a:pt x="6245" y="10566"/>
                    <a:pt x="7518" y="10566"/>
                  </a:cubicBezTo>
                  <a:cubicBezTo>
                    <a:pt x="7558" y="10566"/>
                    <a:pt x="7597" y="10565"/>
                    <a:pt x="7637" y="10563"/>
                  </a:cubicBezTo>
                  <a:cubicBezTo>
                    <a:pt x="8984" y="10507"/>
                    <a:pt x="10444" y="10170"/>
                    <a:pt x="10444" y="10170"/>
                  </a:cubicBezTo>
                  <a:cubicBezTo>
                    <a:pt x="10444" y="10170"/>
                    <a:pt x="12634" y="7307"/>
                    <a:pt x="12437" y="4499"/>
                  </a:cubicBezTo>
                  <a:cubicBezTo>
                    <a:pt x="12241" y="1692"/>
                    <a:pt x="10023" y="288"/>
                    <a:pt x="10023" y="288"/>
                  </a:cubicBezTo>
                  <a:lnTo>
                    <a:pt x="10023" y="288"/>
                  </a:lnTo>
                  <a:cubicBezTo>
                    <a:pt x="10023" y="288"/>
                    <a:pt x="10079" y="1186"/>
                    <a:pt x="8226" y="1495"/>
                  </a:cubicBezTo>
                  <a:cubicBezTo>
                    <a:pt x="8116" y="1515"/>
                    <a:pt x="8003" y="1524"/>
                    <a:pt x="7887" y="1524"/>
                  </a:cubicBezTo>
                  <a:cubicBezTo>
                    <a:pt x="6410" y="1524"/>
                    <a:pt x="4554" y="0"/>
                    <a:pt x="31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1301;p25">
              <a:extLst>
                <a:ext uri="{FF2B5EF4-FFF2-40B4-BE49-F238E27FC236}">
                  <a16:creationId xmlns:a16="http://schemas.microsoft.com/office/drawing/2014/main" id="{3AA40A69-82CD-BD31-7E38-45C2AB563D66}"/>
                </a:ext>
              </a:extLst>
            </p:cNvPr>
            <p:cNvSpPr/>
            <p:nvPr/>
          </p:nvSpPr>
          <p:spPr>
            <a:xfrm>
              <a:off x="4158125" y="2430050"/>
              <a:ext cx="320075" cy="275850"/>
            </a:xfrm>
            <a:custGeom>
              <a:avLst/>
              <a:gdLst/>
              <a:ahLst/>
              <a:cxnLst/>
              <a:rect l="l" t="t" r="r" b="b"/>
              <a:pathLst>
                <a:path w="12803" h="11034" extrusionOk="0">
                  <a:moveTo>
                    <a:pt x="3201" y="478"/>
                  </a:moveTo>
                  <a:cubicBezTo>
                    <a:pt x="3846" y="478"/>
                    <a:pt x="4689" y="843"/>
                    <a:pt x="5503" y="1236"/>
                  </a:cubicBezTo>
                  <a:cubicBezTo>
                    <a:pt x="6345" y="1601"/>
                    <a:pt x="7187" y="1994"/>
                    <a:pt x="8001" y="1994"/>
                  </a:cubicBezTo>
                  <a:cubicBezTo>
                    <a:pt x="8142" y="1994"/>
                    <a:pt x="8254" y="1994"/>
                    <a:pt x="8366" y="1966"/>
                  </a:cubicBezTo>
                  <a:cubicBezTo>
                    <a:pt x="9265" y="1825"/>
                    <a:pt x="9770" y="1517"/>
                    <a:pt x="10051" y="1236"/>
                  </a:cubicBezTo>
                  <a:cubicBezTo>
                    <a:pt x="10150" y="1127"/>
                    <a:pt x="10217" y="1022"/>
                    <a:pt x="10263" y="926"/>
                  </a:cubicBezTo>
                  <a:lnTo>
                    <a:pt x="10263" y="926"/>
                  </a:lnTo>
                  <a:cubicBezTo>
                    <a:pt x="10494" y="1108"/>
                    <a:pt x="10848" y="1425"/>
                    <a:pt x="11202" y="1853"/>
                  </a:cubicBezTo>
                  <a:cubicBezTo>
                    <a:pt x="11707" y="2527"/>
                    <a:pt x="12241" y="3510"/>
                    <a:pt x="12325" y="4773"/>
                  </a:cubicBezTo>
                  <a:cubicBezTo>
                    <a:pt x="12325" y="4885"/>
                    <a:pt x="12325" y="4998"/>
                    <a:pt x="12325" y="5110"/>
                  </a:cubicBezTo>
                  <a:cubicBezTo>
                    <a:pt x="12325" y="6402"/>
                    <a:pt x="11848" y="7693"/>
                    <a:pt x="11342" y="8676"/>
                  </a:cubicBezTo>
                  <a:cubicBezTo>
                    <a:pt x="11118" y="9153"/>
                    <a:pt x="10865" y="9574"/>
                    <a:pt x="10697" y="9855"/>
                  </a:cubicBezTo>
                  <a:cubicBezTo>
                    <a:pt x="10584" y="9995"/>
                    <a:pt x="10528" y="10107"/>
                    <a:pt x="10472" y="10164"/>
                  </a:cubicBezTo>
                  <a:lnTo>
                    <a:pt x="10437" y="10216"/>
                  </a:lnTo>
                  <a:lnTo>
                    <a:pt x="10437" y="10216"/>
                  </a:lnTo>
                  <a:cubicBezTo>
                    <a:pt x="10397" y="10225"/>
                    <a:pt x="10343" y="10237"/>
                    <a:pt x="10275" y="10248"/>
                  </a:cubicBezTo>
                  <a:cubicBezTo>
                    <a:pt x="9798" y="10332"/>
                    <a:pt x="8731" y="10529"/>
                    <a:pt x="7749" y="10585"/>
                  </a:cubicBezTo>
                  <a:lnTo>
                    <a:pt x="7636" y="10585"/>
                  </a:lnTo>
                  <a:cubicBezTo>
                    <a:pt x="7047" y="10585"/>
                    <a:pt x="6457" y="10388"/>
                    <a:pt x="5980" y="10107"/>
                  </a:cubicBezTo>
                  <a:cubicBezTo>
                    <a:pt x="5503" y="9827"/>
                    <a:pt x="5110" y="9462"/>
                    <a:pt x="4885" y="9153"/>
                  </a:cubicBezTo>
                  <a:cubicBezTo>
                    <a:pt x="4660" y="8816"/>
                    <a:pt x="4604" y="8591"/>
                    <a:pt x="4576" y="8311"/>
                  </a:cubicBezTo>
                  <a:cubicBezTo>
                    <a:pt x="4520" y="8002"/>
                    <a:pt x="4548" y="7637"/>
                    <a:pt x="4492" y="7131"/>
                  </a:cubicBezTo>
                  <a:cubicBezTo>
                    <a:pt x="4408" y="6654"/>
                    <a:pt x="4183" y="6177"/>
                    <a:pt x="3902" y="5784"/>
                  </a:cubicBezTo>
                  <a:cubicBezTo>
                    <a:pt x="3762" y="5615"/>
                    <a:pt x="3594" y="5447"/>
                    <a:pt x="3425" y="5335"/>
                  </a:cubicBezTo>
                  <a:cubicBezTo>
                    <a:pt x="3257" y="5222"/>
                    <a:pt x="3060" y="5138"/>
                    <a:pt x="2864" y="5138"/>
                  </a:cubicBezTo>
                  <a:cubicBezTo>
                    <a:pt x="2779" y="5138"/>
                    <a:pt x="2723" y="5138"/>
                    <a:pt x="2639" y="5166"/>
                  </a:cubicBezTo>
                  <a:cubicBezTo>
                    <a:pt x="2443" y="5222"/>
                    <a:pt x="2302" y="5363"/>
                    <a:pt x="2218" y="5503"/>
                  </a:cubicBezTo>
                  <a:cubicBezTo>
                    <a:pt x="2078" y="5728"/>
                    <a:pt x="2050" y="5980"/>
                    <a:pt x="1993" y="6205"/>
                  </a:cubicBezTo>
                  <a:cubicBezTo>
                    <a:pt x="1940" y="6445"/>
                    <a:pt x="1887" y="6685"/>
                    <a:pt x="1762" y="6900"/>
                  </a:cubicBezTo>
                  <a:lnTo>
                    <a:pt x="1762" y="6900"/>
                  </a:lnTo>
                  <a:cubicBezTo>
                    <a:pt x="1754" y="6885"/>
                    <a:pt x="1747" y="6869"/>
                    <a:pt x="1741" y="6851"/>
                  </a:cubicBezTo>
                  <a:cubicBezTo>
                    <a:pt x="1628" y="6570"/>
                    <a:pt x="1544" y="6008"/>
                    <a:pt x="1544" y="5587"/>
                  </a:cubicBezTo>
                  <a:cubicBezTo>
                    <a:pt x="1544" y="5531"/>
                    <a:pt x="1544" y="5475"/>
                    <a:pt x="1544" y="5391"/>
                  </a:cubicBezTo>
                  <a:lnTo>
                    <a:pt x="1544" y="5307"/>
                  </a:lnTo>
                  <a:cubicBezTo>
                    <a:pt x="1544" y="5082"/>
                    <a:pt x="1488" y="4857"/>
                    <a:pt x="1376" y="4661"/>
                  </a:cubicBezTo>
                  <a:cubicBezTo>
                    <a:pt x="1207" y="4380"/>
                    <a:pt x="1011" y="4127"/>
                    <a:pt x="814" y="3875"/>
                  </a:cubicBezTo>
                  <a:cubicBezTo>
                    <a:pt x="646" y="3594"/>
                    <a:pt x="505" y="3341"/>
                    <a:pt x="449" y="3117"/>
                  </a:cubicBezTo>
                  <a:lnTo>
                    <a:pt x="449" y="3089"/>
                  </a:lnTo>
                  <a:cubicBezTo>
                    <a:pt x="449" y="2948"/>
                    <a:pt x="562" y="2724"/>
                    <a:pt x="730" y="2443"/>
                  </a:cubicBezTo>
                  <a:cubicBezTo>
                    <a:pt x="1011" y="2050"/>
                    <a:pt x="1432" y="1629"/>
                    <a:pt x="1797" y="1292"/>
                  </a:cubicBezTo>
                  <a:cubicBezTo>
                    <a:pt x="1965" y="1123"/>
                    <a:pt x="2134" y="983"/>
                    <a:pt x="2246" y="871"/>
                  </a:cubicBezTo>
                  <a:cubicBezTo>
                    <a:pt x="2329" y="788"/>
                    <a:pt x="2381" y="736"/>
                    <a:pt x="2403" y="714"/>
                  </a:cubicBezTo>
                  <a:lnTo>
                    <a:pt x="2403" y="714"/>
                  </a:lnTo>
                  <a:lnTo>
                    <a:pt x="2415" y="730"/>
                  </a:lnTo>
                  <a:cubicBezTo>
                    <a:pt x="2639" y="562"/>
                    <a:pt x="2920" y="478"/>
                    <a:pt x="3201" y="478"/>
                  </a:cubicBezTo>
                  <a:close/>
                  <a:moveTo>
                    <a:pt x="3201" y="0"/>
                  </a:moveTo>
                  <a:cubicBezTo>
                    <a:pt x="2836" y="0"/>
                    <a:pt x="2471" y="113"/>
                    <a:pt x="2134" y="337"/>
                  </a:cubicBezTo>
                  <a:lnTo>
                    <a:pt x="2134" y="365"/>
                  </a:lnTo>
                  <a:cubicBezTo>
                    <a:pt x="2106" y="365"/>
                    <a:pt x="1600" y="787"/>
                    <a:pt x="1067" y="1320"/>
                  </a:cubicBezTo>
                  <a:cubicBezTo>
                    <a:pt x="814" y="1601"/>
                    <a:pt x="562" y="1881"/>
                    <a:pt x="365" y="2190"/>
                  </a:cubicBezTo>
                  <a:cubicBezTo>
                    <a:pt x="140" y="2471"/>
                    <a:pt x="0" y="2780"/>
                    <a:pt x="0" y="3089"/>
                  </a:cubicBezTo>
                  <a:lnTo>
                    <a:pt x="0" y="3201"/>
                  </a:lnTo>
                  <a:lnTo>
                    <a:pt x="5" y="3200"/>
                  </a:lnTo>
                  <a:lnTo>
                    <a:pt x="5" y="3200"/>
                  </a:lnTo>
                  <a:cubicBezTo>
                    <a:pt x="95" y="3691"/>
                    <a:pt x="397" y="4050"/>
                    <a:pt x="618" y="4408"/>
                  </a:cubicBezTo>
                  <a:cubicBezTo>
                    <a:pt x="758" y="4577"/>
                    <a:pt x="870" y="4745"/>
                    <a:pt x="955" y="4885"/>
                  </a:cubicBezTo>
                  <a:cubicBezTo>
                    <a:pt x="1039" y="5054"/>
                    <a:pt x="1095" y="5194"/>
                    <a:pt x="1095" y="5307"/>
                  </a:cubicBezTo>
                  <a:lnTo>
                    <a:pt x="1095" y="5363"/>
                  </a:lnTo>
                  <a:cubicBezTo>
                    <a:pt x="1067" y="5447"/>
                    <a:pt x="1067" y="5531"/>
                    <a:pt x="1067" y="5587"/>
                  </a:cubicBezTo>
                  <a:cubicBezTo>
                    <a:pt x="1067" y="5952"/>
                    <a:pt x="1123" y="6373"/>
                    <a:pt x="1207" y="6710"/>
                  </a:cubicBezTo>
                  <a:cubicBezTo>
                    <a:pt x="1263" y="6879"/>
                    <a:pt x="1292" y="7047"/>
                    <a:pt x="1376" y="7160"/>
                  </a:cubicBezTo>
                  <a:cubicBezTo>
                    <a:pt x="1404" y="7244"/>
                    <a:pt x="1460" y="7300"/>
                    <a:pt x="1516" y="7356"/>
                  </a:cubicBezTo>
                  <a:cubicBezTo>
                    <a:pt x="1572" y="7412"/>
                    <a:pt x="1656" y="7440"/>
                    <a:pt x="1769" y="7440"/>
                  </a:cubicBezTo>
                  <a:cubicBezTo>
                    <a:pt x="1853" y="7440"/>
                    <a:pt x="1937" y="7412"/>
                    <a:pt x="2021" y="7356"/>
                  </a:cubicBezTo>
                  <a:cubicBezTo>
                    <a:pt x="2078" y="7300"/>
                    <a:pt x="2106" y="7244"/>
                    <a:pt x="2162" y="7160"/>
                  </a:cubicBezTo>
                  <a:cubicBezTo>
                    <a:pt x="2386" y="6766"/>
                    <a:pt x="2415" y="6373"/>
                    <a:pt x="2499" y="6065"/>
                  </a:cubicBezTo>
                  <a:cubicBezTo>
                    <a:pt x="2527" y="5924"/>
                    <a:pt x="2555" y="5812"/>
                    <a:pt x="2611" y="5756"/>
                  </a:cubicBezTo>
                  <a:cubicBezTo>
                    <a:pt x="2667" y="5672"/>
                    <a:pt x="2695" y="5644"/>
                    <a:pt x="2779" y="5615"/>
                  </a:cubicBezTo>
                  <a:lnTo>
                    <a:pt x="2864" y="5587"/>
                  </a:lnTo>
                  <a:cubicBezTo>
                    <a:pt x="2948" y="5587"/>
                    <a:pt x="3060" y="5615"/>
                    <a:pt x="3173" y="5700"/>
                  </a:cubicBezTo>
                  <a:cubicBezTo>
                    <a:pt x="3341" y="5840"/>
                    <a:pt x="3537" y="6065"/>
                    <a:pt x="3706" y="6317"/>
                  </a:cubicBezTo>
                  <a:cubicBezTo>
                    <a:pt x="3874" y="6598"/>
                    <a:pt x="3987" y="6907"/>
                    <a:pt x="4015" y="7216"/>
                  </a:cubicBezTo>
                  <a:cubicBezTo>
                    <a:pt x="4071" y="7665"/>
                    <a:pt x="4071" y="8002"/>
                    <a:pt x="4099" y="8339"/>
                  </a:cubicBezTo>
                  <a:cubicBezTo>
                    <a:pt x="4127" y="8676"/>
                    <a:pt x="4239" y="9041"/>
                    <a:pt x="4520" y="9406"/>
                  </a:cubicBezTo>
                  <a:cubicBezTo>
                    <a:pt x="4773" y="9799"/>
                    <a:pt x="5222" y="10192"/>
                    <a:pt x="5755" y="10500"/>
                  </a:cubicBezTo>
                  <a:cubicBezTo>
                    <a:pt x="6289" y="10809"/>
                    <a:pt x="6935" y="11034"/>
                    <a:pt x="7636" y="11034"/>
                  </a:cubicBezTo>
                  <a:lnTo>
                    <a:pt x="7777" y="11034"/>
                  </a:lnTo>
                  <a:cubicBezTo>
                    <a:pt x="9152" y="10978"/>
                    <a:pt x="10612" y="10669"/>
                    <a:pt x="10612" y="10669"/>
                  </a:cubicBezTo>
                  <a:cubicBezTo>
                    <a:pt x="10668" y="10641"/>
                    <a:pt x="10725" y="10613"/>
                    <a:pt x="10753" y="10557"/>
                  </a:cubicBezTo>
                  <a:cubicBezTo>
                    <a:pt x="10753" y="10557"/>
                    <a:pt x="11258" y="9883"/>
                    <a:pt x="11763" y="8872"/>
                  </a:cubicBezTo>
                  <a:cubicBezTo>
                    <a:pt x="12269" y="7861"/>
                    <a:pt x="12802" y="6514"/>
                    <a:pt x="12802" y="5110"/>
                  </a:cubicBezTo>
                  <a:cubicBezTo>
                    <a:pt x="12802" y="4970"/>
                    <a:pt x="12802" y="4857"/>
                    <a:pt x="12774" y="4717"/>
                  </a:cubicBezTo>
                  <a:cubicBezTo>
                    <a:pt x="12690" y="3257"/>
                    <a:pt x="12044" y="2162"/>
                    <a:pt x="11455" y="1432"/>
                  </a:cubicBezTo>
                  <a:cubicBezTo>
                    <a:pt x="10837" y="702"/>
                    <a:pt x="10275" y="337"/>
                    <a:pt x="10247" y="337"/>
                  </a:cubicBezTo>
                  <a:cubicBezTo>
                    <a:pt x="10205" y="309"/>
                    <a:pt x="10163" y="295"/>
                    <a:pt x="10125" y="295"/>
                  </a:cubicBezTo>
                  <a:cubicBezTo>
                    <a:pt x="10086" y="295"/>
                    <a:pt x="10051" y="309"/>
                    <a:pt x="10023" y="337"/>
                  </a:cubicBezTo>
                  <a:cubicBezTo>
                    <a:pt x="9939" y="365"/>
                    <a:pt x="9882" y="450"/>
                    <a:pt x="9882" y="534"/>
                  </a:cubicBezTo>
                  <a:cubicBezTo>
                    <a:pt x="9882" y="562"/>
                    <a:pt x="9882" y="702"/>
                    <a:pt x="9714" y="927"/>
                  </a:cubicBezTo>
                  <a:cubicBezTo>
                    <a:pt x="9517" y="1123"/>
                    <a:pt x="9124" y="1376"/>
                    <a:pt x="8282" y="1517"/>
                  </a:cubicBezTo>
                  <a:lnTo>
                    <a:pt x="8284" y="1523"/>
                  </a:lnTo>
                  <a:lnTo>
                    <a:pt x="8284" y="1523"/>
                  </a:lnTo>
                  <a:cubicBezTo>
                    <a:pt x="8184" y="1545"/>
                    <a:pt x="8105" y="1545"/>
                    <a:pt x="8001" y="1545"/>
                  </a:cubicBezTo>
                  <a:cubicBezTo>
                    <a:pt x="7356" y="1545"/>
                    <a:pt x="6541" y="1180"/>
                    <a:pt x="5699" y="787"/>
                  </a:cubicBezTo>
                  <a:cubicBezTo>
                    <a:pt x="4857" y="422"/>
                    <a:pt x="4015" y="29"/>
                    <a:pt x="3201"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1302;p25">
              <a:extLst>
                <a:ext uri="{FF2B5EF4-FFF2-40B4-BE49-F238E27FC236}">
                  <a16:creationId xmlns:a16="http://schemas.microsoft.com/office/drawing/2014/main" id="{BFAFB99C-B753-7DB3-7186-58A09F3E1A3D}"/>
                </a:ext>
              </a:extLst>
            </p:cNvPr>
            <p:cNvSpPr/>
            <p:nvPr/>
          </p:nvSpPr>
          <p:spPr>
            <a:xfrm>
              <a:off x="4207250" y="2635575"/>
              <a:ext cx="66700" cy="50675"/>
            </a:xfrm>
            <a:custGeom>
              <a:avLst/>
              <a:gdLst/>
              <a:ahLst/>
              <a:cxnLst/>
              <a:rect l="l" t="t" r="r" b="b"/>
              <a:pathLst>
                <a:path w="2668" h="2027" extrusionOk="0">
                  <a:moveTo>
                    <a:pt x="2398" y="0"/>
                  </a:moveTo>
                  <a:cubicBezTo>
                    <a:pt x="2297" y="0"/>
                    <a:pt x="2190" y="80"/>
                    <a:pt x="2190" y="202"/>
                  </a:cubicBezTo>
                  <a:cubicBezTo>
                    <a:pt x="2162" y="258"/>
                    <a:pt x="2106" y="567"/>
                    <a:pt x="1966" y="848"/>
                  </a:cubicBezTo>
                  <a:cubicBezTo>
                    <a:pt x="1881" y="1016"/>
                    <a:pt x="1797" y="1156"/>
                    <a:pt x="1685" y="1269"/>
                  </a:cubicBezTo>
                  <a:cubicBezTo>
                    <a:pt x="1572" y="1409"/>
                    <a:pt x="1432" y="1493"/>
                    <a:pt x="1264" y="1521"/>
                  </a:cubicBezTo>
                  <a:cubicBezTo>
                    <a:pt x="1208" y="1549"/>
                    <a:pt x="1179" y="1549"/>
                    <a:pt x="1123" y="1549"/>
                  </a:cubicBezTo>
                  <a:cubicBezTo>
                    <a:pt x="1011" y="1549"/>
                    <a:pt x="927" y="1521"/>
                    <a:pt x="843" y="1437"/>
                  </a:cubicBezTo>
                  <a:cubicBezTo>
                    <a:pt x="730" y="1297"/>
                    <a:pt x="618" y="1072"/>
                    <a:pt x="562" y="876"/>
                  </a:cubicBezTo>
                  <a:cubicBezTo>
                    <a:pt x="534" y="763"/>
                    <a:pt x="506" y="679"/>
                    <a:pt x="506" y="623"/>
                  </a:cubicBezTo>
                  <a:lnTo>
                    <a:pt x="478" y="539"/>
                  </a:lnTo>
                  <a:lnTo>
                    <a:pt x="478" y="511"/>
                  </a:lnTo>
                  <a:cubicBezTo>
                    <a:pt x="452" y="410"/>
                    <a:pt x="360" y="310"/>
                    <a:pt x="260" y="310"/>
                  </a:cubicBezTo>
                  <a:cubicBezTo>
                    <a:pt x="249" y="310"/>
                    <a:pt x="237" y="311"/>
                    <a:pt x="225" y="314"/>
                  </a:cubicBezTo>
                  <a:cubicBezTo>
                    <a:pt x="85" y="342"/>
                    <a:pt x="0" y="455"/>
                    <a:pt x="0" y="567"/>
                  </a:cubicBezTo>
                  <a:cubicBezTo>
                    <a:pt x="0" y="595"/>
                    <a:pt x="56" y="904"/>
                    <a:pt x="197" y="1269"/>
                  </a:cubicBezTo>
                  <a:cubicBezTo>
                    <a:pt x="281" y="1437"/>
                    <a:pt x="365" y="1606"/>
                    <a:pt x="506" y="1774"/>
                  </a:cubicBezTo>
                  <a:cubicBezTo>
                    <a:pt x="674" y="1914"/>
                    <a:pt x="871" y="2027"/>
                    <a:pt x="1123" y="2027"/>
                  </a:cubicBezTo>
                  <a:cubicBezTo>
                    <a:pt x="1208" y="2027"/>
                    <a:pt x="1292" y="1999"/>
                    <a:pt x="1404" y="1971"/>
                  </a:cubicBezTo>
                  <a:cubicBezTo>
                    <a:pt x="1657" y="1914"/>
                    <a:pt x="1881" y="1746"/>
                    <a:pt x="2050" y="1578"/>
                  </a:cubicBezTo>
                  <a:cubicBezTo>
                    <a:pt x="2527" y="1016"/>
                    <a:pt x="2639" y="286"/>
                    <a:pt x="2639" y="258"/>
                  </a:cubicBezTo>
                  <a:cubicBezTo>
                    <a:pt x="2667" y="146"/>
                    <a:pt x="2583" y="5"/>
                    <a:pt x="2443" y="5"/>
                  </a:cubicBezTo>
                  <a:cubicBezTo>
                    <a:pt x="2428" y="2"/>
                    <a:pt x="2413" y="0"/>
                    <a:pt x="2398"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1303;p25">
              <a:extLst>
                <a:ext uri="{FF2B5EF4-FFF2-40B4-BE49-F238E27FC236}">
                  <a16:creationId xmlns:a16="http://schemas.microsoft.com/office/drawing/2014/main" id="{83493493-4ED2-7F5A-FAA6-0B92A9431845}"/>
                </a:ext>
              </a:extLst>
            </p:cNvPr>
            <p:cNvSpPr/>
            <p:nvPr/>
          </p:nvSpPr>
          <p:spPr>
            <a:xfrm>
              <a:off x="4134950" y="2749975"/>
              <a:ext cx="383950" cy="124375"/>
            </a:xfrm>
            <a:custGeom>
              <a:avLst/>
              <a:gdLst/>
              <a:ahLst/>
              <a:cxnLst/>
              <a:rect l="l" t="t" r="r" b="b"/>
              <a:pathLst>
                <a:path w="15358" h="4975" extrusionOk="0">
                  <a:moveTo>
                    <a:pt x="9549" y="0"/>
                  </a:moveTo>
                  <a:cubicBezTo>
                    <a:pt x="9483" y="0"/>
                    <a:pt x="9416" y="2"/>
                    <a:pt x="9350" y="6"/>
                  </a:cubicBezTo>
                  <a:cubicBezTo>
                    <a:pt x="7188" y="146"/>
                    <a:pt x="2499" y="1887"/>
                    <a:pt x="1657" y="2785"/>
                  </a:cubicBezTo>
                  <a:cubicBezTo>
                    <a:pt x="843" y="3683"/>
                    <a:pt x="394" y="4469"/>
                    <a:pt x="394" y="4469"/>
                  </a:cubicBezTo>
                  <a:lnTo>
                    <a:pt x="1" y="4975"/>
                  </a:lnTo>
                  <a:cubicBezTo>
                    <a:pt x="1" y="4975"/>
                    <a:pt x="2948" y="4217"/>
                    <a:pt x="7272" y="3627"/>
                  </a:cubicBezTo>
                  <a:cubicBezTo>
                    <a:pt x="8093" y="3521"/>
                    <a:pt x="8880" y="3478"/>
                    <a:pt x="9617" y="3478"/>
                  </a:cubicBezTo>
                  <a:cubicBezTo>
                    <a:pt x="12785" y="3478"/>
                    <a:pt x="15021" y="4273"/>
                    <a:pt x="15021" y="4273"/>
                  </a:cubicBezTo>
                  <a:cubicBezTo>
                    <a:pt x="15021" y="4273"/>
                    <a:pt x="15357" y="3318"/>
                    <a:pt x="14319" y="2504"/>
                  </a:cubicBezTo>
                  <a:cubicBezTo>
                    <a:pt x="13339" y="1688"/>
                    <a:pt x="11647" y="0"/>
                    <a:pt x="9549"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1304;p25">
              <a:extLst>
                <a:ext uri="{FF2B5EF4-FFF2-40B4-BE49-F238E27FC236}">
                  <a16:creationId xmlns:a16="http://schemas.microsoft.com/office/drawing/2014/main" id="{B1620DB6-DD33-8E10-9C68-E76AD8EC4EF3}"/>
                </a:ext>
              </a:extLst>
            </p:cNvPr>
            <p:cNvSpPr/>
            <p:nvPr/>
          </p:nvSpPr>
          <p:spPr>
            <a:xfrm>
              <a:off x="4128625" y="2744475"/>
              <a:ext cx="388875" cy="135675"/>
            </a:xfrm>
            <a:custGeom>
              <a:avLst/>
              <a:gdLst/>
              <a:ahLst/>
              <a:cxnLst/>
              <a:rect l="l" t="t" r="r" b="b"/>
              <a:pathLst>
                <a:path w="15555" h="5427" extrusionOk="0">
                  <a:moveTo>
                    <a:pt x="459" y="4555"/>
                  </a:moveTo>
                  <a:cubicBezTo>
                    <a:pt x="459" y="4555"/>
                    <a:pt x="459" y="4555"/>
                    <a:pt x="459" y="4555"/>
                  </a:cubicBezTo>
                  <a:lnTo>
                    <a:pt x="459" y="4555"/>
                  </a:lnTo>
                  <a:lnTo>
                    <a:pt x="459" y="4555"/>
                  </a:lnTo>
                  <a:close/>
                  <a:moveTo>
                    <a:pt x="9827" y="450"/>
                  </a:moveTo>
                  <a:cubicBezTo>
                    <a:pt x="10810" y="450"/>
                    <a:pt x="11708" y="843"/>
                    <a:pt x="12494" y="1377"/>
                  </a:cubicBezTo>
                  <a:cubicBezTo>
                    <a:pt x="13280" y="1882"/>
                    <a:pt x="13926" y="2500"/>
                    <a:pt x="14431" y="2893"/>
                  </a:cubicBezTo>
                  <a:cubicBezTo>
                    <a:pt x="14993" y="3342"/>
                    <a:pt x="15077" y="3791"/>
                    <a:pt x="15077" y="4100"/>
                  </a:cubicBezTo>
                  <a:cubicBezTo>
                    <a:pt x="15077" y="4133"/>
                    <a:pt x="15077" y="4161"/>
                    <a:pt x="15076" y="4185"/>
                  </a:cubicBezTo>
                  <a:lnTo>
                    <a:pt x="15076" y="4185"/>
                  </a:lnTo>
                  <a:cubicBezTo>
                    <a:pt x="14405" y="3978"/>
                    <a:pt x="12456" y="3454"/>
                    <a:pt x="9911" y="3454"/>
                  </a:cubicBezTo>
                  <a:cubicBezTo>
                    <a:pt x="9153" y="3454"/>
                    <a:pt x="8339" y="3510"/>
                    <a:pt x="7497" y="3623"/>
                  </a:cubicBezTo>
                  <a:cubicBezTo>
                    <a:pt x="4351" y="4029"/>
                    <a:pt x="1938" y="4552"/>
                    <a:pt x="843" y="4811"/>
                  </a:cubicBezTo>
                  <a:lnTo>
                    <a:pt x="843" y="4811"/>
                  </a:lnTo>
                  <a:lnTo>
                    <a:pt x="843" y="4802"/>
                  </a:lnTo>
                  <a:lnTo>
                    <a:pt x="871" y="4774"/>
                  </a:lnTo>
                  <a:cubicBezTo>
                    <a:pt x="955" y="4605"/>
                    <a:pt x="1377" y="3931"/>
                    <a:pt x="2078" y="3173"/>
                  </a:cubicBezTo>
                  <a:cubicBezTo>
                    <a:pt x="2247" y="3005"/>
                    <a:pt x="2696" y="2724"/>
                    <a:pt x="3258" y="2415"/>
                  </a:cubicBezTo>
                  <a:cubicBezTo>
                    <a:pt x="4128" y="1994"/>
                    <a:pt x="5335" y="1517"/>
                    <a:pt x="6514" y="1152"/>
                  </a:cubicBezTo>
                  <a:cubicBezTo>
                    <a:pt x="7693" y="787"/>
                    <a:pt x="8844" y="506"/>
                    <a:pt x="9631" y="450"/>
                  </a:cubicBezTo>
                  <a:close/>
                  <a:moveTo>
                    <a:pt x="9603" y="1"/>
                  </a:moveTo>
                  <a:cubicBezTo>
                    <a:pt x="8451" y="57"/>
                    <a:pt x="6739" y="534"/>
                    <a:pt x="5167" y="1124"/>
                  </a:cubicBezTo>
                  <a:cubicBezTo>
                    <a:pt x="4409" y="1405"/>
                    <a:pt x="3651" y="1714"/>
                    <a:pt x="3061" y="1994"/>
                  </a:cubicBezTo>
                  <a:cubicBezTo>
                    <a:pt x="2443" y="2303"/>
                    <a:pt x="1994" y="2584"/>
                    <a:pt x="1742" y="2865"/>
                  </a:cubicBezTo>
                  <a:cubicBezTo>
                    <a:pt x="968" y="3690"/>
                    <a:pt x="526" y="4420"/>
                    <a:pt x="459" y="4555"/>
                  </a:cubicBezTo>
                  <a:lnTo>
                    <a:pt x="459" y="4555"/>
                  </a:lnTo>
                  <a:lnTo>
                    <a:pt x="450" y="4549"/>
                  </a:lnTo>
                  <a:lnTo>
                    <a:pt x="85" y="5054"/>
                  </a:lnTo>
                  <a:cubicBezTo>
                    <a:pt x="1" y="5139"/>
                    <a:pt x="1" y="5251"/>
                    <a:pt x="57" y="5307"/>
                  </a:cubicBezTo>
                  <a:cubicBezTo>
                    <a:pt x="103" y="5376"/>
                    <a:pt x="188" y="5427"/>
                    <a:pt x="263" y="5427"/>
                  </a:cubicBezTo>
                  <a:cubicBezTo>
                    <a:pt x="279" y="5427"/>
                    <a:pt x="295" y="5424"/>
                    <a:pt x="310" y="5419"/>
                  </a:cubicBezTo>
                  <a:cubicBezTo>
                    <a:pt x="310" y="5419"/>
                    <a:pt x="506" y="5363"/>
                    <a:pt x="843" y="5279"/>
                  </a:cubicBezTo>
                  <a:cubicBezTo>
                    <a:pt x="1854" y="5054"/>
                    <a:pt x="4324" y="4521"/>
                    <a:pt x="7581" y="4072"/>
                  </a:cubicBezTo>
                  <a:cubicBezTo>
                    <a:pt x="8395" y="3960"/>
                    <a:pt x="9181" y="3931"/>
                    <a:pt x="9911" y="3931"/>
                  </a:cubicBezTo>
                  <a:cubicBezTo>
                    <a:pt x="11455" y="3931"/>
                    <a:pt x="12775" y="4128"/>
                    <a:pt x="13701" y="4324"/>
                  </a:cubicBezTo>
                  <a:cubicBezTo>
                    <a:pt x="14179" y="4409"/>
                    <a:pt x="14544" y="4521"/>
                    <a:pt x="14796" y="4577"/>
                  </a:cubicBezTo>
                  <a:cubicBezTo>
                    <a:pt x="14937" y="4633"/>
                    <a:pt x="15021" y="4661"/>
                    <a:pt x="15077" y="4689"/>
                  </a:cubicBezTo>
                  <a:cubicBezTo>
                    <a:pt x="15161" y="4689"/>
                    <a:pt x="15189" y="4718"/>
                    <a:pt x="15189" y="4718"/>
                  </a:cubicBezTo>
                  <a:cubicBezTo>
                    <a:pt x="15209" y="4722"/>
                    <a:pt x="15229" y="4725"/>
                    <a:pt x="15249" y="4725"/>
                  </a:cubicBezTo>
                  <a:cubicBezTo>
                    <a:pt x="15347" y="4725"/>
                    <a:pt x="15447" y="4670"/>
                    <a:pt x="15470" y="4577"/>
                  </a:cubicBezTo>
                  <a:cubicBezTo>
                    <a:pt x="15498" y="4549"/>
                    <a:pt x="15554" y="4381"/>
                    <a:pt x="15554" y="4100"/>
                  </a:cubicBezTo>
                  <a:cubicBezTo>
                    <a:pt x="15554" y="3707"/>
                    <a:pt x="15386" y="3061"/>
                    <a:pt x="14740" y="2528"/>
                  </a:cubicBezTo>
                  <a:cubicBezTo>
                    <a:pt x="14235" y="2135"/>
                    <a:pt x="13561" y="1517"/>
                    <a:pt x="12747" y="984"/>
                  </a:cubicBezTo>
                  <a:cubicBezTo>
                    <a:pt x="11905" y="422"/>
                    <a:pt x="10922" y="1"/>
                    <a:pt x="982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1305;p25">
              <a:extLst>
                <a:ext uri="{FF2B5EF4-FFF2-40B4-BE49-F238E27FC236}">
                  <a16:creationId xmlns:a16="http://schemas.microsoft.com/office/drawing/2014/main" id="{992D996E-67E2-1132-36FF-1BC4E93EBF74}"/>
                </a:ext>
              </a:extLst>
            </p:cNvPr>
            <p:cNvSpPr/>
            <p:nvPr/>
          </p:nvSpPr>
          <p:spPr>
            <a:xfrm>
              <a:off x="3856300" y="3795025"/>
              <a:ext cx="103200" cy="213500"/>
            </a:xfrm>
            <a:custGeom>
              <a:avLst/>
              <a:gdLst/>
              <a:ahLst/>
              <a:cxnLst/>
              <a:rect l="l" t="t" r="r" b="b"/>
              <a:pathLst>
                <a:path w="4128" h="8540" extrusionOk="0">
                  <a:moveTo>
                    <a:pt x="2125" y="1"/>
                  </a:moveTo>
                  <a:cubicBezTo>
                    <a:pt x="1332" y="1"/>
                    <a:pt x="1" y="203"/>
                    <a:pt x="1" y="203"/>
                  </a:cubicBezTo>
                  <a:cubicBezTo>
                    <a:pt x="1" y="203"/>
                    <a:pt x="562" y="4134"/>
                    <a:pt x="759" y="5088"/>
                  </a:cubicBezTo>
                  <a:cubicBezTo>
                    <a:pt x="935" y="5969"/>
                    <a:pt x="2058" y="8540"/>
                    <a:pt x="2835" y="8540"/>
                  </a:cubicBezTo>
                  <a:cubicBezTo>
                    <a:pt x="2925" y="8540"/>
                    <a:pt x="3010" y="8505"/>
                    <a:pt x="3089" y="8429"/>
                  </a:cubicBezTo>
                  <a:cubicBezTo>
                    <a:pt x="3847" y="7699"/>
                    <a:pt x="4128" y="5201"/>
                    <a:pt x="3735" y="3937"/>
                  </a:cubicBezTo>
                  <a:cubicBezTo>
                    <a:pt x="3342" y="2702"/>
                    <a:pt x="2780" y="400"/>
                    <a:pt x="2696" y="119"/>
                  </a:cubicBezTo>
                  <a:cubicBezTo>
                    <a:pt x="2664" y="32"/>
                    <a:pt x="2436" y="1"/>
                    <a:pt x="212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1306;p25">
              <a:extLst>
                <a:ext uri="{FF2B5EF4-FFF2-40B4-BE49-F238E27FC236}">
                  <a16:creationId xmlns:a16="http://schemas.microsoft.com/office/drawing/2014/main" id="{1388E410-B21F-3DB4-D530-90FACFF83D7D}"/>
                </a:ext>
              </a:extLst>
            </p:cNvPr>
            <p:cNvSpPr/>
            <p:nvPr/>
          </p:nvSpPr>
          <p:spPr>
            <a:xfrm>
              <a:off x="3850000" y="3788875"/>
              <a:ext cx="110200" cy="225325"/>
            </a:xfrm>
            <a:custGeom>
              <a:avLst/>
              <a:gdLst/>
              <a:ahLst/>
              <a:cxnLst/>
              <a:rect l="l" t="t" r="r" b="b"/>
              <a:pathLst>
                <a:path w="4408" h="9013" extrusionOk="0">
                  <a:moveTo>
                    <a:pt x="2415" y="477"/>
                  </a:moveTo>
                  <a:cubicBezTo>
                    <a:pt x="2555" y="477"/>
                    <a:pt x="2667" y="477"/>
                    <a:pt x="2724" y="506"/>
                  </a:cubicBezTo>
                  <a:lnTo>
                    <a:pt x="2737" y="506"/>
                  </a:lnTo>
                  <a:cubicBezTo>
                    <a:pt x="2759" y="600"/>
                    <a:pt x="2804" y="756"/>
                    <a:pt x="2864" y="955"/>
                  </a:cubicBezTo>
                  <a:cubicBezTo>
                    <a:pt x="3088" y="1797"/>
                    <a:pt x="3482" y="3313"/>
                    <a:pt x="3762" y="4268"/>
                  </a:cubicBezTo>
                  <a:cubicBezTo>
                    <a:pt x="3875" y="4604"/>
                    <a:pt x="3931" y="5082"/>
                    <a:pt x="3931" y="5559"/>
                  </a:cubicBezTo>
                  <a:cubicBezTo>
                    <a:pt x="3931" y="6149"/>
                    <a:pt x="3847" y="6794"/>
                    <a:pt x="3706" y="7328"/>
                  </a:cubicBezTo>
                  <a:cubicBezTo>
                    <a:pt x="3594" y="7861"/>
                    <a:pt x="3369" y="8310"/>
                    <a:pt x="3173" y="8507"/>
                  </a:cubicBezTo>
                  <a:cubicBezTo>
                    <a:pt x="3117" y="8535"/>
                    <a:pt x="3117" y="8535"/>
                    <a:pt x="3088" y="8563"/>
                  </a:cubicBezTo>
                  <a:cubicBezTo>
                    <a:pt x="3032" y="8563"/>
                    <a:pt x="2976" y="8535"/>
                    <a:pt x="2892" y="8479"/>
                  </a:cubicBezTo>
                  <a:cubicBezTo>
                    <a:pt x="2752" y="8395"/>
                    <a:pt x="2583" y="8170"/>
                    <a:pt x="2415" y="7917"/>
                  </a:cubicBezTo>
                  <a:cubicBezTo>
                    <a:pt x="2134" y="7524"/>
                    <a:pt x="1853" y="6991"/>
                    <a:pt x="1657" y="6514"/>
                  </a:cubicBezTo>
                  <a:cubicBezTo>
                    <a:pt x="1460" y="6008"/>
                    <a:pt x="1292" y="5559"/>
                    <a:pt x="1236" y="5306"/>
                  </a:cubicBezTo>
                  <a:cubicBezTo>
                    <a:pt x="1151" y="4829"/>
                    <a:pt x="955" y="3594"/>
                    <a:pt x="786" y="2499"/>
                  </a:cubicBezTo>
                  <a:cubicBezTo>
                    <a:pt x="666" y="1717"/>
                    <a:pt x="560" y="992"/>
                    <a:pt x="509" y="642"/>
                  </a:cubicBezTo>
                  <a:lnTo>
                    <a:pt x="509" y="642"/>
                  </a:lnTo>
                  <a:cubicBezTo>
                    <a:pt x="649" y="625"/>
                    <a:pt x="844" y="604"/>
                    <a:pt x="1067" y="590"/>
                  </a:cubicBezTo>
                  <a:cubicBezTo>
                    <a:pt x="1488" y="534"/>
                    <a:pt x="2022" y="477"/>
                    <a:pt x="2415" y="477"/>
                  </a:cubicBezTo>
                  <a:close/>
                  <a:moveTo>
                    <a:pt x="2415" y="0"/>
                  </a:moveTo>
                  <a:cubicBezTo>
                    <a:pt x="1572" y="0"/>
                    <a:pt x="225" y="225"/>
                    <a:pt x="225" y="225"/>
                  </a:cubicBezTo>
                  <a:cubicBezTo>
                    <a:pt x="84" y="225"/>
                    <a:pt x="0" y="365"/>
                    <a:pt x="28" y="477"/>
                  </a:cubicBezTo>
                  <a:cubicBezTo>
                    <a:pt x="28" y="477"/>
                    <a:pt x="590" y="4408"/>
                    <a:pt x="786" y="5391"/>
                  </a:cubicBezTo>
                  <a:cubicBezTo>
                    <a:pt x="871" y="5868"/>
                    <a:pt x="1207" y="6710"/>
                    <a:pt x="1601" y="7496"/>
                  </a:cubicBezTo>
                  <a:cubicBezTo>
                    <a:pt x="1825" y="7889"/>
                    <a:pt x="2050" y="8254"/>
                    <a:pt x="2274" y="8507"/>
                  </a:cubicBezTo>
                  <a:cubicBezTo>
                    <a:pt x="2387" y="8647"/>
                    <a:pt x="2499" y="8788"/>
                    <a:pt x="2639" y="8872"/>
                  </a:cubicBezTo>
                  <a:cubicBezTo>
                    <a:pt x="2780" y="8956"/>
                    <a:pt x="2920" y="9012"/>
                    <a:pt x="3088" y="9012"/>
                  </a:cubicBezTo>
                  <a:cubicBezTo>
                    <a:pt x="3229" y="9012"/>
                    <a:pt x="3369" y="8956"/>
                    <a:pt x="3482" y="8844"/>
                  </a:cubicBezTo>
                  <a:cubicBezTo>
                    <a:pt x="3818" y="8535"/>
                    <a:pt x="4015" y="8030"/>
                    <a:pt x="4183" y="7440"/>
                  </a:cubicBezTo>
                  <a:cubicBezTo>
                    <a:pt x="4324" y="6850"/>
                    <a:pt x="4408" y="6205"/>
                    <a:pt x="4408" y="5559"/>
                  </a:cubicBezTo>
                  <a:cubicBezTo>
                    <a:pt x="4408" y="5026"/>
                    <a:pt x="4352" y="4520"/>
                    <a:pt x="4211" y="4127"/>
                  </a:cubicBezTo>
                  <a:cubicBezTo>
                    <a:pt x="4015" y="3510"/>
                    <a:pt x="3790" y="2611"/>
                    <a:pt x="3594" y="1853"/>
                  </a:cubicBezTo>
                  <a:cubicBezTo>
                    <a:pt x="3482" y="1460"/>
                    <a:pt x="3397" y="1123"/>
                    <a:pt x="3313" y="842"/>
                  </a:cubicBezTo>
                  <a:cubicBezTo>
                    <a:pt x="3229" y="562"/>
                    <a:pt x="3173" y="365"/>
                    <a:pt x="3145" y="281"/>
                  </a:cubicBezTo>
                  <a:cubicBezTo>
                    <a:pt x="3117" y="169"/>
                    <a:pt x="3032" y="113"/>
                    <a:pt x="2976" y="84"/>
                  </a:cubicBezTo>
                  <a:cubicBezTo>
                    <a:pt x="2892" y="56"/>
                    <a:pt x="2808" y="28"/>
                    <a:pt x="2724" y="28"/>
                  </a:cubicBezTo>
                  <a:cubicBezTo>
                    <a:pt x="2611" y="28"/>
                    <a:pt x="2527" y="0"/>
                    <a:pt x="2415"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1307;p25">
              <a:extLst>
                <a:ext uri="{FF2B5EF4-FFF2-40B4-BE49-F238E27FC236}">
                  <a16:creationId xmlns:a16="http://schemas.microsoft.com/office/drawing/2014/main" id="{E72E975B-B6D2-8050-686C-DCC6FE1F0E28}"/>
                </a:ext>
              </a:extLst>
            </p:cNvPr>
            <p:cNvSpPr/>
            <p:nvPr/>
          </p:nvSpPr>
          <p:spPr>
            <a:xfrm>
              <a:off x="3807875" y="3450575"/>
              <a:ext cx="162875" cy="381150"/>
            </a:xfrm>
            <a:custGeom>
              <a:avLst/>
              <a:gdLst/>
              <a:ahLst/>
              <a:cxnLst/>
              <a:rect l="l" t="t" r="r" b="b"/>
              <a:pathLst>
                <a:path w="6515" h="15246" extrusionOk="0">
                  <a:moveTo>
                    <a:pt x="843" y="0"/>
                  </a:moveTo>
                  <a:cubicBezTo>
                    <a:pt x="843" y="0"/>
                    <a:pt x="1" y="2723"/>
                    <a:pt x="1" y="4717"/>
                  </a:cubicBezTo>
                  <a:cubicBezTo>
                    <a:pt x="1" y="6682"/>
                    <a:pt x="338" y="8928"/>
                    <a:pt x="759" y="11848"/>
                  </a:cubicBezTo>
                  <a:cubicBezTo>
                    <a:pt x="1037" y="13546"/>
                    <a:pt x="2144" y="15245"/>
                    <a:pt x="3039" y="15245"/>
                  </a:cubicBezTo>
                  <a:cubicBezTo>
                    <a:pt x="3046" y="15245"/>
                    <a:pt x="3054" y="15245"/>
                    <a:pt x="3061" y="15245"/>
                  </a:cubicBezTo>
                  <a:cubicBezTo>
                    <a:pt x="5812" y="15104"/>
                    <a:pt x="4802" y="10023"/>
                    <a:pt x="5307" y="7075"/>
                  </a:cubicBezTo>
                  <a:cubicBezTo>
                    <a:pt x="5812" y="4127"/>
                    <a:pt x="6261" y="3959"/>
                    <a:pt x="6514" y="702"/>
                  </a:cubicBezTo>
                  <a:lnTo>
                    <a:pt x="843"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1308;p25">
              <a:extLst>
                <a:ext uri="{FF2B5EF4-FFF2-40B4-BE49-F238E27FC236}">
                  <a16:creationId xmlns:a16="http://schemas.microsoft.com/office/drawing/2014/main" id="{EF0407F8-F933-52A7-CBFD-B73F35D832E0}"/>
                </a:ext>
              </a:extLst>
            </p:cNvPr>
            <p:cNvSpPr/>
            <p:nvPr/>
          </p:nvSpPr>
          <p:spPr>
            <a:xfrm>
              <a:off x="3802275" y="3444500"/>
              <a:ext cx="174775" cy="392825"/>
            </a:xfrm>
            <a:custGeom>
              <a:avLst/>
              <a:gdLst/>
              <a:ahLst/>
              <a:cxnLst/>
              <a:rect l="l" t="t" r="r" b="b"/>
              <a:pathLst>
                <a:path w="6991" h="15713" extrusionOk="0">
                  <a:moveTo>
                    <a:pt x="1047" y="1"/>
                  </a:moveTo>
                  <a:cubicBezTo>
                    <a:pt x="955" y="1"/>
                    <a:pt x="864" y="71"/>
                    <a:pt x="842" y="159"/>
                  </a:cubicBezTo>
                  <a:cubicBezTo>
                    <a:pt x="842" y="187"/>
                    <a:pt x="0" y="2910"/>
                    <a:pt x="0" y="4960"/>
                  </a:cubicBezTo>
                  <a:cubicBezTo>
                    <a:pt x="0" y="6953"/>
                    <a:pt x="309" y="9199"/>
                    <a:pt x="758" y="12147"/>
                  </a:cubicBezTo>
                  <a:cubicBezTo>
                    <a:pt x="899" y="13017"/>
                    <a:pt x="1264" y="13888"/>
                    <a:pt x="1685" y="14561"/>
                  </a:cubicBezTo>
                  <a:cubicBezTo>
                    <a:pt x="1909" y="14898"/>
                    <a:pt x="2162" y="15179"/>
                    <a:pt x="2415" y="15375"/>
                  </a:cubicBezTo>
                  <a:cubicBezTo>
                    <a:pt x="2695" y="15572"/>
                    <a:pt x="2976" y="15712"/>
                    <a:pt x="3257" y="15712"/>
                  </a:cubicBezTo>
                  <a:lnTo>
                    <a:pt x="3313" y="15712"/>
                  </a:lnTo>
                  <a:cubicBezTo>
                    <a:pt x="3678" y="15712"/>
                    <a:pt x="4015" y="15600"/>
                    <a:pt x="4296" y="15404"/>
                  </a:cubicBezTo>
                  <a:cubicBezTo>
                    <a:pt x="4773" y="15095"/>
                    <a:pt x="5054" y="14561"/>
                    <a:pt x="5222" y="13944"/>
                  </a:cubicBezTo>
                  <a:cubicBezTo>
                    <a:pt x="5503" y="13017"/>
                    <a:pt x="5531" y="11838"/>
                    <a:pt x="5559" y="10659"/>
                  </a:cubicBezTo>
                  <a:cubicBezTo>
                    <a:pt x="5587" y="9480"/>
                    <a:pt x="5587" y="8301"/>
                    <a:pt x="5756" y="7346"/>
                  </a:cubicBezTo>
                  <a:cubicBezTo>
                    <a:pt x="6008" y="5886"/>
                    <a:pt x="6261" y="5128"/>
                    <a:pt x="6457" y="4314"/>
                  </a:cubicBezTo>
                  <a:cubicBezTo>
                    <a:pt x="6654" y="3472"/>
                    <a:pt x="6850" y="2601"/>
                    <a:pt x="6963" y="945"/>
                  </a:cubicBezTo>
                  <a:cubicBezTo>
                    <a:pt x="6991" y="833"/>
                    <a:pt x="6878" y="720"/>
                    <a:pt x="6766" y="692"/>
                  </a:cubicBezTo>
                  <a:cubicBezTo>
                    <a:pt x="6626" y="692"/>
                    <a:pt x="6514" y="777"/>
                    <a:pt x="6514" y="917"/>
                  </a:cubicBezTo>
                  <a:cubicBezTo>
                    <a:pt x="6373" y="2545"/>
                    <a:pt x="6205" y="3388"/>
                    <a:pt x="6008" y="4174"/>
                  </a:cubicBezTo>
                  <a:cubicBezTo>
                    <a:pt x="5812" y="4988"/>
                    <a:pt x="5559" y="5802"/>
                    <a:pt x="5306" y="7290"/>
                  </a:cubicBezTo>
                  <a:cubicBezTo>
                    <a:pt x="5026" y="8778"/>
                    <a:pt x="5166" y="10799"/>
                    <a:pt x="5026" y="12428"/>
                  </a:cubicBezTo>
                  <a:cubicBezTo>
                    <a:pt x="4941" y="13242"/>
                    <a:pt x="4801" y="13972"/>
                    <a:pt x="4520" y="14449"/>
                  </a:cubicBezTo>
                  <a:cubicBezTo>
                    <a:pt x="4380" y="14702"/>
                    <a:pt x="4239" y="14898"/>
                    <a:pt x="4015" y="15039"/>
                  </a:cubicBezTo>
                  <a:cubicBezTo>
                    <a:pt x="3818" y="15151"/>
                    <a:pt x="3594" y="15235"/>
                    <a:pt x="3285" y="15263"/>
                  </a:cubicBezTo>
                  <a:lnTo>
                    <a:pt x="3257" y="15263"/>
                  </a:lnTo>
                  <a:cubicBezTo>
                    <a:pt x="3116" y="15263"/>
                    <a:pt x="2920" y="15179"/>
                    <a:pt x="2723" y="15011"/>
                  </a:cubicBezTo>
                  <a:cubicBezTo>
                    <a:pt x="2078" y="14505"/>
                    <a:pt x="1404" y="13270"/>
                    <a:pt x="1235" y="12063"/>
                  </a:cubicBezTo>
                  <a:cubicBezTo>
                    <a:pt x="786" y="9143"/>
                    <a:pt x="477" y="6897"/>
                    <a:pt x="477" y="4960"/>
                  </a:cubicBezTo>
                  <a:cubicBezTo>
                    <a:pt x="477" y="4005"/>
                    <a:pt x="674" y="2826"/>
                    <a:pt x="871" y="1900"/>
                  </a:cubicBezTo>
                  <a:cubicBezTo>
                    <a:pt x="983" y="1450"/>
                    <a:pt x="1067" y="1029"/>
                    <a:pt x="1151" y="749"/>
                  </a:cubicBezTo>
                  <a:cubicBezTo>
                    <a:pt x="1235" y="468"/>
                    <a:pt x="1292" y="299"/>
                    <a:pt x="1292" y="299"/>
                  </a:cubicBezTo>
                  <a:cubicBezTo>
                    <a:pt x="1320" y="187"/>
                    <a:pt x="1264" y="47"/>
                    <a:pt x="1123" y="19"/>
                  </a:cubicBezTo>
                  <a:cubicBezTo>
                    <a:pt x="1099" y="6"/>
                    <a:pt x="1073" y="1"/>
                    <a:pt x="104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1309;p25">
              <a:extLst>
                <a:ext uri="{FF2B5EF4-FFF2-40B4-BE49-F238E27FC236}">
                  <a16:creationId xmlns:a16="http://schemas.microsoft.com/office/drawing/2014/main" id="{FD3311DD-159B-A8CC-EBAF-C820B64853E6}"/>
                </a:ext>
              </a:extLst>
            </p:cNvPr>
            <p:cNvSpPr/>
            <p:nvPr/>
          </p:nvSpPr>
          <p:spPr>
            <a:xfrm>
              <a:off x="4094250" y="5104850"/>
              <a:ext cx="209875" cy="142550"/>
            </a:xfrm>
            <a:custGeom>
              <a:avLst/>
              <a:gdLst/>
              <a:ahLst/>
              <a:cxnLst/>
              <a:rect l="l" t="t" r="r" b="b"/>
              <a:pathLst>
                <a:path w="8395" h="5702" extrusionOk="0">
                  <a:moveTo>
                    <a:pt x="2570" y="1"/>
                  </a:moveTo>
                  <a:cubicBezTo>
                    <a:pt x="2394" y="1"/>
                    <a:pt x="1689" y="22"/>
                    <a:pt x="983" y="338"/>
                  </a:cubicBezTo>
                  <a:cubicBezTo>
                    <a:pt x="197" y="703"/>
                    <a:pt x="0" y="1209"/>
                    <a:pt x="253" y="1714"/>
                  </a:cubicBezTo>
                  <a:cubicBezTo>
                    <a:pt x="534" y="2219"/>
                    <a:pt x="1123" y="3427"/>
                    <a:pt x="2106" y="4016"/>
                  </a:cubicBezTo>
                  <a:cubicBezTo>
                    <a:pt x="3060" y="4634"/>
                    <a:pt x="4408" y="4914"/>
                    <a:pt x="5166" y="5420"/>
                  </a:cubicBezTo>
                  <a:cubicBezTo>
                    <a:pt x="5456" y="5606"/>
                    <a:pt x="5835" y="5701"/>
                    <a:pt x="6222" y="5701"/>
                  </a:cubicBezTo>
                  <a:cubicBezTo>
                    <a:pt x="6883" y="5701"/>
                    <a:pt x="7571" y="5425"/>
                    <a:pt x="7889" y="4858"/>
                  </a:cubicBezTo>
                  <a:cubicBezTo>
                    <a:pt x="8395" y="3960"/>
                    <a:pt x="7777" y="1939"/>
                    <a:pt x="7777" y="1939"/>
                  </a:cubicBezTo>
                  <a:cubicBezTo>
                    <a:pt x="7777" y="1939"/>
                    <a:pt x="5643" y="1405"/>
                    <a:pt x="4464" y="872"/>
                  </a:cubicBezTo>
                  <a:cubicBezTo>
                    <a:pt x="3313" y="338"/>
                    <a:pt x="2611" y="1"/>
                    <a:pt x="2611" y="1"/>
                  </a:cubicBezTo>
                  <a:cubicBezTo>
                    <a:pt x="2611" y="1"/>
                    <a:pt x="2597" y="1"/>
                    <a:pt x="25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1310;p25">
              <a:extLst>
                <a:ext uri="{FF2B5EF4-FFF2-40B4-BE49-F238E27FC236}">
                  <a16:creationId xmlns:a16="http://schemas.microsoft.com/office/drawing/2014/main" id="{8C5E66E8-B0F6-1152-5BBF-E39D2F2BA543}"/>
                </a:ext>
              </a:extLst>
            </p:cNvPr>
            <p:cNvSpPr/>
            <p:nvPr/>
          </p:nvSpPr>
          <p:spPr>
            <a:xfrm>
              <a:off x="4092150" y="5099250"/>
              <a:ext cx="209875" cy="153750"/>
            </a:xfrm>
            <a:custGeom>
              <a:avLst/>
              <a:gdLst/>
              <a:ahLst/>
              <a:cxnLst/>
              <a:rect l="l" t="t" r="r" b="b"/>
              <a:pathLst>
                <a:path w="8395" h="6150" extrusionOk="0">
                  <a:moveTo>
                    <a:pt x="2584" y="451"/>
                  </a:moveTo>
                  <a:cubicBezTo>
                    <a:pt x="2619" y="467"/>
                    <a:pt x="3315" y="800"/>
                    <a:pt x="4464" y="1320"/>
                  </a:cubicBezTo>
                  <a:cubicBezTo>
                    <a:pt x="5502" y="1779"/>
                    <a:pt x="7224" y="2237"/>
                    <a:pt x="7687" y="2357"/>
                  </a:cubicBezTo>
                  <a:lnTo>
                    <a:pt x="7687" y="2357"/>
                  </a:lnTo>
                  <a:cubicBezTo>
                    <a:pt x="7765" y="2647"/>
                    <a:pt x="7945" y="3393"/>
                    <a:pt x="7945" y="4072"/>
                  </a:cubicBezTo>
                  <a:cubicBezTo>
                    <a:pt x="7945" y="4437"/>
                    <a:pt x="7889" y="4773"/>
                    <a:pt x="7777" y="4970"/>
                  </a:cubicBezTo>
                  <a:cubicBezTo>
                    <a:pt x="7636" y="5195"/>
                    <a:pt x="7412" y="5391"/>
                    <a:pt x="7159" y="5503"/>
                  </a:cubicBezTo>
                  <a:cubicBezTo>
                    <a:pt x="6906" y="5644"/>
                    <a:pt x="6598" y="5700"/>
                    <a:pt x="6289" y="5700"/>
                  </a:cubicBezTo>
                  <a:cubicBezTo>
                    <a:pt x="5952" y="5700"/>
                    <a:pt x="5615" y="5616"/>
                    <a:pt x="5390" y="5447"/>
                  </a:cubicBezTo>
                  <a:cubicBezTo>
                    <a:pt x="4969" y="5195"/>
                    <a:pt x="4436" y="4970"/>
                    <a:pt x="3874" y="4773"/>
                  </a:cubicBezTo>
                  <a:cubicBezTo>
                    <a:pt x="3341" y="4549"/>
                    <a:pt x="2751" y="4324"/>
                    <a:pt x="2302" y="4044"/>
                  </a:cubicBezTo>
                  <a:cubicBezTo>
                    <a:pt x="1404" y="3482"/>
                    <a:pt x="814" y="2331"/>
                    <a:pt x="562" y="1826"/>
                  </a:cubicBezTo>
                  <a:cubicBezTo>
                    <a:pt x="477" y="1713"/>
                    <a:pt x="477" y="1601"/>
                    <a:pt x="477" y="1517"/>
                  </a:cubicBezTo>
                  <a:cubicBezTo>
                    <a:pt x="477" y="1405"/>
                    <a:pt x="505" y="1292"/>
                    <a:pt x="618" y="1152"/>
                  </a:cubicBezTo>
                  <a:cubicBezTo>
                    <a:pt x="730" y="1040"/>
                    <a:pt x="898" y="899"/>
                    <a:pt x="1179" y="787"/>
                  </a:cubicBezTo>
                  <a:cubicBezTo>
                    <a:pt x="1748" y="502"/>
                    <a:pt x="2341" y="456"/>
                    <a:pt x="2584" y="451"/>
                  </a:cubicBezTo>
                  <a:close/>
                  <a:moveTo>
                    <a:pt x="2639" y="1"/>
                  </a:moveTo>
                  <a:cubicBezTo>
                    <a:pt x="2414" y="1"/>
                    <a:pt x="1713" y="29"/>
                    <a:pt x="983" y="338"/>
                  </a:cubicBezTo>
                  <a:cubicBezTo>
                    <a:pt x="674" y="506"/>
                    <a:pt x="421" y="675"/>
                    <a:pt x="253" y="871"/>
                  </a:cubicBezTo>
                  <a:cubicBezTo>
                    <a:pt x="84" y="1040"/>
                    <a:pt x="0" y="1292"/>
                    <a:pt x="0" y="1517"/>
                  </a:cubicBezTo>
                  <a:cubicBezTo>
                    <a:pt x="0" y="1713"/>
                    <a:pt x="56" y="1882"/>
                    <a:pt x="140" y="2050"/>
                  </a:cubicBezTo>
                  <a:cubicBezTo>
                    <a:pt x="393" y="2556"/>
                    <a:pt x="1011" y="3791"/>
                    <a:pt x="2050" y="4437"/>
                  </a:cubicBezTo>
                  <a:cubicBezTo>
                    <a:pt x="2583" y="4745"/>
                    <a:pt x="3173" y="4998"/>
                    <a:pt x="3706" y="5195"/>
                  </a:cubicBezTo>
                  <a:cubicBezTo>
                    <a:pt x="4267" y="5419"/>
                    <a:pt x="4773" y="5616"/>
                    <a:pt x="5138" y="5840"/>
                  </a:cubicBezTo>
                  <a:cubicBezTo>
                    <a:pt x="5475" y="6065"/>
                    <a:pt x="5868" y="6149"/>
                    <a:pt x="6289" y="6149"/>
                  </a:cubicBezTo>
                  <a:cubicBezTo>
                    <a:pt x="6654" y="6149"/>
                    <a:pt x="7047" y="6093"/>
                    <a:pt x="7356" y="5925"/>
                  </a:cubicBezTo>
                  <a:cubicBezTo>
                    <a:pt x="7693" y="5784"/>
                    <a:pt x="7973" y="5532"/>
                    <a:pt x="8170" y="5195"/>
                  </a:cubicBezTo>
                  <a:cubicBezTo>
                    <a:pt x="8338" y="4858"/>
                    <a:pt x="8394" y="4465"/>
                    <a:pt x="8394" y="4072"/>
                  </a:cubicBezTo>
                  <a:cubicBezTo>
                    <a:pt x="8394" y="3117"/>
                    <a:pt x="8086" y="2106"/>
                    <a:pt x="8086" y="2106"/>
                  </a:cubicBezTo>
                  <a:cubicBezTo>
                    <a:pt x="8058" y="2022"/>
                    <a:pt x="8001" y="1966"/>
                    <a:pt x="7917" y="1938"/>
                  </a:cubicBezTo>
                  <a:cubicBezTo>
                    <a:pt x="7917" y="1938"/>
                    <a:pt x="7805" y="1910"/>
                    <a:pt x="7580" y="1854"/>
                  </a:cubicBezTo>
                  <a:cubicBezTo>
                    <a:pt x="6935" y="1685"/>
                    <a:pt x="5503" y="1264"/>
                    <a:pt x="4660" y="899"/>
                  </a:cubicBezTo>
                  <a:cubicBezTo>
                    <a:pt x="4071" y="618"/>
                    <a:pt x="3594" y="394"/>
                    <a:pt x="3285" y="253"/>
                  </a:cubicBezTo>
                  <a:cubicBezTo>
                    <a:pt x="2948" y="113"/>
                    <a:pt x="2779" y="29"/>
                    <a:pt x="2779" y="29"/>
                  </a:cubicBezTo>
                  <a:lnTo>
                    <a:pt x="2695"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1311;p25">
              <a:extLst>
                <a:ext uri="{FF2B5EF4-FFF2-40B4-BE49-F238E27FC236}">
                  <a16:creationId xmlns:a16="http://schemas.microsoft.com/office/drawing/2014/main" id="{4E781DF6-F108-C842-006A-9B9272252200}"/>
                </a:ext>
              </a:extLst>
            </p:cNvPr>
            <p:cNvSpPr/>
            <p:nvPr/>
          </p:nvSpPr>
          <p:spPr>
            <a:xfrm>
              <a:off x="4095650" y="5121025"/>
              <a:ext cx="197950" cy="126375"/>
            </a:xfrm>
            <a:custGeom>
              <a:avLst/>
              <a:gdLst/>
              <a:ahLst/>
              <a:cxnLst/>
              <a:rect l="l" t="t" r="r" b="b"/>
              <a:pathLst>
                <a:path w="7918" h="5055" extrusionOk="0">
                  <a:moveTo>
                    <a:pt x="450" y="0"/>
                  </a:moveTo>
                  <a:cubicBezTo>
                    <a:pt x="57" y="309"/>
                    <a:pt x="0" y="702"/>
                    <a:pt x="197" y="1067"/>
                  </a:cubicBezTo>
                  <a:cubicBezTo>
                    <a:pt x="478" y="1572"/>
                    <a:pt x="1067" y="2780"/>
                    <a:pt x="2050" y="3369"/>
                  </a:cubicBezTo>
                  <a:cubicBezTo>
                    <a:pt x="3004" y="3987"/>
                    <a:pt x="4352" y="4267"/>
                    <a:pt x="5110" y="4773"/>
                  </a:cubicBezTo>
                  <a:cubicBezTo>
                    <a:pt x="5400" y="4959"/>
                    <a:pt x="5779" y="5054"/>
                    <a:pt x="6166" y="5054"/>
                  </a:cubicBezTo>
                  <a:cubicBezTo>
                    <a:pt x="6827" y="5054"/>
                    <a:pt x="7515" y="4778"/>
                    <a:pt x="7833" y="4211"/>
                  </a:cubicBezTo>
                  <a:cubicBezTo>
                    <a:pt x="7861" y="4127"/>
                    <a:pt x="7889" y="4043"/>
                    <a:pt x="7918" y="3959"/>
                  </a:cubicBezTo>
                  <a:lnTo>
                    <a:pt x="7918" y="3959"/>
                  </a:lnTo>
                  <a:cubicBezTo>
                    <a:pt x="7377" y="4500"/>
                    <a:pt x="6619" y="4674"/>
                    <a:pt x="6043" y="4674"/>
                  </a:cubicBezTo>
                  <a:cubicBezTo>
                    <a:pt x="5871" y="4674"/>
                    <a:pt x="5716" y="4658"/>
                    <a:pt x="5587" y="4632"/>
                  </a:cubicBezTo>
                  <a:cubicBezTo>
                    <a:pt x="4914" y="4520"/>
                    <a:pt x="3706" y="3678"/>
                    <a:pt x="2948" y="3369"/>
                  </a:cubicBezTo>
                  <a:cubicBezTo>
                    <a:pt x="2162" y="3060"/>
                    <a:pt x="1264" y="2162"/>
                    <a:pt x="843" y="1404"/>
                  </a:cubicBezTo>
                  <a:cubicBezTo>
                    <a:pt x="534" y="842"/>
                    <a:pt x="450" y="281"/>
                    <a:pt x="4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1312;p25">
              <a:extLst>
                <a:ext uri="{FF2B5EF4-FFF2-40B4-BE49-F238E27FC236}">
                  <a16:creationId xmlns:a16="http://schemas.microsoft.com/office/drawing/2014/main" id="{B4E57B11-3B84-BC59-7355-A7E0E1B969AF}"/>
                </a:ext>
              </a:extLst>
            </p:cNvPr>
            <p:cNvSpPr/>
            <p:nvPr/>
          </p:nvSpPr>
          <p:spPr>
            <a:xfrm>
              <a:off x="4092150" y="5115125"/>
              <a:ext cx="208475" cy="137875"/>
            </a:xfrm>
            <a:custGeom>
              <a:avLst/>
              <a:gdLst/>
              <a:ahLst/>
              <a:cxnLst/>
              <a:rect l="l" t="t" r="r" b="b"/>
              <a:pathLst>
                <a:path w="8339" h="5515" extrusionOk="0">
                  <a:moveTo>
                    <a:pt x="606" y="0"/>
                  </a:moveTo>
                  <a:cubicBezTo>
                    <a:pt x="544" y="0"/>
                    <a:pt x="483" y="27"/>
                    <a:pt x="421" y="68"/>
                  </a:cubicBezTo>
                  <a:cubicBezTo>
                    <a:pt x="140" y="292"/>
                    <a:pt x="0" y="573"/>
                    <a:pt x="0" y="882"/>
                  </a:cubicBezTo>
                  <a:cubicBezTo>
                    <a:pt x="0" y="1078"/>
                    <a:pt x="56" y="1247"/>
                    <a:pt x="140" y="1415"/>
                  </a:cubicBezTo>
                  <a:cubicBezTo>
                    <a:pt x="393" y="1921"/>
                    <a:pt x="1011" y="3156"/>
                    <a:pt x="2050" y="3802"/>
                  </a:cubicBezTo>
                  <a:cubicBezTo>
                    <a:pt x="2583" y="4110"/>
                    <a:pt x="3173" y="4363"/>
                    <a:pt x="3706" y="4560"/>
                  </a:cubicBezTo>
                  <a:cubicBezTo>
                    <a:pt x="4267" y="4784"/>
                    <a:pt x="4773" y="4981"/>
                    <a:pt x="5138" y="5205"/>
                  </a:cubicBezTo>
                  <a:cubicBezTo>
                    <a:pt x="5475" y="5430"/>
                    <a:pt x="5868" y="5514"/>
                    <a:pt x="6289" y="5514"/>
                  </a:cubicBezTo>
                  <a:cubicBezTo>
                    <a:pt x="6654" y="5514"/>
                    <a:pt x="7047" y="5458"/>
                    <a:pt x="7356" y="5290"/>
                  </a:cubicBezTo>
                  <a:cubicBezTo>
                    <a:pt x="7693" y="5149"/>
                    <a:pt x="7973" y="4897"/>
                    <a:pt x="8170" y="4560"/>
                  </a:cubicBezTo>
                  <a:cubicBezTo>
                    <a:pt x="8226" y="4475"/>
                    <a:pt x="8254" y="4363"/>
                    <a:pt x="8282" y="4279"/>
                  </a:cubicBezTo>
                  <a:cubicBezTo>
                    <a:pt x="8338" y="4167"/>
                    <a:pt x="8282" y="4054"/>
                    <a:pt x="8198" y="3998"/>
                  </a:cubicBezTo>
                  <a:cubicBezTo>
                    <a:pt x="8155" y="3977"/>
                    <a:pt x="8112" y="3968"/>
                    <a:pt x="8072" y="3968"/>
                  </a:cubicBezTo>
                  <a:cubicBezTo>
                    <a:pt x="8008" y="3968"/>
                    <a:pt x="7952" y="3991"/>
                    <a:pt x="7917" y="4026"/>
                  </a:cubicBezTo>
                  <a:cubicBezTo>
                    <a:pt x="7443" y="4474"/>
                    <a:pt x="6796" y="4675"/>
                    <a:pt x="6278" y="4675"/>
                  </a:cubicBezTo>
                  <a:cubicBezTo>
                    <a:pt x="6243" y="4675"/>
                    <a:pt x="6210" y="4674"/>
                    <a:pt x="6176" y="4672"/>
                  </a:cubicBezTo>
                  <a:cubicBezTo>
                    <a:pt x="6008" y="4672"/>
                    <a:pt x="5868" y="4672"/>
                    <a:pt x="5783" y="4644"/>
                  </a:cubicBezTo>
                  <a:cubicBezTo>
                    <a:pt x="5503" y="4588"/>
                    <a:pt x="5025" y="4363"/>
                    <a:pt x="4548" y="4110"/>
                  </a:cubicBezTo>
                  <a:cubicBezTo>
                    <a:pt x="4071" y="3830"/>
                    <a:pt x="3594" y="3549"/>
                    <a:pt x="3173" y="3380"/>
                  </a:cubicBezTo>
                  <a:cubicBezTo>
                    <a:pt x="2836" y="3268"/>
                    <a:pt x="2414" y="2959"/>
                    <a:pt x="2078" y="2622"/>
                  </a:cubicBezTo>
                  <a:cubicBezTo>
                    <a:pt x="1713" y="2286"/>
                    <a:pt x="1376" y="1893"/>
                    <a:pt x="1179" y="1528"/>
                  </a:cubicBezTo>
                  <a:cubicBezTo>
                    <a:pt x="898" y="1022"/>
                    <a:pt x="814" y="489"/>
                    <a:pt x="814" y="236"/>
                  </a:cubicBezTo>
                  <a:cubicBezTo>
                    <a:pt x="814" y="124"/>
                    <a:pt x="758" y="68"/>
                    <a:pt x="674" y="12"/>
                  </a:cubicBezTo>
                  <a:cubicBezTo>
                    <a:pt x="651" y="4"/>
                    <a:pt x="629" y="0"/>
                    <a:pt x="60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1313;p25">
              <a:extLst>
                <a:ext uri="{FF2B5EF4-FFF2-40B4-BE49-F238E27FC236}">
                  <a16:creationId xmlns:a16="http://schemas.microsoft.com/office/drawing/2014/main" id="{8A5C2E2C-B19C-08EE-8D52-80EEED7AEE8D}"/>
                </a:ext>
              </a:extLst>
            </p:cNvPr>
            <p:cNvSpPr/>
            <p:nvPr/>
          </p:nvSpPr>
          <p:spPr>
            <a:xfrm>
              <a:off x="4480275" y="5126625"/>
              <a:ext cx="139000" cy="99000"/>
            </a:xfrm>
            <a:custGeom>
              <a:avLst/>
              <a:gdLst/>
              <a:ahLst/>
              <a:cxnLst/>
              <a:rect l="l" t="t" r="r" b="b"/>
              <a:pathLst>
                <a:path w="5560" h="3960" extrusionOk="0">
                  <a:moveTo>
                    <a:pt x="0" y="1"/>
                  </a:moveTo>
                  <a:lnTo>
                    <a:pt x="0" y="1"/>
                  </a:lnTo>
                  <a:cubicBezTo>
                    <a:pt x="0" y="1"/>
                    <a:pt x="253" y="1573"/>
                    <a:pt x="253" y="2191"/>
                  </a:cubicBezTo>
                  <a:cubicBezTo>
                    <a:pt x="253" y="2836"/>
                    <a:pt x="1320" y="3959"/>
                    <a:pt x="2415" y="3959"/>
                  </a:cubicBezTo>
                  <a:cubicBezTo>
                    <a:pt x="3538" y="3959"/>
                    <a:pt x="4633" y="3538"/>
                    <a:pt x="5110" y="2977"/>
                  </a:cubicBezTo>
                  <a:cubicBezTo>
                    <a:pt x="5559" y="2387"/>
                    <a:pt x="5391" y="422"/>
                    <a:pt x="5391" y="422"/>
                  </a:cubicBezTo>
                  <a:lnTo>
                    <a:pt x="5391" y="422"/>
                  </a:lnTo>
                  <a:cubicBezTo>
                    <a:pt x="5391" y="422"/>
                    <a:pt x="4066" y="627"/>
                    <a:pt x="2704" y="627"/>
                  </a:cubicBezTo>
                  <a:cubicBezTo>
                    <a:pt x="1597" y="627"/>
                    <a:pt x="466" y="492"/>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1314;p25">
              <a:extLst>
                <a:ext uri="{FF2B5EF4-FFF2-40B4-BE49-F238E27FC236}">
                  <a16:creationId xmlns:a16="http://schemas.microsoft.com/office/drawing/2014/main" id="{10B573C7-BBD8-43C4-10C1-9F55E7F92F94}"/>
                </a:ext>
              </a:extLst>
            </p:cNvPr>
            <p:cNvSpPr/>
            <p:nvPr/>
          </p:nvSpPr>
          <p:spPr>
            <a:xfrm>
              <a:off x="4474650" y="5120600"/>
              <a:ext cx="147425" cy="111325"/>
            </a:xfrm>
            <a:custGeom>
              <a:avLst/>
              <a:gdLst/>
              <a:ahLst/>
              <a:cxnLst/>
              <a:rect l="l" t="t" r="r" b="b"/>
              <a:pathLst>
                <a:path w="5897" h="4453" extrusionOk="0">
                  <a:moveTo>
                    <a:pt x="549" y="720"/>
                  </a:moveTo>
                  <a:lnTo>
                    <a:pt x="549" y="720"/>
                  </a:lnTo>
                  <a:cubicBezTo>
                    <a:pt x="780" y="831"/>
                    <a:pt x="1042" y="910"/>
                    <a:pt x="1320" y="972"/>
                  </a:cubicBezTo>
                  <a:cubicBezTo>
                    <a:pt x="1826" y="1056"/>
                    <a:pt x="2387" y="1112"/>
                    <a:pt x="2977" y="1112"/>
                  </a:cubicBezTo>
                  <a:cubicBezTo>
                    <a:pt x="3987" y="1112"/>
                    <a:pt x="4953" y="991"/>
                    <a:pt x="5394" y="926"/>
                  </a:cubicBezTo>
                  <a:lnTo>
                    <a:pt x="5394" y="926"/>
                  </a:lnTo>
                  <a:cubicBezTo>
                    <a:pt x="5419" y="1040"/>
                    <a:pt x="5419" y="1231"/>
                    <a:pt x="5419" y="1449"/>
                  </a:cubicBezTo>
                  <a:cubicBezTo>
                    <a:pt x="5419" y="1758"/>
                    <a:pt x="5391" y="2095"/>
                    <a:pt x="5363" y="2403"/>
                  </a:cubicBezTo>
                  <a:cubicBezTo>
                    <a:pt x="5307" y="2712"/>
                    <a:pt x="5223" y="2965"/>
                    <a:pt x="5138" y="3049"/>
                  </a:cubicBezTo>
                  <a:cubicBezTo>
                    <a:pt x="4942" y="3302"/>
                    <a:pt x="4577" y="3526"/>
                    <a:pt x="4128" y="3695"/>
                  </a:cubicBezTo>
                  <a:cubicBezTo>
                    <a:pt x="3707" y="3863"/>
                    <a:pt x="3173" y="3976"/>
                    <a:pt x="2640" y="3976"/>
                  </a:cubicBezTo>
                  <a:cubicBezTo>
                    <a:pt x="2163" y="3976"/>
                    <a:pt x="1685" y="3723"/>
                    <a:pt x="1292" y="3386"/>
                  </a:cubicBezTo>
                  <a:cubicBezTo>
                    <a:pt x="1124" y="3218"/>
                    <a:pt x="955" y="3049"/>
                    <a:pt x="843" y="2853"/>
                  </a:cubicBezTo>
                  <a:cubicBezTo>
                    <a:pt x="759" y="2684"/>
                    <a:pt x="703" y="2544"/>
                    <a:pt x="703" y="2432"/>
                  </a:cubicBezTo>
                  <a:cubicBezTo>
                    <a:pt x="703" y="2095"/>
                    <a:pt x="647" y="1533"/>
                    <a:pt x="590" y="1056"/>
                  </a:cubicBezTo>
                  <a:cubicBezTo>
                    <a:pt x="576" y="937"/>
                    <a:pt x="562" y="824"/>
                    <a:pt x="549" y="720"/>
                  </a:cubicBezTo>
                  <a:close/>
                  <a:moveTo>
                    <a:pt x="241" y="0"/>
                  </a:moveTo>
                  <a:cubicBezTo>
                    <a:pt x="207" y="0"/>
                    <a:pt x="172" y="7"/>
                    <a:pt x="141" y="17"/>
                  </a:cubicBezTo>
                  <a:cubicBezTo>
                    <a:pt x="29" y="73"/>
                    <a:pt x="1" y="157"/>
                    <a:pt x="1" y="270"/>
                  </a:cubicBezTo>
                  <a:cubicBezTo>
                    <a:pt x="1" y="270"/>
                    <a:pt x="57" y="663"/>
                    <a:pt x="113" y="1112"/>
                  </a:cubicBezTo>
                  <a:cubicBezTo>
                    <a:pt x="169" y="1589"/>
                    <a:pt x="225" y="2151"/>
                    <a:pt x="225" y="2432"/>
                  </a:cubicBezTo>
                  <a:cubicBezTo>
                    <a:pt x="225" y="2656"/>
                    <a:pt x="338" y="2881"/>
                    <a:pt x="450" y="3105"/>
                  </a:cubicBezTo>
                  <a:cubicBezTo>
                    <a:pt x="647" y="3442"/>
                    <a:pt x="955" y="3751"/>
                    <a:pt x="1348" y="4004"/>
                  </a:cubicBezTo>
                  <a:cubicBezTo>
                    <a:pt x="1713" y="4256"/>
                    <a:pt x="2163" y="4453"/>
                    <a:pt x="2640" y="4453"/>
                  </a:cubicBezTo>
                  <a:cubicBezTo>
                    <a:pt x="3229" y="4453"/>
                    <a:pt x="3791" y="4341"/>
                    <a:pt x="4296" y="4144"/>
                  </a:cubicBezTo>
                  <a:cubicBezTo>
                    <a:pt x="4802" y="3948"/>
                    <a:pt x="5223" y="3695"/>
                    <a:pt x="5503" y="3358"/>
                  </a:cubicBezTo>
                  <a:cubicBezTo>
                    <a:pt x="5700" y="3133"/>
                    <a:pt x="5756" y="2797"/>
                    <a:pt x="5812" y="2460"/>
                  </a:cubicBezTo>
                  <a:cubicBezTo>
                    <a:pt x="5868" y="2123"/>
                    <a:pt x="5896" y="1758"/>
                    <a:pt x="5896" y="1449"/>
                  </a:cubicBezTo>
                  <a:cubicBezTo>
                    <a:pt x="5896" y="1000"/>
                    <a:pt x="5868" y="663"/>
                    <a:pt x="5868" y="635"/>
                  </a:cubicBezTo>
                  <a:cubicBezTo>
                    <a:pt x="5840" y="579"/>
                    <a:pt x="5812" y="522"/>
                    <a:pt x="5756" y="494"/>
                  </a:cubicBezTo>
                  <a:cubicBezTo>
                    <a:pt x="5728" y="438"/>
                    <a:pt x="5644" y="438"/>
                    <a:pt x="5588" y="438"/>
                  </a:cubicBezTo>
                  <a:cubicBezTo>
                    <a:pt x="5588" y="438"/>
                    <a:pt x="5503" y="438"/>
                    <a:pt x="5363" y="466"/>
                  </a:cubicBezTo>
                  <a:cubicBezTo>
                    <a:pt x="4942" y="522"/>
                    <a:pt x="3959" y="635"/>
                    <a:pt x="2977" y="635"/>
                  </a:cubicBezTo>
                  <a:cubicBezTo>
                    <a:pt x="2415" y="635"/>
                    <a:pt x="1854" y="607"/>
                    <a:pt x="1405" y="494"/>
                  </a:cubicBezTo>
                  <a:cubicBezTo>
                    <a:pt x="955" y="410"/>
                    <a:pt x="590" y="270"/>
                    <a:pt x="394" y="73"/>
                  </a:cubicBezTo>
                  <a:cubicBezTo>
                    <a:pt x="358" y="20"/>
                    <a:pt x="300" y="0"/>
                    <a:pt x="241"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1315;p25">
              <a:extLst>
                <a:ext uri="{FF2B5EF4-FFF2-40B4-BE49-F238E27FC236}">
                  <a16:creationId xmlns:a16="http://schemas.microsoft.com/office/drawing/2014/main" id="{ED6DD76A-F588-303B-CEF1-CDA54B1E0B4F}"/>
                </a:ext>
              </a:extLst>
            </p:cNvPr>
            <p:cNvSpPr/>
            <p:nvPr/>
          </p:nvSpPr>
          <p:spPr>
            <a:xfrm>
              <a:off x="4485875" y="5175750"/>
              <a:ext cx="127775" cy="49875"/>
            </a:xfrm>
            <a:custGeom>
              <a:avLst/>
              <a:gdLst/>
              <a:ahLst/>
              <a:cxnLst/>
              <a:rect l="l" t="t" r="r" b="b"/>
              <a:pathLst>
                <a:path w="5111" h="1995" extrusionOk="0">
                  <a:moveTo>
                    <a:pt x="1" y="1"/>
                  </a:moveTo>
                  <a:cubicBezTo>
                    <a:pt x="29" y="85"/>
                    <a:pt x="29" y="169"/>
                    <a:pt x="29" y="226"/>
                  </a:cubicBezTo>
                  <a:cubicBezTo>
                    <a:pt x="29" y="871"/>
                    <a:pt x="1096" y="1994"/>
                    <a:pt x="2191" y="1994"/>
                  </a:cubicBezTo>
                  <a:cubicBezTo>
                    <a:pt x="3314" y="1994"/>
                    <a:pt x="4409" y="1573"/>
                    <a:pt x="4886" y="1012"/>
                  </a:cubicBezTo>
                  <a:cubicBezTo>
                    <a:pt x="4998" y="843"/>
                    <a:pt x="5083" y="619"/>
                    <a:pt x="5111" y="338"/>
                  </a:cubicBezTo>
                  <a:lnTo>
                    <a:pt x="5111" y="338"/>
                  </a:lnTo>
                  <a:cubicBezTo>
                    <a:pt x="4636" y="862"/>
                    <a:pt x="3739" y="1609"/>
                    <a:pt x="2697" y="1609"/>
                  </a:cubicBezTo>
                  <a:cubicBezTo>
                    <a:pt x="2567" y="1609"/>
                    <a:pt x="2436" y="1598"/>
                    <a:pt x="2303" y="1573"/>
                  </a:cubicBezTo>
                  <a:cubicBezTo>
                    <a:pt x="1180" y="1349"/>
                    <a:pt x="366" y="478"/>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1316;p25">
              <a:extLst>
                <a:ext uri="{FF2B5EF4-FFF2-40B4-BE49-F238E27FC236}">
                  <a16:creationId xmlns:a16="http://schemas.microsoft.com/office/drawing/2014/main" id="{6A50E14E-D9BD-2467-40D4-687C66ADA918}"/>
                </a:ext>
              </a:extLst>
            </p:cNvPr>
            <p:cNvSpPr/>
            <p:nvPr/>
          </p:nvSpPr>
          <p:spPr>
            <a:xfrm>
              <a:off x="4480275" y="5169875"/>
              <a:ext cx="139700" cy="62050"/>
            </a:xfrm>
            <a:custGeom>
              <a:avLst/>
              <a:gdLst/>
              <a:ahLst/>
              <a:cxnLst/>
              <a:rect l="l" t="t" r="r" b="b"/>
              <a:pathLst>
                <a:path w="5588" h="2482" extrusionOk="0">
                  <a:moveTo>
                    <a:pt x="1012" y="1359"/>
                  </a:moveTo>
                  <a:cubicBezTo>
                    <a:pt x="1374" y="1636"/>
                    <a:pt x="1814" y="1880"/>
                    <a:pt x="2324" y="2002"/>
                  </a:cubicBezTo>
                  <a:lnTo>
                    <a:pt x="2324" y="2002"/>
                  </a:lnTo>
                  <a:cubicBezTo>
                    <a:pt x="1878" y="1972"/>
                    <a:pt x="1435" y="1731"/>
                    <a:pt x="1067" y="1415"/>
                  </a:cubicBezTo>
                  <a:cubicBezTo>
                    <a:pt x="1049" y="1397"/>
                    <a:pt x="1030" y="1378"/>
                    <a:pt x="1012" y="1359"/>
                  </a:cubicBezTo>
                  <a:close/>
                  <a:moveTo>
                    <a:pt x="236" y="1"/>
                  </a:moveTo>
                  <a:cubicBezTo>
                    <a:pt x="213" y="1"/>
                    <a:pt x="190" y="4"/>
                    <a:pt x="169" y="11"/>
                  </a:cubicBezTo>
                  <a:cubicBezTo>
                    <a:pt x="57" y="39"/>
                    <a:pt x="0" y="152"/>
                    <a:pt x="0" y="236"/>
                  </a:cubicBezTo>
                  <a:cubicBezTo>
                    <a:pt x="0" y="320"/>
                    <a:pt x="0" y="404"/>
                    <a:pt x="0" y="461"/>
                  </a:cubicBezTo>
                  <a:cubicBezTo>
                    <a:pt x="0" y="685"/>
                    <a:pt x="113" y="910"/>
                    <a:pt x="225" y="1134"/>
                  </a:cubicBezTo>
                  <a:cubicBezTo>
                    <a:pt x="422" y="1471"/>
                    <a:pt x="730" y="1780"/>
                    <a:pt x="1123" y="2033"/>
                  </a:cubicBezTo>
                  <a:cubicBezTo>
                    <a:pt x="1488" y="2285"/>
                    <a:pt x="1938" y="2482"/>
                    <a:pt x="2415" y="2482"/>
                  </a:cubicBezTo>
                  <a:cubicBezTo>
                    <a:pt x="3004" y="2482"/>
                    <a:pt x="3566" y="2370"/>
                    <a:pt x="4071" y="2173"/>
                  </a:cubicBezTo>
                  <a:cubicBezTo>
                    <a:pt x="4577" y="1977"/>
                    <a:pt x="4998" y="1724"/>
                    <a:pt x="5278" y="1387"/>
                  </a:cubicBezTo>
                  <a:cubicBezTo>
                    <a:pt x="5447" y="1190"/>
                    <a:pt x="5531" y="910"/>
                    <a:pt x="5587" y="629"/>
                  </a:cubicBezTo>
                  <a:cubicBezTo>
                    <a:pt x="5587" y="517"/>
                    <a:pt x="5531" y="404"/>
                    <a:pt x="5447" y="376"/>
                  </a:cubicBezTo>
                  <a:cubicBezTo>
                    <a:pt x="5417" y="356"/>
                    <a:pt x="5384" y="347"/>
                    <a:pt x="5349" y="347"/>
                  </a:cubicBezTo>
                  <a:cubicBezTo>
                    <a:pt x="5287" y="347"/>
                    <a:pt x="5221" y="378"/>
                    <a:pt x="5166" y="432"/>
                  </a:cubicBezTo>
                  <a:cubicBezTo>
                    <a:pt x="4942" y="685"/>
                    <a:pt x="4605" y="966"/>
                    <a:pt x="4240" y="1219"/>
                  </a:cubicBezTo>
                  <a:cubicBezTo>
                    <a:pt x="3847" y="1443"/>
                    <a:pt x="3397" y="1612"/>
                    <a:pt x="2920" y="1612"/>
                  </a:cubicBezTo>
                  <a:cubicBezTo>
                    <a:pt x="2808" y="1612"/>
                    <a:pt x="2696" y="1612"/>
                    <a:pt x="2555" y="1584"/>
                  </a:cubicBezTo>
                  <a:cubicBezTo>
                    <a:pt x="1544" y="1387"/>
                    <a:pt x="786" y="545"/>
                    <a:pt x="422" y="96"/>
                  </a:cubicBezTo>
                  <a:cubicBezTo>
                    <a:pt x="379" y="32"/>
                    <a:pt x="306" y="1"/>
                    <a:pt x="236"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1317;p25">
              <a:extLst>
                <a:ext uri="{FF2B5EF4-FFF2-40B4-BE49-F238E27FC236}">
                  <a16:creationId xmlns:a16="http://schemas.microsoft.com/office/drawing/2014/main" id="{3D9612ED-3E1B-A113-28C7-1DC69A04A98A}"/>
                </a:ext>
              </a:extLst>
            </p:cNvPr>
            <p:cNvSpPr/>
            <p:nvPr/>
          </p:nvSpPr>
          <p:spPr>
            <a:xfrm>
              <a:off x="4017975" y="3637125"/>
              <a:ext cx="654625" cy="1546225"/>
            </a:xfrm>
            <a:custGeom>
              <a:avLst/>
              <a:gdLst/>
              <a:ahLst/>
              <a:cxnLst/>
              <a:rect l="l" t="t" r="r" b="b"/>
              <a:pathLst>
                <a:path w="26185" h="61849" extrusionOk="0">
                  <a:moveTo>
                    <a:pt x="360" y="0"/>
                  </a:moveTo>
                  <a:cubicBezTo>
                    <a:pt x="136" y="0"/>
                    <a:pt x="0" y="108"/>
                    <a:pt x="103" y="427"/>
                  </a:cubicBezTo>
                  <a:cubicBezTo>
                    <a:pt x="103" y="427"/>
                    <a:pt x="356" y="5677"/>
                    <a:pt x="216" y="7895"/>
                  </a:cubicBezTo>
                  <a:cubicBezTo>
                    <a:pt x="103" y="10141"/>
                    <a:pt x="412" y="21567"/>
                    <a:pt x="665" y="25329"/>
                  </a:cubicBezTo>
                  <a:cubicBezTo>
                    <a:pt x="918" y="29092"/>
                    <a:pt x="1760" y="37598"/>
                    <a:pt x="2321" y="41023"/>
                  </a:cubicBezTo>
                  <a:cubicBezTo>
                    <a:pt x="2911" y="44476"/>
                    <a:pt x="5915" y="58009"/>
                    <a:pt x="5915" y="58009"/>
                  </a:cubicBezTo>
                  <a:cubicBezTo>
                    <a:pt x="5915" y="58009"/>
                    <a:pt x="5297" y="59244"/>
                    <a:pt x="5466" y="59749"/>
                  </a:cubicBezTo>
                  <a:cubicBezTo>
                    <a:pt x="5606" y="60254"/>
                    <a:pt x="6841" y="61602"/>
                    <a:pt x="8666" y="61799"/>
                  </a:cubicBezTo>
                  <a:cubicBezTo>
                    <a:pt x="8981" y="61832"/>
                    <a:pt x="9254" y="61848"/>
                    <a:pt x="9490" y="61848"/>
                  </a:cubicBezTo>
                  <a:cubicBezTo>
                    <a:pt x="10643" y="61848"/>
                    <a:pt x="10941" y="61459"/>
                    <a:pt x="11221" y="60760"/>
                  </a:cubicBezTo>
                  <a:cubicBezTo>
                    <a:pt x="11586" y="59946"/>
                    <a:pt x="11726" y="57812"/>
                    <a:pt x="11839" y="56492"/>
                  </a:cubicBezTo>
                  <a:cubicBezTo>
                    <a:pt x="11951" y="55145"/>
                    <a:pt x="13046" y="52450"/>
                    <a:pt x="12653" y="48884"/>
                  </a:cubicBezTo>
                  <a:cubicBezTo>
                    <a:pt x="12288" y="45319"/>
                    <a:pt x="12990" y="32854"/>
                    <a:pt x="12990" y="32854"/>
                  </a:cubicBezTo>
                  <a:lnTo>
                    <a:pt x="13551" y="24319"/>
                  </a:lnTo>
                  <a:cubicBezTo>
                    <a:pt x="13551" y="24319"/>
                    <a:pt x="13944" y="34791"/>
                    <a:pt x="14337" y="36363"/>
                  </a:cubicBezTo>
                  <a:cubicBezTo>
                    <a:pt x="14702" y="37963"/>
                    <a:pt x="17622" y="55201"/>
                    <a:pt x="17931" y="56156"/>
                  </a:cubicBezTo>
                  <a:cubicBezTo>
                    <a:pt x="18240" y="57138"/>
                    <a:pt x="17987" y="58879"/>
                    <a:pt x="18184" y="59272"/>
                  </a:cubicBezTo>
                  <a:cubicBezTo>
                    <a:pt x="18380" y="59693"/>
                    <a:pt x="18549" y="60619"/>
                    <a:pt x="19054" y="61013"/>
                  </a:cubicBezTo>
                  <a:cubicBezTo>
                    <a:pt x="19375" y="61280"/>
                    <a:pt x="20375" y="61457"/>
                    <a:pt x="21271" y="61457"/>
                  </a:cubicBezTo>
                  <a:cubicBezTo>
                    <a:pt x="21786" y="61457"/>
                    <a:pt x="22266" y="61398"/>
                    <a:pt x="22563" y="61265"/>
                  </a:cubicBezTo>
                  <a:cubicBezTo>
                    <a:pt x="23377" y="60928"/>
                    <a:pt x="24051" y="60451"/>
                    <a:pt x="24051" y="60086"/>
                  </a:cubicBezTo>
                  <a:cubicBezTo>
                    <a:pt x="24051" y="59749"/>
                    <a:pt x="24360" y="58065"/>
                    <a:pt x="24248" y="57138"/>
                  </a:cubicBezTo>
                  <a:cubicBezTo>
                    <a:pt x="24163" y="56212"/>
                    <a:pt x="23911" y="55454"/>
                    <a:pt x="23911" y="55201"/>
                  </a:cubicBezTo>
                  <a:cubicBezTo>
                    <a:pt x="23911" y="54948"/>
                    <a:pt x="24669" y="41360"/>
                    <a:pt x="24669" y="37598"/>
                  </a:cubicBezTo>
                  <a:cubicBezTo>
                    <a:pt x="24669" y="33836"/>
                    <a:pt x="24220" y="29597"/>
                    <a:pt x="24220" y="29597"/>
                  </a:cubicBezTo>
                  <a:cubicBezTo>
                    <a:pt x="24220" y="29597"/>
                    <a:pt x="25680" y="18507"/>
                    <a:pt x="25932" y="14043"/>
                  </a:cubicBezTo>
                  <a:cubicBezTo>
                    <a:pt x="26185" y="9580"/>
                    <a:pt x="25876" y="5930"/>
                    <a:pt x="25623" y="4582"/>
                  </a:cubicBezTo>
                  <a:cubicBezTo>
                    <a:pt x="25371" y="3263"/>
                    <a:pt x="24922" y="371"/>
                    <a:pt x="24922" y="371"/>
                  </a:cubicBezTo>
                  <a:cubicBezTo>
                    <a:pt x="24922" y="371"/>
                    <a:pt x="19559" y="2027"/>
                    <a:pt x="15348" y="2168"/>
                  </a:cubicBezTo>
                  <a:cubicBezTo>
                    <a:pt x="12975" y="2231"/>
                    <a:pt x="11476" y="2366"/>
                    <a:pt x="10192" y="2366"/>
                  </a:cubicBezTo>
                  <a:cubicBezTo>
                    <a:pt x="9198" y="2366"/>
                    <a:pt x="8332" y="2285"/>
                    <a:pt x="7291" y="2027"/>
                  </a:cubicBezTo>
                  <a:cubicBezTo>
                    <a:pt x="4932" y="1466"/>
                    <a:pt x="1816" y="624"/>
                    <a:pt x="1563" y="427"/>
                  </a:cubicBezTo>
                  <a:cubicBezTo>
                    <a:pt x="1403" y="321"/>
                    <a:pt x="748" y="0"/>
                    <a:pt x="360"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1318;p25">
              <a:extLst>
                <a:ext uri="{FF2B5EF4-FFF2-40B4-BE49-F238E27FC236}">
                  <a16:creationId xmlns:a16="http://schemas.microsoft.com/office/drawing/2014/main" id="{383ABE25-7D51-3BDA-FFE5-E554492E29B6}"/>
                </a:ext>
              </a:extLst>
            </p:cNvPr>
            <p:cNvSpPr/>
            <p:nvPr/>
          </p:nvSpPr>
          <p:spPr>
            <a:xfrm>
              <a:off x="4013525" y="3630950"/>
              <a:ext cx="661200" cy="1558175"/>
            </a:xfrm>
            <a:custGeom>
              <a:avLst/>
              <a:gdLst/>
              <a:ahLst/>
              <a:cxnLst/>
              <a:rect l="l" t="t" r="r" b="b"/>
              <a:pathLst>
                <a:path w="26448" h="62327" extrusionOk="0">
                  <a:moveTo>
                    <a:pt x="534" y="478"/>
                  </a:moveTo>
                  <a:cubicBezTo>
                    <a:pt x="674" y="478"/>
                    <a:pt x="927" y="534"/>
                    <a:pt x="1124" y="646"/>
                  </a:cubicBezTo>
                  <a:cubicBezTo>
                    <a:pt x="1236" y="674"/>
                    <a:pt x="1348" y="730"/>
                    <a:pt x="1432" y="786"/>
                  </a:cubicBezTo>
                  <a:cubicBezTo>
                    <a:pt x="1517" y="815"/>
                    <a:pt x="1573" y="871"/>
                    <a:pt x="1601" y="871"/>
                  </a:cubicBezTo>
                  <a:cubicBezTo>
                    <a:pt x="1629" y="899"/>
                    <a:pt x="1685" y="927"/>
                    <a:pt x="1713" y="955"/>
                  </a:cubicBezTo>
                  <a:cubicBezTo>
                    <a:pt x="1882" y="1011"/>
                    <a:pt x="2162" y="1123"/>
                    <a:pt x="2555" y="1236"/>
                  </a:cubicBezTo>
                  <a:cubicBezTo>
                    <a:pt x="3735" y="1573"/>
                    <a:pt x="5756" y="2106"/>
                    <a:pt x="7440" y="2499"/>
                  </a:cubicBezTo>
                  <a:cubicBezTo>
                    <a:pt x="8479" y="2780"/>
                    <a:pt x="9378" y="2836"/>
                    <a:pt x="10388" y="2836"/>
                  </a:cubicBezTo>
                  <a:cubicBezTo>
                    <a:pt x="11680" y="2836"/>
                    <a:pt x="13168" y="2724"/>
                    <a:pt x="15526" y="2639"/>
                  </a:cubicBezTo>
                  <a:cubicBezTo>
                    <a:pt x="19256" y="2541"/>
                    <a:pt x="23822" y="1242"/>
                    <a:pt x="24913" y="916"/>
                  </a:cubicBezTo>
                  <a:lnTo>
                    <a:pt x="24913" y="916"/>
                  </a:lnTo>
                  <a:cubicBezTo>
                    <a:pt x="25027" y="1635"/>
                    <a:pt x="25369" y="3775"/>
                    <a:pt x="25577" y="4885"/>
                  </a:cubicBezTo>
                  <a:cubicBezTo>
                    <a:pt x="25745" y="5840"/>
                    <a:pt x="25970" y="8086"/>
                    <a:pt x="25970" y="11006"/>
                  </a:cubicBezTo>
                  <a:cubicBezTo>
                    <a:pt x="25970" y="12016"/>
                    <a:pt x="25942" y="13111"/>
                    <a:pt x="25886" y="14262"/>
                  </a:cubicBezTo>
                  <a:cubicBezTo>
                    <a:pt x="25773" y="16480"/>
                    <a:pt x="25324" y="20383"/>
                    <a:pt x="24931" y="23724"/>
                  </a:cubicBezTo>
                  <a:cubicBezTo>
                    <a:pt x="24735" y="25380"/>
                    <a:pt x="24538" y="26924"/>
                    <a:pt x="24398" y="28019"/>
                  </a:cubicBezTo>
                  <a:cubicBezTo>
                    <a:pt x="24257" y="29142"/>
                    <a:pt x="24173" y="29816"/>
                    <a:pt x="24173" y="29816"/>
                  </a:cubicBezTo>
                  <a:lnTo>
                    <a:pt x="24173" y="29872"/>
                  </a:lnTo>
                  <a:cubicBezTo>
                    <a:pt x="24173" y="29872"/>
                    <a:pt x="24201" y="30153"/>
                    <a:pt x="24229" y="30602"/>
                  </a:cubicBezTo>
                  <a:cubicBezTo>
                    <a:pt x="24370" y="31949"/>
                    <a:pt x="24622" y="35038"/>
                    <a:pt x="24622" y="37845"/>
                  </a:cubicBezTo>
                  <a:cubicBezTo>
                    <a:pt x="24622" y="39698"/>
                    <a:pt x="24426" y="44050"/>
                    <a:pt x="24229" y="47952"/>
                  </a:cubicBezTo>
                  <a:cubicBezTo>
                    <a:pt x="24145" y="49889"/>
                    <a:pt x="24033" y="51742"/>
                    <a:pt x="23977" y="53090"/>
                  </a:cubicBezTo>
                  <a:cubicBezTo>
                    <a:pt x="23920" y="53792"/>
                    <a:pt x="23892" y="54353"/>
                    <a:pt x="23892" y="54746"/>
                  </a:cubicBezTo>
                  <a:cubicBezTo>
                    <a:pt x="23864" y="54971"/>
                    <a:pt x="23864" y="55111"/>
                    <a:pt x="23864" y="55223"/>
                  </a:cubicBezTo>
                  <a:cubicBezTo>
                    <a:pt x="23836" y="55364"/>
                    <a:pt x="23836" y="55420"/>
                    <a:pt x="23836" y="55448"/>
                  </a:cubicBezTo>
                  <a:cubicBezTo>
                    <a:pt x="23836" y="55532"/>
                    <a:pt x="23864" y="55645"/>
                    <a:pt x="23892" y="55785"/>
                  </a:cubicBezTo>
                  <a:cubicBezTo>
                    <a:pt x="23977" y="56150"/>
                    <a:pt x="24117" y="56739"/>
                    <a:pt x="24201" y="57413"/>
                  </a:cubicBezTo>
                  <a:cubicBezTo>
                    <a:pt x="24229" y="57526"/>
                    <a:pt x="24229" y="57666"/>
                    <a:pt x="24229" y="57806"/>
                  </a:cubicBezTo>
                  <a:cubicBezTo>
                    <a:pt x="24229" y="58256"/>
                    <a:pt x="24173" y="58817"/>
                    <a:pt x="24117" y="59294"/>
                  </a:cubicBezTo>
                  <a:cubicBezTo>
                    <a:pt x="24089" y="59519"/>
                    <a:pt x="24061" y="59743"/>
                    <a:pt x="24033" y="59912"/>
                  </a:cubicBezTo>
                  <a:cubicBezTo>
                    <a:pt x="24005" y="60108"/>
                    <a:pt x="24005" y="60249"/>
                    <a:pt x="24005" y="60333"/>
                  </a:cubicBezTo>
                  <a:cubicBezTo>
                    <a:pt x="24005" y="60361"/>
                    <a:pt x="23977" y="60417"/>
                    <a:pt x="23920" y="60501"/>
                  </a:cubicBezTo>
                  <a:cubicBezTo>
                    <a:pt x="23752" y="60726"/>
                    <a:pt x="23247" y="61063"/>
                    <a:pt x="22657" y="61316"/>
                  </a:cubicBezTo>
                  <a:cubicBezTo>
                    <a:pt x="22462" y="61389"/>
                    <a:pt x="22078" y="61462"/>
                    <a:pt x="21669" y="61462"/>
                  </a:cubicBezTo>
                  <a:cubicBezTo>
                    <a:pt x="21606" y="61462"/>
                    <a:pt x="21542" y="61460"/>
                    <a:pt x="21478" y="61456"/>
                  </a:cubicBezTo>
                  <a:cubicBezTo>
                    <a:pt x="21057" y="61456"/>
                    <a:pt x="20579" y="61428"/>
                    <a:pt x="20186" y="61344"/>
                  </a:cubicBezTo>
                  <a:cubicBezTo>
                    <a:pt x="19990" y="61316"/>
                    <a:pt x="19821" y="61260"/>
                    <a:pt x="19681" y="61231"/>
                  </a:cubicBezTo>
                  <a:cubicBezTo>
                    <a:pt x="19513" y="61175"/>
                    <a:pt x="19428" y="61119"/>
                    <a:pt x="19372" y="61091"/>
                  </a:cubicBezTo>
                  <a:cubicBezTo>
                    <a:pt x="19176" y="60923"/>
                    <a:pt x="19007" y="60642"/>
                    <a:pt x="18895" y="60305"/>
                  </a:cubicBezTo>
                  <a:cubicBezTo>
                    <a:pt x="18783" y="59996"/>
                    <a:pt x="18698" y="59659"/>
                    <a:pt x="18558" y="59435"/>
                  </a:cubicBezTo>
                  <a:cubicBezTo>
                    <a:pt x="18558" y="59407"/>
                    <a:pt x="18530" y="59294"/>
                    <a:pt x="18530" y="59126"/>
                  </a:cubicBezTo>
                  <a:cubicBezTo>
                    <a:pt x="18502" y="58957"/>
                    <a:pt x="18502" y="58761"/>
                    <a:pt x="18502" y="58536"/>
                  </a:cubicBezTo>
                  <a:cubicBezTo>
                    <a:pt x="18502" y="58424"/>
                    <a:pt x="18502" y="58312"/>
                    <a:pt x="18502" y="58171"/>
                  </a:cubicBezTo>
                  <a:cubicBezTo>
                    <a:pt x="18502" y="57582"/>
                    <a:pt x="18502" y="56880"/>
                    <a:pt x="18333" y="56346"/>
                  </a:cubicBezTo>
                  <a:cubicBezTo>
                    <a:pt x="18305" y="56290"/>
                    <a:pt x="18277" y="56178"/>
                    <a:pt x="18249" y="56010"/>
                  </a:cubicBezTo>
                  <a:cubicBezTo>
                    <a:pt x="17969" y="54662"/>
                    <a:pt x="17182" y="50170"/>
                    <a:pt x="16424" y="45846"/>
                  </a:cubicBezTo>
                  <a:cubicBezTo>
                    <a:pt x="16031" y="43685"/>
                    <a:pt x="15666" y="41551"/>
                    <a:pt x="15358" y="39867"/>
                  </a:cubicBezTo>
                  <a:cubicBezTo>
                    <a:pt x="15049" y="38182"/>
                    <a:pt x="14824" y="36947"/>
                    <a:pt x="14740" y="36582"/>
                  </a:cubicBezTo>
                  <a:cubicBezTo>
                    <a:pt x="14684" y="36385"/>
                    <a:pt x="14628" y="36048"/>
                    <a:pt x="14600" y="35627"/>
                  </a:cubicBezTo>
                  <a:cubicBezTo>
                    <a:pt x="14431" y="34083"/>
                    <a:pt x="14263" y="31332"/>
                    <a:pt x="14150" y="28945"/>
                  </a:cubicBezTo>
                  <a:cubicBezTo>
                    <a:pt x="14094" y="27738"/>
                    <a:pt x="14066" y="26643"/>
                    <a:pt x="14010" y="25857"/>
                  </a:cubicBezTo>
                  <a:cubicBezTo>
                    <a:pt x="13982" y="25043"/>
                    <a:pt x="13982" y="24566"/>
                    <a:pt x="13982" y="24538"/>
                  </a:cubicBezTo>
                  <a:cubicBezTo>
                    <a:pt x="13954" y="24425"/>
                    <a:pt x="13870" y="24341"/>
                    <a:pt x="13729" y="24313"/>
                  </a:cubicBezTo>
                  <a:cubicBezTo>
                    <a:pt x="13617" y="24313"/>
                    <a:pt x="13505" y="24425"/>
                    <a:pt x="13505" y="24538"/>
                  </a:cubicBezTo>
                  <a:lnTo>
                    <a:pt x="12943" y="33101"/>
                  </a:lnTo>
                  <a:lnTo>
                    <a:pt x="12915" y="33101"/>
                  </a:lnTo>
                  <a:cubicBezTo>
                    <a:pt x="12915" y="33101"/>
                    <a:pt x="12494" y="40793"/>
                    <a:pt x="12494" y="45818"/>
                  </a:cubicBezTo>
                  <a:cubicBezTo>
                    <a:pt x="12494" y="47194"/>
                    <a:pt x="12522" y="48373"/>
                    <a:pt x="12606" y="49159"/>
                  </a:cubicBezTo>
                  <a:cubicBezTo>
                    <a:pt x="12662" y="49665"/>
                    <a:pt x="12690" y="50170"/>
                    <a:pt x="12690" y="50647"/>
                  </a:cubicBezTo>
                  <a:cubicBezTo>
                    <a:pt x="12690" y="52023"/>
                    <a:pt x="12494" y="53258"/>
                    <a:pt x="12269" y="54269"/>
                  </a:cubicBezTo>
                  <a:cubicBezTo>
                    <a:pt x="12073" y="55308"/>
                    <a:pt x="11820" y="56094"/>
                    <a:pt x="11792" y="56711"/>
                  </a:cubicBezTo>
                  <a:cubicBezTo>
                    <a:pt x="11736" y="57385"/>
                    <a:pt x="11680" y="58256"/>
                    <a:pt x="11567" y="59042"/>
                  </a:cubicBezTo>
                  <a:cubicBezTo>
                    <a:pt x="11483" y="59828"/>
                    <a:pt x="11343" y="60558"/>
                    <a:pt x="11203" y="60923"/>
                  </a:cubicBezTo>
                  <a:cubicBezTo>
                    <a:pt x="11034" y="61260"/>
                    <a:pt x="10922" y="61484"/>
                    <a:pt x="10725" y="61624"/>
                  </a:cubicBezTo>
                  <a:cubicBezTo>
                    <a:pt x="10529" y="61765"/>
                    <a:pt x="10220" y="61849"/>
                    <a:pt x="9686" y="61849"/>
                  </a:cubicBezTo>
                  <a:cubicBezTo>
                    <a:pt x="9462" y="61849"/>
                    <a:pt x="9181" y="61849"/>
                    <a:pt x="8872" y="61821"/>
                  </a:cubicBezTo>
                  <a:cubicBezTo>
                    <a:pt x="8002" y="61709"/>
                    <a:pt x="7272" y="61344"/>
                    <a:pt x="6767" y="60951"/>
                  </a:cubicBezTo>
                  <a:cubicBezTo>
                    <a:pt x="6486" y="60754"/>
                    <a:pt x="6289" y="60530"/>
                    <a:pt x="6121" y="60361"/>
                  </a:cubicBezTo>
                  <a:cubicBezTo>
                    <a:pt x="5981" y="60165"/>
                    <a:pt x="5868" y="59996"/>
                    <a:pt x="5868" y="59940"/>
                  </a:cubicBezTo>
                  <a:cubicBezTo>
                    <a:pt x="5840" y="59912"/>
                    <a:pt x="5840" y="59856"/>
                    <a:pt x="5840" y="59800"/>
                  </a:cubicBezTo>
                  <a:cubicBezTo>
                    <a:pt x="5840" y="59575"/>
                    <a:pt x="5953" y="59210"/>
                    <a:pt x="6065" y="58901"/>
                  </a:cubicBezTo>
                  <a:cubicBezTo>
                    <a:pt x="6121" y="58761"/>
                    <a:pt x="6177" y="58620"/>
                    <a:pt x="6233" y="58508"/>
                  </a:cubicBezTo>
                  <a:cubicBezTo>
                    <a:pt x="6261" y="58480"/>
                    <a:pt x="6261" y="58424"/>
                    <a:pt x="6289" y="58396"/>
                  </a:cubicBezTo>
                  <a:lnTo>
                    <a:pt x="6318" y="58368"/>
                  </a:lnTo>
                  <a:cubicBezTo>
                    <a:pt x="6318" y="58312"/>
                    <a:pt x="6346" y="58256"/>
                    <a:pt x="6318" y="58199"/>
                  </a:cubicBezTo>
                  <a:cubicBezTo>
                    <a:pt x="6318" y="58199"/>
                    <a:pt x="6121" y="57357"/>
                    <a:pt x="5840" y="56038"/>
                  </a:cubicBezTo>
                  <a:cubicBezTo>
                    <a:pt x="4970" y="52079"/>
                    <a:pt x="3173" y="43825"/>
                    <a:pt x="2724" y="41242"/>
                  </a:cubicBezTo>
                  <a:cubicBezTo>
                    <a:pt x="2162" y="37817"/>
                    <a:pt x="1320" y="29310"/>
                    <a:pt x="1068" y="25576"/>
                  </a:cubicBezTo>
                  <a:cubicBezTo>
                    <a:pt x="871" y="22404"/>
                    <a:pt x="590" y="13785"/>
                    <a:pt x="590" y="9827"/>
                  </a:cubicBezTo>
                  <a:cubicBezTo>
                    <a:pt x="590" y="9097"/>
                    <a:pt x="618" y="8507"/>
                    <a:pt x="618" y="8170"/>
                  </a:cubicBezTo>
                  <a:cubicBezTo>
                    <a:pt x="646" y="7721"/>
                    <a:pt x="674" y="7131"/>
                    <a:pt x="674" y="6514"/>
                  </a:cubicBezTo>
                  <a:cubicBezTo>
                    <a:pt x="674" y="4015"/>
                    <a:pt x="506" y="674"/>
                    <a:pt x="506" y="674"/>
                  </a:cubicBezTo>
                  <a:lnTo>
                    <a:pt x="506" y="618"/>
                  </a:lnTo>
                  <a:cubicBezTo>
                    <a:pt x="478" y="562"/>
                    <a:pt x="478" y="534"/>
                    <a:pt x="478" y="506"/>
                  </a:cubicBezTo>
                  <a:lnTo>
                    <a:pt x="478" y="478"/>
                  </a:lnTo>
                  <a:close/>
                  <a:moveTo>
                    <a:pt x="534" y="0"/>
                  </a:moveTo>
                  <a:cubicBezTo>
                    <a:pt x="422" y="0"/>
                    <a:pt x="310" y="28"/>
                    <a:pt x="197" y="113"/>
                  </a:cubicBezTo>
                  <a:cubicBezTo>
                    <a:pt x="57" y="197"/>
                    <a:pt x="1" y="365"/>
                    <a:pt x="1" y="506"/>
                  </a:cubicBezTo>
                  <a:cubicBezTo>
                    <a:pt x="1" y="571"/>
                    <a:pt x="17" y="636"/>
                    <a:pt x="38" y="701"/>
                  </a:cubicBezTo>
                  <a:lnTo>
                    <a:pt x="38" y="701"/>
                  </a:lnTo>
                  <a:lnTo>
                    <a:pt x="29" y="702"/>
                  </a:lnTo>
                  <a:cubicBezTo>
                    <a:pt x="29" y="702"/>
                    <a:pt x="85" y="1545"/>
                    <a:pt x="113" y="2696"/>
                  </a:cubicBezTo>
                  <a:cubicBezTo>
                    <a:pt x="169" y="3819"/>
                    <a:pt x="197" y="5278"/>
                    <a:pt x="197" y="6514"/>
                  </a:cubicBezTo>
                  <a:cubicBezTo>
                    <a:pt x="197" y="7131"/>
                    <a:pt x="197" y="7693"/>
                    <a:pt x="169" y="8142"/>
                  </a:cubicBezTo>
                  <a:cubicBezTo>
                    <a:pt x="141" y="8507"/>
                    <a:pt x="141" y="9069"/>
                    <a:pt x="141" y="9827"/>
                  </a:cubicBezTo>
                  <a:cubicBezTo>
                    <a:pt x="141" y="13785"/>
                    <a:pt x="394" y="22404"/>
                    <a:pt x="618" y="25605"/>
                  </a:cubicBezTo>
                  <a:cubicBezTo>
                    <a:pt x="871" y="29367"/>
                    <a:pt x="1685" y="37845"/>
                    <a:pt x="2275" y="41326"/>
                  </a:cubicBezTo>
                  <a:cubicBezTo>
                    <a:pt x="2840" y="44639"/>
                    <a:pt x="5628" y="57226"/>
                    <a:pt x="5854" y="58246"/>
                  </a:cubicBezTo>
                  <a:lnTo>
                    <a:pt x="5854" y="58246"/>
                  </a:lnTo>
                  <a:cubicBezTo>
                    <a:pt x="5803" y="58338"/>
                    <a:pt x="5718" y="58511"/>
                    <a:pt x="5644" y="58733"/>
                  </a:cubicBezTo>
                  <a:cubicBezTo>
                    <a:pt x="5503" y="59070"/>
                    <a:pt x="5391" y="59463"/>
                    <a:pt x="5363" y="59800"/>
                  </a:cubicBezTo>
                  <a:cubicBezTo>
                    <a:pt x="5363" y="59884"/>
                    <a:pt x="5391" y="59968"/>
                    <a:pt x="5419" y="60080"/>
                  </a:cubicBezTo>
                  <a:lnTo>
                    <a:pt x="5419" y="60052"/>
                  </a:lnTo>
                  <a:cubicBezTo>
                    <a:pt x="5475" y="60249"/>
                    <a:pt x="5588" y="60445"/>
                    <a:pt x="5756" y="60642"/>
                  </a:cubicBezTo>
                  <a:cubicBezTo>
                    <a:pt x="6289" y="61288"/>
                    <a:pt x="7384" y="62102"/>
                    <a:pt x="8816" y="62270"/>
                  </a:cubicBezTo>
                  <a:cubicBezTo>
                    <a:pt x="9153" y="62298"/>
                    <a:pt x="9434" y="62326"/>
                    <a:pt x="9686" y="62326"/>
                  </a:cubicBezTo>
                  <a:cubicBezTo>
                    <a:pt x="10276" y="62326"/>
                    <a:pt x="10697" y="62214"/>
                    <a:pt x="11006" y="61989"/>
                  </a:cubicBezTo>
                  <a:cubicBezTo>
                    <a:pt x="11315" y="61765"/>
                    <a:pt x="11455" y="61456"/>
                    <a:pt x="11624" y="61119"/>
                  </a:cubicBezTo>
                  <a:cubicBezTo>
                    <a:pt x="11820" y="60642"/>
                    <a:pt x="11932" y="59912"/>
                    <a:pt x="12045" y="59098"/>
                  </a:cubicBezTo>
                  <a:cubicBezTo>
                    <a:pt x="12129" y="58284"/>
                    <a:pt x="12213" y="57413"/>
                    <a:pt x="12241" y="56739"/>
                  </a:cubicBezTo>
                  <a:cubicBezTo>
                    <a:pt x="12297" y="56234"/>
                    <a:pt x="12522" y="55392"/>
                    <a:pt x="12719" y="54381"/>
                  </a:cubicBezTo>
                  <a:cubicBezTo>
                    <a:pt x="12943" y="53342"/>
                    <a:pt x="13168" y="52079"/>
                    <a:pt x="13168" y="50647"/>
                  </a:cubicBezTo>
                  <a:cubicBezTo>
                    <a:pt x="13168" y="50142"/>
                    <a:pt x="13140" y="49637"/>
                    <a:pt x="13084" y="49103"/>
                  </a:cubicBezTo>
                  <a:cubicBezTo>
                    <a:pt x="12999" y="48373"/>
                    <a:pt x="12971" y="47194"/>
                    <a:pt x="12971" y="45818"/>
                  </a:cubicBezTo>
                  <a:cubicBezTo>
                    <a:pt x="12971" y="43320"/>
                    <a:pt x="13084" y="40147"/>
                    <a:pt x="13168" y="37592"/>
                  </a:cubicBezTo>
                  <a:cubicBezTo>
                    <a:pt x="13224" y="36329"/>
                    <a:pt x="13280" y="35206"/>
                    <a:pt x="13336" y="34392"/>
                  </a:cubicBezTo>
                  <a:cubicBezTo>
                    <a:pt x="13364" y="33606"/>
                    <a:pt x="13392" y="33129"/>
                    <a:pt x="13392" y="33129"/>
                  </a:cubicBezTo>
                  <a:lnTo>
                    <a:pt x="13679" y="28962"/>
                  </a:lnTo>
                  <a:lnTo>
                    <a:pt x="13679" y="28962"/>
                  </a:lnTo>
                  <a:cubicBezTo>
                    <a:pt x="13695" y="29306"/>
                    <a:pt x="13712" y="29657"/>
                    <a:pt x="13729" y="30012"/>
                  </a:cubicBezTo>
                  <a:cubicBezTo>
                    <a:pt x="13813" y="31416"/>
                    <a:pt x="13898" y="32876"/>
                    <a:pt x="13982" y="34083"/>
                  </a:cubicBezTo>
                  <a:cubicBezTo>
                    <a:pt x="14038" y="34673"/>
                    <a:pt x="14066" y="35234"/>
                    <a:pt x="14122" y="35683"/>
                  </a:cubicBezTo>
                  <a:cubicBezTo>
                    <a:pt x="14178" y="36105"/>
                    <a:pt x="14235" y="36470"/>
                    <a:pt x="14263" y="36666"/>
                  </a:cubicBezTo>
                  <a:cubicBezTo>
                    <a:pt x="14375" y="37059"/>
                    <a:pt x="14628" y="38435"/>
                    <a:pt x="14965" y="40288"/>
                  </a:cubicBezTo>
                  <a:cubicBezTo>
                    <a:pt x="15442" y="43067"/>
                    <a:pt x="16116" y="46941"/>
                    <a:pt x="16705" y="50198"/>
                  </a:cubicBezTo>
                  <a:cubicBezTo>
                    <a:pt x="16986" y="51826"/>
                    <a:pt x="17267" y="53286"/>
                    <a:pt x="17463" y="54409"/>
                  </a:cubicBezTo>
                  <a:cubicBezTo>
                    <a:pt x="17575" y="54971"/>
                    <a:pt x="17660" y="55420"/>
                    <a:pt x="17716" y="55785"/>
                  </a:cubicBezTo>
                  <a:cubicBezTo>
                    <a:pt x="17800" y="56150"/>
                    <a:pt x="17856" y="56375"/>
                    <a:pt x="17884" y="56487"/>
                  </a:cubicBezTo>
                  <a:cubicBezTo>
                    <a:pt x="18025" y="56908"/>
                    <a:pt x="18053" y="57582"/>
                    <a:pt x="18025" y="58171"/>
                  </a:cubicBezTo>
                  <a:cubicBezTo>
                    <a:pt x="18025" y="58312"/>
                    <a:pt x="18025" y="58424"/>
                    <a:pt x="18025" y="58536"/>
                  </a:cubicBezTo>
                  <a:cubicBezTo>
                    <a:pt x="18025" y="58761"/>
                    <a:pt x="18025" y="58985"/>
                    <a:pt x="18053" y="59154"/>
                  </a:cubicBezTo>
                  <a:cubicBezTo>
                    <a:pt x="18053" y="59350"/>
                    <a:pt x="18081" y="59491"/>
                    <a:pt x="18165" y="59631"/>
                  </a:cubicBezTo>
                  <a:cubicBezTo>
                    <a:pt x="18249" y="59800"/>
                    <a:pt x="18333" y="60137"/>
                    <a:pt x="18474" y="60473"/>
                  </a:cubicBezTo>
                  <a:cubicBezTo>
                    <a:pt x="18586" y="60838"/>
                    <a:pt x="18783" y="61203"/>
                    <a:pt x="19092" y="61456"/>
                  </a:cubicBezTo>
                  <a:cubicBezTo>
                    <a:pt x="19204" y="61540"/>
                    <a:pt x="19344" y="61596"/>
                    <a:pt x="19513" y="61653"/>
                  </a:cubicBezTo>
                  <a:cubicBezTo>
                    <a:pt x="20018" y="61849"/>
                    <a:pt x="20776" y="61933"/>
                    <a:pt x="21478" y="61933"/>
                  </a:cubicBezTo>
                  <a:cubicBezTo>
                    <a:pt x="22011" y="61933"/>
                    <a:pt x="22489" y="61877"/>
                    <a:pt x="22854" y="61737"/>
                  </a:cubicBezTo>
                  <a:cubicBezTo>
                    <a:pt x="23275" y="61540"/>
                    <a:pt x="23640" y="61344"/>
                    <a:pt x="23948" y="61119"/>
                  </a:cubicBezTo>
                  <a:cubicBezTo>
                    <a:pt x="24089" y="61007"/>
                    <a:pt x="24201" y="60895"/>
                    <a:pt x="24313" y="60782"/>
                  </a:cubicBezTo>
                  <a:cubicBezTo>
                    <a:pt x="24398" y="60642"/>
                    <a:pt x="24454" y="60501"/>
                    <a:pt x="24454" y="60333"/>
                  </a:cubicBezTo>
                  <a:cubicBezTo>
                    <a:pt x="24454" y="60305"/>
                    <a:pt x="24482" y="60165"/>
                    <a:pt x="24510" y="59968"/>
                  </a:cubicBezTo>
                  <a:cubicBezTo>
                    <a:pt x="24566" y="59463"/>
                    <a:pt x="24678" y="58536"/>
                    <a:pt x="24678" y="57806"/>
                  </a:cubicBezTo>
                  <a:cubicBezTo>
                    <a:pt x="24678" y="57666"/>
                    <a:pt x="24678" y="57497"/>
                    <a:pt x="24678" y="57357"/>
                  </a:cubicBezTo>
                  <a:cubicBezTo>
                    <a:pt x="24622" y="56880"/>
                    <a:pt x="24538" y="56459"/>
                    <a:pt x="24454" y="56122"/>
                  </a:cubicBezTo>
                  <a:cubicBezTo>
                    <a:pt x="24398" y="55953"/>
                    <a:pt x="24370" y="55785"/>
                    <a:pt x="24341" y="55673"/>
                  </a:cubicBezTo>
                  <a:cubicBezTo>
                    <a:pt x="24313" y="55560"/>
                    <a:pt x="24313" y="55476"/>
                    <a:pt x="24313" y="55448"/>
                  </a:cubicBezTo>
                  <a:cubicBezTo>
                    <a:pt x="24313" y="55448"/>
                    <a:pt x="24313" y="55364"/>
                    <a:pt x="24313" y="55252"/>
                  </a:cubicBezTo>
                  <a:cubicBezTo>
                    <a:pt x="24398" y="53539"/>
                    <a:pt x="25071" y="41383"/>
                    <a:pt x="25071" y="37845"/>
                  </a:cubicBezTo>
                  <a:cubicBezTo>
                    <a:pt x="25071" y="34242"/>
                    <a:pt x="24665" y="30259"/>
                    <a:pt x="24625" y="29874"/>
                  </a:cubicBezTo>
                  <a:lnTo>
                    <a:pt x="24625" y="29874"/>
                  </a:lnTo>
                  <a:cubicBezTo>
                    <a:pt x="24701" y="29280"/>
                    <a:pt x="26117" y="18662"/>
                    <a:pt x="26363" y="14290"/>
                  </a:cubicBezTo>
                  <a:cubicBezTo>
                    <a:pt x="26419" y="13139"/>
                    <a:pt x="26447" y="12016"/>
                    <a:pt x="26447" y="11006"/>
                  </a:cubicBezTo>
                  <a:cubicBezTo>
                    <a:pt x="26447" y="8058"/>
                    <a:pt x="26222" y="5812"/>
                    <a:pt x="26026" y="4801"/>
                  </a:cubicBezTo>
                  <a:cubicBezTo>
                    <a:pt x="25914" y="4127"/>
                    <a:pt x="25717" y="3089"/>
                    <a:pt x="25577" y="2190"/>
                  </a:cubicBezTo>
                  <a:cubicBezTo>
                    <a:pt x="25436" y="1292"/>
                    <a:pt x="25324" y="590"/>
                    <a:pt x="25324" y="590"/>
                  </a:cubicBezTo>
                  <a:cubicBezTo>
                    <a:pt x="25324" y="534"/>
                    <a:pt x="25268" y="450"/>
                    <a:pt x="25212" y="422"/>
                  </a:cubicBezTo>
                  <a:cubicBezTo>
                    <a:pt x="25156" y="393"/>
                    <a:pt x="25100" y="393"/>
                    <a:pt x="25043" y="393"/>
                  </a:cubicBezTo>
                  <a:cubicBezTo>
                    <a:pt x="25015" y="393"/>
                    <a:pt x="24959" y="422"/>
                    <a:pt x="24791" y="478"/>
                  </a:cubicBezTo>
                  <a:cubicBezTo>
                    <a:pt x="23724" y="786"/>
                    <a:pt x="19148" y="2078"/>
                    <a:pt x="15526" y="2190"/>
                  </a:cubicBezTo>
                  <a:cubicBezTo>
                    <a:pt x="13140" y="2246"/>
                    <a:pt x="11652" y="2387"/>
                    <a:pt x="10388" y="2387"/>
                  </a:cubicBezTo>
                  <a:cubicBezTo>
                    <a:pt x="9378" y="2387"/>
                    <a:pt x="8563" y="2303"/>
                    <a:pt x="7525" y="2050"/>
                  </a:cubicBezTo>
                  <a:cubicBezTo>
                    <a:pt x="6346" y="1769"/>
                    <a:pt x="4998" y="1432"/>
                    <a:pt x="3875" y="1123"/>
                  </a:cubicBezTo>
                  <a:cubicBezTo>
                    <a:pt x="3342" y="955"/>
                    <a:pt x="2836" y="815"/>
                    <a:pt x="2471" y="702"/>
                  </a:cubicBezTo>
                  <a:cubicBezTo>
                    <a:pt x="2303" y="646"/>
                    <a:pt x="2162" y="618"/>
                    <a:pt x="2050" y="562"/>
                  </a:cubicBezTo>
                  <a:cubicBezTo>
                    <a:pt x="1994" y="562"/>
                    <a:pt x="1938" y="534"/>
                    <a:pt x="1910" y="506"/>
                  </a:cubicBezTo>
                  <a:lnTo>
                    <a:pt x="1882" y="506"/>
                  </a:lnTo>
                  <a:cubicBezTo>
                    <a:pt x="1826" y="450"/>
                    <a:pt x="1741" y="422"/>
                    <a:pt x="1657" y="365"/>
                  </a:cubicBezTo>
                  <a:cubicBezTo>
                    <a:pt x="1517" y="281"/>
                    <a:pt x="1320" y="197"/>
                    <a:pt x="1124" y="141"/>
                  </a:cubicBezTo>
                  <a:cubicBezTo>
                    <a:pt x="927" y="57"/>
                    <a:pt x="731" y="0"/>
                    <a:pt x="534"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1319;p25">
              <a:extLst>
                <a:ext uri="{FF2B5EF4-FFF2-40B4-BE49-F238E27FC236}">
                  <a16:creationId xmlns:a16="http://schemas.microsoft.com/office/drawing/2014/main" id="{5668D9B9-6A12-69A4-18DA-2400F9655BC9}"/>
                </a:ext>
              </a:extLst>
            </p:cNvPr>
            <p:cNvSpPr/>
            <p:nvPr/>
          </p:nvSpPr>
          <p:spPr>
            <a:xfrm>
              <a:off x="4350425" y="4004350"/>
              <a:ext cx="40025" cy="246475"/>
            </a:xfrm>
            <a:custGeom>
              <a:avLst/>
              <a:gdLst/>
              <a:ahLst/>
              <a:cxnLst/>
              <a:rect l="l" t="t" r="r" b="b"/>
              <a:pathLst>
                <a:path w="1601" h="9859" extrusionOk="0">
                  <a:moveTo>
                    <a:pt x="1376" y="0"/>
                  </a:moveTo>
                  <a:cubicBezTo>
                    <a:pt x="1236" y="0"/>
                    <a:pt x="1124" y="84"/>
                    <a:pt x="1124" y="225"/>
                  </a:cubicBezTo>
                  <a:lnTo>
                    <a:pt x="29" y="9602"/>
                  </a:lnTo>
                  <a:cubicBezTo>
                    <a:pt x="1" y="9714"/>
                    <a:pt x="113" y="9854"/>
                    <a:pt x="225" y="9854"/>
                  </a:cubicBezTo>
                  <a:cubicBezTo>
                    <a:pt x="240" y="9857"/>
                    <a:pt x="254" y="9859"/>
                    <a:pt x="269" y="9859"/>
                  </a:cubicBezTo>
                  <a:cubicBezTo>
                    <a:pt x="388" y="9859"/>
                    <a:pt x="481" y="9758"/>
                    <a:pt x="506" y="9658"/>
                  </a:cubicBezTo>
                  <a:lnTo>
                    <a:pt x="1573" y="281"/>
                  </a:lnTo>
                  <a:cubicBezTo>
                    <a:pt x="1601" y="141"/>
                    <a:pt x="1489" y="28"/>
                    <a:pt x="13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1320;p25">
              <a:extLst>
                <a:ext uri="{FF2B5EF4-FFF2-40B4-BE49-F238E27FC236}">
                  <a16:creationId xmlns:a16="http://schemas.microsoft.com/office/drawing/2014/main" id="{21A99753-4023-8880-A7B2-F3674AD47469}"/>
                </a:ext>
              </a:extLst>
            </p:cNvPr>
            <p:cNvSpPr/>
            <p:nvPr/>
          </p:nvSpPr>
          <p:spPr>
            <a:xfrm>
              <a:off x="4370775" y="4022050"/>
              <a:ext cx="101800" cy="48475"/>
            </a:xfrm>
            <a:custGeom>
              <a:avLst/>
              <a:gdLst/>
              <a:ahLst/>
              <a:cxnLst/>
              <a:rect l="l" t="t" r="r" b="b"/>
              <a:pathLst>
                <a:path w="4072" h="1939" extrusionOk="0">
                  <a:moveTo>
                    <a:pt x="3809" y="1"/>
                  </a:moveTo>
                  <a:cubicBezTo>
                    <a:pt x="3777" y="1"/>
                    <a:pt x="3743" y="8"/>
                    <a:pt x="3707" y="22"/>
                  </a:cubicBezTo>
                  <a:lnTo>
                    <a:pt x="197" y="1482"/>
                  </a:lnTo>
                  <a:cubicBezTo>
                    <a:pt x="57" y="1538"/>
                    <a:pt x="1" y="1679"/>
                    <a:pt x="57" y="1791"/>
                  </a:cubicBezTo>
                  <a:cubicBezTo>
                    <a:pt x="103" y="1884"/>
                    <a:pt x="208" y="1938"/>
                    <a:pt x="306" y="1938"/>
                  </a:cubicBezTo>
                  <a:cubicBezTo>
                    <a:pt x="326" y="1938"/>
                    <a:pt x="346" y="1936"/>
                    <a:pt x="366" y="1931"/>
                  </a:cubicBezTo>
                  <a:lnTo>
                    <a:pt x="3903" y="471"/>
                  </a:lnTo>
                  <a:cubicBezTo>
                    <a:pt x="4015" y="415"/>
                    <a:pt x="4072" y="275"/>
                    <a:pt x="4015" y="162"/>
                  </a:cubicBezTo>
                  <a:cubicBezTo>
                    <a:pt x="3974" y="58"/>
                    <a:pt x="3901" y="1"/>
                    <a:pt x="38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1321;p25">
              <a:extLst>
                <a:ext uri="{FF2B5EF4-FFF2-40B4-BE49-F238E27FC236}">
                  <a16:creationId xmlns:a16="http://schemas.microsoft.com/office/drawing/2014/main" id="{BA21BB56-AD37-8674-FCB7-5BE224BDA1BF}"/>
                </a:ext>
              </a:extLst>
            </p:cNvPr>
            <p:cNvSpPr/>
            <p:nvPr/>
          </p:nvSpPr>
          <p:spPr>
            <a:xfrm>
              <a:off x="4550450" y="4371275"/>
              <a:ext cx="79350" cy="306325"/>
            </a:xfrm>
            <a:custGeom>
              <a:avLst/>
              <a:gdLst/>
              <a:ahLst/>
              <a:cxnLst/>
              <a:rect l="l" t="t" r="r" b="b"/>
              <a:pathLst>
                <a:path w="3174" h="12253" extrusionOk="0">
                  <a:moveTo>
                    <a:pt x="2924" y="1"/>
                  </a:moveTo>
                  <a:cubicBezTo>
                    <a:pt x="2809" y="1"/>
                    <a:pt x="2720" y="81"/>
                    <a:pt x="2696" y="203"/>
                  </a:cubicBezTo>
                  <a:lnTo>
                    <a:pt x="29" y="11966"/>
                  </a:lnTo>
                  <a:cubicBezTo>
                    <a:pt x="1" y="12078"/>
                    <a:pt x="85" y="12219"/>
                    <a:pt x="225" y="12247"/>
                  </a:cubicBezTo>
                  <a:cubicBezTo>
                    <a:pt x="240" y="12250"/>
                    <a:pt x="255" y="12252"/>
                    <a:pt x="270" y="12252"/>
                  </a:cubicBezTo>
                  <a:cubicBezTo>
                    <a:pt x="372" y="12252"/>
                    <a:pt x="482" y="12173"/>
                    <a:pt x="506" y="12050"/>
                  </a:cubicBezTo>
                  <a:lnTo>
                    <a:pt x="3145" y="287"/>
                  </a:lnTo>
                  <a:cubicBezTo>
                    <a:pt x="3173" y="175"/>
                    <a:pt x="3089" y="34"/>
                    <a:pt x="2977" y="6"/>
                  </a:cubicBezTo>
                  <a:cubicBezTo>
                    <a:pt x="2959" y="3"/>
                    <a:pt x="2941" y="1"/>
                    <a:pt x="292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1322;p25">
              <a:extLst>
                <a:ext uri="{FF2B5EF4-FFF2-40B4-BE49-F238E27FC236}">
                  <a16:creationId xmlns:a16="http://schemas.microsoft.com/office/drawing/2014/main" id="{F80C77C6-466E-AFA7-B872-3CFC192A5DB7}"/>
                </a:ext>
              </a:extLst>
            </p:cNvPr>
            <p:cNvSpPr/>
            <p:nvPr/>
          </p:nvSpPr>
          <p:spPr>
            <a:xfrm>
              <a:off x="4764525" y="2629475"/>
              <a:ext cx="126375" cy="225925"/>
            </a:xfrm>
            <a:custGeom>
              <a:avLst/>
              <a:gdLst/>
              <a:ahLst/>
              <a:cxnLst/>
              <a:rect l="l" t="t" r="r" b="b"/>
              <a:pathLst>
                <a:path w="5055" h="9037" extrusionOk="0">
                  <a:moveTo>
                    <a:pt x="4524" y="1"/>
                  </a:moveTo>
                  <a:cubicBezTo>
                    <a:pt x="4493" y="1"/>
                    <a:pt x="4464" y="35"/>
                    <a:pt x="4436" y="109"/>
                  </a:cubicBezTo>
                  <a:cubicBezTo>
                    <a:pt x="4212" y="699"/>
                    <a:pt x="4156" y="1541"/>
                    <a:pt x="4156" y="2215"/>
                  </a:cubicBezTo>
                  <a:cubicBezTo>
                    <a:pt x="4156" y="2888"/>
                    <a:pt x="3847" y="3253"/>
                    <a:pt x="3847" y="3253"/>
                  </a:cubicBezTo>
                  <a:cubicBezTo>
                    <a:pt x="3847" y="3253"/>
                    <a:pt x="2949" y="1288"/>
                    <a:pt x="2190" y="1232"/>
                  </a:cubicBezTo>
                  <a:cubicBezTo>
                    <a:pt x="2081" y="1220"/>
                    <a:pt x="1988" y="1214"/>
                    <a:pt x="1909" y="1214"/>
                  </a:cubicBezTo>
                  <a:cubicBezTo>
                    <a:pt x="1439" y="1214"/>
                    <a:pt x="1477" y="1417"/>
                    <a:pt x="1741" y="1681"/>
                  </a:cubicBezTo>
                  <a:cubicBezTo>
                    <a:pt x="2050" y="1990"/>
                    <a:pt x="2275" y="2130"/>
                    <a:pt x="2640" y="2804"/>
                  </a:cubicBezTo>
                  <a:cubicBezTo>
                    <a:pt x="3005" y="3478"/>
                    <a:pt x="3005" y="3703"/>
                    <a:pt x="3005" y="3703"/>
                  </a:cubicBezTo>
                  <a:cubicBezTo>
                    <a:pt x="3005" y="3703"/>
                    <a:pt x="1741" y="2271"/>
                    <a:pt x="1152" y="2271"/>
                  </a:cubicBezTo>
                  <a:cubicBezTo>
                    <a:pt x="534" y="2271"/>
                    <a:pt x="1" y="2580"/>
                    <a:pt x="394" y="2804"/>
                  </a:cubicBezTo>
                  <a:cubicBezTo>
                    <a:pt x="759" y="3029"/>
                    <a:pt x="1517" y="3169"/>
                    <a:pt x="1517" y="3169"/>
                  </a:cubicBezTo>
                  <a:lnTo>
                    <a:pt x="2050" y="4236"/>
                  </a:lnTo>
                  <a:cubicBezTo>
                    <a:pt x="2050" y="4236"/>
                    <a:pt x="1397" y="4009"/>
                    <a:pt x="889" y="4009"/>
                  </a:cubicBezTo>
                  <a:cubicBezTo>
                    <a:pt x="682" y="4009"/>
                    <a:pt x="499" y="4046"/>
                    <a:pt x="394" y="4152"/>
                  </a:cubicBezTo>
                  <a:cubicBezTo>
                    <a:pt x="1" y="4545"/>
                    <a:pt x="759" y="4685"/>
                    <a:pt x="759" y="4685"/>
                  </a:cubicBezTo>
                  <a:lnTo>
                    <a:pt x="1292" y="4769"/>
                  </a:lnTo>
                  <a:cubicBezTo>
                    <a:pt x="1292" y="4769"/>
                    <a:pt x="618" y="5892"/>
                    <a:pt x="618" y="6791"/>
                  </a:cubicBezTo>
                  <a:cubicBezTo>
                    <a:pt x="618" y="7689"/>
                    <a:pt x="843" y="9037"/>
                    <a:pt x="843" y="9037"/>
                  </a:cubicBezTo>
                  <a:lnTo>
                    <a:pt x="2949" y="8447"/>
                  </a:lnTo>
                  <a:cubicBezTo>
                    <a:pt x="2949" y="8447"/>
                    <a:pt x="3763" y="5949"/>
                    <a:pt x="4071" y="5219"/>
                  </a:cubicBezTo>
                  <a:cubicBezTo>
                    <a:pt x="4380" y="4461"/>
                    <a:pt x="5054" y="3618"/>
                    <a:pt x="5054" y="2664"/>
                  </a:cubicBezTo>
                  <a:cubicBezTo>
                    <a:pt x="5054" y="1799"/>
                    <a:pt x="4750" y="1"/>
                    <a:pt x="452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1323;p25">
              <a:extLst>
                <a:ext uri="{FF2B5EF4-FFF2-40B4-BE49-F238E27FC236}">
                  <a16:creationId xmlns:a16="http://schemas.microsoft.com/office/drawing/2014/main" id="{F6903712-F9FC-7D8A-8A98-582EF5FB252B}"/>
                </a:ext>
              </a:extLst>
            </p:cNvPr>
            <p:cNvSpPr/>
            <p:nvPr/>
          </p:nvSpPr>
          <p:spPr>
            <a:xfrm>
              <a:off x="4765225" y="2623775"/>
              <a:ext cx="131275" cy="237525"/>
            </a:xfrm>
            <a:custGeom>
              <a:avLst/>
              <a:gdLst/>
              <a:ahLst/>
              <a:cxnLst/>
              <a:rect l="l" t="t" r="r" b="b"/>
              <a:pathLst>
                <a:path w="5251" h="9501" extrusionOk="0">
                  <a:moveTo>
                    <a:pt x="4522" y="799"/>
                  </a:moveTo>
                  <a:cubicBezTo>
                    <a:pt x="4575" y="1025"/>
                    <a:pt x="4624" y="1314"/>
                    <a:pt x="4661" y="1628"/>
                  </a:cubicBezTo>
                  <a:cubicBezTo>
                    <a:pt x="4745" y="2078"/>
                    <a:pt x="4773" y="2555"/>
                    <a:pt x="4773" y="2892"/>
                  </a:cubicBezTo>
                  <a:cubicBezTo>
                    <a:pt x="4773" y="3313"/>
                    <a:pt x="4633" y="3734"/>
                    <a:pt x="4437" y="4127"/>
                  </a:cubicBezTo>
                  <a:cubicBezTo>
                    <a:pt x="4240" y="4548"/>
                    <a:pt x="3987" y="4941"/>
                    <a:pt x="3819" y="5362"/>
                  </a:cubicBezTo>
                  <a:cubicBezTo>
                    <a:pt x="3549" y="6024"/>
                    <a:pt x="2895" y="7991"/>
                    <a:pt x="2733" y="8480"/>
                  </a:cubicBezTo>
                  <a:lnTo>
                    <a:pt x="2733" y="8480"/>
                  </a:lnTo>
                  <a:lnTo>
                    <a:pt x="1006" y="8970"/>
                  </a:lnTo>
                  <a:lnTo>
                    <a:pt x="1006" y="8970"/>
                  </a:lnTo>
                  <a:cubicBezTo>
                    <a:pt x="946" y="8532"/>
                    <a:pt x="815" y="7644"/>
                    <a:pt x="815" y="7019"/>
                  </a:cubicBezTo>
                  <a:cubicBezTo>
                    <a:pt x="815" y="6626"/>
                    <a:pt x="983" y="6120"/>
                    <a:pt x="1152" y="5755"/>
                  </a:cubicBezTo>
                  <a:cubicBezTo>
                    <a:pt x="1208" y="5559"/>
                    <a:pt x="1292" y="5390"/>
                    <a:pt x="1376" y="5278"/>
                  </a:cubicBezTo>
                  <a:cubicBezTo>
                    <a:pt x="1404" y="5222"/>
                    <a:pt x="1433" y="5194"/>
                    <a:pt x="1433" y="5138"/>
                  </a:cubicBezTo>
                  <a:lnTo>
                    <a:pt x="1461" y="5110"/>
                  </a:lnTo>
                  <a:cubicBezTo>
                    <a:pt x="1517" y="5025"/>
                    <a:pt x="1517" y="4969"/>
                    <a:pt x="1461" y="4885"/>
                  </a:cubicBezTo>
                  <a:cubicBezTo>
                    <a:pt x="1433" y="4801"/>
                    <a:pt x="1376" y="4773"/>
                    <a:pt x="1292" y="4745"/>
                  </a:cubicBezTo>
                  <a:lnTo>
                    <a:pt x="786" y="4691"/>
                  </a:lnTo>
                  <a:lnTo>
                    <a:pt x="786" y="4691"/>
                  </a:lnTo>
                  <a:lnTo>
                    <a:pt x="787" y="4689"/>
                  </a:lnTo>
                  <a:lnTo>
                    <a:pt x="759" y="4689"/>
                  </a:lnTo>
                  <a:cubicBezTo>
                    <a:pt x="731" y="4661"/>
                    <a:pt x="618" y="4632"/>
                    <a:pt x="562" y="4604"/>
                  </a:cubicBezTo>
                  <a:lnTo>
                    <a:pt x="512" y="4571"/>
                  </a:lnTo>
                  <a:lnTo>
                    <a:pt x="512" y="4571"/>
                  </a:lnTo>
                  <a:lnTo>
                    <a:pt x="534" y="4548"/>
                  </a:lnTo>
                  <a:cubicBezTo>
                    <a:pt x="534" y="4520"/>
                    <a:pt x="590" y="4520"/>
                    <a:pt x="646" y="4492"/>
                  </a:cubicBezTo>
                  <a:cubicBezTo>
                    <a:pt x="703" y="4464"/>
                    <a:pt x="787" y="4464"/>
                    <a:pt x="871" y="4464"/>
                  </a:cubicBezTo>
                  <a:cubicBezTo>
                    <a:pt x="1096" y="4464"/>
                    <a:pt x="1376" y="4520"/>
                    <a:pt x="1573" y="4576"/>
                  </a:cubicBezTo>
                  <a:cubicBezTo>
                    <a:pt x="1685" y="4604"/>
                    <a:pt x="1769" y="4632"/>
                    <a:pt x="1826" y="4661"/>
                  </a:cubicBezTo>
                  <a:lnTo>
                    <a:pt x="1910" y="4661"/>
                  </a:lnTo>
                  <a:lnTo>
                    <a:pt x="1938" y="4689"/>
                  </a:lnTo>
                  <a:cubicBezTo>
                    <a:pt x="1959" y="4696"/>
                    <a:pt x="1982" y="4699"/>
                    <a:pt x="2005" y="4699"/>
                  </a:cubicBezTo>
                  <a:cubicBezTo>
                    <a:pt x="2075" y="4699"/>
                    <a:pt x="2148" y="4668"/>
                    <a:pt x="2191" y="4604"/>
                  </a:cubicBezTo>
                  <a:cubicBezTo>
                    <a:pt x="2247" y="4548"/>
                    <a:pt x="2275" y="4436"/>
                    <a:pt x="2219" y="4352"/>
                  </a:cubicBezTo>
                  <a:lnTo>
                    <a:pt x="1685" y="3313"/>
                  </a:lnTo>
                  <a:cubicBezTo>
                    <a:pt x="1657" y="3229"/>
                    <a:pt x="1601" y="3201"/>
                    <a:pt x="1545" y="3173"/>
                  </a:cubicBezTo>
                  <a:cubicBezTo>
                    <a:pt x="1545" y="3173"/>
                    <a:pt x="1489" y="3173"/>
                    <a:pt x="1404" y="3144"/>
                  </a:cubicBezTo>
                  <a:cubicBezTo>
                    <a:pt x="1320" y="3116"/>
                    <a:pt x="1124" y="3088"/>
                    <a:pt x="955" y="3032"/>
                  </a:cubicBezTo>
                  <a:cubicBezTo>
                    <a:pt x="807" y="2983"/>
                    <a:pt x="637" y="2912"/>
                    <a:pt x="522" y="2857"/>
                  </a:cubicBezTo>
                  <a:lnTo>
                    <a:pt x="522" y="2857"/>
                  </a:lnTo>
                  <a:cubicBezTo>
                    <a:pt x="560" y="2838"/>
                    <a:pt x="612" y="2820"/>
                    <a:pt x="675" y="2808"/>
                  </a:cubicBezTo>
                  <a:cubicBezTo>
                    <a:pt x="787" y="2780"/>
                    <a:pt x="955" y="2751"/>
                    <a:pt x="1124" y="2751"/>
                  </a:cubicBezTo>
                  <a:cubicBezTo>
                    <a:pt x="1131" y="2748"/>
                    <a:pt x="1140" y="2746"/>
                    <a:pt x="1151" y="2746"/>
                  </a:cubicBezTo>
                  <a:cubicBezTo>
                    <a:pt x="1224" y="2746"/>
                    <a:pt x="1370" y="2822"/>
                    <a:pt x="1517" y="2920"/>
                  </a:cubicBezTo>
                  <a:cubicBezTo>
                    <a:pt x="1826" y="3116"/>
                    <a:pt x="2134" y="3397"/>
                    <a:pt x="2387" y="3650"/>
                  </a:cubicBezTo>
                  <a:cubicBezTo>
                    <a:pt x="2527" y="3762"/>
                    <a:pt x="2612" y="3874"/>
                    <a:pt x="2696" y="3959"/>
                  </a:cubicBezTo>
                  <a:cubicBezTo>
                    <a:pt x="2780" y="4043"/>
                    <a:pt x="2808" y="4099"/>
                    <a:pt x="2808" y="4099"/>
                  </a:cubicBezTo>
                  <a:cubicBezTo>
                    <a:pt x="2870" y="4140"/>
                    <a:pt x="2932" y="4166"/>
                    <a:pt x="2993" y="4166"/>
                  </a:cubicBezTo>
                  <a:cubicBezTo>
                    <a:pt x="3016" y="4166"/>
                    <a:pt x="3038" y="4163"/>
                    <a:pt x="3061" y="4155"/>
                  </a:cubicBezTo>
                  <a:cubicBezTo>
                    <a:pt x="3173" y="4127"/>
                    <a:pt x="3229" y="4043"/>
                    <a:pt x="3229" y="3931"/>
                  </a:cubicBezTo>
                  <a:cubicBezTo>
                    <a:pt x="3229" y="3874"/>
                    <a:pt x="3201" y="3622"/>
                    <a:pt x="2808" y="2920"/>
                  </a:cubicBezTo>
                  <a:cubicBezTo>
                    <a:pt x="2443" y="2218"/>
                    <a:pt x="2162" y="2021"/>
                    <a:pt x="1882" y="1741"/>
                  </a:cubicBezTo>
                  <a:cubicBezTo>
                    <a:pt x="1859" y="1718"/>
                    <a:pt x="1841" y="1700"/>
                    <a:pt x="1826" y="1685"/>
                  </a:cubicBezTo>
                  <a:lnTo>
                    <a:pt x="2134" y="1685"/>
                  </a:lnTo>
                  <a:cubicBezTo>
                    <a:pt x="2219" y="1685"/>
                    <a:pt x="2387" y="1797"/>
                    <a:pt x="2584" y="1965"/>
                  </a:cubicBezTo>
                  <a:cubicBezTo>
                    <a:pt x="2836" y="2218"/>
                    <a:pt x="3089" y="2639"/>
                    <a:pt x="3285" y="2976"/>
                  </a:cubicBezTo>
                  <a:cubicBezTo>
                    <a:pt x="3398" y="3144"/>
                    <a:pt x="3454" y="3285"/>
                    <a:pt x="3510" y="3397"/>
                  </a:cubicBezTo>
                  <a:cubicBezTo>
                    <a:pt x="3538" y="3453"/>
                    <a:pt x="3566" y="3509"/>
                    <a:pt x="3594" y="3538"/>
                  </a:cubicBezTo>
                  <a:lnTo>
                    <a:pt x="3594" y="3594"/>
                  </a:lnTo>
                  <a:cubicBezTo>
                    <a:pt x="3650" y="3650"/>
                    <a:pt x="3707" y="3706"/>
                    <a:pt x="3791" y="3706"/>
                  </a:cubicBezTo>
                  <a:cubicBezTo>
                    <a:pt x="3812" y="3713"/>
                    <a:pt x="3833" y="3717"/>
                    <a:pt x="3853" y="3717"/>
                  </a:cubicBezTo>
                  <a:cubicBezTo>
                    <a:pt x="3914" y="3717"/>
                    <a:pt x="3966" y="3685"/>
                    <a:pt x="3987" y="3622"/>
                  </a:cubicBezTo>
                  <a:cubicBezTo>
                    <a:pt x="4015" y="3594"/>
                    <a:pt x="4352" y="3173"/>
                    <a:pt x="4352" y="2443"/>
                  </a:cubicBezTo>
                  <a:cubicBezTo>
                    <a:pt x="4352" y="1913"/>
                    <a:pt x="4404" y="1298"/>
                    <a:pt x="4522" y="799"/>
                  </a:cubicBezTo>
                  <a:close/>
                  <a:moveTo>
                    <a:pt x="4493" y="0"/>
                  </a:moveTo>
                  <a:cubicBezTo>
                    <a:pt x="4408" y="0"/>
                    <a:pt x="4324" y="56"/>
                    <a:pt x="4268" y="112"/>
                  </a:cubicBezTo>
                  <a:cubicBezTo>
                    <a:pt x="4240" y="140"/>
                    <a:pt x="4212" y="197"/>
                    <a:pt x="4184" y="253"/>
                  </a:cubicBezTo>
                  <a:lnTo>
                    <a:pt x="4212" y="253"/>
                  </a:lnTo>
                  <a:cubicBezTo>
                    <a:pt x="3959" y="899"/>
                    <a:pt x="3875" y="1741"/>
                    <a:pt x="3875" y="2443"/>
                  </a:cubicBezTo>
                  <a:cubicBezTo>
                    <a:pt x="3875" y="2639"/>
                    <a:pt x="3847" y="2823"/>
                    <a:pt x="3812" y="2963"/>
                  </a:cubicBezTo>
                  <a:lnTo>
                    <a:pt x="3812" y="2963"/>
                  </a:lnTo>
                  <a:cubicBezTo>
                    <a:pt x="3723" y="2789"/>
                    <a:pt x="3610" y="2579"/>
                    <a:pt x="3482" y="2358"/>
                  </a:cubicBezTo>
                  <a:cubicBezTo>
                    <a:pt x="3314" y="2106"/>
                    <a:pt x="3117" y="1853"/>
                    <a:pt x="2892" y="1628"/>
                  </a:cubicBezTo>
                  <a:cubicBezTo>
                    <a:pt x="2696" y="1432"/>
                    <a:pt x="2471" y="1263"/>
                    <a:pt x="2191" y="1235"/>
                  </a:cubicBezTo>
                  <a:cubicBezTo>
                    <a:pt x="2078" y="1207"/>
                    <a:pt x="1994" y="1207"/>
                    <a:pt x="1910" y="1207"/>
                  </a:cubicBezTo>
                  <a:cubicBezTo>
                    <a:pt x="1741" y="1207"/>
                    <a:pt x="1629" y="1207"/>
                    <a:pt x="1517" y="1263"/>
                  </a:cubicBezTo>
                  <a:cubicBezTo>
                    <a:pt x="1461" y="1292"/>
                    <a:pt x="1404" y="1348"/>
                    <a:pt x="1348" y="1404"/>
                  </a:cubicBezTo>
                  <a:cubicBezTo>
                    <a:pt x="1320" y="1460"/>
                    <a:pt x="1292" y="1544"/>
                    <a:pt x="1292" y="1600"/>
                  </a:cubicBezTo>
                  <a:cubicBezTo>
                    <a:pt x="1292" y="1713"/>
                    <a:pt x="1320" y="1797"/>
                    <a:pt x="1376" y="1853"/>
                  </a:cubicBezTo>
                  <a:cubicBezTo>
                    <a:pt x="1433" y="1937"/>
                    <a:pt x="1489" y="1993"/>
                    <a:pt x="1545" y="2078"/>
                  </a:cubicBezTo>
                  <a:cubicBezTo>
                    <a:pt x="1814" y="2347"/>
                    <a:pt x="1997" y="2466"/>
                    <a:pt x="2281" y="2919"/>
                  </a:cubicBezTo>
                  <a:lnTo>
                    <a:pt x="2281" y="2919"/>
                  </a:lnTo>
                  <a:cubicBezTo>
                    <a:pt x="2112" y="2772"/>
                    <a:pt x="1947" y="2633"/>
                    <a:pt x="1798" y="2527"/>
                  </a:cubicBezTo>
                  <a:cubicBezTo>
                    <a:pt x="1573" y="2386"/>
                    <a:pt x="1348" y="2274"/>
                    <a:pt x="1124" y="2274"/>
                  </a:cubicBezTo>
                  <a:cubicBezTo>
                    <a:pt x="843" y="2274"/>
                    <a:pt x="618" y="2330"/>
                    <a:pt x="422" y="2415"/>
                  </a:cubicBezTo>
                  <a:cubicBezTo>
                    <a:pt x="310" y="2443"/>
                    <a:pt x="225" y="2499"/>
                    <a:pt x="141" y="2555"/>
                  </a:cubicBezTo>
                  <a:cubicBezTo>
                    <a:pt x="85" y="2639"/>
                    <a:pt x="1" y="2723"/>
                    <a:pt x="1" y="2864"/>
                  </a:cubicBezTo>
                  <a:cubicBezTo>
                    <a:pt x="1" y="2948"/>
                    <a:pt x="29" y="3032"/>
                    <a:pt x="85" y="3088"/>
                  </a:cubicBezTo>
                  <a:cubicBezTo>
                    <a:pt x="113" y="3144"/>
                    <a:pt x="169" y="3201"/>
                    <a:pt x="253" y="3229"/>
                  </a:cubicBezTo>
                  <a:cubicBezTo>
                    <a:pt x="478" y="3369"/>
                    <a:pt x="759" y="3453"/>
                    <a:pt x="1011" y="3538"/>
                  </a:cubicBezTo>
                  <a:cubicBezTo>
                    <a:pt x="1145" y="3571"/>
                    <a:pt x="1269" y="3604"/>
                    <a:pt x="1347" y="3626"/>
                  </a:cubicBezTo>
                  <a:lnTo>
                    <a:pt x="1347" y="3626"/>
                  </a:lnTo>
                  <a:lnTo>
                    <a:pt x="1572" y="4101"/>
                  </a:lnTo>
                  <a:lnTo>
                    <a:pt x="1572" y="4101"/>
                  </a:lnTo>
                  <a:cubicBezTo>
                    <a:pt x="1360" y="4055"/>
                    <a:pt x="1108" y="4015"/>
                    <a:pt x="871" y="4015"/>
                  </a:cubicBezTo>
                  <a:cubicBezTo>
                    <a:pt x="759" y="4015"/>
                    <a:pt x="618" y="4015"/>
                    <a:pt x="506" y="4043"/>
                  </a:cubicBezTo>
                  <a:cubicBezTo>
                    <a:pt x="394" y="4071"/>
                    <a:pt x="281" y="4127"/>
                    <a:pt x="197" y="4211"/>
                  </a:cubicBezTo>
                  <a:cubicBezTo>
                    <a:pt x="85" y="4324"/>
                    <a:pt x="29" y="4436"/>
                    <a:pt x="29" y="4576"/>
                  </a:cubicBezTo>
                  <a:cubicBezTo>
                    <a:pt x="29" y="4717"/>
                    <a:pt x="85" y="4829"/>
                    <a:pt x="169" y="4913"/>
                  </a:cubicBezTo>
                  <a:cubicBezTo>
                    <a:pt x="281" y="4997"/>
                    <a:pt x="422" y="5054"/>
                    <a:pt x="506" y="5082"/>
                  </a:cubicBezTo>
                  <a:cubicBezTo>
                    <a:pt x="618" y="5110"/>
                    <a:pt x="675" y="5138"/>
                    <a:pt x="703" y="5138"/>
                  </a:cubicBezTo>
                  <a:lnTo>
                    <a:pt x="894" y="5168"/>
                  </a:lnTo>
                  <a:lnTo>
                    <a:pt x="894" y="5168"/>
                  </a:lnTo>
                  <a:cubicBezTo>
                    <a:pt x="834" y="5277"/>
                    <a:pt x="766" y="5410"/>
                    <a:pt x="703" y="5559"/>
                  </a:cubicBezTo>
                  <a:cubicBezTo>
                    <a:pt x="534" y="5980"/>
                    <a:pt x="366" y="6513"/>
                    <a:pt x="366" y="7019"/>
                  </a:cubicBezTo>
                  <a:cubicBezTo>
                    <a:pt x="366" y="7945"/>
                    <a:pt x="590" y="9293"/>
                    <a:pt x="590" y="9293"/>
                  </a:cubicBezTo>
                  <a:cubicBezTo>
                    <a:pt x="590" y="9377"/>
                    <a:pt x="618" y="9433"/>
                    <a:pt x="675" y="9461"/>
                  </a:cubicBezTo>
                  <a:cubicBezTo>
                    <a:pt x="714" y="9481"/>
                    <a:pt x="768" y="9501"/>
                    <a:pt x="816" y="9501"/>
                  </a:cubicBezTo>
                  <a:cubicBezTo>
                    <a:pt x="836" y="9501"/>
                    <a:pt x="855" y="9498"/>
                    <a:pt x="871" y="9489"/>
                  </a:cubicBezTo>
                  <a:lnTo>
                    <a:pt x="2977" y="8900"/>
                  </a:lnTo>
                  <a:cubicBezTo>
                    <a:pt x="3061" y="8872"/>
                    <a:pt x="3117" y="8816"/>
                    <a:pt x="3145" y="8731"/>
                  </a:cubicBezTo>
                  <a:cubicBezTo>
                    <a:pt x="3145" y="8731"/>
                    <a:pt x="3342" y="8114"/>
                    <a:pt x="3594" y="7412"/>
                  </a:cubicBezTo>
                  <a:cubicBezTo>
                    <a:pt x="3819" y="6710"/>
                    <a:pt x="4100" y="5896"/>
                    <a:pt x="4268" y="5531"/>
                  </a:cubicBezTo>
                  <a:cubicBezTo>
                    <a:pt x="4408" y="5166"/>
                    <a:pt x="4633" y="4773"/>
                    <a:pt x="4858" y="4352"/>
                  </a:cubicBezTo>
                  <a:cubicBezTo>
                    <a:pt x="5054" y="3903"/>
                    <a:pt x="5251" y="3425"/>
                    <a:pt x="5251" y="2892"/>
                  </a:cubicBezTo>
                  <a:cubicBezTo>
                    <a:pt x="5251" y="2415"/>
                    <a:pt x="5166" y="1769"/>
                    <a:pt x="5082" y="1179"/>
                  </a:cubicBezTo>
                  <a:cubicBezTo>
                    <a:pt x="5026" y="899"/>
                    <a:pt x="4970" y="646"/>
                    <a:pt x="4886" y="449"/>
                  </a:cubicBezTo>
                  <a:cubicBezTo>
                    <a:pt x="4858" y="337"/>
                    <a:pt x="4830" y="253"/>
                    <a:pt x="4802" y="197"/>
                  </a:cubicBezTo>
                  <a:lnTo>
                    <a:pt x="4717" y="84"/>
                  </a:lnTo>
                  <a:cubicBezTo>
                    <a:pt x="4661" y="28"/>
                    <a:pt x="4605" y="0"/>
                    <a:pt x="4493"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1324;p25">
              <a:extLst>
                <a:ext uri="{FF2B5EF4-FFF2-40B4-BE49-F238E27FC236}">
                  <a16:creationId xmlns:a16="http://schemas.microsoft.com/office/drawing/2014/main" id="{6D48C9E5-2AC8-C2AA-DC02-0FF1DB982895}"/>
                </a:ext>
              </a:extLst>
            </p:cNvPr>
            <p:cNvSpPr/>
            <p:nvPr/>
          </p:nvSpPr>
          <p:spPr>
            <a:xfrm>
              <a:off x="4805950" y="2688050"/>
              <a:ext cx="101775" cy="120325"/>
            </a:xfrm>
            <a:custGeom>
              <a:avLst/>
              <a:gdLst/>
              <a:ahLst/>
              <a:cxnLst/>
              <a:rect l="l" t="t" r="r" b="b"/>
              <a:pathLst>
                <a:path w="4071" h="4813" extrusionOk="0">
                  <a:moveTo>
                    <a:pt x="3496" y="0"/>
                  </a:moveTo>
                  <a:cubicBezTo>
                    <a:pt x="3202" y="0"/>
                    <a:pt x="2918" y="706"/>
                    <a:pt x="2499" y="1219"/>
                  </a:cubicBezTo>
                  <a:cubicBezTo>
                    <a:pt x="1965" y="1809"/>
                    <a:pt x="1067" y="2202"/>
                    <a:pt x="674" y="2791"/>
                  </a:cubicBezTo>
                  <a:cubicBezTo>
                    <a:pt x="309" y="3381"/>
                    <a:pt x="0" y="4813"/>
                    <a:pt x="0" y="4813"/>
                  </a:cubicBezTo>
                  <a:lnTo>
                    <a:pt x="1656" y="4757"/>
                  </a:lnTo>
                  <a:cubicBezTo>
                    <a:pt x="1741" y="3549"/>
                    <a:pt x="3004" y="2202"/>
                    <a:pt x="3397" y="1668"/>
                  </a:cubicBezTo>
                  <a:cubicBezTo>
                    <a:pt x="3762" y="1135"/>
                    <a:pt x="4071" y="461"/>
                    <a:pt x="3678" y="96"/>
                  </a:cubicBezTo>
                  <a:cubicBezTo>
                    <a:pt x="3616" y="30"/>
                    <a:pt x="3556" y="0"/>
                    <a:pt x="34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1325;p25">
              <a:extLst>
                <a:ext uri="{FF2B5EF4-FFF2-40B4-BE49-F238E27FC236}">
                  <a16:creationId xmlns:a16="http://schemas.microsoft.com/office/drawing/2014/main" id="{8C3045A2-C3AE-6B22-3080-B6A8772B8E4E}"/>
                </a:ext>
              </a:extLst>
            </p:cNvPr>
            <p:cNvSpPr/>
            <p:nvPr/>
          </p:nvSpPr>
          <p:spPr>
            <a:xfrm>
              <a:off x="4799625" y="2682025"/>
              <a:ext cx="108800" cy="132100"/>
            </a:xfrm>
            <a:custGeom>
              <a:avLst/>
              <a:gdLst/>
              <a:ahLst/>
              <a:cxnLst/>
              <a:rect l="l" t="t" r="r" b="b"/>
              <a:pathLst>
                <a:path w="4352" h="5284" extrusionOk="0">
                  <a:moveTo>
                    <a:pt x="3762" y="0"/>
                  </a:moveTo>
                  <a:cubicBezTo>
                    <a:pt x="3678" y="0"/>
                    <a:pt x="3594" y="28"/>
                    <a:pt x="3538" y="56"/>
                  </a:cubicBezTo>
                  <a:cubicBezTo>
                    <a:pt x="3426" y="141"/>
                    <a:pt x="3341" y="225"/>
                    <a:pt x="3257" y="309"/>
                  </a:cubicBezTo>
                  <a:cubicBezTo>
                    <a:pt x="3032" y="590"/>
                    <a:pt x="2836" y="1011"/>
                    <a:pt x="2555" y="1292"/>
                  </a:cubicBezTo>
                  <a:cubicBezTo>
                    <a:pt x="2331" y="1573"/>
                    <a:pt x="1994" y="1797"/>
                    <a:pt x="1657" y="2050"/>
                  </a:cubicBezTo>
                  <a:cubicBezTo>
                    <a:pt x="1292" y="2302"/>
                    <a:pt x="955" y="2555"/>
                    <a:pt x="730" y="2920"/>
                  </a:cubicBezTo>
                  <a:cubicBezTo>
                    <a:pt x="534" y="3257"/>
                    <a:pt x="365" y="3762"/>
                    <a:pt x="225" y="4212"/>
                  </a:cubicBezTo>
                  <a:cubicBezTo>
                    <a:pt x="113" y="4661"/>
                    <a:pt x="28" y="4998"/>
                    <a:pt x="28" y="4998"/>
                  </a:cubicBezTo>
                  <a:cubicBezTo>
                    <a:pt x="0" y="5138"/>
                    <a:pt x="85" y="5250"/>
                    <a:pt x="225" y="5278"/>
                  </a:cubicBezTo>
                  <a:cubicBezTo>
                    <a:pt x="240" y="5282"/>
                    <a:pt x="255" y="5284"/>
                    <a:pt x="270" y="5284"/>
                  </a:cubicBezTo>
                  <a:cubicBezTo>
                    <a:pt x="372" y="5284"/>
                    <a:pt x="478" y="5207"/>
                    <a:pt x="478" y="5110"/>
                  </a:cubicBezTo>
                  <a:cubicBezTo>
                    <a:pt x="478" y="5110"/>
                    <a:pt x="506" y="5026"/>
                    <a:pt x="534" y="4885"/>
                  </a:cubicBezTo>
                  <a:cubicBezTo>
                    <a:pt x="590" y="4661"/>
                    <a:pt x="674" y="4352"/>
                    <a:pt x="786" y="4015"/>
                  </a:cubicBezTo>
                  <a:cubicBezTo>
                    <a:pt x="899" y="3678"/>
                    <a:pt x="1011" y="3341"/>
                    <a:pt x="1123" y="3145"/>
                  </a:cubicBezTo>
                  <a:cubicBezTo>
                    <a:pt x="1292" y="2920"/>
                    <a:pt x="1573" y="2667"/>
                    <a:pt x="1909" y="2443"/>
                  </a:cubicBezTo>
                  <a:cubicBezTo>
                    <a:pt x="2246" y="2190"/>
                    <a:pt x="2639" y="1937"/>
                    <a:pt x="2920" y="1601"/>
                  </a:cubicBezTo>
                  <a:cubicBezTo>
                    <a:pt x="3145" y="1348"/>
                    <a:pt x="3341" y="1011"/>
                    <a:pt x="3510" y="786"/>
                  </a:cubicBezTo>
                  <a:cubicBezTo>
                    <a:pt x="3566" y="674"/>
                    <a:pt x="3650" y="590"/>
                    <a:pt x="3706" y="534"/>
                  </a:cubicBezTo>
                  <a:lnTo>
                    <a:pt x="3762" y="478"/>
                  </a:lnTo>
                  <a:lnTo>
                    <a:pt x="3790" y="506"/>
                  </a:lnTo>
                  <a:cubicBezTo>
                    <a:pt x="3847" y="562"/>
                    <a:pt x="3875" y="646"/>
                    <a:pt x="3875" y="758"/>
                  </a:cubicBezTo>
                  <a:cubicBezTo>
                    <a:pt x="3875" y="1039"/>
                    <a:pt x="3706" y="1432"/>
                    <a:pt x="3454" y="1769"/>
                  </a:cubicBezTo>
                  <a:cubicBezTo>
                    <a:pt x="3285" y="2022"/>
                    <a:pt x="2864" y="2499"/>
                    <a:pt x="2471" y="3060"/>
                  </a:cubicBezTo>
                  <a:cubicBezTo>
                    <a:pt x="2078" y="3622"/>
                    <a:pt x="1713" y="4296"/>
                    <a:pt x="1685" y="4970"/>
                  </a:cubicBezTo>
                  <a:cubicBezTo>
                    <a:pt x="1685" y="5110"/>
                    <a:pt x="1769" y="5222"/>
                    <a:pt x="1909" y="5222"/>
                  </a:cubicBezTo>
                  <a:cubicBezTo>
                    <a:pt x="2022" y="5222"/>
                    <a:pt x="2134" y="5138"/>
                    <a:pt x="2134" y="4998"/>
                  </a:cubicBezTo>
                  <a:cubicBezTo>
                    <a:pt x="2190" y="4464"/>
                    <a:pt x="2499" y="3847"/>
                    <a:pt x="2864" y="3313"/>
                  </a:cubicBezTo>
                  <a:cubicBezTo>
                    <a:pt x="3229" y="2780"/>
                    <a:pt x="3622" y="2331"/>
                    <a:pt x="3819" y="2050"/>
                  </a:cubicBezTo>
                  <a:cubicBezTo>
                    <a:pt x="4099" y="1657"/>
                    <a:pt x="4352" y="1208"/>
                    <a:pt x="4352" y="758"/>
                  </a:cubicBezTo>
                  <a:cubicBezTo>
                    <a:pt x="4352" y="562"/>
                    <a:pt x="4268" y="337"/>
                    <a:pt x="4099" y="169"/>
                  </a:cubicBezTo>
                  <a:cubicBezTo>
                    <a:pt x="4015" y="85"/>
                    <a:pt x="3903" y="0"/>
                    <a:pt x="3762"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1326;p25">
              <a:extLst>
                <a:ext uri="{FF2B5EF4-FFF2-40B4-BE49-F238E27FC236}">
                  <a16:creationId xmlns:a16="http://schemas.microsoft.com/office/drawing/2014/main" id="{FD0C0EEB-AB28-538D-847C-054CCFC06496}"/>
                </a:ext>
              </a:extLst>
            </p:cNvPr>
            <p:cNvSpPr/>
            <p:nvPr/>
          </p:nvSpPr>
          <p:spPr>
            <a:xfrm>
              <a:off x="4770150" y="2830675"/>
              <a:ext cx="77225" cy="73875"/>
            </a:xfrm>
            <a:custGeom>
              <a:avLst/>
              <a:gdLst/>
              <a:ahLst/>
              <a:cxnLst/>
              <a:rect l="l" t="t" r="r" b="b"/>
              <a:pathLst>
                <a:path w="3089" h="2955" extrusionOk="0">
                  <a:moveTo>
                    <a:pt x="1536" y="0"/>
                  </a:moveTo>
                  <a:cubicBezTo>
                    <a:pt x="677" y="0"/>
                    <a:pt x="169" y="315"/>
                    <a:pt x="169" y="315"/>
                  </a:cubicBezTo>
                  <a:lnTo>
                    <a:pt x="0" y="2561"/>
                  </a:lnTo>
                  <a:lnTo>
                    <a:pt x="3088" y="2954"/>
                  </a:lnTo>
                  <a:lnTo>
                    <a:pt x="3032" y="455"/>
                  </a:lnTo>
                  <a:cubicBezTo>
                    <a:pt x="3032" y="455"/>
                    <a:pt x="2724" y="90"/>
                    <a:pt x="1741" y="6"/>
                  </a:cubicBezTo>
                  <a:cubicBezTo>
                    <a:pt x="1671" y="2"/>
                    <a:pt x="1603" y="0"/>
                    <a:pt x="1536"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1327;p25">
              <a:extLst>
                <a:ext uri="{FF2B5EF4-FFF2-40B4-BE49-F238E27FC236}">
                  <a16:creationId xmlns:a16="http://schemas.microsoft.com/office/drawing/2014/main" id="{1E350C07-E9EF-9165-5D86-005BA18BF55D}"/>
                </a:ext>
              </a:extLst>
            </p:cNvPr>
            <p:cNvSpPr/>
            <p:nvPr/>
          </p:nvSpPr>
          <p:spPr>
            <a:xfrm>
              <a:off x="4764525" y="2825200"/>
              <a:ext cx="89175" cy="84950"/>
            </a:xfrm>
            <a:custGeom>
              <a:avLst/>
              <a:gdLst/>
              <a:ahLst/>
              <a:cxnLst/>
              <a:rect l="l" t="t" r="r" b="b"/>
              <a:pathLst>
                <a:path w="3567" h="3398" extrusionOk="0">
                  <a:moveTo>
                    <a:pt x="1713" y="450"/>
                  </a:moveTo>
                  <a:cubicBezTo>
                    <a:pt x="1797" y="450"/>
                    <a:pt x="1854" y="450"/>
                    <a:pt x="1938" y="478"/>
                  </a:cubicBezTo>
                  <a:cubicBezTo>
                    <a:pt x="2415" y="506"/>
                    <a:pt x="2696" y="618"/>
                    <a:pt x="2864" y="702"/>
                  </a:cubicBezTo>
                  <a:cubicBezTo>
                    <a:pt x="2929" y="724"/>
                    <a:pt x="2976" y="762"/>
                    <a:pt x="3008" y="791"/>
                  </a:cubicBezTo>
                  <a:lnTo>
                    <a:pt x="3008" y="791"/>
                  </a:lnTo>
                  <a:lnTo>
                    <a:pt x="3089" y="2892"/>
                  </a:lnTo>
                  <a:lnTo>
                    <a:pt x="3089" y="2892"/>
                  </a:lnTo>
                  <a:lnTo>
                    <a:pt x="492" y="2584"/>
                  </a:lnTo>
                  <a:lnTo>
                    <a:pt x="492" y="2584"/>
                  </a:lnTo>
                  <a:lnTo>
                    <a:pt x="611" y="676"/>
                  </a:lnTo>
                  <a:lnTo>
                    <a:pt x="611" y="676"/>
                  </a:lnTo>
                  <a:cubicBezTo>
                    <a:pt x="786" y="594"/>
                    <a:pt x="1170" y="450"/>
                    <a:pt x="1713" y="450"/>
                  </a:cubicBezTo>
                  <a:close/>
                  <a:moveTo>
                    <a:pt x="1713" y="1"/>
                  </a:moveTo>
                  <a:cubicBezTo>
                    <a:pt x="815" y="1"/>
                    <a:pt x="281" y="309"/>
                    <a:pt x="253" y="337"/>
                  </a:cubicBezTo>
                  <a:cubicBezTo>
                    <a:pt x="197" y="366"/>
                    <a:pt x="169" y="450"/>
                    <a:pt x="169" y="506"/>
                  </a:cubicBezTo>
                  <a:lnTo>
                    <a:pt x="1" y="2780"/>
                  </a:lnTo>
                  <a:cubicBezTo>
                    <a:pt x="1" y="2892"/>
                    <a:pt x="85" y="3005"/>
                    <a:pt x="197" y="3033"/>
                  </a:cubicBezTo>
                  <a:lnTo>
                    <a:pt x="3285" y="3398"/>
                  </a:lnTo>
                  <a:cubicBezTo>
                    <a:pt x="3370" y="3398"/>
                    <a:pt x="3426" y="3370"/>
                    <a:pt x="3482" y="3341"/>
                  </a:cubicBezTo>
                  <a:cubicBezTo>
                    <a:pt x="3538" y="3285"/>
                    <a:pt x="3566" y="3229"/>
                    <a:pt x="3538" y="3145"/>
                  </a:cubicBezTo>
                  <a:lnTo>
                    <a:pt x="3482" y="674"/>
                  </a:lnTo>
                  <a:cubicBezTo>
                    <a:pt x="3482" y="618"/>
                    <a:pt x="3454" y="590"/>
                    <a:pt x="3426" y="534"/>
                  </a:cubicBezTo>
                  <a:cubicBezTo>
                    <a:pt x="3398" y="478"/>
                    <a:pt x="3005" y="85"/>
                    <a:pt x="1994"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1328;p25">
              <a:extLst>
                <a:ext uri="{FF2B5EF4-FFF2-40B4-BE49-F238E27FC236}">
                  <a16:creationId xmlns:a16="http://schemas.microsoft.com/office/drawing/2014/main" id="{BE60C3F2-DE89-5388-711B-023414E7F0F6}"/>
                </a:ext>
              </a:extLst>
            </p:cNvPr>
            <p:cNvSpPr/>
            <p:nvPr/>
          </p:nvSpPr>
          <p:spPr>
            <a:xfrm>
              <a:off x="3826125" y="2811350"/>
              <a:ext cx="1043000" cy="918300"/>
            </a:xfrm>
            <a:custGeom>
              <a:avLst/>
              <a:gdLst/>
              <a:ahLst/>
              <a:cxnLst/>
              <a:rect l="l" t="t" r="r" b="b"/>
              <a:pathLst>
                <a:path w="41720" h="36732" extrusionOk="0">
                  <a:moveTo>
                    <a:pt x="20826" y="0"/>
                  </a:moveTo>
                  <a:cubicBezTo>
                    <a:pt x="19951" y="0"/>
                    <a:pt x="19026" y="75"/>
                    <a:pt x="18109" y="274"/>
                  </a:cubicBezTo>
                  <a:cubicBezTo>
                    <a:pt x="14347" y="1116"/>
                    <a:pt x="12157" y="2127"/>
                    <a:pt x="10248" y="3222"/>
                  </a:cubicBezTo>
                  <a:cubicBezTo>
                    <a:pt x="8339" y="4317"/>
                    <a:pt x="4577" y="5327"/>
                    <a:pt x="3931" y="6675"/>
                  </a:cubicBezTo>
                  <a:cubicBezTo>
                    <a:pt x="3285" y="7994"/>
                    <a:pt x="1011" y="22172"/>
                    <a:pt x="478" y="24025"/>
                  </a:cubicBezTo>
                  <a:cubicBezTo>
                    <a:pt x="338" y="24558"/>
                    <a:pt x="169" y="25148"/>
                    <a:pt x="1" y="25766"/>
                  </a:cubicBezTo>
                  <a:cubicBezTo>
                    <a:pt x="57" y="25990"/>
                    <a:pt x="141" y="26383"/>
                    <a:pt x="310" y="26776"/>
                  </a:cubicBezTo>
                  <a:lnTo>
                    <a:pt x="5054" y="27562"/>
                  </a:lnTo>
                  <a:cubicBezTo>
                    <a:pt x="5307" y="27338"/>
                    <a:pt x="5391" y="27141"/>
                    <a:pt x="5391" y="27141"/>
                  </a:cubicBezTo>
                  <a:cubicBezTo>
                    <a:pt x="5391" y="27141"/>
                    <a:pt x="5419" y="27198"/>
                    <a:pt x="5419" y="27282"/>
                  </a:cubicBezTo>
                  <a:cubicBezTo>
                    <a:pt x="5924" y="25878"/>
                    <a:pt x="6739" y="23829"/>
                    <a:pt x="6739" y="23829"/>
                  </a:cubicBezTo>
                  <a:cubicBezTo>
                    <a:pt x="6739" y="23829"/>
                    <a:pt x="6991" y="33402"/>
                    <a:pt x="7834" y="34441"/>
                  </a:cubicBezTo>
                  <a:cubicBezTo>
                    <a:pt x="8479" y="35227"/>
                    <a:pt x="9715" y="35451"/>
                    <a:pt x="10641" y="35648"/>
                  </a:cubicBezTo>
                  <a:cubicBezTo>
                    <a:pt x="11904" y="35901"/>
                    <a:pt x="13168" y="36181"/>
                    <a:pt x="14431" y="36350"/>
                  </a:cubicBezTo>
                  <a:cubicBezTo>
                    <a:pt x="16266" y="36619"/>
                    <a:pt x="18100" y="36732"/>
                    <a:pt x="19933" y="36732"/>
                  </a:cubicBezTo>
                  <a:cubicBezTo>
                    <a:pt x="22503" y="36732"/>
                    <a:pt x="25070" y="36509"/>
                    <a:pt x="27626" y="36181"/>
                  </a:cubicBezTo>
                  <a:cubicBezTo>
                    <a:pt x="28918" y="36013"/>
                    <a:pt x="31023" y="36097"/>
                    <a:pt x="31950" y="35002"/>
                  </a:cubicBezTo>
                  <a:cubicBezTo>
                    <a:pt x="32652" y="34188"/>
                    <a:pt x="32652" y="33149"/>
                    <a:pt x="32652" y="32897"/>
                  </a:cubicBezTo>
                  <a:cubicBezTo>
                    <a:pt x="32652" y="32644"/>
                    <a:pt x="33157" y="21976"/>
                    <a:pt x="33157" y="21976"/>
                  </a:cubicBezTo>
                  <a:cubicBezTo>
                    <a:pt x="33157" y="21976"/>
                    <a:pt x="38476" y="25938"/>
                    <a:pt x="39749" y="25938"/>
                  </a:cubicBezTo>
                  <a:cubicBezTo>
                    <a:pt x="39771" y="25938"/>
                    <a:pt x="39791" y="25937"/>
                    <a:pt x="39811" y="25934"/>
                  </a:cubicBezTo>
                  <a:cubicBezTo>
                    <a:pt x="40962" y="25822"/>
                    <a:pt x="41720" y="24783"/>
                    <a:pt x="41607" y="21723"/>
                  </a:cubicBezTo>
                  <a:cubicBezTo>
                    <a:pt x="41467" y="18663"/>
                    <a:pt x="41158" y="3671"/>
                    <a:pt x="40765" y="2969"/>
                  </a:cubicBezTo>
                  <a:cubicBezTo>
                    <a:pt x="40564" y="2609"/>
                    <a:pt x="39933" y="2397"/>
                    <a:pt x="39261" y="2397"/>
                  </a:cubicBezTo>
                  <a:cubicBezTo>
                    <a:pt x="38623" y="2397"/>
                    <a:pt x="37947" y="2588"/>
                    <a:pt x="37565" y="3025"/>
                  </a:cubicBezTo>
                  <a:cubicBezTo>
                    <a:pt x="36807" y="3924"/>
                    <a:pt x="36442" y="11335"/>
                    <a:pt x="36442" y="11335"/>
                  </a:cubicBezTo>
                  <a:cubicBezTo>
                    <a:pt x="36442" y="11335"/>
                    <a:pt x="33999" y="6029"/>
                    <a:pt x="32989" y="4373"/>
                  </a:cubicBezTo>
                  <a:cubicBezTo>
                    <a:pt x="31950" y="2716"/>
                    <a:pt x="25773" y="723"/>
                    <a:pt x="25773" y="723"/>
                  </a:cubicBezTo>
                  <a:cubicBezTo>
                    <a:pt x="25773" y="723"/>
                    <a:pt x="23541" y="0"/>
                    <a:pt x="20826"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1329;p25">
              <a:extLst>
                <a:ext uri="{FF2B5EF4-FFF2-40B4-BE49-F238E27FC236}">
                  <a16:creationId xmlns:a16="http://schemas.microsoft.com/office/drawing/2014/main" id="{03525820-9C25-5AD3-B9B1-353C4661D344}"/>
                </a:ext>
              </a:extLst>
            </p:cNvPr>
            <p:cNvSpPr/>
            <p:nvPr/>
          </p:nvSpPr>
          <p:spPr>
            <a:xfrm>
              <a:off x="3820525" y="2805550"/>
              <a:ext cx="1051425" cy="930000"/>
            </a:xfrm>
            <a:custGeom>
              <a:avLst/>
              <a:gdLst/>
              <a:ahLst/>
              <a:cxnLst/>
              <a:rect l="l" t="t" r="r" b="b"/>
              <a:pathLst>
                <a:path w="42057" h="37200" extrusionOk="0">
                  <a:moveTo>
                    <a:pt x="21056" y="0"/>
                  </a:moveTo>
                  <a:cubicBezTo>
                    <a:pt x="20158" y="0"/>
                    <a:pt x="19231" y="85"/>
                    <a:pt x="18277" y="281"/>
                  </a:cubicBezTo>
                  <a:cubicBezTo>
                    <a:pt x="14487" y="1123"/>
                    <a:pt x="12297" y="2162"/>
                    <a:pt x="10360" y="3257"/>
                  </a:cubicBezTo>
                  <a:cubicBezTo>
                    <a:pt x="9433" y="3762"/>
                    <a:pt x="8001" y="4296"/>
                    <a:pt x="6738" y="4857"/>
                  </a:cubicBezTo>
                  <a:cubicBezTo>
                    <a:pt x="6120" y="5138"/>
                    <a:pt x="5503" y="5447"/>
                    <a:pt x="5026" y="5756"/>
                  </a:cubicBezTo>
                  <a:cubicBezTo>
                    <a:pt x="4520" y="6065"/>
                    <a:pt x="4155" y="6402"/>
                    <a:pt x="3959" y="6795"/>
                  </a:cubicBezTo>
                  <a:cubicBezTo>
                    <a:pt x="3846" y="6991"/>
                    <a:pt x="3762" y="7356"/>
                    <a:pt x="3622" y="7889"/>
                  </a:cubicBezTo>
                  <a:cubicBezTo>
                    <a:pt x="3173" y="9714"/>
                    <a:pt x="2499" y="13392"/>
                    <a:pt x="1881" y="16817"/>
                  </a:cubicBezTo>
                  <a:cubicBezTo>
                    <a:pt x="1572" y="18530"/>
                    <a:pt x="1292" y="20186"/>
                    <a:pt x="1039" y="21506"/>
                  </a:cubicBezTo>
                  <a:cubicBezTo>
                    <a:pt x="786" y="22825"/>
                    <a:pt x="590" y="23808"/>
                    <a:pt x="477" y="24201"/>
                  </a:cubicBezTo>
                  <a:cubicBezTo>
                    <a:pt x="337" y="24734"/>
                    <a:pt x="169" y="25324"/>
                    <a:pt x="0" y="25942"/>
                  </a:cubicBezTo>
                  <a:lnTo>
                    <a:pt x="0" y="26054"/>
                  </a:lnTo>
                  <a:cubicBezTo>
                    <a:pt x="56" y="26278"/>
                    <a:pt x="141" y="26671"/>
                    <a:pt x="337" y="27121"/>
                  </a:cubicBezTo>
                  <a:cubicBezTo>
                    <a:pt x="358" y="27203"/>
                    <a:pt x="438" y="27255"/>
                    <a:pt x="535" y="27255"/>
                  </a:cubicBezTo>
                  <a:cubicBezTo>
                    <a:pt x="571" y="27255"/>
                    <a:pt x="608" y="27248"/>
                    <a:pt x="646" y="27233"/>
                  </a:cubicBezTo>
                  <a:cubicBezTo>
                    <a:pt x="758" y="27177"/>
                    <a:pt x="814" y="27036"/>
                    <a:pt x="758" y="26924"/>
                  </a:cubicBezTo>
                  <a:cubicBezTo>
                    <a:pt x="590" y="26531"/>
                    <a:pt x="505" y="26166"/>
                    <a:pt x="477" y="25970"/>
                  </a:cubicBezTo>
                  <a:lnTo>
                    <a:pt x="472" y="25970"/>
                  </a:lnTo>
                  <a:lnTo>
                    <a:pt x="472" y="25970"/>
                  </a:lnTo>
                  <a:cubicBezTo>
                    <a:pt x="633" y="25383"/>
                    <a:pt x="793" y="24823"/>
                    <a:pt x="927" y="24313"/>
                  </a:cubicBezTo>
                  <a:cubicBezTo>
                    <a:pt x="1067" y="23836"/>
                    <a:pt x="1320" y="22601"/>
                    <a:pt x="1600" y="21000"/>
                  </a:cubicBezTo>
                  <a:cubicBezTo>
                    <a:pt x="2050" y="18586"/>
                    <a:pt x="2639" y="15329"/>
                    <a:pt x="3145" y="12522"/>
                  </a:cubicBezTo>
                  <a:cubicBezTo>
                    <a:pt x="3425" y="11146"/>
                    <a:pt x="3678" y="9883"/>
                    <a:pt x="3874" y="8900"/>
                  </a:cubicBezTo>
                  <a:cubicBezTo>
                    <a:pt x="3987" y="8395"/>
                    <a:pt x="4071" y="7974"/>
                    <a:pt x="4155" y="7637"/>
                  </a:cubicBezTo>
                  <a:cubicBezTo>
                    <a:pt x="4239" y="7328"/>
                    <a:pt x="4324" y="7103"/>
                    <a:pt x="4380" y="6991"/>
                  </a:cubicBezTo>
                  <a:cubicBezTo>
                    <a:pt x="4492" y="6738"/>
                    <a:pt x="4829" y="6430"/>
                    <a:pt x="5278" y="6149"/>
                  </a:cubicBezTo>
                  <a:cubicBezTo>
                    <a:pt x="5952" y="5700"/>
                    <a:pt x="6935" y="5279"/>
                    <a:pt x="7889" y="4885"/>
                  </a:cubicBezTo>
                  <a:cubicBezTo>
                    <a:pt x="8872" y="4464"/>
                    <a:pt x="9854" y="4071"/>
                    <a:pt x="10584" y="3650"/>
                  </a:cubicBezTo>
                  <a:cubicBezTo>
                    <a:pt x="12493" y="2583"/>
                    <a:pt x="14627" y="1573"/>
                    <a:pt x="18389" y="730"/>
                  </a:cubicBezTo>
                  <a:cubicBezTo>
                    <a:pt x="19287" y="534"/>
                    <a:pt x="20186" y="478"/>
                    <a:pt x="21056" y="478"/>
                  </a:cubicBezTo>
                  <a:cubicBezTo>
                    <a:pt x="22404" y="478"/>
                    <a:pt x="23611" y="646"/>
                    <a:pt x="24481" y="815"/>
                  </a:cubicBezTo>
                  <a:cubicBezTo>
                    <a:pt x="24931" y="927"/>
                    <a:pt x="25295" y="1011"/>
                    <a:pt x="25548" y="1067"/>
                  </a:cubicBezTo>
                  <a:cubicBezTo>
                    <a:pt x="25660" y="1095"/>
                    <a:pt x="25745" y="1123"/>
                    <a:pt x="25829" y="1152"/>
                  </a:cubicBezTo>
                  <a:cubicBezTo>
                    <a:pt x="25885" y="1180"/>
                    <a:pt x="25913" y="1180"/>
                    <a:pt x="25913" y="1180"/>
                  </a:cubicBezTo>
                  <a:cubicBezTo>
                    <a:pt x="25913" y="1180"/>
                    <a:pt x="26025" y="1208"/>
                    <a:pt x="26194" y="1264"/>
                  </a:cubicBezTo>
                  <a:cubicBezTo>
                    <a:pt x="26783" y="1460"/>
                    <a:pt x="28299" y="1994"/>
                    <a:pt x="29759" y="2639"/>
                  </a:cubicBezTo>
                  <a:cubicBezTo>
                    <a:pt x="30489" y="2976"/>
                    <a:pt x="31191" y="3313"/>
                    <a:pt x="31781" y="3678"/>
                  </a:cubicBezTo>
                  <a:cubicBezTo>
                    <a:pt x="32370" y="4043"/>
                    <a:pt x="32820" y="4408"/>
                    <a:pt x="33016" y="4717"/>
                  </a:cubicBezTo>
                  <a:cubicBezTo>
                    <a:pt x="33493" y="5531"/>
                    <a:pt x="34364" y="7272"/>
                    <a:pt x="35094" y="8816"/>
                  </a:cubicBezTo>
                  <a:cubicBezTo>
                    <a:pt x="35487" y="9574"/>
                    <a:pt x="35824" y="10304"/>
                    <a:pt x="36048" y="10809"/>
                  </a:cubicBezTo>
                  <a:cubicBezTo>
                    <a:pt x="36301" y="11343"/>
                    <a:pt x="36441" y="11680"/>
                    <a:pt x="36441" y="11680"/>
                  </a:cubicBezTo>
                  <a:cubicBezTo>
                    <a:pt x="36487" y="11749"/>
                    <a:pt x="36572" y="11799"/>
                    <a:pt x="36663" y="11799"/>
                  </a:cubicBezTo>
                  <a:cubicBezTo>
                    <a:pt x="36682" y="11799"/>
                    <a:pt x="36702" y="11797"/>
                    <a:pt x="36722" y="11792"/>
                  </a:cubicBezTo>
                  <a:cubicBezTo>
                    <a:pt x="36806" y="11792"/>
                    <a:pt x="36890" y="11680"/>
                    <a:pt x="36890" y="11595"/>
                  </a:cubicBezTo>
                  <a:cubicBezTo>
                    <a:pt x="36890" y="11567"/>
                    <a:pt x="36918" y="11118"/>
                    <a:pt x="36975" y="10416"/>
                  </a:cubicBezTo>
                  <a:cubicBezTo>
                    <a:pt x="37031" y="9349"/>
                    <a:pt x="37171" y="7749"/>
                    <a:pt x="37340" y="6317"/>
                  </a:cubicBezTo>
                  <a:cubicBezTo>
                    <a:pt x="37424" y="5587"/>
                    <a:pt x="37536" y="4942"/>
                    <a:pt x="37648" y="4408"/>
                  </a:cubicBezTo>
                  <a:cubicBezTo>
                    <a:pt x="37705" y="4156"/>
                    <a:pt x="37761" y="3931"/>
                    <a:pt x="37817" y="3734"/>
                  </a:cubicBezTo>
                  <a:cubicBezTo>
                    <a:pt x="37873" y="3566"/>
                    <a:pt x="37929" y="3454"/>
                    <a:pt x="37985" y="3398"/>
                  </a:cubicBezTo>
                  <a:cubicBezTo>
                    <a:pt x="38266" y="3061"/>
                    <a:pt x="38884" y="2864"/>
                    <a:pt x="39501" y="2864"/>
                  </a:cubicBezTo>
                  <a:cubicBezTo>
                    <a:pt x="39810" y="2864"/>
                    <a:pt x="40119" y="2920"/>
                    <a:pt x="40344" y="3004"/>
                  </a:cubicBezTo>
                  <a:cubicBezTo>
                    <a:pt x="40568" y="3089"/>
                    <a:pt x="40737" y="3201"/>
                    <a:pt x="40793" y="3313"/>
                  </a:cubicBezTo>
                  <a:cubicBezTo>
                    <a:pt x="40793" y="3313"/>
                    <a:pt x="40821" y="3426"/>
                    <a:pt x="40849" y="3566"/>
                  </a:cubicBezTo>
                  <a:cubicBezTo>
                    <a:pt x="40933" y="4156"/>
                    <a:pt x="41017" y="5419"/>
                    <a:pt x="41073" y="7047"/>
                  </a:cubicBezTo>
                  <a:cubicBezTo>
                    <a:pt x="41326" y="11876"/>
                    <a:pt x="41495" y="19821"/>
                    <a:pt x="41579" y="21983"/>
                  </a:cubicBezTo>
                  <a:cubicBezTo>
                    <a:pt x="41607" y="22180"/>
                    <a:pt x="41607" y="22404"/>
                    <a:pt x="41607" y="22601"/>
                  </a:cubicBezTo>
                  <a:cubicBezTo>
                    <a:pt x="41607" y="23864"/>
                    <a:pt x="41410" y="24678"/>
                    <a:pt x="41130" y="25184"/>
                  </a:cubicBezTo>
                  <a:cubicBezTo>
                    <a:pt x="40849" y="25689"/>
                    <a:pt x="40484" y="25885"/>
                    <a:pt x="40007" y="25942"/>
                  </a:cubicBezTo>
                  <a:lnTo>
                    <a:pt x="39979" y="25942"/>
                  </a:lnTo>
                  <a:cubicBezTo>
                    <a:pt x="39866" y="25942"/>
                    <a:pt x="39670" y="25885"/>
                    <a:pt x="39417" y="25801"/>
                  </a:cubicBezTo>
                  <a:cubicBezTo>
                    <a:pt x="38519" y="25436"/>
                    <a:pt x="37031" y="24482"/>
                    <a:pt x="35795" y="23639"/>
                  </a:cubicBezTo>
                  <a:cubicBezTo>
                    <a:pt x="35178" y="23218"/>
                    <a:pt x="34616" y="22797"/>
                    <a:pt x="34195" y="22516"/>
                  </a:cubicBezTo>
                  <a:cubicBezTo>
                    <a:pt x="33774" y="22208"/>
                    <a:pt x="33521" y="22039"/>
                    <a:pt x="33521" y="22039"/>
                  </a:cubicBezTo>
                  <a:cubicBezTo>
                    <a:pt x="33487" y="22004"/>
                    <a:pt x="33441" y="21980"/>
                    <a:pt x="33392" y="21980"/>
                  </a:cubicBezTo>
                  <a:cubicBezTo>
                    <a:pt x="33361" y="21980"/>
                    <a:pt x="33329" y="21990"/>
                    <a:pt x="33297" y="22011"/>
                  </a:cubicBezTo>
                  <a:cubicBezTo>
                    <a:pt x="33213" y="22039"/>
                    <a:pt x="33156" y="22123"/>
                    <a:pt x="33156" y="22208"/>
                  </a:cubicBezTo>
                  <a:cubicBezTo>
                    <a:pt x="33156" y="22208"/>
                    <a:pt x="33044" y="24875"/>
                    <a:pt x="32904" y="27570"/>
                  </a:cubicBezTo>
                  <a:cubicBezTo>
                    <a:pt x="32848" y="28917"/>
                    <a:pt x="32763" y="30265"/>
                    <a:pt x="32735" y="31304"/>
                  </a:cubicBezTo>
                  <a:cubicBezTo>
                    <a:pt x="32707" y="31837"/>
                    <a:pt x="32679" y="32258"/>
                    <a:pt x="32679" y="32567"/>
                  </a:cubicBezTo>
                  <a:cubicBezTo>
                    <a:pt x="32651" y="32904"/>
                    <a:pt x="32651" y="33073"/>
                    <a:pt x="32651" y="33129"/>
                  </a:cubicBezTo>
                  <a:cubicBezTo>
                    <a:pt x="32651" y="33381"/>
                    <a:pt x="32651" y="34336"/>
                    <a:pt x="32005" y="35094"/>
                  </a:cubicBezTo>
                  <a:cubicBezTo>
                    <a:pt x="31612" y="35571"/>
                    <a:pt x="30910" y="35796"/>
                    <a:pt x="30124" y="35936"/>
                  </a:cubicBezTo>
                  <a:cubicBezTo>
                    <a:pt x="29338" y="36077"/>
                    <a:pt x="28496" y="36077"/>
                    <a:pt x="27822" y="36161"/>
                  </a:cubicBezTo>
                  <a:cubicBezTo>
                    <a:pt x="25239" y="36498"/>
                    <a:pt x="22656" y="36722"/>
                    <a:pt x="20102" y="36722"/>
                  </a:cubicBezTo>
                  <a:cubicBezTo>
                    <a:pt x="18277" y="36722"/>
                    <a:pt x="16480" y="36610"/>
                    <a:pt x="14683" y="36357"/>
                  </a:cubicBezTo>
                  <a:cubicBezTo>
                    <a:pt x="13420" y="36189"/>
                    <a:pt x="12185" y="35908"/>
                    <a:pt x="10921" y="35655"/>
                  </a:cubicBezTo>
                  <a:cubicBezTo>
                    <a:pt x="10444" y="35543"/>
                    <a:pt x="9911" y="35459"/>
                    <a:pt x="9433" y="35262"/>
                  </a:cubicBezTo>
                  <a:cubicBezTo>
                    <a:pt x="8956" y="35094"/>
                    <a:pt x="8507" y="34869"/>
                    <a:pt x="8226" y="34504"/>
                  </a:cubicBezTo>
                  <a:cubicBezTo>
                    <a:pt x="8170" y="34448"/>
                    <a:pt x="8086" y="34196"/>
                    <a:pt x="8001" y="33859"/>
                  </a:cubicBezTo>
                  <a:cubicBezTo>
                    <a:pt x="7693" y="32651"/>
                    <a:pt x="7496" y="30181"/>
                    <a:pt x="7384" y="28019"/>
                  </a:cubicBezTo>
                  <a:cubicBezTo>
                    <a:pt x="7300" y="26952"/>
                    <a:pt x="7271" y="25970"/>
                    <a:pt x="7243" y="25240"/>
                  </a:cubicBezTo>
                  <a:cubicBezTo>
                    <a:pt x="7215" y="24510"/>
                    <a:pt x="7215" y="24061"/>
                    <a:pt x="7215" y="24061"/>
                  </a:cubicBezTo>
                  <a:cubicBezTo>
                    <a:pt x="7187" y="23948"/>
                    <a:pt x="7131" y="23864"/>
                    <a:pt x="7019" y="23836"/>
                  </a:cubicBezTo>
                  <a:cubicBezTo>
                    <a:pt x="7000" y="23831"/>
                    <a:pt x="6980" y="23829"/>
                    <a:pt x="6961" y="23829"/>
                  </a:cubicBezTo>
                  <a:cubicBezTo>
                    <a:pt x="6870" y="23829"/>
                    <a:pt x="6785" y="23883"/>
                    <a:pt x="6738" y="23976"/>
                  </a:cubicBezTo>
                  <a:cubicBezTo>
                    <a:pt x="6738" y="23976"/>
                    <a:pt x="6019" y="25785"/>
                    <a:pt x="5537" y="27168"/>
                  </a:cubicBezTo>
                  <a:lnTo>
                    <a:pt x="5537" y="27168"/>
                  </a:lnTo>
                  <a:cubicBezTo>
                    <a:pt x="5489" y="27185"/>
                    <a:pt x="5449" y="27215"/>
                    <a:pt x="5419" y="27261"/>
                  </a:cubicBezTo>
                  <a:cubicBezTo>
                    <a:pt x="5419" y="27289"/>
                    <a:pt x="5334" y="27430"/>
                    <a:pt x="5110" y="27654"/>
                  </a:cubicBezTo>
                  <a:cubicBezTo>
                    <a:pt x="5026" y="27738"/>
                    <a:pt x="5026" y="27879"/>
                    <a:pt x="5110" y="27963"/>
                  </a:cubicBezTo>
                  <a:cubicBezTo>
                    <a:pt x="5152" y="28019"/>
                    <a:pt x="5215" y="28047"/>
                    <a:pt x="5278" y="28047"/>
                  </a:cubicBezTo>
                  <a:cubicBezTo>
                    <a:pt x="5341" y="28047"/>
                    <a:pt x="5405" y="28019"/>
                    <a:pt x="5447" y="27963"/>
                  </a:cubicBezTo>
                  <a:cubicBezTo>
                    <a:pt x="5529" y="27880"/>
                    <a:pt x="5597" y="27804"/>
                    <a:pt x="5651" y="27738"/>
                  </a:cubicBezTo>
                  <a:lnTo>
                    <a:pt x="5651" y="27738"/>
                  </a:lnTo>
                  <a:cubicBezTo>
                    <a:pt x="5759" y="27736"/>
                    <a:pt x="5840" y="27679"/>
                    <a:pt x="5868" y="27570"/>
                  </a:cubicBezTo>
                  <a:cubicBezTo>
                    <a:pt x="6120" y="26896"/>
                    <a:pt x="6457" y="26026"/>
                    <a:pt x="6710" y="25352"/>
                  </a:cubicBezTo>
                  <a:cubicBezTo>
                    <a:pt x="6731" y="25298"/>
                    <a:pt x="6752" y="25246"/>
                    <a:pt x="6773" y="25195"/>
                  </a:cubicBezTo>
                  <a:lnTo>
                    <a:pt x="6773" y="25195"/>
                  </a:lnTo>
                  <a:cubicBezTo>
                    <a:pt x="6806" y="26135"/>
                    <a:pt x="6866" y="27550"/>
                    <a:pt x="6963" y="29002"/>
                  </a:cubicBezTo>
                  <a:cubicBezTo>
                    <a:pt x="7047" y="30265"/>
                    <a:pt x="7159" y="31557"/>
                    <a:pt x="7300" y="32595"/>
                  </a:cubicBezTo>
                  <a:cubicBezTo>
                    <a:pt x="7384" y="33129"/>
                    <a:pt x="7440" y="33606"/>
                    <a:pt x="7552" y="33971"/>
                  </a:cubicBezTo>
                  <a:cubicBezTo>
                    <a:pt x="7636" y="34336"/>
                    <a:pt x="7721" y="34617"/>
                    <a:pt x="7861" y="34813"/>
                  </a:cubicBezTo>
                  <a:cubicBezTo>
                    <a:pt x="8226" y="35262"/>
                    <a:pt x="8731" y="35515"/>
                    <a:pt x="9265" y="35712"/>
                  </a:cubicBezTo>
                  <a:cubicBezTo>
                    <a:pt x="9798" y="35908"/>
                    <a:pt x="10360" y="36020"/>
                    <a:pt x="10809" y="36105"/>
                  </a:cubicBezTo>
                  <a:cubicBezTo>
                    <a:pt x="12072" y="36385"/>
                    <a:pt x="13336" y="36638"/>
                    <a:pt x="14627" y="36835"/>
                  </a:cubicBezTo>
                  <a:cubicBezTo>
                    <a:pt x="16452" y="37087"/>
                    <a:pt x="18277" y="37200"/>
                    <a:pt x="20102" y="37200"/>
                  </a:cubicBezTo>
                  <a:cubicBezTo>
                    <a:pt x="22685" y="37200"/>
                    <a:pt x="25295" y="36975"/>
                    <a:pt x="27878" y="36638"/>
                  </a:cubicBezTo>
                  <a:cubicBezTo>
                    <a:pt x="28496" y="36554"/>
                    <a:pt x="29366" y="36526"/>
                    <a:pt x="30180" y="36385"/>
                  </a:cubicBezTo>
                  <a:cubicBezTo>
                    <a:pt x="31023" y="36245"/>
                    <a:pt x="31837" y="35992"/>
                    <a:pt x="32370" y="35375"/>
                  </a:cubicBezTo>
                  <a:cubicBezTo>
                    <a:pt x="33128" y="34476"/>
                    <a:pt x="33100" y="33409"/>
                    <a:pt x="33128" y="33129"/>
                  </a:cubicBezTo>
                  <a:cubicBezTo>
                    <a:pt x="33128" y="33101"/>
                    <a:pt x="33128" y="32904"/>
                    <a:pt x="33128" y="32595"/>
                  </a:cubicBezTo>
                  <a:cubicBezTo>
                    <a:pt x="33184" y="31500"/>
                    <a:pt x="33297" y="28889"/>
                    <a:pt x="33409" y="26587"/>
                  </a:cubicBezTo>
                  <a:cubicBezTo>
                    <a:pt x="33465" y="25436"/>
                    <a:pt x="33521" y="24341"/>
                    <a:pt x="33578" y="23527"/>
                  </a:cubicBezTo>
                  <a:cubicBezTo>
                    <a:pt x="33590" y="23177"/>
                    <a:pt x="33603" y="22883"/>
                    <a:pt x="33613" y="22664"/>
                  </a:cubicBezTo>
                  <a:lnTo>
                    <a:pt x="33613" y="22664"/>
                  </a:lnTo>
                  <a:cubicBezTo>
                    <a:pt x="34112" y="23022"/>
                    <a:pt x="35054" y="23703"/>
                    <a:pt x="36076" y="24397"/>
                  </a:cubicBezTo>
                  <a:cubicBezTo>
                    <a:pt x="36834" y="24875"/>
                    <a:pt x="37620" y="25380"/>
                    <a:pt x="38294" y="25773"/>
                  </a:cubicBezTo>
                  <a:cubicBezTo>
                    <a:pt x="38659" y="25942"/>
                    <a:pt x="38968" y="26110"/>
                    <a:pt x="39249" y="26222"/>
                  </a:cubicBezTo>
                  <a:cubicBezTo>
                    <a:pt x="39529" y="26335"/>
                    <a:pt x="39754" y="26419"/>
                    <a:pt x="39979" y="26419"/>
                  </a:cubicBezTo>
                  <a:lnTo>
                    <a:pt x="40063" y="26419"/>
                  </a:lnTo>
                  <a:cubicBezTo>
                    <a:pt x="40652" y="26335"/>
                    <a:pt x="41186" y="26026"/>
                    <a:pt x="41523" y="25408"/>
                  </a:cubicBezTo>
                  <a:cubicBezTo>
                    <a:pt x="41888" y="24819"/>
                    <a:pt x="42056" y="23892"/>
                    <a:pt x="42056" y="22601"/>
                  </a:cubicBezTo>
                  <a:cubicBezTo>
                    <a:pt x="42056" y="22404"/>
                    <a:pt x="42056" y="22180"/>
                    <a:pt x="42056" y="21955"/>
                  </a:cubicBezTo>
                  <a:cubicBezTo>
                    <a:pt x="42000" y="20411"/>
                    <a:pt x="41888" y="15891"/>
                    <a:pt x="41719" y="11680"/>
                  </a:cubicBezTo>
                  <a:cubicBezTo>
                    <a:pt x="41663" y="9574"/>
                    <a:pt x="41579" y="7525"/>
                    <a:pt x="41495" y="5980"/>
                  </a:cubicBezTo>
                  <a:cubicBezTo>
                    <a:pt x="41438" y="5194"/>
                    <a:pt x="41410" y="4549"/>
                    <a:pt x="41354" y="4043"/>
                  </a:cubicBezTo>
                  <a:cubicBezTo>
                    <a:pt x="41326" y="3819"/>
                    <a:pt x="41326" y="3594"/>
                    <a:pt x="41298" y="3454"/>
                  </a:cubicBezTo>
                  <a:cubicBezTo>
                    <a:pt x="41270" y="3369"/>
                    <a:pt x="41270" y="3313"/>
                    <a:pt x="41242" y="3257"/>
                  </a:cubicBezTo>
                  <a:cubicBezTo>
                    <a:pt x="41242" y="3173"/>
                    <a:pt x="41214" y="3145"/>
                    <a:pt x="41186" y="3089"/>
                  </a:cubicBezTo>
                  <a:cubicBezTo>
                    <a:pt x="41045" y="2836"/>
                    <a:pt x="40793" y="2668"/>
                    <a:pt x="40512" y="2555"/>
                  </a:cubicBezTo>
                  <a:cubicBezTo>
                    <a:pt x="40203" y="2443"/>
                    <a:pt x="39866" y="2387"/>
                    <a:pt x="39501" y="2387"/>
                  </a:cubicBezTo>
                  <a:cubicBezTo>
                    <a:pt x="38799" y="2387"/>
                    <a:pt x="38069" y="2583"/>
                    <a:pt x="37620" y="3117"/>
                  </a:cubicBezTo>
                  <a:cubicBezTo>
                    <a:pt x="37480" y="3285"/>
                    <a:pt x="37396" y="3510"/>
                    <a:pt x="37311" y="3819"/>
                  </a:cubicBezTo>
                  <a:cubicBezTo>
                    <a:pt x="37003" y="4857"/>
                    <a:pt x="36778" y="6766"/>
                    <a:pt x="36638" y="8451"/>
                  </a:cubicBezTo>
                  <a:cubicBezTo>
                    <a:pt x="36567" y="9297"/>
                    <a:pt x="36518" y="10080"/>
                    <a:pt x="36486" y="10649"/>
                  </a:cubicBezTo>
                  <a:lnTo>
                    <a:pt x="36486" y="10649"/>
                  </a:lnTo>
                  <a:cubicBezTo>
                    <a:pt x="36243" y="10120"/>
                    <a:pt x="35901" y="9392"/>
                    <a:pt x="35515" y="8619"/>
                  </a:cubicBezTo>
                  <a:cubicBezTo>
                    <a:pt x="34785" y="7075"/>
                    <a:pt x="33914" y="5335"/>
                    <a:pt x="33409" y="4464"/>
                  </a:cubicBezTo>
                  <a:cubicBezTo>
                    <a:pt x="33100" y="3987"/>
                    <a:pt x="32511" y="3566"/>
                    <a:pt x="31753" y="3117"/>
                  </a:cubicBezTo>
                  <a:cubicBezTo>
                    <a:pt x="29563" y="1853"/>
                    <a:pt x="26082" y="730"/>
                    <a:pt x="26053" y="730"/>
                  </a:cubicBezTo>
                  <a:cubicBezTo>
                    <a:pt x="26053" y="730"/>
                    <a:pt x="23808" y="0"/>
                    <a:pt x="2105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1330;p25">
              <a:extLst>
                <a:ext uri="{FF2B5EF4-FFF2-40B4-BE49-F238E27FC236}">
                  <a16:creationId xmlns:a16="http://schemas.microsoft.com/office/drawing/2014/main" id="{B08FDB64-BB9B-3AB6-64C4-31FB31DFBA72}"/>
                </a:ext>
              </a:extLst>
            </p:cNvPr>
            <p:cNvSpPr/>
            <p:nvPr/>
          </p:nvSpPr>
          <p:spPr>
            <a:xfrm>
              <a:off x="4528000" y="3305275"/>
              <a:ext cx="55475" cy="49150"/>
            </a:xfrm>
            <a:custGeom>
              <a:avLst/>
              <a:gdLst/>
              <a:ahLst/>
              <a:cxnLst/>
              <a:rect l="l" t="t" r="r" b="b"/>
              <a:pathLst>
                <a:path w="2219" h="1966" extrusionOk="0">
                  <a:moveTo>
                    <a:pt x="1938" y="1"/>
                  </a:moveTo>
                  <a:lnTo>
                    <a:pt x="0" y="1601"/>
                  </a:lnTo>
                  <a:lnTo>
                    <a:pt x="309" y="1966"/>
                  </a:lnTo>
                  <a:lnTo>
                    <a:pt x="2218" y="366"/>
                  </a:lnTo>
                  <a:lnTo>
                    <a:pt x="1938"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1331;p25">
              <a:extLst>
                <a:ext uri="{FF2B5EF4-FFF2-40B4-BE49-F238E27FC236}">
                  <a16:creationId xmlns:a16="http://schemas.microsoft.com/office/drawing/2014/main" id="{ED9AC56E-82CD-F63B-4029-35D348FB8AC6}"/>
                </a:ext>
              </a:extLst>
            </p:cNvPr>
            <p:cNvSpPr/>
            <p:nvPr/>
          </p:nvSpPr>
          <p:spPr>
            <a:xfrm>
              <a:off x="4205850" y="3376875"/>
              <a:ext cx="290600" cy="241475"/>
            </a:xfrm>
            <a:custGeom>
              <a:avLst/>
              <a:gdLst/>
              <a:ahLst/>
              <a:cxnLst/>
              <a:rect l="l" t="t" r="r" b="b"/>
              <a:pathLst>
                <a:path w="11624" h="9659" extrusionOk="0">
                  <a:moveTo>
                    <a:pt x="11342" y="0"/>
                  </a:moveTo>
                  <a:lnTo>
                    <a:pt x="0" y="9321"/>
                  </a:lnTo>
                  <a:lnTo>
                    <a:pt x="309" y="9658"/>
                  </a:lnTo>
                  <a:lnTo>
                    <a:pt x="11623" y="365"/>
                  </a:lnTo>
                  <a:lnTo>
                    <a:pt x="11342"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1332;p25">
              <a:extLst>
                <a:ext uri="{FF2B5EF4-FFF2-40B4-BE49-F238E27FC236}">
                  <a16:creationId xmlns:a16="http://schemas.microsoft.com/office/drawing/2014/main" id="{15C615E8-3104-572A-A0F3-D564E15A3571}"/>
                </a:ext>
              </a:extLst>
            </p:cNvPr>
            <p:cNvSpPr/>
            <p:nvPr/>
          </p:nvSpPr>
          <p:spPr>
            <a:xfrm>
              <a:off x="4167250" y="3454775"/>
              <a:ext cx="129150" cy="108825"/>
            </a:xfrm>
            <a:custGeom>
              <a:avLst/>
              <a:gdLst/>
              <a:ahLst/>
              <a:cxnLst/>
              <a:rect l="l" t="t" r="r" b="b"/>
              <a:pathLst>
                <a:path w="5166" h="4353" extrusionOk="0">
                  <a:moveTo>
                    <a:pt x="4857" y="1"/>
                  </a:moveTo>
                  <a:lnTo>
                    <a:pt x="0" y="3987"/>
                  </a:lnTo>
                  <a:lnTo>
                    <a:pt x="281" y="4352"/>
                  </a:lnTo>
                  <a:lnTo>
                    <a:pt x="5166" y="366"/>
                  </a:lnTo>
                  <a:lnTo>
                    <a:pt x="4857" y="1"/>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1333;p25">
              <a:extLst>
                <a:ext uri="{FF2B5EF4-FFF2-40B4-BE49-F238E27FC236}">
                  <a16:creationId xmlns:a16="http://schemas.microsoft.com/office/drawing/2014/main" id="{8E76430A-5853-D204-D50C-779984A37CF2}"/>
                </a:ext>
              </a:extLst>
            </p:cNvPr>
            <p:cNvSpPr/>
            <p:nvPr/>
          </p:nvSpPr>
          <p:spPr>
            <a:xfrm>
              <a:off x="3883675" y="3624500"/>
              <a:ext cx="118650" cy="385075"/>
            </a:xfrm>
            <a:custGeom>
              <a:avLst/>
              <a:gdLst/>
              <a:ahLst/>
              <a:cxnLst/>
              <a:rect l="l" t="t" r="r" b="b"/>
              <a:pathLst>
                <a:path w="4746" h="15403" extrusionOk="0">
                  <a:moveTo>
                    <a:pt x="3454" y="1"/>
                  </a:moveTo>
                  <a:cubicBezTo>
                    <a:pt x="3327" y="1"/>
                    <a:pt x="3198" y="63"/>
                    <a:pt x="3117" y="202"/>
                  </a:cubicBezTo>
                  <a:lnTo>
                    <a:pt x="310" y="5424"/>
                  </a:lnTo>
                  <a:cubicBezTo>
                    <a:pt x="85" y="5845"/>
                    <a:pt x="1" y="6323"/>
                    <a:pt x="85" y="6772"/>
                  </a:cubicBezTo>
                  <a:lnTo>
                    <a:pt x="1545" y="15194"/>
                  </a:lnTo>
                  <a:cubicBezTo>
                    <a:pt x="1560" y="15332"/>
                    <a:pt x="1667" y="15403"/>
                    <a:pt x="1775" y="15403"/>
                  </a:cubicBezTo>
                  <a:cubicBezTo>
                    <a:pt x="1865" y="15403"/>
                    <a:pt x="1956" y="15353"/>
                    <a:pt x="1994" y="15250"/>
                  </a:cubicBezTo>
                  <a:lnTo>
                    <a:pt x="4577" y="8260"/>
                  </a:lnTo>
                  <a:cubicBezTo>
                    <a:pt x="4689" y="7951"/>
                    <a:pt x="4745" y="7614"/>
                    <a:pt x="4689" y="7305"/>
                  </a:cubicBezTo>
                  <a:lnTo>
                    <a:pt x="3847" y="343"/>
                  </a:lnTo>
                  <a:cubicBezTo>
                    <a:pt x="3814" y="128"/>
                    <a:pt x="3636" y="1"/>
                    <a:pt x="3454"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1334;p25">
              <a:extLst>
                <a:ext uri="{FF2B5EF4-FFF2-40B4-BE49-F238E27FC236}">
                  <a16:creationId xmlns:a16="http://schemas.microsoft.com/office/drawing/2014/main" id="{601BE6F8-A71F-0655-C1DD-34B9F5B2EFA2}"/>
                </a:ext>
              </a:extLst>
            </p:cNvPr>
            <p:cNvSpPr/>
            <p:nvPr/>
          </p:nvSpPr>
          <p:spPr>
            <a:xfrm>
              <a:off x="3878775" y="3619025"/>
              <a:ext cx="128450" cy="396575"/>
            </a:xfrm>
            <a:custGeom>
              <a:avLst/>
              <a:gdLst/>
              <a:ahLst/>
              <a:cxnLst/>
              <a:rect l="l" t="t" r="r" b="b"/>
              <a:pathLst>
                <a:path w="5138" h="15863" extrusionOk="0">
                  <a:moveTo>
                    <a:pt x="3650" y="449"/>
                  </a:moveTo>
                  <a:lnTo>
                    <a:pt x="3762" y="505"/>
                  </a:lnTo>
                  <a:cubicBezTo>
                    <a:pt x="3790" y="505"/>
                    <a:pt x="3790" y="534"/>
                    <a:pt x="3818" y="590"/>
                  </a:cubicBezTo>
                  <a:lnTo>
                    <a:pt x="4661" y="7552"/>
                  </a:lnTo>
                  <a:cubicBezTo>
                    <a:pt x="4661" y="7636"/>
                    <a:pt x="4661" y="7693"/>
                    <a:pt x="4661" y="7777"/>
                  </a:cubicBezTo>
                  <a:cubicBezTo>
                    <a:pt x="4661" y="7973"/>
                    <a:pt x="4633" y="8198"/>
                    <a:pt x="4548" y="8394"/>
                  </a:cubicBezTo>
                  <a:lnTo>
                    <a:pt x="1966" y="15385"/>
                  </a:lnTo>
                  <a:lnTo>
                    <a:pt x="506" y="6963"/>
                  </a:lnTo>
                  <a:cubicBezTo>
                    <a:pt x="478" y="6850"/>
                    <a:pt x="478" y="6738"/>
                    <a:pt x="478" y="6654"/>
                  </a:cubicBezTo>
                  <a:cubicBezTo>
                    <a:pt x="478" y="6345"/>
                    <a:pt x="562" y="6036"/>
                    <a:pt x="702" y="5755"/>
                  </a:cubicBezTo>
                  <a:lnTo>
                    <a:pt x="3538" y="534"/>
                  </a:lnTo>
                  <a:cubicBezTo>
                    <a:pt x="3566" y="477"/>
                    <a:pt x="3594" y="449"/>
                    <a:pt x="3650" y="449"/>
                  </a:cubicBezTo>
                  <a:close/>
                  <a:moveTo>
                    <a:pt x="3650" y="0"/>
                  </a:moveTo>
                  <a:cubicBezTo>
                    <a:pt x="3454" y="0"/>
                    <a:pt x="3229" y="112"/>
                    <a:pt x="3117" y="309"/>
                  </a:cubicBezTo>
                  <a:lnTo>
                    <a:pt x="281" y="5531"/>
                  </a:lnTo>
                  <a:cubicBezTo>
                    <a:pt x="113" y="5868"/>
                    <a:pt x="0" y="6261"/>
                    <a:pt x="0" y="6654"/>
                  </a:cubicBezTo>
                  <a:cubicBezTo>
                    <a:pt x="0" y="6766"/>
                    <a:pt x="28" y="6907"/>
                    <a:pt x="56" y="7047"/>
                  </a:cubicBezTo>
                  <a:lnTo>
                    <a:pt x="1516" y="15469"/>
                  </a:lnTo>
                  <a:cubicBezTo>
                    <a:pt x="1516" y="15582"/>
                    <a:pt x="1601" y="15694"/>
                    <a:pt x="1685" y="15750"/>
                  </a:cubicBezTo>
                  <a:cubicBezTo>
                    <a:pt x="1769" y="15806"/>
                    <a:pt x="1853" y="15862"/>
                    <a:pt x="1966" y="15862"/>
                  </a:cubicBezTo>
                  <a:cubicBezTo>
                    <a:pt x="2134" y="15862"/>
                    <a:pt x="2331" y="15750"/>
                    <a:pt x="2387" y="15554"/>
                  </a:cubicBezTo>
                  <a:lnTo>
                    <a:pt x="4998" y="8563"/>
                  </a:lnTo>
                  <a:cubicBezTo>
                    <a:pt x="5082" y="8310"/>
                    <a:pt x="5138" y="8030"/>
                    <a:pt x="5138" y="7777"/>
                  </a:cubicBezTo>
                  <a:cubicBezTo>
                    <a:pt x="5138" y="7665"/>
                    <a:pt x="5138" y="7580"/>
                    <a:pt x="5138" y="7496"/>
                  </a:cubicBezTo>
                  <a:lnTo>
                    <a:pt x="4268" y="534"/>
                  </a:lnTo>
                  <a:cubicBezTo>
                    <a:pt x="4268" y="365"/>
                    <a:pt x="4183" y="225"/>
                    <a:pt x="4043" y="140"/>
                  </a:cubicBezTo>
                  <a:cubicBezTo>
                    <a:pt x="3931" y="28"/>
                    <a:pt x="3790" y="0"/>
                    <a:pt x="3650"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1335;p25">
              <a:extLst>
                <a:ext uri="{FF2B5EF4-FFF2-40B4-BE49-F238E27FC236}">
                  <a16:creationId xmlns:a16="http://schemas.microsoft.com/office/drawing/2014/main" id="{4209E9E2-FC26-DC82-7DA1-1E92279E2555}"/>
                </a:ext>
              </a:extLst>
            </p:cNvPr>
            <p:cNvSpPr/>
            <p:nvPr/>
          </p:nvSpPr>
          <p:spPr>
            <a:xfrm>
              <a:off x="4737150" y="3094725"/>
              <a:ext cx="70925" cy="163550"/>
            </a:xfrm>
            <a:custGeom>
              <a:avLst/>
              <a:gdLst/>
              <a:ahLst/>
              <a:cxnLst/>
              <a:rect l="l" t="t" r="r" b="b"/>
              <a:pathLst>
                <a:path w="2837" h="6542" extrusionOk="0">
                  <a:moveTo>
                    <a:pt x="1" y="0"/>
                  </a:moveTo>
                  <a:lnTo>
                    <a:pt x="2836" y="6542"/>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1336;p25">
              <a:extLst>
                <a:ext uri="{FF2B5EF4-FFF2-40B4-BE49-F238E27FC236}">
                  <a16:creationId xmlns:a16="http://schemas.microsoft.com/office/drawing/2014/main" id="{8C0706F1-89A7-EFBC-7A42-194693D303E0}"/>
                </a:ext>
              </a:extLst>
            </p:cNvPr>
            <p:cNvSpPr/>
            <p:nvPr/>
          </p:nvSpPr>
          <p:spPr>
            <a:xfrm>
              <a:off x="4730125" y="3088925"/>
              <a:ext cx="84250" cy="175525"/>
            </a:xfrm>
            <a:custGeom>
              <a:avLst/>
              <a:gdLst/>
              <a:ahLst/>
              <a:cxnLst/>
              <a:rect l="l" t="t" r="r" b="b"/>
              <a:pathLst>
                <a:path w="3370" h="7021" extrusionOk="0">
                  <a:moveTo>
                    <a:pt x="257" y="1"/>
                  </a:moveTo>
                  <a:cubicBezTo>
                    <a:pt x="237" y="1"/>
                    <a:pt x="217" y="3"/>
                    <a:pt x="198" y="8"/>
                  </a:cubicBezTo>
                  <a:cubicBezTo>
                    <a:pt x="57" y="64"/>
                    <a:pt x="1" y="204"/>
                    <a:pt x="57" y="316"/>
                  </a:cubicBezTo>
                  <a:lnTo>
                    <a:pt x="2893" y="6886"/>
                  </a:lnTo>
                  <a:cubicBezTo>
                    <a:pt x="2934" y="6968"/>
                    <a:pt x="3020" y="7020"/>
                    <a:pt x="3107" y="7020"/>
                  </a:cubicBezTo>
                  <a:cubicBezTo>
                    <a:pt x="3139" y="7020"/>
                    <a:pt x="3171" y="7013"/>
                    <a:pt x="3202" y="6998"/>
                  </a:cubicBezTo>
                  <a:cubicBezTo>
                    <a:pt x="3314" y="6942"/>
                    <a:pt x="3370" y="6802"/>
                    <a:pt x="3314" y="6689"/>
                  </a:cubicBezTo>
                  <a:lnTo>
                    <a:pt x="506" y="148"/>
                  </a:lnTo>
                  <a:cubicBezTo>
                    <a:pt x="460" y="55"/>
                    <a:pt x="356" y="1"/>
                    <a:pt x="25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1337;p25">
              <a:extLst>
                <a:ext uri="{FF2B5EF4-FFF2-40B4-BE49-F238E27FC236}">
                  <a16:creationId xmlns:a16="http://schemas.microsoft.com/office/drawing/2014/main" id="{D0F43A81-9DBF-11F6-3655-01C11EC65DA5}"/>
                </a:ext>
              </a:extLst>
            </p:cNvPr>
            <p:cNvSpPr/>
            <p:nvPr/>
          </p:nvSpPr>
          <p:spPr>
            <a:xfrm>
              <a:off x="3973525" y="3851475"/>
              <a:ext cx="22225" cy="90425"/>
            </a:xfrm>
            <a:custGeom>
              <a:avLst/>
              <a:gdLst/>
              <a:ahLst/>
              <a:cxnLst/>
              <a:rect l="l" t="t" r="r" b="b"/>
              <a:pathLst>
                <a:path w="889" h="3617" extrusionOk="0">
                  <a:moveTo>
                    <a:pt x="685" y="1"/>
                  </a:moveTo>
                  <a:cubicBezTo>
                    <a:pt x="578" y="1"/>
                    <a:pt x="438" y="191"/>
                    <a:pt x="309" y="500"/>
                  </a:cubicBezTo>
                  <a:cubicBezTo>
                    <a:pt x="28" y="1174"/>
                    <a:pt x="0" y="3617"/>
                    <a:pt x="0" y="3617"/>
                  </a:cubicBezTo>
                  <a:cubicBezTo>
                    <a:pt x="0" y="3617"/>
                    <a:pt x="730" y="2129"/>
                    <a:pt x="843" y="921"/>
                  </a:cubicBezTo>
                  <a:cubicBezTo>
                    <a:pt x="888" y="267"/>
                    <a:pt x="810" y="1"/>
                    <a:pt x="68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1338;p25">
              <a:extLst>
                <a:ext uri="{FF2B5EF4-FFF2-40B4-BE49-F238E27FC236}">
                  <a16:creationId xmlns:a16="http://schemas.microsoft.com/office/drawing/2014/main" id="{57899F67-3E4F-5A09-0F50-3EF66C608C33}"/>
                </a:ext>
              </a:extLst>
            </p:cNvPr>
            <p:cNvSpPr/>
            <p:nvPr/>
          </p:nvSpPr>
          <p:spPr>
            <a:xfrm>
              <a:off x="3967900" y="3845725"/>
              <a:ext cx="33025" cy="101975"/>
            </a:xfrm>
            <a:custGeom>
              <a:avLst/>
              <a:gdLst/>
              <a:ahLst/>
              <a:cxnLst/>
              <a:rect l="l" t="t" r="r" b="b"/>
              <a:pathLst>
                <a:path w="1321" h="4079" extrusionOk="0">
                  <a:moveTo>
                    <a:pt x="838" y="639"/>
                  </a:moveTo>
                  <a:lnTo>
                    <a:pt x="838" y="639"/>
                  </a:lnTo>
                  <a:cubicBezTo>
                    <a:pt x="841" y="682"/>
                    <a:pt x="843" y="731"/>
                    <a:pt x="843" y="786"/>
                  </a:cubicBezTo>
                  <a:cubicBezTo>
                    <a:pt x="843" y="871"/>
                    <a:pt x="843" y="1011"/>
                    <a:pt x="815" y="1123"/>
                  </a:cubicBezTo>
                  <a:cubicBezTo>
                    <a:pt x="792" y="1599"/>
                    <a:pt x="660" y="2110"/>
                    <a:pt x="507" y="2556"/>
                  </a:cubicBezTo>
                  <a:lnTo>
                    <a:pt x="507" y="2556"/>
                  </a:lnTo>
                  <a:cubicBezTo>
                    <a:pt x="515" y="2382"/>
                    <a:pt x="525" y="2202"/>
                    <a:pt x="534" y="2022"/>
                  </a:cubicBezTo>
                  <a:cubicBezTo>
                    <a:pt x="562" y="1769"/>
                    <a:pt x="590" y="1516"/>
                    <a:pt x="618" y="1292"/>
                  </a:cubicBezTo>
                  <a:cubicBezTo>
                    <a:pt x="675" y="1095"/>
                    <a:pt x="703" y="899"/>
                    <a:pt x="759" y="814"/>
                  </a:cubicBezTo>
                  <a:cubicBezTo>
                    <a:pt x="785" y="749"/>
                    <a:pt x="811" y="689"/>
                    <a:pt x="838" y="639"/>
                  </a:cubicBezTo>
                  <a:close/>
                  <a:moveTo>
                    <a:pt x="899" y="0"/>
                  </a:moveTo>
                  <a:cubicBezTo>
                    <a:pt x="815" y="0"/>
                    <a:pt x="731" y="28"/>
                    <a:pt x="675" y="84"/>
                  </a:cubicBezTo>
                  <a:cubicBezTo>
                    <a:pt x="534" y="197"/>
                    <a:pt x="422" y="393"/>
                    <a:pt x="310" y="618"/>
                  </a:cubicBezTo>
                  <a:cubicBezTo>
                    <a:pt x="225" y="843"/>
                    <a:pt x="169" y="1123"/>
                    <a:pt x="141" y="1460"/>
                  </a:cubicBezTo>
                  <a:cubicBezTo>
                    <a:pt x="1" y="2471"/>
                    <a:pt x="1" y="3847"/>
                    <a:pt x="1" y="3847"/>
                  </a:cubicBezTo>
                  <a:cubicBezTo>
                    <a:pt x="1" y="3959"/>
                    <a:pt x="85" y="4043"/>
                    <a:pt x="169" y="4071"/>
                  </a:cubicBezTo>
                  <a:cubicBezTo>
                    <a:pt x="189" y="4076"/>
                    <a:pt x="208" y="4078"/>
                    <a:pt x="227" y="4078"/>
                  </a:cubicBezTo>
                  <a:cubicBezTo>
                    <a:pt x="318" y="4078"/>
                    <a:pt x="404" y="4024"/>
                    <a:pt x="450" y="3931"/>
                  </a:cubicBezTo>
                  <a:cubicBezTo>
                    <a:pt x="450" y="3931"/>
                    <a:pt x="1180" y="2443"/>
                    <a:pt x="1292" y="1179"/>
                  </a:cubicBezTo>
                  <a:cubicBezTo>
                    <a:pt x="1320" y="1039"/>
                    <a:pt x="1320" y="899"/>
                    <a:pt x="1320" y="786"/>
                  </a:cubicBezTo>
                  <a:cubicBezTo>
                    <a:pt x="1320" y="562"/>
                    <a:pt x="1292" y="421"/>
                    <a:pt x="1264" y="281"/>
                  </a:cubicBezTo>
                  <a:cubicBezTo>
                    <a:pt x="1236" y="225"/>
                    <a:pt x="1208" y="169"/>
                    <a:pt x="1152" y="84"/>
                  </a:cubicBezTo>
                  <a:cubicBezTo>
                    <a:pt x="1096" y="28"/>
                    <a:pt x="1012" y="0"/>
                    <a:pt x="899"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1339;p25">
              <a:extLst>
                <a:ext uri="{FF2B5EF4-FFF2-40B4-BE49-F238E27FC236}">
                  <a16:creationId xmlns:a16="http://schemas.microsoft.com/office/drawing/2014/main" id="{3FEEDA10-C4E5-F889-C07A-74B1969FAFBB}"/>
                </a:ext>
              </a:extLst>
            </p:cNvPr>
            <p:cNvSpPr/>
            <p:nvPr/>
          </p:nvSpPr>
          <p:spPr>
            <a:xfrm>
              <a:off x="3935625" y="3881125"/>
              <a:ext cx="53525" cy="115525"/>
            </a:xfrm>
            <a:custGeom>
              <a:avLst/>
              <a:gdLst/>
              <a:ahLst/>
              <a:cxnLst/>
              <a:rect l="l" t="t" r="r" b="b"/>
              <a:pathLst>
                <a:path w="2141" h="4621" extrusionOk="0">
                  <a:moveTo>
                    <a:pt x="1781" y="1"/>
                  </a:moveTo>
                  <a:cubicBezTo>
                    <a:pt x="1761" y="1"/>
                    <a:pt x="1738" y="6"/>
                    <a:pt x="1713" y="16"/>
                  </a:cubicBezTo>
                  <a:cubicBezTo>
                    <a:pt x="1236" y="213"/>
                    <a:pt x="1039" y="1167"/>
                    <a:pt x="1039" y="1167"/>
                  </a:cubicBezTo>
                  <a:cubicBezTo>
                    <a:pt x="1039" y="1167"/>
                    <a:pt x="877" y="1079"/>
                    <a:pt x="689" y="1079"/>
                  </a:cubicBezTo>
                  <a:cubicBezTo>
                    <a:pt x="493" y="1079"/>
                    <a:pt x="269" y="1174"/>
                    <a:pt x="169" y="1560"/>
                  </a:cubicBezTo>
                  <a:cubicBezTo>
                    <a:pt x="0" y="2318"/>
                    <a:pt x="169" y="4620"/>
                    <a:pt x="169" y="4620"/>
                  </a:cubicBezTo>
                  <a:cubicBezTo>
                    <a:pt x="169" y="4620"/>
                    <a:pt x="1348" y="3301"/>
                    <a:pt x="1516" y="2431"/>
                  </a:cubicBezTo>
                  <a:cubicBezTo>
                    <a:pt x="1703" y="1606"/>
                    <a:pt x="2141" y="1"/>
                    <a:pt x="17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1340;p25">
              <a:extLst>
                <a:ext uri="{FF2B5EF4-FFF2-40B4-BE49-F238E27FC236}">
                  <a16:creationId xmlns:a16="http://schemas.microsoft.com/office/drawing/2014/main" id="{DB2137B1-7377-EEB3-1560-11B275455D4F}"/>
                </a:ext>
              </a:extLst>
            </p:cNvPr>
            <p:cNvSpPr/>
            <p:nvPr/>
          </p:nvSpPr>
          <p:spPr>
            <a:xfrm>
              <a:off x="3932125" y="3875200"/>
              <a:ext cx="57575" cy="127325"/>
            </a:xfrm>
            <a:custGeom>
              <a:avLst/>
              <a:gdLst/>
              <a:ahLst/>
              <a:cxnLst/>
              <a:rect l="l" t="t" r="r" b="b"/>
              <a:pathLst>
                <a:path w="2303" h="5093" extrusionOk="0">
                  <a:moveTo>
                    <a:pt x="1825" y="550"/>
                  </a:moveTo>
                  <a:cubicBezTo>
                    <a:pt x="1825" y="554"/>
                    <a:pt x="1825" y="558"/>
                    <a:pt x="1825" y="562"/>
                  </a:cubicBezTo>
                  <a:cubicBezTo>
                    <a:pt x="1825" y="787"/>
                    <a:pt x="1769" y="1151"/>
                    <a:pt x="1684" y="1545"/>
                  </a:cubicBezTo>
                  <a:cubicBezTo>
                    <a:pt x="1600" y="1909"/>
                    <a:pt x="1516" y="2303"/>
                    <a:pt x="1432" y="2611"/>
                  </a:cubicBezTo>
                  <a:cubicBezTo>
                    <a:pt x="1348" y="2976"/>
                    <a:pt x="1039" y="3538"/>
                    <a:pt x="730" y="3959"/>
                  </a:cubicBezTo>
                  <a:cubicBezTo>
                    <a:pt x="659" y="4072"/>
                    <a:pt x="581" y="4171"/>
                    <a:pt x="507" y="4260"/>
                  </a:cubicBezTo>
                  <a:lnTo>
                    <a:pt x="507" y="4260"/>
                  </a:lnTo>
                  <a:cubicBezTo>
                    <a:pt x="506" y="4253"/>
                    <a:pt x="506" y="4246"/>
                    <a:pt x="505" y="4240"/>
                  </a:cubicBezTo>
                  <a:cubicBezTo>
                    <a:pt x="505" y="3875"/>
                    <a:pt x="477" y="3369"/>
                    <a:pt x="477" y="2948"/>
                  </a:cubicBezTo>
                  <a:cubicBezTo>
                    <a:pt x="477" y="2499"/>
                    <a:pt x="505" y="2078"/>
                    <a:pt x="562" y="1853"/>
                  </a:cubicBezTo>
                  <a:cubicBezTo>
                    <a:pt x="590" y="1685"/>
                    <a:pt x="646" y="1629"/>
                    <a:pt x="674" y="1601"/>
                  </a:cubicBezTo>
                  <a:cubicBezTo>
                    <a:pt x="730" y="1573"/>
                    <a:pt x="758" y="1545"/>
                    <a:pt x="814" y="1545"/>
                  </a:cubicBezTo>
                  <a:cubicBezTo>
                    <a:pt x="870" y="1545"/>
                    <a:pt x="955" y="1573"/>
                    <a:pt x="1011" y="1573"/>
                  </a:cubicBezTo>
                  <a:lnTo>
                    <a:pt x="1067" y="1601"/>
                  </a:lnTo>
                  <a:lnTo>
                    <a:pt x="1067" y="1629"/>
                  </a:lnTo>
                  <a:cubicBezTo>
                    <a:pt x="1095" y="1643"/>
                    <a:pt x="1130" y="1650"/>
                    <a:pt x="1169" y="1650"/>
                  </a:cubicBezTo>
                  <a:cubicBezTo>
                    <a:pt x="1207" y="1650"/>
                    <a:pt x="1249" y="1643"/>
                    <a:pt x="1291" y="1629"/>
                  </a:cubicBezTo>
                  <a:cubicBezTo>
                    <a:pt x="1348" y="1601"/>
                    <a:pt x="1404" y="1545"/>
                    <a:pt x="1404" y="1460"/>
                  </a:cubicBezTo>
                  <a:lnTo>
                    <a:pt x="1432" y="1432"/>
                  </a:lnTo>
                  <a:cubicBezTo>
                    <a:pt x="1432" y="1348"/>
                    <a:pt x="1488" y="1123"/>
                    <a:pt x="1600" y="899"/>
                  </a:cubicBezTo>
                  <a:cubicBezTo>
                    <a:pt x="1658" y="764"/>
                    <a:pt x="1742" y="630"/>
                    <a:pt x="1825" y="550"/>
                  </a:cubicBezTo>
                  <a:close/>
                  <a:moveTo>
                    <a:pt x="1937" y="0"/>
                  </a:moveTo>
                  <a:cubicBezTo>
                    <a:pt x="1881" y="0"/>
                    <a:pt x="1825" y="28"/>
                    <a:pt x="1769" y="57"/>
                  </a:cubicBezTo>
                  <a:cubicBezTo>
                    <a:pt x="1600" y="113"/>
                    <a:pt x="1460" y="253"/>
                    <a:pt x="1376" y="393"/>
                  </a:cubicBezTo>
                  <a:cubicBezTo>
                    <a:pt x="1195" y="623"/>
                    <a:pt x="1082" y="910"/>
                    <a:pt x="1019" y="1115"/>
                  </a:cubicBezTo>
                  <a:lnTo>
                    <a:pt x="1019" y="1115"/>
                  </a:lnTo>
                  <a:cubicBezTo>
                    <a:pt x="958" y="1103"/>
                    <a:pt x="889" y="1095"/>
                    <a:pt x="814" y="1095"/>
                  </a:cubicBezTo>
                  <a:cubicBezTo>
                    <a:pt x="702" y="1095"/>
                    <a:pt x="533" y="1123"/>
                    <a:pt x="393" y="1236"/>
                  </a:cubicBezTo>
                  <a:cubicBezTo>
                    <a:pt x="253" y="1348"/>
                    <a:pt x="140" y="1516"/>
                    <a:pt x="84" y="1741"/>
                  </a:cubicBezTo>
                  <a:cubicBezTo>
                    <a:pt x="28" y="2050"/>
                    <a:pt x="0" y="2471"/>
                    <a:pt x="0" y="2948"/>
                  </a:cubicBezTo>
                  <a:cubicBezTo>
                    <a:pt x="0" y="3847"/>
                    <a:pt x="84" y="4885"/>
                    <a:pt x="84" y="4885"/>
                  </a:cubicBezTo>
                  <a:cubicBezTo>
                    <a:pt x="84" y="4998"/>
                    <a:pt x="168" y="5054"/>
                    <a:pt x="253" y="5082"/>
                  </a:cubicBezTo>
                  <a:cubicBezTo>
                    <a:pt x="275" y="5089"/>
                    <a:pt x="300" y="5093"/>
                    <a:pt x="325" y="5093"/>
                  </a:cubicBezTo>
                  <a:cubicBezTo>
                    <a:pt x="393" y="5093"/>
                    <a:pt x="464" y="5067"/>
                    <a:pt x="505" y="5026"/>
                  </a:cubicBezTo>
                  <a:cubicBezTo>
                    <a:pt x="505" y="5026"/>
                    <a:pt x="786" y="4689"/>
                    <a:pt x="1123" y="4212"/>
                  </a:cubicBezTo>
                  <a:cubicBezTo>
                    <a:pt x="1432" y="3762"/>
                    <a:pt x="1769" y="3201"/>
                    <a:pt x="1881" y="2724"/>
                  </a:cubicBezTo>
                  <a:cubicBezTo>
                    <a:pt x="1965" y="2415"/>
                    <a:pt x="2049" y="2022"/>
                    <a:pt x="2134" y="1629"/>
                  </a:cubicBezTo>
                  <a:cubicBezTo>
                    <a:pt x="2218" y="1236"/>
                    <a:pt x="2302" y="843"/>
                    <a:pt x="2302" y="562"/>
                  </a:cubicBezTo>
                  <a:cubicBezTo>
                    <a:pt x="2302" y="450"/>
                    <a:pt x="2302" y="337"/>
                    <a:pt x="2246" y="253"/>
                  </a:cubicBezTo>
                  <a:cubicBezTo>
                    <a:pt x="2218" y="197"/>
                    <a:pt x="2190" y="141"/>
                    <a:pt x="2134" y="85"/>
                  </a:cubicBezTo>
                  <a:cubicBezTo>
                    <a:pt x="2078" y="28"/>
                    <a:pt x="1993" y="0"/>
                    <a:pt x="1937"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1341;p25">
              <a:extLst>
                <a:ext uri="{FF2B5EF4-FFF2-40B4-BE49-F238E27FC236}">
                  <a16:creationId xmlns:a16="http://schemas.microsoft.com/office/drawing/2014/main" id="{6B7B1C8F-E2BC-AB17-D086-B703CE8D0ABF}"/>
                </a:ext>
              </a:extLst>
            </p:cNvPr>
            <p:cNvSpPr/>
            <p:nvPr/>
          </p:nvSpPr>
          <p:spPr>
            <a:xfrm>
              <a:off x="3952475" y="3904550"/>
              <a:ext cx="18275" cy="72300"/>
            </a:xfrm>
            <a:custGeom>
              <a:avLst/>
              <a:gdLst/>
              <a:ahLst/>
              <a:cxnLst/>
              <a:rect l="l" t="t" r="r" b="b"/>
              <a:pathLst>
                <a:path w="731" h="2892" extrusionOk="0">
                  <a:moveTo>
                    <a:pt x="363" y="0"/>
                  </a:moveTo>
                  <a:cubicBezTo>
                    <a:pt x="345" y="0"/>
                    <a:pt x="327" y="2"/>
                    <a:pt x="309" y="6"/>
                  </a:cubicBezTo>
                  <a:cubicBezTo>
                    <a:pt x="197" y="34"/>
                    <a:pt x="112" y="174"/>
                    <a:pt x="141" y="286"/>
                  </a:cubicBezTo>
                  <a:lnTo>
                    <a:pt x="141" y="314"/>
                  </a:lnTo>
                  <a:cubicBezTo>
                    <a:pt x="169" y="427"/>
                    <a:pt x="253" y="876"/>
                    <a:pt x="253" y="1409"/>
                  </a:cubicBezTo>
                  <a:cubicBezTo>
                    <a:pt x="253" y="1802"/>
                    <a:pt x="197" y="2252"/>
                    <a:pt x="56" y="2560"/>
                  </a:cubicBezTo>
                  <a:cubicBezTo>
                    <a:pt x="0" y="2701"/>
                    <a:pt x="56" y="2841"/>
                    <a:pt x="197" y="2869"/>
                  </a:cubicBezTo>
                  <a:cubicBezTo>
                    <a:pt x="227" y="2884"/>
                    <a:pt x="259" y="2891"/>
                    <a:pt x="291" y="2891"/>
                  </a:cubicBezTo>
                  <a:cubicBezTo>
                    <a:pt x="378" y="2891"/>
                    <a:pt x="464" y="2839"/>
                    <a:pt x="506" y="2757"/>
                  </a:cubicBezTo>
                  <a:cubicBezTo>
                    <a:pt x="674" y="2336"/>
                    <a:pt x="730" y="1858"/>
                    <a:pt x="730" y="1409"/>
                  </a:cubicBezTo>
                  <a:cubicBezTo>
                    <a:pt x="730" y="764"/>
                    <a:pt x="590" y="202"/>
                    <a:pt x="590" y="174"/>
                  </a:cubicBezTo>
                  <a:cubicBezTo>
                    <a:pt x="565" y="76"/>
                    <a:pt x="477" y="0"/>
                    <a:pt x="363"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1342;p25">
              <a:extLst>
                <a:ext uri="{FF2B5EF4-FFF2-40B4-BE49-F238E27FC236}">
                  <a16:creationId xmlns:a16="http://schemas.microsoft.com/office/drawing/2014/main" id="{AF216DCB-E5FB-59A5-2D89-71F55F83CB93}"/>
                </a:ext>
              </a:extLst>
            </p:cNvPr>
            <p:cNvSpPr/>
            <p:nvPr/>
          </p:nvSpPr>
          <p:spPr>
            <a:xfrm>
              <a:off x="4649425" y="3143050"/>
              <a:ext cx="18275" cy="224025"/>
            </a:xfrm>
            <a:custGeom>
              <a:avLst/>
              <a:gdLst/>
              <a:ahLst/>
              <a:cxnLst/>
              <a:rect l="l" t="t" r="r" b="b"/>
              <a:pathLst>
                <a:path w="731" h="8961" extrusionOk="0">
                  <a:moveTo>
                    <a:pt x="463" y="0"/>
                  </a:moveTo>
                  <a:cubicBezTo>
                    <a:pt x="343" y="0"/>
                    <a:pt x="253" y="103"/>
                    <a:pt x="253" y="229"/>
                  </a:cubicBezTo>
                  <a:lnTo>
                    <a:pt x="0" y="8708"/>
                  </a:lnTo>
                  <a:cubicBezTo>
                    <a:pt x="0" y="8848"/>
                    <a:pt x="113" y="8932"/>
                    <a:pt x="225" y="8960"/>
                  </a:cubicBezTo>
                  <a:cubicBezTo>
                    <a:pt x="365" y="8960"/>
                    <a:pt x="478" y="8848"/>
                    <a:pt x="478" y="8736"/>
                  </a:cubicBezTo>
                  <a:lnTo>
                    <a:pt x="730" y="229"/>
                  </a:lnTo>
                  <a:cubicBezTo>
                    <a:pt x="730" y="117"/>
                    <a:pt x="618" y="4"/>
                    <a:pt x="506" y="4"/>
                  </a:cubicBezTo>
                  <a:cubicBezTo>
                    <a:pt x="491" y="2"/>
                    <a:pt x="477" y="0"/>
                    <a:pt x="463"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1343;p25">
              <a:extLst>
                <a:ext uri="{FF2B5EF4-FFF2-40B4-BE49-F238E27FC236}">
                  <a16:creationId xmlns:a16="http://schemas.microsoft.com/office/drawing/2014/main" id="{1E491CEC-A656-3ED0-4A5A-94C849A18FB7}"/>
                </a:ext>
              </a:extLst>
            </p:cNvPr>
            <p:cNvSpPr/>
            <p:nvPr/>
          </p:nvSpPr>
          <p:spPr>
            <a:xfrm>
              <a:off x="4652225" y="3168275"/>
              <a:ext cx="37925" cy="131550"/>
            </a:xfrm>
            <a:custGeom>
              <a:avLst/>
              <a:gdLst/>
              <a:ahLst/>
              <a:cxnLst/>
              <a:rect l="l" t="t" r="r" b="b"/>
              <a:pathLst>
                <a:path w="1517" h="5262" extrusionOk="0">
                  <a:moveTo>
                    <a:pt x="1276" y="1"/>
                  </a:moveTo>
                  <a:cubicBezTo>
                    <a:pt x="1174" y="1"/>
                    <a:pt x="1064" y="80"/>
                    <a:pt x="1039" y="203"/>
                  </a:cubicBezTo>
                  <a:lnTo>
                    <a:pt x="29" y="4975"/>
                  </a:lnTo>
                  <a:cubicBezTo>
                    <a:pt x="1" y="5116"/>
                    <a:pt x="85" y="5228"/>
                    <a:pt x="197" y="5256"/>
                  </a:cubicBezTo>
                  <a:cubicBezTo>
                    <a:pt x="216" y="5260"/>
                    <a:pt x="234" y="5262"/>
                    <a:pt x="251" y="5262"/>
                  </a:cubicBezTo>
                  <a:cubicBezTo>
                    <a:pt x="366" y="5262"/>
                    <a:pt x="454" y="5185"/>
                    <a:pt x="478" y="5088"/>
                  </a:cubicBezTo>
                  <a:lnTo>
                    <a:pt x="1489" y="287"/>
                  </a:lnTo>
                  <a:cubicBezTo>
                    <a:pt x="1517" y="175"/>
                    <a:pt x="1461" y="34"/>
                    <a:pt x="1320" y="6"/>
                  </a:cubicBezTo>
                  <a:cubicBezTo>
                    <a:pt x="1306" y="2"/>
                    <a:pt x="1291" y="1"/>
                    <a:pt x="1276"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1344;p25">
              <a:extLst>
                <a:ext uri="{FF2B5EF4-FFF2-40B4-BE49-F238E27FC236}">
                  <a16:creationId xmlns:a16="http://schemas.microsoft.com/office/drawing/2014/main" id="{F8FB46DB-93A6-1091-EBD8-E73E930A2245}"/>
                </a:ext>
              </a:extLst>
            </p:cNvPr>
            <p:cNvSpPr/>
            <p:nvPr/>
          </p:nvSpPr>
          <p:spPr>
            <a:xfrm>
              <a:off x="3982650" y="3160575"/>
              <a:ext cx="18275" cy="252825"/>
            </a:xfrm>
            <a:custGeom>
              <a:avLst/>
              <a:gdLst/>
              <a:ahLst/>
              <a:cxnLst/>
              <a:rect l="l" t="t" r="r" b="b"/>
              <a:pathLst>
                <a:path w="731" h="10113" extrusionOk="0">
                  <a:moveTo>
                    <a:pt x="260" y="1"/>
                  </a:moveTo>
                  <a:cubicBezTo>
                    <a:pt x="248" y="1"/>
                    <a:pt x="237" y="2"/>
                    <a:pt x="225" y="5"/>
                  </a:cubicBezTo>
                  <a:cubicBezTo>
                    <a:pt x="85" y="5"/>
                    <a:pt x="0" y="118"/>
                    <a:pt x="0" y="230"/>
                  </a:cubicBezTo>
                  <a:lnTo>
                    <a:pt x="253" y="9860"/>
                  </a:lnTo>
                  <a:cubicBezTo>
                    <a:pt x="253" y="10000"/>
                    <a:pt x="365" y="10112"/>
                    <a:pt x="478" y="10112"/>
                  </a:cubicBezTo>
                  <a:cubicBezTo>
                    <a:pt x="618" y="10084"/>
                    <a:pt x="730" y="10000"/>
                    <a:pt x="730" y="9860"/>
                  </a:cubicBezTo>
                  <a:lnTo>
                    <a:pt x="450" y="230"/>
                  </a:lnTo>
                  <a:cubicBezTo>
                    <a:pt x="450" y="104"/>
                    <a:pt x="360" y="1"/>
                    <a:pt x="260"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1345;p25">
              <a:extLst>
                <a:ext uri="{FF2B5EF4-FFF2-40B4-BE49-F238E27FC236}">
                  <a16:creationId xmlns:a16="http://schemas.microsoft.com/office/drawing/2014/main" id="{EBE486E3-7774-A8BB-0F99-F6AEDB1500C5}"/>
                </a:ext>
              </a:extLst>
            </p:cNvPr>
            <p:cNvSpPr/>
            <p:nvPr/>
          </p:nvSpPr>
          <p:spPr>
            <a:xfrm>
              <a:off x="2591550" y="5031175"/>
              <a:ext cx="1179850" cy="346750"/>
            </a:xfrm>
            <a:custGeom>
              <a:avLst/>
              <a:gdLst/>
              <a:ahLst/>
              <a:cxnLst/>
              <a:rect l="l" t="t" r="r" b="b"/>
              <a:pathLst>
                <a:path w="47194" h="13870" extrusionOk="0">
                  <a:moveTo>
                    <a:pt x="23583" y="1"/>
                  </a:moveTo>
                  <a:cubicBezTo>
                    <a:pt x="10556" y="1"/>
                    <a:pt x="0" y="3117"/>
                    <a:pt x="0" y="6935"/>
                  </a:cubicBezTo>
                  <a:cubicBezTo>
                    <a:pt x="0" y="10753"/>
                    <a:pt x="10556" y="13869"/>
                    <a:pt x="23583" y="13869"/>
                  </a:cubicBezTo>
                  <a:cubicBezTo>
                    <a:pt x="36610" y="13869"/>
                    <a:pt x="47194" y="10753"/>
                    <a:pt x="47194" y="6935"/>
                  </a:cubicBezTo>
                  <a:cubicBezTo>
                    <a:pt x="47194" y="3117"/>
                    <a:pt x="36610" y="1"/>
                    <a:pt x="23583" y="1"/>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1346;p25">
              <a:extLst>
                <a:ext uri="{FF2B5EF4-FFF2-40B4-BE49-F238E27FC236}">
                  <a16:creationId xmlns:a16="http://schemas.microsoft.com/office/drawing/2014/main" id="{E0FC6A6B-026A-D7E8-472E-4515819FDF5F}"/>
                </a:ext>
              </a:extLst>
            </p:cNvPr>
            <p:cNvSpPr/>
            <p:nvPr/>
          </p:nvSpPr>
          <p:spPr>
            <a:xfrm>
              <a:off x="2591550" y="5031175"/>
              <a:ext cx="1179850" cy="346750"/>
            </a:xfrm>
            <a:custGeom>
              <a:avLst/>
              <a:gdLst/>
              <a:ahLst/>
              <a:cxnLst/>
              <a:rect l="l" t="t" r="r" b="b"/>
              <a:pathLst>
                <a:path w="47194" h="13870" extrusionOk="0">
                  <a:moveTo>
                    <a:pt x="23583" y="1"/>
                  </a:moveTo>
                  <a:cubicBezTo>
                    <a:pt x="10556" y="1"/>
                    <a:pt x="0" y="3117"/>
                    <a:pt x="0" y="6935"/>
                  </a:cubicBezTo>
                  <a:cubicBezTo>
                    <a:pt x="0" y="10753"/>
                    <a:pt x="10556" y="13869"/>
                    <a:pt x="23583" y="13869"/>
                  </a:cubicBezTo>
                  <a:cubicBezTo>
                    <a:pt x="36610" y="13869"/>
                    <a:pt x="47194" y="10753"/>
                    <a:pt x="47194" y="6935"/>
                  </a:cubicBezTo>
                  <a:cubicBezTo>
                    <a:pt x="47194" y="3117"/>
                    <a:pt x="36610" y="1"/>
                    <a:pt x="23583" y="1"/>
                  </a:cubicBezTo>
                  <a:close/>
                </a:path>
              </a:pathLst>
            </a:custGeom>
            <a:solidFill>
              <a:srgbClr val="BBE3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1347;p25">
              <a:extLst>
                <a:ext uri="{FF2B5EF4-FFF2-40B4-BE49-F238E27FC236}">
                  <a16:creationId xmlns:a16="http://schemas.microsoft.com/office/drawing/2014/main" id="{37DCCA86-F1B4-CF77-9202-33D7D7344E80}"/>
                </a:ext>
              </a:extLst>
            </p:cNvPr>
            <p:cNvSpPr/>
            <p:nvPr/>
          </p:nvSpPr>
          <p:spPr>
            <a:xfrm>
              <a:off x="3400100" y="2659400"/>
              <a:ext cx="126350" cy="233900"/>
            </a:xfrm>
            <a:custGeom>
              <a:avLst/>
              <a:gdLst/>
              <a:ahLst/>
              <a:cxnLst/>
              <a:rect l="l" t="t" r="r" b="b"/>
              <a:pathLst>
                <a:path w="5054" h="9356" extrusionOk="0">
                  <a:moveTo>
                    <a:pt x="1156" y="1"/>
                  </a:moveTo>
                  <a:cubicBezTo>
                    <a:pt x="1015" y="1"/>
                    <a:pt x="904" y="7"/>
                    <a:pt x="843" y="7"/>
                  </a:cubicBezTo>
                  <a:cubicBezTo>
                    <a:pt x="618" y="7"/>
                    <a:pt x="393" y="147"/>
                    <a:pt x="674" y="540"/>
                  </a:cubicBezTo>
                  <a:cubicBezTo>
                    <a:pt x="983" y="905"/>
                    <a:pt x="1881" y="990"/>
                    <a:pt x="1881" y="1355"/>
                  </a:cubicBezTo>
                  <a:lnTo>
                    <a:pt x="1881" y="3713"/>
                  </a:lnTo>
                  <a:cubicBezTo>
                    <a:pt x="1881" y="3713"/>
                    <a:pt x="1516" y="2646"/>
                    <a:pt x="1292" y="2028"/>
                  </a:cubicBezTo>
                  <a:cubicBezTo>
                    <a:pt x="1135" y="1618"/>
                    <a:pt x="653" y="1384"/>
                    <a:pt x="345" y="1384"/>
                  </a:cubicBezTo>
                  <a:cubicBezTo>
                    <a:pt x="211" y="1384"/>
                    <a:pt x="110" y="1429"/>
                    <a:pt x="85" y="1523"/>
                  </a:cubicBezTo>
                  <a:cubicBezTo>
                    <a:pt x="0" y="1804"/>
                    <a:pt x="534" y="2337"/>
                    <a:pt x="758" y="3179"/>
                  </a:cubicBezTo>
                  <a:cubicBezTo>
                    <a:pt x="983" y="3994"/>
                    <a:pt x="899" y="5594"/>
                    <a:pt x="899" y="5594"/>
                  </a:cubicBezTo>
                  <a:cubicBezTo>
                    <a:pt x="899" y="5594"/>
                    <a:pt x="843" y="6492"/>
                    <a:pt x="1516" y="7250"/>
                  </a:cubicBezTo>
                  <a:cubicBezTo>
                    <a:pt x="2190" y="8008"/>
                    <a:pt x="3482" y="9356"/>
                    <a:pt x="3482" y="9356"/>
                  </a:cubicBezTo>
                  <a:lnTo>
                    <a:pt x="5054" y="8149"/>
                  </a:lnTo>
                  <a:cubicBezTo>
                    <a:pt x="5054" y="8149"/>
                    <a:pt x="4520" y="6801"/>
                    <a:pt x="4689" y="6127"/>
                  </a:cubicBezTo>
                  <a:cubicBezTo>
                    <a:pt x="4829" y="5425"/>
                    <a:pt x="4913" y="4387"/>
                    <a:pt x="4520" y="3544"/>
                  </a:cubicBezTo>
                  <a:cubicBezTo>
                    <a:pt x="4155" y="2730"/>
                    <a:pt x="2948" y="2562"/>
                    <a:pt x="2948" y="2562"/>
                  </a:cubicBezTo>
                  <a:cubicBezTo>
                    <a:pt x="2948" y="2562"/>
                    <a:pt x="3032" y="2281"/>
                    <a:pt x="3032" y="1888"/>
                  </a:cubicBezTo>
                  <a:cubicBezTo>
                    <a:pt x="3032" y="1523"/>
                    <a:pt x="3032" y="821"/>
                    <a:pt x="2499" y="372"/>
                  </a:cubicBezTo>
                  <a:cubicBezTo>
                    <a:pt x="2111" y="45"/>
                    <a:pt x="1530" y="1"/>
                    <a:pt x="11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1348;p25">
              <a:extLst>
                <a:ext uri="{FF2B5EF4-FFF2-40B4-BE49-F238E27FC236}">
                  <a16:creationId xmlns:a16="http://schemas.microsoft.com/office/drawing/2014/main" id="{FE3E89B6-0BD4-0B49-94CF-398A21C98D34}"/>
                </a:ext>
              </a:extLst>
            </p:cNvPr>
            <p:cNvSpPr/>
            <p:nvPr/>
          </p:nvSpPr>
          <p:spPr>
            <a:xfrm>
              <a:off x="3395875" y="2653250"/>
              <a:ext cx="136900" cy="245950"/>
            </a:xfrm>
            <a:custGeom>
              <a:avLst/>
              <a:gdLst/>
              <a:ahLst/>
              <a:cxnLst/>
              <a:rect l="l" t="t" r="r" b="b"/>
              <a:pathLst>
                <a:path w="5476" h="9838" extrusionOk="0">
                  <a:moveTo>
                    <a:pt x="1292" y="478"/>
                  </a:moveTo>
                  <a:cubicBezTo>
                    <a:pt x="1461" y="478"/>
                    <a:pt x="1685" y="478"/>
                    <a:pt x="1910" y="534"/>
                  </a:cubicBezTo>
                  <a:cubicBezTo>
                    <a:pt x="2135" y="590"/>
                    <a:pt x="2359" y="674"/>
                    <a:pt x="2500" y="814"/>
                  </a:cubicBezTo>
                  <a:cubicBezTo>
                    <a:pt x="2724" y="983"/>
                    <a:pt x="2836" y="1236"/>
                    <a:pt x="2893" y="1460"/>
                  </a:cubicBezTo>
                  <a:cubicBezTo>
                    <a:pt x="2949" y="1713"/>
                    <a:pt x="2949" y="1937"/>
                    <a:pt x="2949" y="2134"/>
                  </a:cubicBezTo>
                  <a:cubicBezTo>
                    <a:pt x="2949" y="2302"/>
                    <a:pt x="2949" y="2471"/>
                    <a:pt x="2921" y="2583"/>
                  </a:cubicBezTo>
                  <a:cubicBezTo>
                    <a:pt x="2921" y="2639"/>
                    <a:pt x="2921" y="2695"/>
                    <a:pt x="2893" y="2724"/>
                  </a:cubicBezTo>
                  <a:lnTo>
                    <a:pt x="2893" y="2752"/>
                  </a:lnTo>
                  <a:cubicBezTo>
                    <a:pt x="2865" y="2836"/>
                    <a:pt x="2893" y="2892"/>
                    <a:pt x="2921" y="2948"/>
                  </a:cubicBezTo>
                  <a:cubicBezTo>
                    <a:pt x="2977" y="3004"/>
                    <a:pt x="3033" y="3032"/>
                    <a:pt x="3089" y="3060"/>
                  </a:cubicBezTo>
                  <a:cubicBezTo>
                    <a:pt x="3145" y="3060"/>
                    <a:pt x="3426" y="3117"/>
                    <a:pt x="3735" y="3229"/>
                  </a:cubicBezTo>
                  <a:cubicBezTo>
                    <a:pt x="4044" y="3369"/>
                    <a:pt x="4352" y="3594"/>
                    <a:pt x="4493" y="3903"/>
                  </a:cubicBezTo>
                  <a:cubicBezTo>
                    <a:pt x="4661" y="4296"/>
                    <a:pt x="4746" y="4773"/>
                    <a:pt x="4746" y="5222"/>
                  </a:cubicBezTo>
                  <a:cubicBezTo>
                    <a:pt x="4746" y="5643"/>
                    <a:pt x="4689" y="6008"/>
                    <a:pt x="4633" y="6317"/>
                  </a:cubicBezTo>
                  <a:cubicBezTo>
                    <a:pt x="4605" y="6429"/>
                    <a:pt x="4605" y="6542"/>
                    <a:pt x="4605" y="6654"/>
                  </a:cubicBezTo>
                  <a:cubicBezTo>
                    <a:pt x="4605" y="7047"/>
                    <a:pt x="4689" y="7496"/>
                    <a:pt x="4802" y="7861"/>
                  </a:cubicBezTo>
                  <a:cubicBezTo>
                    <a:pt x="4861" y="8055"/>
                    <a:pt x="4913" y="8217"/>
                    <a:pt x="4952" y="8326"/>
                  </a:cubicBezTo>
                  <a:lnTo>
                    <a:pt x="4952" y="8326"/>
                  </a:lnTo>
                  <a:lnTo>
                    <a:pt x="3676" y="9306"/>
                  </a:lnTo>
                  <a:lnTo>
                    <a:pt x="3676" y="9306"/>
                  </a:lnTo>
                  <a:cubicBezTo>
                    <a:pt x="3541" y="9161"/>
                    <a:pt x="3325" y="8928"/>
                    <a:pt x="3089" y="8675"/>
                  </a:cubicBezTo>
                  <a:cubicBezTo>
                    <a:pt x="2696" y="8254"/>
                    <a:pt x="2191" y="7721"/>
                    <a:pt x="1854" y="7328"/>
                  </a:cubicBezTo>
                  <a:cubicBezTo>
                    <a:pt x="1348" y="6794"/>
                    <a:pt x="1320" y="6121"/>
                    <a:pt x="1320" y="5924"/>
                  </a:cubicBezTo>
                  <a:lnTo>
                    <a:pt x="1320" y="5868"/>
                  </a:lnTo>
                  <a:lnTo>
                    <a:pt x="1320" y="5840"/>
                  </a:lnTo>
                  <a:cubicBezTo>
                    <a:pt x="1320" y="5840"/>
                    <a:pt x="1320" y="5587"/>
                    <a:pt x="1320" y="5222"/>
                  </a:cubicBezTo>
                  <a:cubicBezTo>
                    <a:pt x="1320" y="4689"/>
                    <a:pt x="1292" y="3903"/>
                    <a:pt x="1152" y="3369"/>
                  </a:cubicBezTo>
                  <a:cubicBezTo>
                    <a:pt x="1040" y="2948"/>
                    <a:pt x="843" y="2611"/>
                    <a:pt x="703" y="2330"/>
                  </a:cubicBezTo>
                  <a:cubicBezTo>
                    <a:pt x="647" y="2190"/>
                    <a:pt x="562" y="2078"/>
                    <a:pt x="534" y="1994"/>
                  </a:cubicBezTo>
                  <a:cubicBezTo>
                    <a:pt x="498" y="1939"/>
                    <a:pt x="485" y="1885"/>
                    <a:pt x="481" y="1853"/>
                  </a:cubicBezTo>
                  <a:lnTo>
                    <a:pt x="506" y="1853"/>
                  </a:lnTo>
                  <a:cubicBezTo>
                    <a:pt x="590" y="1853"/>
                    <a:pt x="759" y="1909"/>
                    <a:pt x="899" y="1994"/>
                  </a:cubicBezTo>
                  <a:cubicBezTo>
                    <a:pt x="1068" y="2078"/>
                    <a:pt x="1180" y="2218"/>
                    <a:pt x="1236" y="2359"/>
                  </a:cubicBezTo>
                  <a:cubicBezTo>
                    <a:pt x="1348" y="2667"/>
                    <a:pt x="1489" y="3088"/>
                    <a:pt x="1629" y="3425"/>
                  </a:cubicBezTo>
                  <a:cubicBezTo>
                    <a:pt x="1707" y="3660"/>
                    <a:pt x="1785" y="3853"/>
                    <a:pt x="1826" y="3949"/>
                  </a:cubicBezTo>
                  <a:lnTo>
                    <a:pt x="1826" y="3949"/>
                  </a:lnTo>
                  <a:lnTo>
                    <a:pt x="1826" y="3959"/>
                  </a:lnTo>
                  <a:lnTo>
                    <a:pt x="1830" y="3959"/>
                  </a:lnTo>
                  <a:cubicBezTo>
                    <a:pt x="1845" y="3995"/>
                    <a:pt x="1854" y="4015"/>
                    <a:pt x="1854" y="4015"/>
                  </a:cubicBezTo>
                  <a:cubicBezTo>
                    <a:pt x="1882" y="4127"/>
                    <a:pt x="1994" y="4183"/>
                    <a:pt x="2107" y="4183"/>
                  </a:cubicBezTo>
                  <a:cubicBezTo>
                    <a:pt x="2219" y="4155"/>
                    <a:pt x="2303" y="4071"/>
                    <a:pt x="2303" y="3959"/>
                  </a:cubicBezTo>
                  <a:lnTo>
                    <a:pt x="2303" y="1601"/>
                  </a:lnTo>
                  <a:cubicBezTo>
                    <a:pt x="2303" y="1516"/>
                    <a:pt x="2275" y="1432"/>
                    <a:pt x="2219" y="1348"/>
                  </a:cubicBezTo>
                  <a:cubicBezTo>
                    <a:pt x="2135" y="1236"/>
                    <a:pt x="2022" y="1151"/>
                    <a:pt x="1910" y="1095"/>
                  </a:cubicBezTo>
                  <a:cubicBezTo>
                    <a:pt x="1742" y="1011"/>
                    <a:pt x="1545" y="927"/>
                    <a:pt x="1377" y="871"/>
                  </a:cubicBezTo>
                  <a:cubicBezTo>
                    <a:pt x="1236" y="786"/>
                    <a:pt x="1096" y="702"/>
                    <a:pt x="1040" y="618"/>
                  </a:cubicBezTo>
                  <a:cubicBezTo>
                    <a:pt x="984" y="590"/>
                    <a:pt x="955" y="534"/>
                    <a:pt x="955" y="506"/>
                  </a:cubicBezTo>
                  <a:lnTo>
                    <a:pt x="948" y="499"/>
                  </a:lnTo>
                  <a:lnTo>
                    <a:pt x="948" y="499"/>
                  </a:lnTo>
                  <a:lnTo>
                    <a:pt x="1012" y="478"/>
                  </a:lnTo>
                  <a:close/>
                  <a:moveTo>
                    <a:pt x="1292" y="0"/>
                  </a:moveTo>
                  <a:cubicBezTo>
                    <a:pt x="1152" y="0"/>
                    <a:pt x="1040" y="28"/>
                    <a:pt x="1012" y="28"/>
                  </a:cubicBezTo>
                  <a:cubicBezTo>
                    <a:pt x="899" y="28"/>
                    <a:pt x="787" y="28"/>
                    <a:pt x="675" y="113"/>
                  </a:cubicBezTo>
                  <a:cubicBezTo>
                    <a:pt x="562" y="169"/>
                    <a:pt x="478" y="309"/>
                    <a:pt x="478" y="478"/>
                  </a:cubicBezTo>
                  <a:cubicBezTo>
                    <a:pt x="478" y="618"/>
                    <a:pt x="562" y="758"/>
                    <a:pt x="675" y="927"/>
                  </a:cubicBezTo>
                  <a:cubicBezTo>
                    <a:pt x="787" y="1067"/>
                    <a:pt x="927" y="1151"/>
                    <a:pt x="1068" y="1207"/>
                  </a:cubicBezTo>
                  <a:cubicBezTo>
                    <a:pt x="1264" y="1320"/>
                    <a:pt x="1489" y="1404"/>
                    <a:pt x="1657" y="1488"/>
                  </a:cubicBezTo>
                  <a:cubicBezTo>
                    <a:pt x="1742" y="1516"/>
                    <a:pt x="1798" y="1572"/>
                    <a:pt x="1798" y="1601"/>
                  </a:cubicBezTo>
                  <a:lnTo>
                    <a:pt x="1826" y="1601"/>
                  </a:lnTo>
                  <a:lnTo>
                    <a:pt x="1826" y="2597"/>
                  </a:lnTo>
                  <a:lnTo>
                    <a:pt x="1826" y="2597"/>
                  </a:lnTo>
                  <a:cubicBezTo>
                    <a:pt x="1776" y="2460"/>
                    <a:pt x="1728" y="2331"/>
                    <a:pt x="1685" y="2218"/>
                  </a:cubicBezTo>
                  <a:cubicBezTo>
                    <a:pt x="1573" y="1937"/>
                    <a:pt x="1377" y="1741"/>
                    <a:pt x="1152" y="1601"/>
                  </a:cubicBezTo>
                  <a:cubicBezTo>
                    <a:pt x="927" y="1460"/>
                    <a:pt x="703" y="1404"/>
                    <a:pt x="506" y="1404"/>
                  </a:cubicBezTo>
                  <a:cubicBezTo>
                    <a:pt x="394" y="1404"/>
                    <a:pt x="310" y="1404"/>
                    <a:pt x="226" y="1460"/>
                  </a:cubicBezTo>
                  <a:cubicBezTo>
                    <a:pt x="147" y="1486"/>
                    <a:pt x="68" y="1562"/>
                    <a:pt x="35" y="1687"/>
                  </a:cubicBezTo>
                  <a:lnTo>
                    <a:pt x="35" y="1687"/>
                  </a:lnTo>
                  <a:lnTo>
                    <a:pt x="29" y="1685"/>
                  </a:lnTo>
                  <a:cubicBezTo>
                    <a:pt x="1" y="1741"/>
                    <a:pt x="1" y="1797"/>
                    <a:pt x="1" y="1825"/>
                  </a:cubicBezTo>
                  <a:cubicBezTo>
                    <a:pt x="1" y="1965"/>
                    <a:pt x="57" y="2078"/>
                    <a:pt x="113" y="2190"/>
                  </a:cubicBezTo>
                  <a:cubicBezTo>
                    <a:pt x="282" y="2527"/>
                    <a:pt x="562" y="2948"/>
                    <a:pt x="703" y="3482"/>
                  </a:cubicBezTo>
                  <a:cubicBezTo>
                    <a:pt x="815" y="3931"/>
                    <a:pt x="871" y="4689"/>
                    <a:pt x="871" y="5222"/>
                  </a:cubicBezTo>
                  <a:cubicBezTo>
                    <a:pt x="871" y="5391"/>
                    <a:pt x="843" y="5559"/>
                    <a:pt x="843" y="5643"/>
                  </a:cubicBezTo>
                  <a:cubicBezTo>
                    <a:pt x="843" y="5756"/>
                    <a:pt x="843" y="5812"/>
                    <a:pt x="843" y="5812"/>
                  </a:cubicBezTo>
                  <a:cubicBezTo>
                    <a:pt x="843" y="5812"/>
                    <a:pt x="843" y="5868"/>
                    <a:pt x="843" y="5924"/>
                  </a:cubicBezTo>
                  <a:cubicBezTo>
                    <a:pt x="843" y="6177"/>
                    <a:pt x="899" y="6963"/>
                    <a:pt x="1517" y="7665"/>
                  </a:cubicBezTo>
                  <a:cubicBezTo>
                    <a:pt x="2191" y="8423"/>
                    <a:pt x="3482" y="9770"/>
                    <a:pt x="3482" y="9770"/>
                  </a:cubicBezTo>
                  <a:cubicBezTo>
                    <a:pt x="3529" y="9817"/>
                    <a:pt x="3592" y="9837"/>
                    <a:pt x="3654" y="9837"/>
                  </a:cubicBezTo>
                  <a:cubicBezTo>
                    <a:pt x="3704" y="9837"/>
                    <a:pt x="3753" y="9824"/>
                    <a:pt x="3791" y="9798"/>
                  </a:cubicBezTo>
                  <a:lnTo>
                    <a:pt x="5363" y="8591"/>
                  </a:lnTo>
                  <a:cubicBezTo>
                    <a:pt x="5447" y="8535"/>
                    <a:pt x="5475" y="8423"/>
                    <a:pt x="5447" y="8310"/>
                  </a:cubicBezTo>
                  <a:lnTo>
                    <a:pt x="5419" y="8282"/>
                  </a:lnTo>
                  <a:cubicBezTo>
                    <a:pt x="5391" y="8170"/>
                    <a:pt x="5307" y="7917"/>
                    <a:pt x="5223" y="7609"/>
                  </a:cubicBezTo>
                  <a:cubicBezTo>
                    <a:pt x="5139" y="7272"/>
                    <a:pt x="5054" y="6935"/>
                    <a:pt x="5054" y="6654"/>
                  </a:cubicBezTo>
                  <a:cubicBezTo>
                    <a:pt x="5054" y="6570"/>
                    <a:pt x="5054" y="6486"/>
                    <a:pt x="5082" y="6401"/>
                  </a:cubicBezTo>
                  <a:cubicBezTo>
                    <a:pt x="5167" y="6092"/>
                    <a:pt x="5223" y="5671"/>
                    <a:pt x="5223" y="5222"/>
                  </a:cubicBezTo>
                  <a:cubicBezTo>
                    <a:pt x="5223" y="4717"/>
                    <a:pt x="5139" y="4183"/>
                    <a:pt x="4914" y="3706"/>
                  </a:cubicBezTo>
                  <a:cubicBezTo>
                    <a:pt x="4689" y="3201"/>
                    <a:pt x="4240" y="2920"/>
                    <a:pt x="3847" y="2780"/>
                  </a:cubicBezTo>
                  <a:cubicBezTo>
                    <a:pt x="3674" y="2700"/>
                    <a:pt x="3513" y="2651"/>
                    <a:pt x="3389" y="2623"/>
                  </a:cubicBezTo>
                  <a:lnTo>
                    <a:pt x="3389" y="2623"/>
                  </a:lnTo>
                  <a:cubicBezTo>
                    <a:pt x="3408" y="2496"/>
                    <a:pt x="3426" y="2327"/>
                    <a:pt x="3426" y="2134"/>
                  </a:cubicBezTo>
                  <a:cubicBezTo>
                    <a:pt x="3426" y="1937"/>
                    <a:pt x="3426" y="1657"/>
                    <a:pt x="3342" y="1348"/>
                  </a:cubicBezTo>
                  <a:cubicBezTo>
                    <a:pt x="3286" y="1039"/>
                    <a:pt x="3117" y="702"/>
                    <a:pt x="2808" y="449"/>
                  </a:cubicBezTo>
                  <a:cubicBezTo>
                    <a:pt x="2584" y="253"/>
                    <a:pt x="2275" y="141"/>
                    <a:pt x="2022" y="84"/>
                  </a:cubicBezTo>
                  <a:cubicBezTo>
                    <a:pt x="1742" y="28"/>
                    <a:pt x="1489" y="0"/>
                    <a:pt x="1292"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1349;p25">
              <a:extLst>
                <a:ext uri="{FF2B5EF4-FFF2-40B4-BE49-F238E27FC236}">
                  <a16:creationId xmlns:a16="http://schemas.microsoft.com/office/drawing/2014/main" id="{ABAA346C-73A6-AC50-8595-30D81C912D49}"/>
                </a:ext>
              </a:extLst>
            </p:cNvPr>
            <p:cNvSpPr/>
            <p:nvPr/>
          </p:nvSpPr>
          <p:spPr>
            <a:xfrm>
              <a:off x="3487125" y="2863100"/>
              <a:ext cx="346050" cy="500625"/>
            </a:xfrm>
            <a:custGeom>
              <a:avLst/>
              <a:gdLst/>
              <a:ahLst/>
              <a:cxnLst/>
              <a:rect l="l" t="t" r="r" b="b"/>
              <a:pathLst>
                <a:path w="13842" h="20025" extrusionOk="0">
                  <a:moveTo>
                    <a:pt x="1573" y="1"/>
                  </a:moveTo>
                  <a:lnTo>
                    <a:pt x="1" y="1208"/>
                  </a:lnTo>
                  <a:cubicBezTo>
                    <a:pt x="1" y="1208"/>
                    <a:pt x="8732" y="19007"/>
                    <a:pt x="9546" y="19597"/>
                  </a:cubicBezTo>
                  <a:cubicBezTo>
                    <a:pt x="9893" y="19851"/>
                    <a:pt x="10274" y="20025"/>
                    <a:pt x="10686" y="20025"/>
                  </a:cubicBezTo>
                  <a:cubicBezTo>
                    <a:pt x="11273" y="20025"/>
                    <a:pt x="11925" y="19672"/>
                    <a:pt x="12634" y="18698"/>
                  </a:cubicBezTo>
                  <a:cubicBezTo>
                    <a:pt x="13841" y="17042"/>
                    <a:pt x="13701" y="15975"/>
                    <a:pt x="12859" y="14094"/>
                  </a:cubicBezTo>
                  <a:cubicBezTo>
                    <a:pt x="12045" y="12213"/>
                    <a:pt x="1573" y="1"/>
                    <a:pt x="1573" y="1"/>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1350;p25">
              <a:extLst>
                <a:ext uri="{FF2B5EF4-FFF2-40B4-BE49-F238E27FC236}">
                  <a16:creationId xmlns:a16="http://schemas.microsoft.com/office/drawing/2014/main" id="{DA83945E-084D-9BCB-71EC-83F55BCB06EE}"/>
                </a:ext>
              </a:extLst>
            </p:cNvPr>
            <p:cNvSpPr/>
            <p:nvPr/>
          </p:nvSpPr>
          <p:spPr>
            <a:xfrm>
              <a:off x="3480800" y="2857400"/>
              <a:ext cx="350275" cy="512475"/>
            </a:xfrm>
            <a:custGeom>
              <a:avLst/>
              <a:gdLst/>
              <a:ahLst/>
              <a:cxnLst/>
              <a:rect l="l" t="t" r="r" b="b"/>
              <a:pathLst>
                <a:path w="14011" h="20499" extrusionOk="0">
                  <a:moveTo>
                    <a:pt x="1802" y="551"/>
                  </a:moveTo>
                  <a:cubicBezTo>
                    <a:pt x="1878" y="634"/>
                    <a:pt x="1981" y="752"/>
                    <a:pt x="2107" y="902"/>
                  </a:cubicBezTo>
                  <a:cubicBezTo>
                    <a:pt x="3117" y="2082"/>
                    <a:pt x="5644" y="5086"/>
                    <a:pt x="8002" y="7949"/>
                  </a:cubicBezTo>
                  <a:cubicBezTo>
                    <a:pt x="9181" y="9409"/>
                    <a:pt x="10332" y="10813"/>
                    <a:pt x="11231" y="11992"/>
                  </a:cubicBezTo>
                  <a:cubicBezTo>
                    <a:pt x="11680" y="12553"/>
                    <a:pt x="12045" y="13087"/>
                    <a:pt x="12354" y="13508"/>
                  </a:cubicBezTo>
                  <a:cubicBezTo>
                    <a:pt x="12635" y="13929"/>
                    <a:pt x="12831" y="14238"/>
                    <a:pt x="12915" y="14434"/>
                  </a:cubicBezTo>
                  <a:cubicBezTo>
                    <a:pt x="13308" y="15333"/>
                    <a:pt x="13533" y="16035"/>
                    <a:pt x="13533" y="16680"/>
                  </a:cubicBezTo>
                  <a:cubicBezTo>
                    <a:pt x="13533" y="17326"/>
                    <a:pt x="13308" y="17972"/>
                    <a:pt x="12719" y="18786"/>
                  </a:cubicBezTo>
                  <a:cubicBezTo>
                    <a:pt x="12354" y="19263"/>
                    <a:pt x="12045" y="19572"/>
                    <a:pt x="11736" y="19769"/>
                  </a:cubicBezTo>
                  <a:cubicBezTo>
                    <a:pt x="11455" y="19965"/>
                    <a:pt x="11175" y="20021"/>
                    <a:pt x="10950" y="20021"/>
                  </a:cubicBezTo>
                  <a:cubicBezTo>
                    <a:pt x="10585" y="20021"/>
                    <a:pt x="10248" y="19881"/>
                    <a:pt x="9939" y="19656"/>
                  </a:cubicBezTo>
                  <a:cubicBezTo>
                    <a:pt x="9939" y="19656"/>
                    <a:pt x="9911" y="19628"/>
                    <a:pt x="9883" y="19572"/>
                  </a:cubicBezTo>
                  <a:cubicBezTo>
                    <a:pt x="9715" y="19376"/>
                    <a:pt x="9462" y="18926"/>
                    <a:pt x="9097" y="18337"/>
                  </a:cubicBezTo>
                  <a:cubicBezTo>
                    <a:pt x="7890" y="16175"/>
                    <a:pt x="5728" y="11936"/>
                    <a:pt x="3875" y="8230"/>
                  </a:cubicBezTo>
                  <a:cubicBezTo>
                    <a:pt x="2949" y="6377"/>
                    <a:pt x="2078" y="4636"/>
                    <a:pt x="1461" y="3401"/>
                  </a:cubicBezTo>
                  <a:cubicBezTo>
                    <a:pt x="1152" y="2755"/>
                    <a:pt x="899" y="2250"/>
                    <a:pt x="731" y="1885"/>
                  </a:cubicBezTo>
                  <a:cubicBezTo>
                    <a:pt x="655" y="1732"/>
                    <a:pt x="590" y="1609"/>
                    <a:pt x="542" y="1519"/>
                  </a:cubicBezTo>
                  <a:lnTo>
                    <a:pt x="542" y="1519"/>
                  </a:lnTo>
                  <a:lnTo>
                    <a:pt x="1802" y="551"/>
                  </a:lnTo>
                  <a:close/>
                  <a:moveTo>
                    <a:pt x="1852" y="0"/>
                  </a:moveTo>
                  <a:cubicBezTo>
                    <a:pt x="1796" y="0"/>
                    <a:pt x="1738" y="21"/>
                    <a:pt x="1685" y="60"/>
                  </a:cubicBezTo>
                  <a:lnTo>
                    <a:pt x="113" y="1267"/>
                  </a:lnTo>
                  <a:cubicBezTo>
                    <a:pt x="29" y="1324"/>
                    <a:pt x="1" y="1436"/>
                    <a:pt x="29" y="1548"/>
                  </a:cubicBezTo>
                  <a:cubicBezTo>
                    <a:pt x="29" y="1548"/>
                    <a:pt x="2219" y="5984"/>
                    <a:pt x="4493" y="10532"/>
                  </a:cubicBezTo>
                  <a:cubicBezTo>
                    <a:pt x="5644" y="12778"/>
                    <a:pt x="6823" y="15052"/>
                    <a:pt x="7750" y="16821"/>
                  </a:cubicBezTo>
                  <a:cubicBezTo>
                    <a:pt x="8227" y="17691"/>
                    <a:pt x="8620" y="18449"/>
                    <a:pt x="8957" y="18983"/>
                  </a:cubicBezTo>
                  <a:cubicBezTo>
                    <a:pt x="9125" y="19263"/>
                    <a:pt x="9238" y="19488"/>
                    <a:pt x="9378" y="19656"/>
                  </a:cubicBezTo>
                  <a:cubicBezTo>
                    <a:pt x="9434" y="19741"/>
                    <a:pt x="9462" y="19825"/>
                    <a:pt x="9518" y="19881"/>
                  </a:cubicBezTo>
                  <a:cubicBezTo>
                    <a:pt x="9574" y="19937"/>
                    <a:pt x="9603" y="19993"/>
                    <a:pt x="9659" y="20021"/>
                  </a:cubicBezTo>
                  <a:cubicBezTo>
                    <a:pt x="10024" y="20302"/>
                    <a:pt x="10473" y="20499"/>
                    <a:pt x="10950" y="20499"/>
                  </a:cubicBezTo>
                  <a:cubicBezTo>
                    <a:pt x="11287" y="20499"/>
                    <a:pt x="11652" y="20386"/>
                    <a:pt x="11989" y="20162"/>
                  </a:cubicBezTo>
                  <a:cubicBezTo>
                    <a:pt x="12354" y="19937"/>
                    <a:pt x="12719" y="19572"/>
                    <a:pt x="13084" y="19067"/>
                  </a:cubicBezTo>
                  <a:cubicBezTo>
                    <a:pt x="13730" y="18196"/>
                    <a:pt x="14010" y="17467"/>
                    <a:pt x="14010" y="16680"/>
                  </a:cubicBezTo>
                  <a:cubicBezTo>
                    <a:pt x="14010" y="15922"/>
                    <a:pt x="13758" y="15164"/>
                    <a:pt x="13336" y="14238"/>
                  </a:cubicBezTo>
                  <a:cubicBezTo>
                    <a:pt x="13224" y="13957"/>
                    <a:pt x="12971" y="13564"/>
                    <a:pt x="12578" y="13031"/>
                  </a:cubicBezTo>
                  <a:cubicBezTo>
                    <a:pt x="11315" y="11234"/>
                    <a:pt x="8676" y="8005"/>
                    <a:pt x="6346" y="5198"/>
                  </a:cubicBezTo>
                  <a:cubicBezTo>
                    <a:pt x="4016" y="2418"/>
                    <a:pt x="2022" y="88"/>
                    <a:pt x="2022" y="88"/>
                  </a:cubicBezTo>
                  <a:cubicBezTo>
                    <a:pt x="1977" y="28"/>
                    <a:pt x="1916" y="0"/>
                    <a:pt x="1852"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1351;p25">
              <a:extLst>
                <a:ext uri="{FF2B5EF4-FFF2-40B4-BE49-F238E27FC236}">
                  <a16:creationId xmlns:a16="http://schemas.microsoft.com/office/drawing/2014/main" id="{25169328-6082-7623-D9D7-23C3CA25B8DB}"/>
                </a:ext>
              </a:extLst>
            </p:cNvPr>
            <p:cNvSpPr/>
            <p:nvPr/>
          </p:nvSpPr>
          <p:spPr>
            <a:xfrm>
              <a:off x="3115850" y="2418375"/>
              <a:ext cx="301125" cy="330350"/>
            </a:xfrm>
            <a:custGeom>
              <a:avLst/>
              <a:gdLst/>
              <a:ahLst/>
              <a:cxnLst/>
              <a:rect l="l" t="t" r="r" b="b"/>
              <a:pathLst>
                <a:path w="12045" h="13214" extrusionOk="0">
                  <a:moveTo>
                    <a:pt x="7069" y="1"/>
                  </a:moveTo>
                  <a:cubicBezTo>
                    <a:pt x="6062" y="1"/>
                    <a:pt x="4893" y="75"/>
                    <a:pt x="3818" y="327"/>
                  </a:cubicBezTo>
                  <a:cubicBezTo>
                    <a:pt x="1179" y="945"/>
                    <a:pt x="0" y="3359"/>
                    <a:pt x="786" y="5746"/>
                  </a:cubicBezTo>
                  <a:cubicBezTo>
                    <a:pt x="1572" y="8104"/>
                    <a:pt x="2358" y="9564"/>
                    <a:pt x="2358" y="9564"/>
                  </a:cubicBezTo>
                  <a:lnTo>
                    <a:pt x="2246" y="12877"/>
                  </a:lnTo>
                  <a:lnTo>
                    <a:pt x="4324" y="12877"/>
                  </a:lnTo>
                  <a:cubicBezTo>
                    <a:pt x="5390" y="12877"/>
                    <a:pt x="8086" y="13213"/>
                    <a:pt x="8086" y="13213"/>
                  </a:cubicBezTo>
                  <a:lnTo>
                    <a:pt x="8198" y="11080"/>
                  </a:lnTo>
                  <a:cubicBezTo>
                    <a:pt x="8198" y="11080"/>
                    <a:pt x="9130" y="11257"/>
                    <a:pt x="9869" y="11257"/>
                  </a:cubicBezTo>
                  <a:cubicBezTo>
                    <a:pt x="9961" y="11257"/>
                    <a:pt x="10051" y="11254"/>
                    <a:pt x="10135" y="11248"/>
                  </a:cubicBezTo>
                  <a:cubicBezTo>
                    <a:pt x="10865" y="11192"/>
                    <a:pt x="11258" y="11136"/>
                    <a:pt x="11258" y="10350"/>
                  </a:cubicBezTo>
                  <a:cubicBezTo>
                    <a:pt x="11258" y="9564"/>
                    <a:pt x="11427" y="7149"/>
                    <a:pt x="11427" y="7149"/>
                  </a:cubicBezTo>
                  <a:cubicBezTo>
                    <a:pt x="11427" y="7149"/>
                    <a:pt x="11595" y="6981"/>
                    <a:pt x="11820" y="6532"/>
                  </a:cubicBezTo>
                  <a:cubicBezTo>
                    <a:pt x="12044" y="6082"/>
                    <a:pt x="11651" y="5914"/>
                    <a:pt x="11314" y="5324"/>
                  </a:cubicBezTo>
                  <a:cubicBezTo>
                    <a:pt x="10977" y="4763"/>
                    <a:pt x="10809" y="4201"/>
                    <a:pt x="10809" y="3528"/>
                  </a:cubicBezTo>
                  <a:cubicBezTo>
                    <a:pt x="10809" y="2854"/>
                    <a:pt x="9658" y="159"/>
                    <a:pt x="9658" y="159"/>
                  </a:cubicBezTo>
                  <a:cubicBezTo>
                    <a:pt x="9658" y="159"/>
                    <a:pt x="8534" y="1"/>
                    <a:pt x="70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1352;p25">
              <a:extLst>
                <a:ext uri="{FF2B5EF4-FFF2-40B4-BE49-F238E27FC236}">
                  <a16:creationId xmlns:a16="http://schemas.microsoft.com/office/drawing/2014/main" id="{1B67A082-2863-CBE4-7881-B32E9C3898B0}"/>
                </a:ext>
              </a:extLst>
            </p:cNvPr>
            <p:cNvSpPr/>
            <p:nvPr/>
          </p:nvSpPr>
          <p:spPr>
            <a:xfrm>
              <a:off x="3123550" y="2412500"/>
              <a:ext cx="294825" cy="342125"/>
            </a:xfrm>
            <a:custGeom>
              <a:avLst/>
              <a:gdLst/>
              <a:ahLst/>
              <a:cxnLst/>
              <a:rect l="l" t="t" r="r" b="b"/>
              <a:pathLst>
                <a:path w="11793" h="13685" extrusionOk="0">
                  <a:moveTo>
                    <a:pt x="6767" y="478"/>
                  </a:moveTo>
                  <a:cubicBezTo>
                    <a:pt x="7497" y="478"/>
                    <a:pt x="8143" y="506"/>
                    <a:pt x="8592" y="562"/>
                  </a:cubicBezTo>
                  <a:cubicBezTo>
                    <a:pt x="8816" y="562"/>
                    <a:pt x="9013" y="590"/>
                    <a:pt x="9125" y="590"/>
                  </a:cubicBezTo>
                  <a:cubicBezTo>
                    <a:pt x="9152" y="596"/>
                    <a:pt x="9177" y="600"/>
                    <a:pt x="9198" y="604"/>
                  </a:cubicBezTo>
                  <a:lnTo>
                    <a:pt x="9198" y="604"/>
                  </a:lnTo>
                  <a:cubicBezTo>
                    <a:pt x="9226" y="681"/>
                    <a:pt x="9267" y="791"/>
                    <a:pt x="9322" y="927"/>
                  </a:cubicBezTo>
                  <a:cubicBezTo>
                    <a:pt x="9490" y="1320"/>
                    <a:pt x="9715" y="1910"/>
                    <a:pt x="9911" y="2471"/>
                  </a:cubicBezTo>
                  <a:cubicBezTo>
                    <a:pt x="10024" y="2780"/>
                    <a:pt x="10108" y="3033"/>
                    <a:pt x="10164" y="3257"/>
                  </a:cubicBezTo>
                  <a:cubicBezTo>
                    <a:pt x="10220" y="3510"/>
                    <a:pt x="10248" y="3678"/>
                    <a:pt x="10248" y="3763"/>
                  </a:cubicBezTo>
                  <a:cubicBezTo>
                    <a:pt x="10248" y="4493"/>
                    <a:pt x="10445" y="5110"/>
                    <a:pt x="10782" y="5700"/>
                  </a:cubicBezTo>
                  <a:cubicBezTo>
                    <a:pt x="10950" y="5924"/>
                    <a:pt x="11090" y="6121"/>
                    <a:pt x="11203" y="6233"/>
                  </a:cubicBezTo>
                  <a:cubicBezTo>
                    <a:pt x="11259" y="6317"/>
                    <a:pt x="11287" y="6374"/>
                    <a:pt x="11315" y="6402"/>
                  </a:cubicBezTo>
                  <a:cubicBezTo>
                    <a:pt x="11315" y="6458"/>
                    <a:pt x="11343" y="6486"/>
                    <a:pt x="11343" y="6514"/>
                  </a:cubicBezTo>
                  <a:cubicBezTo>
                    <a:pt x="11343" y="6542"/>
                    <a:pt x="11315" y="6570"/>
                    <a:pt x="11287" y="6654"/>
                  </a:cubicBezTo>
                  <a:cubicBezTo>
                    <a:pt x="11175" y="6879"/>
                    <a:pt x="11090" y="7019"/>
                    <a:pt x="11034" y="7104"/>
                  </a:cubicBezTo>
                  <a:cubicBezTo>
                    <a:pt x="11006" y="7132"/>
                    <a:pt x="10978" y="7160"/>
                    <a:pt x="10950" y="7188"/>
                  </a:cubicBezTo>
                  <a:lnTo>
                    <a:pt x="10950" y="7216"/>
                  </a:lnTo>
                  <a:cubicBezTo>
                    <a:pt x="10894" y="7244"/>
                    <a:pt x="10866" y="7300"/>
                    <a:pt x="10866" y="7356"/>
                  </a:cubicBezTo>
                  <a:cubicBezTo>
                    <a:pt x="10866" y="7356"/>
                    <a:pt x="10697" y="9771"/>
                    <a:pt x="10697" y="10585"/>
                  </a:cubicBezTo>
                  <a:cubicBezTo>
                    <a:pt x="10697" y="10753"/>
                    <a:pt x="10669" y="10894"/>
                    <a:pt x="10641" y="10950"/>
                  </a:cubicBezTo>
                  <a:cubicBezTo>
                    <a:pt x="10613" y="11062"/>
                    <a:pt x="10557" y="11118"/>
                    <a:pt x="10417" y="11146"/>
                  </a:cubicBezTo>
                  <a:cubicBezTo>
                    <a:pt x="10276" y="11202"/>
                    <a:pt x="10080" y="11231"/>
                    <a:pt x="9799" y="11259"/>
                  </a:cubicBezTo>
                  <a:lnTo>
                    <a:pt x="9546" y="11259"/>
                  </a:lnTo>
                  <a:cubicBezTo>
                    <a:pt x="9209" y="11259"/>
                    <a:pt x="8816" y="11202"/>
                    <a:pt x="8479" y="11174"/>
                  </a:cubicBezTo>
                  <a:cubicBezTo>
                    <a:pt x="8339" y="11146"/>
                    <a:pt x="8199" y="11118"/>
                    <a:pt x="8086" y="11118"/>
                  </a:cubicBezTo>
                  <a:cubicBezTo>
                    <a:pt x="8002" y="11090"/>
                    <a:pt x="7946" y="11090"/>
                    <a:pt x="7946" y="11090"/>
                  </a:cubicBezTo>
                  <a:cubicBezTo>
                    <a:pt x="7930" y="11082"/>
                    <a:pt x="7911" y="11079"/>
                    <a:pt x="7891" y="11079"/>
                  </a:cubicBezTo>
                  <a:cubicBezTo>
                    <a:pt x="7843" y="11079"/>
                    <a:pt x="7789" y="11098"/>
                    <a:pt x="7750" y="11118"/>
                  </a:cubicBezTo>
                  <a:cubicBezTo>
                    <a:pt x="7693" y="11174"/>
                    <a:pt x="7665" y="11231"/>
                    <a:pt x="7665" y="11315"/>
                  </a:cubicBezTo>
                  <a:lnTo>
                    <a:pt x="7566" y="13195"/>
                  </a:lnTo>
                  <a:lnTo>
                    <a:pt x="7566" y="13195"/>
                  </a:lnTo>
                  <a:cubicBezTo>
                    <a:pt x="7300" y="13163"/>
                    <a:pt x="6837" y="13109"/>
                    <a:pt x="6318" y="13055"/>
                  </a:cubicBezTo>
                  <a:cubicBezTo>
                    <a:pt x="5504" y="12971"/>
                    <a:pt x="4577" y="12887"/>
                    <a:pt x="4016" y="12887"/>
                  </a:cubicBezTo>
                  <a:lnTo>
                    <a:pt x="2170" y="12887"/>
                  </a:lnTo>
                  <a:lnTo>
                    <a:pt x="2275" y="9799"/>
                  </a:lnTo>
                  <a:lnTo>
                    <a:pt x="2247" y="9686"/>
                  </a:lnTo>
                  <a:cubicBezTo>
                    <a:pt x="2247" y="9686"/>
                    <a:pt x="2247" y="9658"/>
                    <a:pt x="2219" y="9630"/>
                  </a:cubicBezTo>
                  <a:cubicBezTo>
                    <a:pt x="2050" y="9321"/>
                    <a:pt x="1377" y="7946"/>
                    <a:pt x="703" y="5896"/>
                  </a:cubicBezTo>
                  <a:cubicBezTo>
                    <a:pt x="534" y="5419"/>
                    <a:pt x="478" y="4970"/>
                    <a:pt x="478" y="4521"/>
                  </a:cubicBezTo>
                  <a:cubicBezTo>
                    <a:pt x="478" y="3650"/>
                    <a:pt x="731" y="2836"/>
                    <a:pt x="1264" y="2190"/>
                  </a:cubicBezTo>
                  <a:cubicBezTo>
                    <a:pt x="1798" y="1517"/>
                    <a:pt x="2556" y="1039"/>
                    <a:pt x="3566" y="787"/>
                  </a:cubicBezTo>
                  <a:cubicBezTo>
                    <a:pt x="4605" y="534"/>
                    <a:pt x="5784" y="478"/>
                    <a:pt x="6767" y="478"/>
                  </a:cubicBezTo>
                  <a:close/>
                  <a:moveTo>
                    <a:pt x="6767" y="1"/>
                  </a:moveTo>
                  <a:cubicBezTo>
                    <a:pt x="5756" y="1"/>
                    <a:pt x="4549" y="85"/>
                    <a:pt x="3454" y="338"/>
                  </a:cubicBezTo>
                  <a:cubicBezTo>
                    <a:pt x="2359" y="590"/>
                    <a:pt x="1489" y="1152"/>
                    <a:pt x="899" y="1882"/>
                  </a:cubicBezTo>
                  <a:cubicBezTo>
                    <a:pt x="310" y="2640"/>
                    <a:pt x="1" y="3566"/>
                    <a:pt x="1" y="4521"/>
                  </a:cubicBezTo>
                  <a:cubicBezTo>
                    <a:pt x="1" y="5026"/>
                    <a:pt x="85" y="5531"/>
                    <a:pt x="254" y="6037"/>
                  </a:cubicBezTo>
                  <a:cubicBezTo>
                    <a:pt x="961" y="8185"/>
                    <a:pt x="1669" y="9583"/>
                    <a:pt x="1824" y="9861"/>
                  </a:cubicBezTo>
                  <a:lnTo>
                    <a:pt x="1824" y="9861"/>
                  </a:lnTo>
                  <a:lnTo>
                    <a:pt x="1713" y="13112"/>
                  </a:lnTo>
                  <a:cubicBezTo>
                    <a:pt x="1685" y="13168"/>
                    <a:pt x="1713" y="13224"/>
                    <a:pt x="1770" y="13280"/>
                  </a:cubicBezTo>
                  <a:cubicBezTo>
                    <a:pt x="1798" y="13336"/>
                    <a:pt x="1882" y="13336"/>
                    <a:pt x="1938" y="13336"/>
                  </a:cubicBezTo>
                  <a:lnTo>
                    <a:pt x="4016" y="13336"/>
                  </a:lnTo>
                  <a:cubicBezTo>
                    <a:pt x="4521" y="13336"/>
                    <a:pt x="5475" y="13420"/>
                    <a:pt x="6290" y="13505"/>
                  </a:cubicBezTo>
                  <a:cubicBezTo>
                    <a:pt x="7076" y="13589"/>
                    <a:pt x="7750" y="13673"/>
                    <a:pt x="7750" y="13673"/>
                  </a:cubicBezTo>
                  <a:cubicBezTo>
                    <a:pt x="7774" y="13681"/>
                    <a:pt x="7796" y="13685"/>
                    <a:pt x="7817" y="13685"/>
                  </a:cubicBezTo>
                  <a:cubicBezTo>
                    <a:pt x="7867" y="13685"/>
                    <a:pt x="7906" y="13665"/>
                    <a:pt x="7946" y="13645"/>
                  </a:cubicBezTo>
                  <a:cubicBezTo>
                    <a:pt x="7974" y="13589"/>
                    <a:pt x="8030" y="13533"/>
                    <a:pt x="8030" y="13476"/>
                  </a:cubicBezTo>
                  <a:lnTo>
                    <a:pt x="8128" y="11590"/>
                  </a:lnTo>
                  <a:lnTo>
                    <a:pt x="8128" y="11590"/>
                  </a:lnTo>
                  <a:cubicBezTo>
                    <a:pt x="8459" y="11648"/>
                    <a:pt x="9040" y="11736"/>
                    <a:pt x="9546" y="11736"/>
                  </a:cubicBezTo>
                  <a:cubicBezTo>
                    <a:pt x="9659" y="11736"/>
                    <a:pt x="9743" y="11736"/>
                    <a:pt x="9827" y="11708"/>
                  </a:cubicBezTo>
                  <a:cubicBezTo>
                    <a:pt x="10192" y="11680"/>
                    <a:pt x="10501" y="11680"/>
                    <a:pt x="10782" y="11511"/>
                  </a:cubicBezTo>
                  <a:cubicBezTo>
                    <a:pt x="10922" y="11427"/>
                    <a:pt x="11006" y="11287"/>
                    <a:pt x="11090" y="11146"/>
                  </a:cubicBezTo>
                  <a:cubicBezTo>
                    <a:pt x="11147" y="10978"/>
                    <a:pt x="11175" y="10809"/>
                    <a:pt x="11175" y="10585"/>
                  </a:cubicBezTo>
                  <a:cubicBezTo>
                    <a:pt x="11175" y="10192"/>
                    <a:pt x="11203" y="9406"/>
                    <a:pt x="11259" y="8704"/>
                  </a:cubicBezTo>
                  <a:cubicBezTo>
                    <a:pt x="11280" y="8167"/>
                    <a:pt x="11318" y="7679"/>
                    <a:pt x="11335" y="7480"/>
                  </a:cubicBezTo>
                  <a:lnTo>
                    <a:pt x="11335" y="7480"/>
                  </a:lnTo>
                  <a:cubicBezTo>
                    <a:pt x="11407" y="7383"/>
                    <a:pt x="11550" y="7186"/>
                    <a:pt x="11708" y="6851"/>
                  </a:cubicBezTo>
                  <a:cubicBezTo>
                    <a:pt x="11764" y="6739"/>
                    <a:pt x="11792" y="6626"/>
                    <a:pt x="11792" y="6514"/>
                  </a:cubicBezTo>
                  <a:cubicBezTo>
                    <a:pt x="11792" y="6402"/>
                    <a:pt x="11764" y="6289"/>
                    <a:pt x="11736" y="6205"/>
                  </a:cubicBezTo>
                  <a:cubicBezTo>
                    <a:pt x="11596" y="5924"/>
                    <a:pt x="11371" y="5756"/>
                    <a:pt x="11203" y="5447"/>
                  </a:cubicBezTo>
                  <a:cubicBezTo>
                    <a:pt x="10866" y="4914"/>
                    <a:pt x="10725" y="4408"/>
                    <a:pt x="10725" y="3763"/>
                  </a:cubicBezTo>
                  <a:cubicBezTo>
                    <a:pt x="10725" y="3538"/>
                    <a:pt x="10641" y="3257"/>
                    <a:pt x="10529" y="2892"/>
                  </a:cubicBezTo>
                  <a:cubicBezTo>
                    <a:pt x="10220" y="1825"/>
                    <a:pt x="9574" y="309"/>
                    <a:pt x="9574" y="309"/>
                  </a:cubicBezTo>
                  <a:cubicBezTo>
                    <a:pt x="9546" y="225"/>
                    <a:pt x="9490" y="169"/>
                    <a:pt x="9406" y="169"/>
                  </a:cubicBezTo>
                  <a:cubicBezTo>
                    <a:pt x="9378" y="169"/>
                    <a:pt x="8255" y="1"/>
                    <a:pt x="676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1353;p25">
              <a:extLst>
                <a:ext uri="{FF2B5EF4-FFF2-40B4-BE49-F238E27FC236}">
                  <a16:creationId xmlns:a16="http://schemas.microsoft.com/office/drawing/2014/main" id="{9E7EA188-F7BC-E620-7255-D058AB7D3982}"/>
                </a:ext>
              </a:extLst>
            </p:cNvPr>
            <p:cNvSpPr/>
            <p:nvPr/>
          </p:nvSpPr>
          <p:spPr>
            <a:xfrm>
              <a:off x="3035125" y="2305125"/>
              <a:ext cx="402900" cy="383475"/>
            </a:xfrm>
            <a:custGeom>
              <a:avLst/>
              <a:gdLst/>
              <a:ahLst/>
              <a:cxnLst/>
              <a:rect l="l" t="t" r="r" b="b"/>
              <a:pathLst>
                <a:path w="16116" h="15339" extrusionOk="0">
                  <a:moveTo>
                    <a:pt x="10367" y="1"/>
                  </a:moveTo>
                  <a:cubicBezTo>
                    <a:pt x="10158" y="1"/>
                    <a:pt x="9948" y="42"/>
                    <a:pt x="9742" y="141"/>
                  </a:cubicBezTo>
                  <a:cubicBezTo>
                    <a:pt x="8451" y="758"/>
                    <a:pt x="8339" y="1544"/>
                    <a:pt x="8339" y="1544"/>
                  </a:cubicBezTo>
                  <a:cubicBezTo>
                    <a:pt x="8339" y="1544"/>
                    <a:pt x="3622" y="1769"/>
                    <a:pt x="1825" y="3678"/>
                  </a:cubicBezTo>
                  <a:cubicBezTo>
                    <a:pt x="0" y="5587"/>
                    <a:pt x="1545" y="10051"/>
                    <a:pt x="2780" y="11679"/>
                  </a:cubicBezTo>
                  <a:cubicBezTo>
                    <a:pt x="4015" y="13308"/>
                    <a:pt x="4970" y="15048"/>
                    <a:pt x="6093" y="15273"/>
                  </a:cubicBezTo>
                  <a:cubicBezTo>
                    <a:pt x="6311" y="15316"/>
                    <a:pt x="6565" y="15339"/>
                    <a:pt x="6839" y="15339"/>
                  </a:cubicBezTo>
                  <a:cubicBezTo>
                    <a:pt x="7974" y="15339"/>
                    <a:pt x="9446" y="14953"/>
                    <a:pt x="10079" y="14094"/>
                  </a:cubicBezTo>
                  <a:cubicBezTo>
                    <a:pt x="10865" y="13027"/>
                    <a:pt x="10472" y="11399"/>
                    <a:pt x="10472" y="11399"/>
                  </a:cubicBezTo>
                  <a:lnTo>
                    <a:pt x="10978" y="11174"/>
                  </a:lnTo>
                  <a:cubicBezTo>
                    <a:pt x="10978" y="11174"/>
                    <a:pt x="12157" y="10837"/>
                    <a:pt x="11932" y="9798"/>
                  </a:cubicBezTo>
                  <a:cubicBezTo>
                    <a:pt x="11708" y="8788"/>
                    <a:pt x="11315" y="8338"/>
                    <a:pt x="11371" y="8170"/>
                  </a:cubicBezTo>
                  <a:cubicBezTo>
                    <a:pt x="11427" y="8001"/>
                    <a:pt x="12325" y="7665"/>
                    <a:pt x="12325" y="6935"/>
                  </a:cubicBezTo>
                  <a:cubicBezTo>
                    <a:pt x="12325" y="6205"/>
                    <a:pt x="11371" y="5812"/>
                    <a:pt x="11371" y="5812"/>
                  </a:cubicBezTo>
                  <a:cubicBezTo>
                    <a:pt x="11371" y="5812"/>
                    <a:pt x="15554" y="4520"/>
                    <a:pt x="15835" y="3341"/>
                  </a:cubicBezTo>
                  <a:cubicBezTo>
                    <a:pt x="16115" y="2162"/>
                    <a:pt x="15554" y="983"/>
                    <a:pt x="14431" y="983"/>
                  </a:cubicBezTo>
                  <a:cubicBezTo>
                    <a:pt x="13308" y="983"/>
                    <a:pt x="12971" y="1151"/>
                    <a:pt x="12718" y="1151"/>
                  </a:cubicBezTo>
                  <a:cubicBezTo>
                    <a:pt x="12530" y="1151"/>
                    <a:pt x="11468" y="1"/>
                    <a:pt x="10367"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1354;p25">
              <a:extLst>
                <a:ext uri="{FF2B5EF4-FFF2-40B4-BE49-F238E27FC236}">
                  <a16:creationId xmlns:a16="http://schemas.microsoft.com/office/drawing/2014/main" id="{BF3C8E2C-418E-2398-328C-AC9C96B37FFF}"/>
                </a:ext>
              </a:extLst>
            </p:cNvPr>
            <p:cNvSpPr/>
            <p:nvPr/>
          </p:nvSpPr>
          <p:spPr>
            <a:xfrm>
              <a:off x="3054075" y="2298800"/>
              <a:ext cx="384650" cy="395875"/>
            </a:xfrm>
            <a:custGeom>
              <a:avLst/>
              <a:gdLst/>
              <a:ahLst/>
              <a:cxnLst/>
              <a:rect l="l" t="t" r="r" b="b"/>
              <a:pathLst>
                <a:path w="15386" h="15835" extrusionOk="0">
                  <a:moveTo>
                    <a:pt x="9630" y="478"/>
                  </a:moveTo>
                  <a:cubicBezTo>
                    <a:pt x="10079" y="478"/>
                    <a:pt x="10585" y="730"/>
                    <a:pt x="11006" y="1011"/>
                  </a:cubicBezTo>
                  <a:cubicBezTo>
                    <a:pt x="11202" y="1152"/>
                    <a:pt x="11399" y="1292"/>
                    <a:pt x="11539" y="1404"/>
                  </a:cubicBezTo>
                  <a:cubicBezTo>
                    <a:pt x="11623" y="1460"/>
                    <a:pt x="11680" y="1517"/>
                    <a:pt x="11736" y="1545"/>
                  </a:cubicBezTo>
                  <a:lnTo>
                    <a:pt x="11820" y="1601"/>
                  </a:lnTo>
                  <a:cubicBezTo>
                    <a:pt x="11876" y="1601"/>
                    <a:pt x="11904" y="1629"/>
                    <a:pt x="11960" y="1629"/>
                  </a:cubicBezTo>
                  <a:cubicBezTo>
                    <a:pt x="12157" y="1629"/>
                    <a:pt x="12269" y="1573"/>
                    <a:pt x="12522" y="1545"/>
                  </a:cubicBezTo>
                  <a:cubicBezTo>
                    <a:pt x="12746" y="1517"/>
                    <a:pt x="13111" y="1460"/>
                    <a:pt x="13673" y="1460"/>
                  </a:cubicBezTo>
                  <a:cubicBezTo>
                    <a:pt x="14066" y="1460"/>
                    <a:pt x="14347" y="1629"/>
                    <a:pt x="14571" y="1910"/>
                  </a:cubicBezTo>
                  <a:cubicBezTo>
                    <a:pt x="14768" y="2162"/>
                    <a:pt x="14908" y="2555"/>
                    <a:pt x="14908" y="2976"/>
                  </a:cubicBezTo>
                  <a:cubicBezTo>
                    <a:pt x="14908" y="3173"/>
                    <a:pt x="14880" y="3341"/>
                    <a:pt x="14852" y="3538"/>
                  </a:cubicBezTo>
                  <a:cubicBezTo>
                    <a:pt x="14824" y="3622"/>
                    <a:pt x="14740" y="3734"/>
                    <a:pt x="14627" y="3875"/>
                  </a:cubicBezTo>
                  <a:cubicBezTo>
                    <a:pt x="14403" y="4099"/>
                    <a:pt x="14038" y="4352"/>
                    <a:pt x="13617" y="4577"/>
                  </a:cubicBezTo>
                  <a:cubicBezTo>
                    <a:pt x="12971" y="4942"/>
                    <a:pt x="12213" y="5250"/>
                    <a:pt x="11595" y="5475"/>
                  </a:cubicBezTo>
                  <a:cubicBezTo>
                    <a:pt x="11287" y="5587"/>
                    <a:pt x="11034" y="5700"/>
                    <a:pt x="10837" y="5756"/>
                  </a:cubicBezTo>
                  <a:cubicBezTo>
                    <a:pt x="10669" y="5812"/>
                    <a:pt x="10557" y="5840"/>
                    <a:pt x="10557" y="5840"/>
                  </a:cubicBezTo>
                  <a:cubicBezTo>
                    <a:pt x="10472" y="5868"/>
                    <a:pt x="10388" y="5952"/>
                    <a:pt x="10388" y="6065"/>
                  </a:cubicBezTo>
                  <a:cubicBezTo>
                    <a:pt x="10388" y="6149"/>
                    <a:pt x="10444" y="6261"/>
                    <a:pt x="10529" y="6289"/>
                  </a:cubicBezTo>
                  <a:cubicBezTo>
                    <a:pt x="10585" y="6317"/>
                    <a:pt x="10809" y="6402"/>
                    <a:pt x="11006" y="6570"/>
                  </a:cubicBezTo>
                  <a:cubicBezTo>
                    <a:pt x="11090" y="6654"/>
                    <a:pt x="11174" y="6767"/>
                    <a:pt x="11258" y="6851"/>
                  </a:cubicBezTo>
                  <a:cubicBezTo>
                    <a:pt x="11315" y="6963"/>
                    <a:pt x="11343" y="7075"/>
                    <a:pt x="11343" y="7188"/>
                  </a:cubicBezTo>
                  <a:cubicBezTo>
                    <a:pt x="11343" y="7328"/>
                    <a:pt x="11315" y="7440"/>
                    <a:pt x="11230" y="7553"/>
                  </a:cubicBezTo>
                  <a:cubicBezTo>
                    <a:pt x="11146" y="7721"/>
                    <a:pt x="10978" y="7861"/>
                    <a:pt x="10809" y="7974"/>
                  </a:cubicBezTo>
                  <a:cubicBezTo>
                    <a:pt x="10725" y="8030"/>
                    <a:pt x="10669" y="8086"/>
                    <a:pt x="10585" y="8142"/>
                  </a:cubicBezTo>
                  <a:lnTo>
                    <a:pt x="10500" y="8226"/>
                  </a:lnTo>
                  <a:cubicBezTo>
                    <a:pt x="10472" y="8254"/>
                    <a:pt x="10416" y="8283"/>
                    <a:pt x="10388" y="8367"/>
                  </a:cubicBezTo>
                  <a:lnTo>
                    <a:pt x="10403" y="8371"/>
                  </a:lnTo>
                  <a:lnTo>
                    <a:pt x="10403" y="8371"/>
                  </a:lnTo>
                  <a:cubicBezTo>
                    <a:pt x="10388" y="8415"/>
                    <a:pt x="10388" y="8456"/>
                    <a:pt x="10388" y="8479"/>
                  </a:cubicBezTo>
                  <a:cubicBezTo>
                    <a:pt x="10388" y="8591"/>
                    <a:pt x="10416" y="8676"/>
                    <a:pt x="10472" y="8760"/>
                  </a:cubicBezTo>
                  <a:cubicBezTo>
                    <a:pt x="10585" y="9041"/>
                    <a:pt x="10809" y="9434"/>
                    <a:pt x="10950" y="10107"/>
                  </a:cubicBezTo>
                  <a:cubicBezTo>
                    <a:pt x="10978" y="10192"/>
                    <a:pt x="10978" y="10248"/>
                    <a:pt x="10978" y="10304"/>
                  </a:cubicBezTo>
                  <a:cubicBezTo>
                    <a:pt x="10978" y="10472"/>
                    <a:pt x="10922" y="10585"/>
                    <a:pt x="10865" y="10697"/>
                  </a:cubicBezTo>
                  <a:cubicBezTo>
                    <a:pt x="10753" y="10865"/>
                    <a:pt x="10585" y="11006"/>
                    <a:pt x="10416" y="11090"/>
                  </a:cubicBezTo>
                  <a:cubicBezTo>
                    <a:pt x="10360" y="11118"/>
                    <a:pt x="10276" y="11146"/>
                    <a:pt x="10248" y="11174"/>
                  </a:cubicBezTo>
                  <a:lnTo>
                    <a:pt x="10192" y="11174"/>
                  </a:lnTo>
                  <a:lnTo>
                    <a:pt x="10164" y="11202"/>
                  </a:lnTo>
                  <a:lnTo>
                    <a:pt x="10135" y="11202"/>
                  </a:lnTo>
                  <a:lnTo>
                    <a:pt x="9630" y="11427"/>
                  </a:lnTo>
                  <a:cubicBezTo>
                    <a:pt x="9518" y="11483"/>
                    <a:pt x="9462" y="11595"/>
                    <a:pt x="9490" y="11708"/>
                  </a:cubicBezTo>
                  <a:cubicBezTo>
                    <a:pt x="9518" y="11792"/>
                    <a:pt x="9574" y="12129"/>
                    <a:pt x="9574" y="12578"/>
                  </a:cubicBezTo>
                  <a:cubicBezTo>
                    <a:pt x="9602" y="13111"/>
                    <a:pt x="9490" y="13729"/>
                    <a:pt x="9153" y="14206"/>
                  </a:cubicBezTo>
                  <a:cubicBezTo>
                    <a:pt x="8872" y="14571"/>
                    <a:pt x="8367" y="14880"/>
                    <a:pt x="7805" y="15077"/>
                  </a:cubicBezTo>
                  <a:cubicBezTo>
                    <a:pt x="7244" y="15273"/>
                    <a:pt x="6626" y="15357"/>
                    <a:pt x="6093" y="15357"/>
                  </a:cubicBezTo>
                  <a:cubicBezTo>
                    <a:pt x="5812" y="15357"/>
                    <a:pt x="5587" y="15329"/>
                    <a:pt x="5391" y="15301"/>
                  </a:cubicBezTo>
                  <a:cubicBezTo>
                    <a:pt x="4914" y="15217"/>
                    <a:pt x="4408" y="14768"/>
                    <a:pt x="3903" y="14094"/>
                  </a:cubicBezTo>
                  <a:cubicBezTo>
                    <a:pt x="3369" y="13448"/>
                    <a:pt x="2836" y="12606"/>
                    <a:pt x="2190" y="11792"/>
                  </a:cubicBezTo>
                  <a:cubicBezTo>
                    <a:pt x="1797" y="11258"/>
                    <a:pt x="1376" y="10416"/>
                    <a:pt x="1039" y="9462"/>
                  </a:cubicBezTo>
                  <a:cubicBezTo>
                    <a:pt x="702" y="8507"/>
                    <a:pt x="450" y="7440"/>
                    <a:pt x="450" y="6458"/>
                  </a:cubicBezTo>
                  <a:cubicBezTo>
                    <a:pt x="450" y="5503"/>
                    <a:pt x="702" y="4661"/>
                    <a:pt x="1236" y="4099"/>
                  </a:cubicBezTo>
                  <a:cubicBezTo>
                    <a:pt x="2050" y="3201"/>
                    <a:pt x="3650" y="2668"/>
                    <a:pt x="5054" y="2359"/>
                  </a:cubicBezTo>
                  <a:cubicBezTo>
                    <a:pt x="5728" y="2218"/>
                    <a:pt x="6373" y="2134"/>
                    <a:pt x="6851" y="2078"/>
                  </a:cubicBezTo>
                  <a:cubicBezTo>
                    <a:pt x="7075" y="2078"/>
                    <a:pt x="7272" y="2050"/>
                    <a:pt x="7384" y="2050"/>
                  </a:cubicBezTo>
                  <a:cubicBezTo>
                    <a:pt x="7525" y="2022"/>
                    <a:pt x="7581" y="2022"/>
                    <a:pt x="7609" y="2022"/>
                  </a:cubicBezTo>
                  <a:cubicBezTo>
                    <a:pt x="7693" y="2022"/>
                    <a:pt x="7805" y="1938"/>
                    <a:pt x="7805" y="1825"/>
                  </a:cubicBezTo>
                  <a:lnTo>
                    <a:pt x="7833" y="1797"/>
                  </a:lnTo>
                  <a:cubicBezTo>
                    <a:pt x="7861" y="1685"/>
                    <a:pt x="8058" y="1095"/>
                    <a:pt x="9097" y="590"/>
                  </a:cubicBezTo>
                  <a:cubicBezTo>
                    <a:pt x="9265" y="506"/>
                    <a:pt x="9434" y="478"/>
                    <a:pt x="9630" y="478"/>
                  </a:cubicBezTo>
                  <a:close/>
                  <a:moveTo>
                    <a:pt x="9630" y="0"/>
                  </a:moveTo>
                  <a:cubicBezTo>
                    <a:pt x="9377" y="0"/>
                    <a:pt x="9125" y="57"/>
                    <a:pt x="8900" y="169"/>
                  </a:cubicBezTo>
                  <a:cubicBezTo>
                    <a:pt x="7888" y="644"/>
                    <a:pt x="7529" y="1256"/>
                    <a:pt x="7410" y="1569"/>
                  </a:cubicBezTo>
                  <a:lnTo>
                    <a:pt x="7410" y="1569"/>
                  </a:lnTo>
                  <a:cubicBezTo>
                    <a:pt x="7031" y="1607"/>
                    <a:pt x="6064" y="1689"/>
                    <a:pt x="4942" y="1910"/>
                  </a:cubicBezTo>
                  <a:cubicBezTo>
                    <a:pt x="3510" y="2218"/>
                    <a:pt x="1853" y="2752"/>
                    <a:pt x="899" y="3763"/>
                  </a:cubicBezTo>
                  <a:cubicBezTo>
                    <a:pt x="225" y="4464"/>
                    <a:pt x="1" y="5447"/>
                    <a:pt x="1" y="6458"/>
                  </a:cubicBezTo>
                  <a:cubicBezTo>
                    <a:pt x="1" y="7496"/>
                    <a:pt x="253" y="8619"/>
                    <a:pt x="590" y="9602"/>
                  </a:cubicBezTo>
                  <a:cubicBezTo>
                    <a:pt x="927" y="10613"/>
                    <a:pt x="1376" y="11483"/>
                    <a:pt x="1825" y="12073"/>
                  </a:cubicBezTo>
                  <a:cubicBezTo>
                    <a:pt x="2443" y="12859"/>
                    <a:pt x="2976" y="13701"/>
                    <a:pt x="3538" y="14403"/>
                  </a:cubicBezTo>
                  <a:cubicBezTo>
                    <a:pt x="4071" y="15077"/>
                    <a:pt x="4633" y="15610"/>
                    <a:pt x="5279" y="15750"/>
                  </a:cubicBezTo>
                  <a:cubicBezTo>
                    <a:pt x="5531" y="15807"/>
                    <a:pt x="5784" y="15835"/>
                    <a:pt x="6093" y="15835"/>
                  </a:cubicBezTo>
                  <a:cubicBezTo>
                    <a:pt x="6682" y="15835"/>
                    <a:pt x="7356" y="15722"/>
                    <a:pt x="7974" y="15498"/>
                  </a:cubicBezTo>
                  <a:cubicBezTo>
                    <a:pt x="8591" y="15301"/>
                    <a:pt x="9153" y="14964"/>
                    <a:pt x="9518" y="14487"/>
                  </a:cubicBezTo>
                  <a:cubicBezTo>
                    <a:pt x="9967" y="13869"/>
                    <a:pt x="10051" y="13168"/>
                    <a:pt x="10051" y="12578"/>
                  </a:cubicBezTo>
                  <a:cubicBezTo>
                    <a:pt x="10051" y="12242"/>
                    <a:pt x="10011" y="11956"/>
                    <a:pt x="9979" y="11780"/>
                  </a:cubicBezTo>
                  <a:lnTo>
                    <a:pt x="9979" y="11780"/>
                  </a:lnTo>
                  <a:lnTo>
                    <a:pt x="10299" y="11638"/>
                  </a:lnTo>
                  <a:lnTo>
                    <a:pt x="10299" y="11638"/>
                  </a:lnTo>
                  <a:lnTo>
                    <a:pt x="10304" y="11652"/>
                  </a:lnTo>
                  <a:cubicBezTo>
                    <a:pt x="10304" y="11623"/>
                    <a:pt x="10585" y="11567"/>
                    <a:pt x="10865" y="11371"/>
                  </a:cubicBezTo>
                  <a:cubicBezTo>
                    <a:pt x="11006" y="11258"/>
                    <a:pt x="11146" y="11146"/>
                    <a:pt x="11258" y="10950"/>
                  </a:cubicBezTo>
                  <a:cubicBezTo>
                    <a:pt x="11371" y="10781"/>
                    <a:pt x="11455" y="10557"/>
                    <a:pt x="11455" y="10304"/>
                  </a:cubicBezTo>
                  <a:cubicBezTo>
                    <a:pt x="11455" y="10220"/>
                    <a:pt x="11427" y="10107"/>
                    <a:pt x="11427" y="10023"/>
                  </a:cubicBezTo>
                  <a:cubicBezTo>
                    <a:pt x="11315" y="9518"/>
                    <a:pt x="11146" y="9153"/>
                    <a:pt x="11034" y="8900"/>
                  </a:cubicBezTo>
                  <a:cubicBezTo>
                    <a:pt x="10978" y="8760"/>
                    <a:pt x="10922" y="8648"/>
                    <a:pt x="10894" y="8563"/>
                  </a:cubicBezTo>
                  <a:lnTo>
                    <a:pt x="10875" y="8508"/>
                  </a:lnTo>
                  <a:lnTo>
                    <a:pt x="10875" y="8508"/>
                  </a:lnTo>
                  <a:cubicBezTo>
                    <a:pt x="10908" y="8484"/>
                    <a:pt x="10957" y="8444"/>
                    <a:pt x="11006" y="8395"/>
                  </a:cubicBezTo>
                  <a:cubicBezTo>
                    <a:pt x="11146" y="8311"/>
                    <a:pt x="11343" y="8170"/>
                    <a:pt x="11511" y="7974"/>
                  </a:cubicBezTo>
                  <a:cubicBezTo>
                    <a:pt x="11680" y="7777"/>
                    <a:pt x="11820" y="7525"/>
                    <a:pt x="11820" y="7188"/>
                  </a:cubicBezTo>
                  <a:cubicBezTo>
                    <a:pt x="11820" y="6963"/>
                    <a:pt x="11736" y="6738"/>
                    <a:pt x="11623" y="6570"/>
                  </a:cubicBezTo>
                  <a:cubicBezTo>
                    <a:pt x="11493" y="6375"/>
                    <a:pt x="11329" y="6230"/>
                    <a:pt x="11184" y="6122"/>
                  </a:cubicBezTo>
                  <a:lnTo>
                    <a:pt x="11184" y="6122"/>
                  </a:lnTo>
                  <a:cubicBezTo>
                    <a:pt x="11590" y="5978"/>
                    <a:pt x="12201" y="5750"/>
                    <a:pt x="12831" y="5475"/>
                  </a:cubicBezTo>
                  <a:cubicBezTo>
                    <a:pt x="13392" y="5250"/>
                    <a:pt x="13926" y="4970"/>
                    <a:pt x="14375" y="4661"/>
                  </a:cubicBezTo>
                  <a:cubicBezTo>
                    <a:pt x="14599" y="4521"/>
                    <a:pt x="14796" y="4352"/>
                    <a:pt x="14964" y="4212"/>
                  </a:cubicBezTo>
                  <a:cubicBezTo>
                    <a:pt x="15133" y="4043"/>
                    <a:pt x="15245" y="3847"/>
                    <a:pt x="15301" y="3650"/>
                  </a:cubicBezTo>
                  <a:cubicBezTo>
                    <a:pt x="15357" y="3426"/>
                    <a:pt x="15385" y="3201"/>
                    <a:pt x="15385" y="2976"/>
                  </a:cubicBezTo>
                  <a:cubicBezTo>
                    <a:pt x="15385" y="2471"/>
                    <a:pt x="15217" y="1994"/>
                    <a:pt x="14936" y="1601"/>
                  </a:cubicBezTo>
                  <a:cubicBezTo>
                    <a:pt x="14656" y="1236"/>
                    <a:pt x="14206" y="983"/>
                    <a:pt x="13673" y="983"/>
                  </a:cubicBezTo>
                  <a:cubicBezTo>
                    <a:pt x="13083" y="983"/>
                    <a:pt x="12718" y="1039"/>
                    <a:pt x="12438" y="1095"/>
                  </a:cubicBezTo>
                  <a:cubicBezTo>
                    <a:pt x="12233" y="1118"/>
                    <a:pt x="12084" y="1159"/>
                    <a:pt x="12005" y="1159"/>
                  </a:cubicBezTo>
                  <a:cubicBezTo>
                    <a:pt x="12000" y="1159"/>
                    <a:pt x="11995" y="1159"/>
                    <a:pt x="11990" y="1159"/>
                  </a:cubicBezTo>
                  <a:lnTo>
                    <a:pt x="11990" y="1159"/>
                  </a:lnTo>
                  <a:cubicBezTo>
                    <a:pt x="11943" y="1121"/>
                    <a:pt x="11840" y="1038"/>
                    <a:pt x="11736" y="955"/>
                  </a:cubicBezTo>
                  <a:cubicBezTo>
                    <a:pt x="11511" y="787"/>
                    <a:pt x="11202" y="562"/>
                    <a:pt x="10837" y="365"/>
                  </a:cubicBezTo>
                  <a:cubicBezTo>
                    <a:pt x="10472" y="169"/>
                    <a:pt x="10051" y="0"/>
                    <a:pt x="9630"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1355;p25">
              <a:extLst>
                <a:ext uri="{FF2B5EF4-FFF2-40B4-BE49-F238E27FC236}">
                  <a16:creationId xmlns:a16="http://schemas.microsoft.com/office/drawing/2014/main" id="{2D1B1213-0598-FF43-FA8E-6DEDD30AD183}"/>
                </a:ext>
              </a:extLst>
            </p:cNvPr>
            <p:cNvSpPr/>
            <p:nvPr/>
          </p:nvSpPr>
          <p:spPr>
            <a:xfrm>
              <a:off x="3253400" y="2545500"/>
              <a:ext cx="71625" cy="89550"/>
            </a:xfrm>
            <a:custGeom>
              <a:avLst/>
              <a:gdLst/>
              <a:ahLst/>
              <a:cxnLst/>
              <a:rect l="l" t="t" r="r" b="b"/>
              <a:pathLst>
                <a:path w="2865" h="3582" extrusionOk="0">
                  <a:moveTo>
                    <a:pt x="1093" y="1"/>
                  </a:moveTo>
                  <a:cubicBezTo>
                    <a:pt x="1007" y="1"/>
                    <a:pt x="924" y="23"/>
                    <a:pt x="843" y="71"/>
                  </a:cubicBezTo>
                  <a:cubicBezTo>
                    <a:pt x="1" y="604"/>
                    <a:pt x="618" y="2513"/>
                    <a:pt x="1180" y="3131"/>
                  </a:cubicBezTo>
                  <a:cubicBezTo>
                    <a:pt x="1479" y="3460"/>
                    <a:pt x="1809" y="3582"/>
                    <a:pt x="2095" y="3582"/>
                  </a:cubicBezTo>
                  <a:cubicBezTo>
                    <a:pt x="2347" y="3582"/>
                    <a:pt x="2564" y="3487"/>
                    <a:pt x="2696" y="3356"/>
                  </a:cubicBezTo>
                  <a:lnTo>
                    <a:pt x="2864" y="1952"/>
                  </a:lnTo>
                  <a:cubicBezTo>
                    <a:pt x="2864" y="1952"/>
                    <a:pt x="1900" y="1"/>
                    <a:pt x="109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1356;p25">
              <a:extLst>
                <a:ext uri="{FF2B5EF4-FFF2-40B4-BE49-F238E27FC236}">
                  <a16:creationId xmlns:a16="http://schemas.microsoft.com/office/drawing/2014/main" id="{D67170D7-A42B-F3A1-E6CC-884F2CF271B8}"/>
                </a:ext>
              </a:extLst>
            </p:cNvPr>
            <p:cNvSpPr/>
            <p:nvPr/>
          </p:nvSpPr>
          <p:spPr>
            <a:xfrm>
              <a:off x="3258325" y="2540250"/>
              <a:ext cx="73725" cy="100375"/>
            </a:xfrm>
            <a:custGeom>
              <a:avLst/>
              <a:gdLst/>
              <a:ahLst/>
              <a:cxnLst/>
              <a:rect l="l" t="t" r="r" b="b"/>
              <a:pathLst>
                <a:path w="2949" h="4015" extrusionOk="0">
                  <a:moveTo>
                    <a:pt x="899" y="0"/>
                  </a:moveTo>
                  <a:cubicBezTo>
                    <a:pt x="786" y="0"/>
                    <a:pt x="646" y="28"/>
                    <a:pt x="534" y="84"/>
                  </a:cubicBezTo>
                  <a:cubicBezTo>
                    <a:pt x="337" y="225"/>
                    <a:pt x="197" y="393"/>
                    <a:pt x="113" y="590"/>
                  </a:cubicBezTo>
                  <a:cubicBezTo>
                    <a:pt x="28" y="786"/>
                    <a:pt x="0" y="1011"/>
                    <a:pt x="0" y="1236"/>
                  </a:cubicBezTo>
                  <a:cubicBezTo>
                    <a:pt x="0" y="1657"/>
                    <a:pt x="113" y="2106"/>
                    <a:pt x="253" y="2499"/>
                  </a:cubicBezTo>
                  <a:cubicBezTo>
                    <a:pt x="421" y="2892"/>
                    <a:pt x="590" y="3257"/>
                    <a:pt x="814" y="3481"/>
                  </a:cubicBezTo>
                  <a:cubicBezTo>
                    <a:pt x="1151" y="3875"/>
                    <a:pt x="1544" y="4015"/>
                    <a:pt x="1909" y="4015"/>
                  </a:cubicBezTo>
                  <a:cubicBezTo>
                    <a:pt x="2218" y="4015"/>
                    <a:pt x="2499" y="3903"/>
                    <a:pt x="2667" y="3734"/>
                  </a:cubicBezTo>
                  <a:cubicBezTo>
                    <a:pt x="2752" y="3622"/>
                    <a:pt x="2780" y="3481"/>
                    <a:pt x="2667" y="3397"/>
                  </a:cubicBezTo>
                  <a:cubicBezTo>
                    <a:pt x="2625" y="3355"/>
                    <a:pt x="2569" y="3334"/>
                    <a:pt x="2513" y="3334"/>
                  </a:cubicBezTo>
                  <a:cubicBezTo>
                    <a:pt x="2457" y="3334"/>
                    <a:pt x="2401" y="3355"/>
                    <a:pt x="2359" y="3397"/>
                  </a:cubicBezTo>
                  <a:cubicBezTo>
                    <a:pt x="2286" y="3470"/>
                    <a:pt x="2149" y="3543"/>
                    <a:pt x="1987" y="3543"/>
                  </a:cubicBezTo>
                  <a:cubicBezTo>
                    <a:pt x="1961" y="3543"/>
                    <a:pt x="1936" y="3541"/>
                    <a:pt x="1909" y="3538"/>
                  </a:cubicBezTo>
                  <a:cubicBezTo>
                    <a:pt x="1685" y="3538"/>
                    <a:pt x="1432" y="3453"/>
                    <a:pt x="1151" y="3173"/>
                  </a:cubicBezTo>
                  <a:cubicBezTo>
                    <a:pt x="1011" y="3004"/>
                    <a:pt x="843" y="2695"/>
                    <a:pt x="702" y="2330"/>
                  </a:cubicBezTo>
                  <a:cubicBezTo>
                    <a:pt x="562" y="1965"/>
                    <a:pt x="478" y="1572"/>
                    <a:pt x="478" y="1236"/>
                  </a:cubicBezTo>
                  <a:cubicBezTo>
                    <a:pt x="478" y="1067"/>
                    <a:pt x="506" y="899"/>
                    <a:pt x="562" y="758"/>
                  </a:cubicBezTo>
                  <a:cubicBezTo>
                    <a:pt x="590" y="646"/>
                    <a:pt x="674" y="562"/>
                    <a:pt x="786" y="506"/>
                  </a:cubicBezTo>
                  <a:cubicBezTo>
                    <a:pt x="814" y="477"/>
                    <a:pt x="871" y="449"/>
                    <a:pt x="899" y="449"/>
                  </a:cubicBezTo>
                  <a:cubicBezTo>
                    <a:pt x="1011" y="449"/>
                    <a:pt x="1179" y="534"/>
                    <a:pt x="1376" y="702"/>
                  </a:cubicBezTo>
                  <a:cubicBezTo>
                    <a:pt x="1657" y="955"/>
                    <a:pt x="1937" y="1348"/>
                    <a:pt x="2134" y="1657"/>
                  </a:cubicBezTo>
                  <a:cubicBezTo>
                    <a:pt x="2246" y="1825"/>
                    <a:pt x="2330" y="1965"/>
                    <a:pt x="2387" y="2078"/>
                  </a:cubicBezTo>
                  <a:cubicBezTo>
                    <a:pt x="2415" y="2134"/>
                    <a:pt x="2443" y="2190"/>
                    <a:pt x="2443" y="2218"/>
                  </a:cubicBezTo>
                  <a:lnTo>
                    <a:pt x="2471" y="2246"/>
                  </a:lnTo>
                  <a:cubicBezTo>
                    <a:pt x="2512" y="2328"/>
                    <a:pt x="2598" y="2381"/>
                    <a:pt x="2686" y="2381"/>
                  </a:cubicBezTo>
                  <a:cubicBezTo>
                    <a:pt x="2717" y="2381"/>
                    <a:pt x="2750" y="2374"/>
                    <a:pt x="2780" y="2358"/>
                  </a:cubicBezTo>
                  <a:cubicBezTo>
                    <a:pt x="2892" y="2302"/>
                    <a:pt x="2948" y="2162"/>
                    <a:pt x="2892" y="2050"/>
                  </a:cubicBezTo>
                  <a:cubicBezTo>
                    <a:pt x="2892" y="2050"/>
                    <a:pt x="2639" y="1544"/>
                    <a:pt x="2274" y="1039"/>
                  </a:cubicBezTo>
                  <a:cubicBezTo>
                    <a:pt x="2106" y="814"/>
                    <a:pt x="1909" y="562"/>
                    <a:pt x="1685" y="337"/>
                  </a:cubicBezTo>
                  <a:cubicBezTo>
                    <a:pt x="1460" y="141"/>
                    <a:pt x="1207" y="0"/>
                    <a:pt x="899"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1357;p25">
              <a:extLst>
                <a:ext uri="{FF2B5EF4-FFF2-40B4-BE49-F238E27FC236}">
                  <a16:creationId xmlns:a16="http://schemas.microsoft.com/office/drawing/2014/main" id="{333A9D11-C994-A36B-A5A6-5CA10C3892F7}"/>
                </a:ext>
              </a:extLst>
            </p:cNvPr>
            <p:cNvSpPr/>
            <p:nvPr/>
          </p:nvSpPr>
          <p:spPr>
            <a:xfrm>
              <a:off x="3096175" y="2715150"/>
              <a:ext cx="256925" cy="96750"/>
            </a:xfrm>
            <a:custGeom>
              <a:avLst/>
              <a:gdLst/>
              <a:ahLst/>
              <a:cxnLst/>
              <a:rect l="l" t="t" r="r" b="b"/>
              <a:pathLst>
                <a:path w="10277" h="3870" extrusionOk="0">
                  <a:moveTo>
                    <a:pt x="5011" y="0"/>
                  </a:moveTo>
                  <a:cubicBezTo>
                    <a:pt x="3592" y="0"/>
                    <a:pt x="2176" y="434"/>
                    <a:pt x="1517" y="1006"/>
                  </a:cubicBezTo>
                  <a:cubicBezTo>
                    <a:pt x="675" y="1735"/>
                    <a:pt x="113" y="3195"/>
                    <a:pt x="113" y="3195"/>
                  </a:cubicBezTo>
                  <a:lnTo>
                    <a:pt x="1" y="3869"/>
                  </a:lnTo>
                  <a:cubicBezTo>
                    <a:pt x="1" y="3869"/>
                    <a:pt x="2247" y="3027"/>
                    <a:pt x="5447" y="3027"/>
                  </a:cubicBezTo>
                  <a:cubicBezTo>
                    <a:pt x="8648" y="3027"/>
                    <a:pt x="10276" y="3813"/>
                    <a:pt x="10276" y="3813"/>
                  </a:cubicBezTo>
                  <a:cubicBezTo>
                    <a:pt x="10276" y="3813"/>
                    <a:pt x="9996" y="2522"/>
                    <a:pt x="9659" y="1735"/>
                  </a:cubicBezTo>
                  <a:cubicBezTo>
                    <a:pt x="9322" y="949"/>
                    <a:pt x="7918" y="444"/>
                    <a:pt x="6177" y="107"/>
                  </a:cubicBezTo>
                  <a:cubicBezTo>
                    <a:pt x="5799" y="34"/>
                    <a:pt x="5405" y="0"/>
                    <a:pt x="5011" y="0"/>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1358;p25">
              <a:extLst>
                <a:ext uri="{FF2B5EF4-FFF2-40B4-BE49-F238E27FC236}">
                  <a16:creationId xmlns:a16="http://schemas.microsoft.com/office/drawing/2014/main" id="{682E12EF-1DC7-8C07-913A-B641C1AEC3DD}"/>
                </a:ext>
              </a:extLst>
            </p:cNvPr>
            <p:cNvSpPr/>
            <p:nvPr/>
          </p:nvSpPr>
          <p:spPr>
            <a:xfrm>
              <a:off x="3089875" y="2709400"/>
              <a:ext cx="269550" cy="108575"/>
            </a:xfrm>
            <a:custGeom>
              <a:avLst/>
              <a:gdLst/>
              <a:ahLst/>
              <a:cxnLst/>
              <a:rect l="l" t="t" r="r" b="b"/>
              <a:pathLst>
                <a:path w="10782" h="4343" extrusionOk="0">
                  <a:moveTo>
                    <a:pt x="5250" y="478"/>
                  </a:moveTo>
                  <a:cubicBezTo>
                    <a:pt x="5643" y="478"/>
                    <a:pt x="6036" y="506"/>
                    <a:pt x="6401" y="562"/>
                  </a:cubicBezTo>
                  <a:cubicBezTo>
                    <a:pt x="7244" y="730"/>
                    <a:pt x="8030" y="955"/>
                    <a:pt x="8619" y="1207"/>
                  </a:cubicBezTo>
                  <a:cubicBezTo>
                    <a:pt x="9209" y="1460"/>
                    <a:pt x="9574" y="1769"/>
                    <a:pt x="9714" y="2050"/>
                  </a:cubicBezTo>
                  <a:cubicBezTo>
                    <a:pt x="9855" y="2443"/>
                    <a:pt x="10023" y="2948"/>
                    <a:pt x="10135" y="3369"/>
                  </a:cubicBezTo>
                  <a:cubicBezTo>
                    <a:pt x="10165" y="3473"/>
                    <a:pt x="10195" y="3578"/>
                    <a:pt x="10220" y="3673"/>
                  </a:cubicBezTo>
                  <a:lnTo>
                    <a:pt x="10220" y="3673"/>
                  </a:lnTo>
                  <a:cubicBezTo>
                    <a:pt x="9538" y="3434"/>
                    <a:pt x="8028" y="3032"/>
                    <a:pt x="5699" y="3032"/>
                  </a:cubicBezTo>
                  <a:cubicBezTo>
                    <a:pt x="3223" y="3032"/>
                    <a:pt x="1315" y="3519"/>
                    <a:pt x="543" y="3765"/>
                  </a:cubicBezTo>
                  <a:lnTo>
                    <a:pt x="543" y="3765"/>
                  </a:lnTo>
                  <a:lnTo>
                    <a:pt x="590" y="3481"/>
                  </a:lnTo>
                  <a:lnTo>
                    <a:pt x="577" y="3478"/>
                  </a:lnTo>
                  <a:lnTo>
                    <a:pt x="577" y="3478"/>
                  </a:lnTo>
                  <a:lnTo>
                    <a:pt x="590" y="3453"/>
                  </a:lnTo>
                  <a:cubicBezTo>
                    <a:pt x="702" y="3173"/>
                    <a:pt x="1236" y="1994"/>
                    <a:pt x="1909" y="1404"/>
                  </a:cubicBezTo>
                  <a:cubicBezTo>
                    <a:pt x="2218" y="1151"/>
                    <a:pt x="2695" y="927"/>
                    <a:pt x="3285" y="758"/>
                  </a:cubicBezTo>
                  <a:cubicBezTo>
                    <a:pt x="3875" y="562"/>
                    <a:pt x="4576" y="478"/>
                    <a:pt x="5250" y="478"/>
                  </a:cubicBezTo>
                  <a:close/>
                  <a:moveTo>
                    <a:pt x="5250" y="0"/>
                  </a:moveTo>
                  <a:cubicBezTo>
                    <a:pt x="4520" y="0"/>
                    <a:pt x="3790" y="113"/>
                    <a:pt x="3173" y="309"/>
                  </a:cubicBezTo>
                  <a:cubicBezTo>
                    <a:pt x="2527" y="478"/>
                    <a:pt x="1994" y="730"/>
                    <a:pt x="1601" y="1067"/>
                  </a:cubicBezTo>
                  <a:cubicBezTo>
                    <a:pt x="1151" y="1460"/>
                    <a:pt x="786" y="2022"/>
                    <a:pt x="534" y="2499"/>
                  </a:cubicBezTo>
                  <a:cubicBezTo>
                    <a:pt x="281" y="2976"/>
                    <a:pt x="141" y="3341"/>
                    <a:pt x="141" y="3341"/>
                  </a:cubicBezTo>
                  <a:lnTo>
                    <a:pt x="113" y="3397"/>
                  </a:lnTo>
                  <a:lnTo>
                    <a:pt x="0" y="4071"/>
                  </a:lnTo>
                  <a:cubicBezTo>
                    <a:pt x="0" y="4155"/>
                    <a:pt x="28" y="4240"/>
                    <a:pt x="85" y="4296"/>
                  </a:cubicBezTo>
                  <a:cubicBezTo>
                    <a:pt x="134" y="4329"/>
                    <a:pt x="183" y="4342"/>
                    <a:pt x="233" y="4342"/>
                  </a:cubicBezTo>
                  <a:cubicBezTo>
                    <a:pt x="267" y="4342"/>
                    <a:pt x="302" y="4335"/>
                    <a:pt x="337" y="4324"/>
                  </a:cubicBezTo>
                  <a:cubicBezTo>
                    <a:pt x="590" y="4240"/>
                    <a:pt x="2724" y="3510"/>
                    <a:pt x="5699" y="3510"/>
                  </a:cubicBezTo>
                  <a:cubicBezTo>
                    <a:pt x="7300" y="3510"/>
                    <a:pt x="8479" y="3706"/>
                    <a:pt x="9265" y="3875"/>
                  </a:cubicBezTo>
                  <a:cubicBezTo>
                    <a:pt x="9658" y="3987"/>
                    <a:pt x="9967" y="4071"/>
                    <a:pt x="10163" y="4155"/>
                  </a:cubicBezTo>
                  <a:cubicBezTo>
                    <a:pt x="10248" y="4183"/>
                    <a:pt x="10332" y="4211"/>
                    <a:pt x="10388" y="4240"/>
                  </a:cubicBezTo>
                  <a:lnTo>
                    <a:pt x="10416" y="4268"/>
                  </a:lnTo>
                  <a:lnTo>
                    <a:pt x="10444" y="4268"/>
                  </a:lnTo>
                  <a:cubicBezTo>
                    <a:pt x="10479" y="4279"/>
                    <a:pt x="10514" y="4286"/>
                    <a:pt x="10549" y="4286"/>
                  </a:cubicBezTo>
                  <a:cubicBezTo>
                    <a:pt x="10598" y="4286"/>
                    <a:pt x="10647" y="4272"/>
                    <a:pt x="10697" y="4240"/>
                  </a:cubicBezTo>
                  <a:cubicBezTo>
                    <a:pt x="10753" y="4183"/>
                    <a:pt x="10781" y="4099"/>
                    <a:pt x="10781" y="4015"/>
                  </a:cubicBezTo>
                  <a:cubicBezTo>
                    <a:pt x="10781" y="3987"/>
                    <a:pt x="10500" y="2695"/>
                    <a:pt x="10135" y="1881"/>
                  </a:cubicBezTo>
                  <a:cubicBezTo>
                    <a:pt x="9911" y="1404"/>
                    <a:pt x="9433" y="1039"/>
                    <a:pt x="8788" y="758"/>
                  </a:cubicBezTo>
                  <a:cubicBezTo>
                    <a:pt x="8170" y="506"/>
                    <a:pt x="7356" y="281"/>
                    <a:pt x="6486" y="113"/>
                  </a:cubicBezTo>
                  <a:cubicBezTo>
                    <a:pt x="6093" y="28"/>
                    <a:pt x="5671" y="0"/>
                    <a:pt x="5250"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1359;p25">
              <a:extLst>
                <a:ext uri="{FF2B5EF4-FFF2-40B4-BE49-F238E27FC236}">
                  <a16:creationId xmlns:a16="http://schemas.microsoft.com/office/drawing/2014/main" id="{5AFCFBA8-CE7E-7B30-BADA-AB27EC3A4DA1}"/>
                </a:ext>
              </a:extLst>
            </p:cNvPr>
            <p:cNvSpPr/>
            <p:nvPr/>
          </p:nvSpPr>
          <p:spPr>
            <a:xfrm>
              <a:off x="2812625" y="5107575"/>
              <a:ext cx="230250" cy="130200"/>
            </a:xfrm>
            <a:custGeom>
              <a:avLst/>
              <a:gdLst/>
              <a:ahLst/>
              <a:cxnLst/>
              <a:rect l="l" t="t" r="r" b="b"/>
              <a:pathLst>
                <a:path w="9210" h="5208" extrusionOk="0">
                  <a:moveTo>
                    <a:pt x="2579" y="0"/>
                  </a:moveTo>
                  <a:cubicBezTo>
                    <a:pt x="2040" y="0"/>
                    <a:pt x="1483" y="27"/>
                    <a:pt x="1124" y="117"/>
                  </a:cubicBezTo>
                  <a:cubicBezTo>
                    <a:pt x="225" y="342"/>
                    <a:pt x="1" y="1128"/>
                    <a:pt x="394" y="1689"/>
                  </a:cubicBezTo>
                  <a:cubicBezTo>
                    <a:pt x="787" y="2251"/>
                    <a:pt x="1629" y="3261"/>
                    <a:pt x="2191" y="3711"/>
                  </a:cubicBezTo>
                  <a:cubicBezTo>
                    <a:pt x="2752" y="4160"/>
                    <a:pt x="4549" y="4384"/>
                    <a:pt x="5335" y="4777"/>
                  </a:cubicBezTo>
                  <a:cubicBezTo>
                    <a:pt x="5783" y="5002"/>
                    <a:pt x="6287" y="5208"/>
                    <a:pt x="6835" y="5208"/>
                  </a:cubicBezTo>
                  <a:cubicBezTo>
                    <a:pt x="7247" y="5208"/>
                    <a:pt x="7684" y="5091"/>
                    <a:pt x="8142" y="4777"/>
                  </a:cubicBezTo>
                  <a:cubicBezTo>
                    <a:pt x="9209" y="4047"/>
                    <a:pt x="8592" y="1296"/>
                    <a:pt x="8592" y="1296"/>
                  </a:cubicBezTo>
                  <a:lnTo>
                    <a:pt x="8592" y="1296"/>
                  </a:lnTo>
                  <a:cubicBezTo>
                    <a:pt x="8592" y="1296"/>
                    <a:pt x="8272" y="1350"/>
                    <a:pt x="7780" y="1350"/>
                  </a:cubicBezTo>
                  <a:cubicBezTo>
                    <a:pt x="6858" y="1350"/>
                    <a:pt x="5328" y="1159"/>
                    <a:pt x="4156" y="61"/>
                  </a:cubicBezTo>
                  <a:cubicBezTo>
                    <a:pt x="4156" y="61"/>
                    <a:pt x="3388" y="0"/>
                    <a:pt x="25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1360;p25">
              <a:extLst>
                <a:ext uri="{FF2B5EF4-FFF2-40B4-BE49-F238E27FC236}">
                  <a16:creationId xmlns:a16="http://schemas.microsoft.com/office/drawing/2014/main" id="{3FA0F742-F2FF-CDE8-166A-4B3BFA8EA76B}"/>
                </a:ext>
              </a:extLst>
            </p:cNvPr>
            <p:cNvSpPr/>
            <p:nvPr/>
          </p:nvSpPr>
          <p:spPr>
            <a:xfrm>
              <a:off x="2811925" y="5102075"/>
              <a:ext cx="226025" cy="141800"/>
            </a:xfrm>
            <a:custGeom>
              <a:avLst/>
              <a:gdLst/>
              <a:ahLst/>
              <a:cxnLst/>
              <a:rect l="l" t="t" r="r" b="b"/>
              <a:pathLst>
                <a:path w="9041" h="5672" extrusionOk="0">
                  <a:moveTo>
                    <a:pt x="2612" y="449"/>
                  </a:moveTo>
                  <a:cubicBezTo>
                    <a:pt x="3005" y="449"/>
                    <a:pt x="3398" y="477"/>
                    <a:pt x="3679" y="477"/>
                  </a:cubicBezTo>
                  <a:cubicBezTo>
                    <a:pt x="3863" y="494"/>
                    <a:pt x="3998" y="501"/>
                    <a:pt x="4076" y="504"/>
                  </a:cubicBezTo>
                  <a:lnTo>
                    <a:pt x="4076" y="504"/>
                  </a:lnTo>
                  <a:cubicBezTo>
                    <a:pt x="5329" y="1607"/>
                    <a:pt x="6866" y="1797"/>
                    <a:pt x="7805" y="1797"/>
                  </a:cubicBezTo>
                  <a:cubicBezTo>
                    <a:pt x="8075" y="1797"/>
                    <a:pt x="8287" y="1783"/>
                    <a:pt x="8435" y="1768"/>
                  </a:cubicBezTo>
                  <a:lnTo>
                    <a:pt x="8435" y="1768"/>
                  </a:lnTo>
                  <a:cubicBezTo>
                    <a:pt x="8490" y="2045"/>
                    <a:pt x="8564" y="2597"/>
                    <a:pt x="8564" y="3173"/>
                  </a:cubicBezTo>
                  <a:cubicBezTo>
                    <a:pt x="8564" y="3509"/>
                    <a:pt x="8535" y="3874"/>
                    <a:pt x="8451" y="4155"/>
                  </a:cubicBezTo>
                  <a:cubicBezTo>
                    <a:pt x="8367" y="4464"/>
                    <a:pt x="8227" y="4689"/>
                    <a:pt x="8058" y="4801"/>
                  </a:cubicBezTo>
                  <a:cubicBezTo>
                    <a:pt x="7609" y="5110"/>
                    <a:pt x="7244" y="5194"/>
                    <a:pt x="6879" y="5194"/>
                  </a:cubicBezTo>
                  <a:cubicBezTo>
                    <a:pt x="6374" y="5194"/>
                    <a:pt x="5896" y="5025"/>
                    <a:pt x="5475" y="4801"/>
                  </a:cubicBezTo>
                  <a:cubicBezTo>
                    <a:pt x="5026" y="4576"/>
                    <a:pt x="4380" y="4436"/>
                    <a:pt x="3763" y="4267"/>
                  </a:cubicBezTo>
                  <a:cubicBezTo>
                    <a:pt x="3454" y="4183"/>
                    <a:pt x="3173" y="4099"/>
                    <a:pt x="2920" y="4015"/>
                  </a:cubicBezTo>
                  <a:cubicBezTo>
                    <a:pt x="2668" y="3931"/>
                    <a:pt x="2471" y="3846"/>
                    <a:pt x="2359" y="3762"/>
                  </a:cubicBezTo>
                  <a:cubicBezTo>
                    <a:pt x="1826" y="3341"/>
                    <a:pt x="983" y="2330"/>
                    <a:pt x="618" y="1769"/>
                  </a:cubicBezTo>
                  <a:cubicBezTo>
                    <a:pt x="506" y="1628"/>
                    <a:pt x="478" y="1488"/>
                    <a:pt x="478" y="1348"/>
                  </a:cubicBezTo>
                  <a:cubicBezTo>
                    <a:pt x="478" y="1179"/>
                    <a:pt x="506" y="1011"/>
                    <a:pt x="646" y="898"/>
                  </a:cubicBezTo>
                  <a:cubicBezTo>
                    <a:pt x="759" y="758"/>
                    <a:pt x="927" y="618"/>
                    <a:pt x="1208" y="562"/>
                  </a:cubicBezTo>
                  <a:cubicBezTo>
                    <a:pt x="1517" y="477"/>
                    <a:pt x="2078" y="449"/>
                    <a:pt x="2612" y="449"/>
                  </a:cubicBezTo>
                  <a:close/>
                  <a:moveTo>
                    <a:pt x="2612" y="0"/>
                  </a:moveTo>
                  <a:cubicBezTo>
                    <a:pt x="2050" y="0"/>
                    <a:pt x="1489" y="0"/>
                    <a:pt x="1096" y="112"/>
                  </a:cubicBezTo>
                  <a:cubicBezTo>
                    <a:pt x="731" y="197"/>
                    <a:pt x="478" y="365"/>
                    <a:pt x="281" y="590"/>
                  </a:cubicBezTo>
                  <a:cubicBezTo>
                    <a:pt x="85" y="814"/>
                    <a:pt x="1" y="1067"/>
                    <a:pt x="1" y="1348"/>
                  </a:cubicBezTo>
                  <a:cubicBezTo>
                    <a:pt x="1" y="1600"/>
                    <a:pt x="85" y="1825"/>
                    <a:pt x="225" y="2050"/>
                  </a:cubicBezTo>
                  <a:cubicBezTo>
                    <a:pt x="646" y="2639"/>
                    <a:pt x="1461" y="3650"/>
                    <a:pt x="2078" y="4127"/>
                  </a:cubicBezTo>
                  <a:cubicBezTo>
                    <a:pt x="2247" y="4267"/>
                    <a:pt x="2499" y="4352"/>
                    <a:pt x="2752" y="4464"/>
                  </a:cubicBezTo>
                  <a:cubicBezTo>
                    <a:pt x="3173" y="4604"/>
                    <a:pt x="3650" y="4717"/>
                    <a:pt x="4128" y="4829"/>
                  </a:cubicBezTo>
                  <a:cubicBezTo>
                    <a:pt x="4577" y="4969"/>
                    <a:pt x="4998" y="5082"/>
                    <a:pt x="5251" y="5222"/>
                  </a:cubicBezTo>
                  <a:cubicBezTo>
                    <a:pt x="5728" y="5447"/>
                    <a:pt x="6261" y="5671"/>
                    <a:pt x="6879" y="5671"/>
                  </a:cubicBezTo>
                  <a:cubicBezTo>
                    <a:pt x="7328" y="5671"/>
                    <a:pt x="7805" y="5531"/>
                    <a:pt x="8311" y="5194"/>
                  </a:cubicBezTo>
                  <a:cubicBezTo>
                    <a:pt x="8620" y="4997"/>
                    <a:pt x="8788" y="4660"/>
                    <a:pt x="8900" y="4296"/>
                  </a:cubicBezTo>
                  <a:cubicBezTo>
                    <a:pt x="9013" y="3931"/>
                    <a:pt x="9041" y="3538"/>
                    <a:pt x="9041" y="3173"/>
                  </a:cubicBezTo>
                  <a:cubicBezTo>
                    <a:pt x="9041" y="2274"/>
                    <a:pt x="8872" y="1488"/>
                    <a:pt x="8844" y="1460"/>
                  </a:cubicBezTo>
                  <a:cubicBezTo>
                    <a:pt x="8844" y="1362"/>
                    <a:pt x="8738" y="1286"/>
                    <a:pt x="8637" y="1286"/>
                  </a:cubicBezTo>
                  <a:cubicBezTo>
                    <a:pt x="8622" y="1286"/>
                    <a:pt x="8606" y="1288"/>
                    <a:pt x="8592" y="1292"/>
                  </a:cubicBezTo>
                  <a:lnTo>
                    <a:pt x="8535" y="1292"/>
                  </a:lnTo>
                  <a:cubicBezTo>
                    <a:pt x="8423" y="1320"/>
                    <a:pt x="8170" y="1348"/>
                    <a:pt x="7805" y="1348"/>
                  </a:cubicBezTo>
                  <a:cubicBezTo>
                    <a:pt x="6935" y="1348"/>
                    <a:pt x="5447" y="1151"/>
                    <a:pt x="4352" y="112"/>
                  </a:cubicBezTo>
                  <a:cubicBezTo>
                    <a:pt x="4296" y="84"/>
                    <a:pt x="4268" y="56"/>
                    <a:pt x="4212" y="56"/>
                  </a:cubicBezTo>
                  <a:cubicBezTo>
                    <a:pt x="4212" y="56"/>
                    <a:pt x="3426" y="0"/>
                    <a:pt x="2612"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1361;p25">
              <a:extLst>
                <a:ext uri="{FF2B5EF4-FFF2-40B4-BE49-F238E27FC236}">
                  <a16:creationId xmlns:a16="http://schemas.microsoft.com/office/drawing/2014/main" id="{0DD651B9-245B-CEEF-BA5F-9912549F0C74}"/>
                </a:ext>
              </a:extLst>
            </p:cNvPr>
            <p:cNvSpPr/>
            <p:nvPr/>
          </p:nvSpPr>
          <p:spPr>
            <a:xfrm>
              <a:off x="2816150" y="5125225"/>
              <a:ext cx="209875" cy="112550"/>
            </a:xfrm>
            <a:custGeom>
              <a:avLst/>
              <a:gdLst/>
              <a:ahLst/>
              <a:cxnLst/>
              <a:rect l="l" t="t" r="r" b="b"/>
              <a:pathLst>
                <a:path w="8395" h="4502" extrusionOk="0">
                  <a:moveTo>
                    <a:pt x="169" y="1"/>
                  </a:moveTo>
                  <a:lnTo>
                    <a:pt x="169" y="1"/>
                  </a:lnTo>
                  <a:cubicBezTo>
                    <a:pt x="0" y="309"/>
                    <a:pt x="28" y="674"/>
                    <a:pt x="253" y="983"/>
                  </a:cubicBezTo>
                  <a:cubicBezTo>
                    <a:pt x="646" y="1545"/>
                    <a:pt x="1488" y="2555"/>
                    <a:pt x="2050" y="3005"/>
                  </a:cubicBezTo>
                  <a:cubicBezTo>
                    <a:pt x="2611" y="3454"/>
                    <a:pt x="4408" y="3678"/>
                    <a:pt x="5194" y="4071"/>
                  </a:cubicBezTo>
                  <a:cubicBezTo>
                    <a:pt x="5642" y="4296"/>
                    <a:pt x="6146" y="4502"/>
                    <a:pt x="6694" y="4502"/>
                  </a:cubicBezTo>
                  <a:cubicBezTo>
                    <a:pt x="7106" y="4502"/>
                    <a:pt x="7543" y="4385"/>
                    <a:pt x="8001" y="4071"/>
                  </a:cubicBezTo>
                  <a:cubicBezTo>
                    <a:pt x="8170" y="3959"/>
                    <a:pt x="8310" y="3791"/>
                    <a:pt x="8395" y="3594"/>
                  </a:cubicBezTo>
                  <a:lnTo>
                    <a:pt x="8395" y="3594"/>
                  </a:lnTo>
                  <a:cubicBezTo>
                    <a:pt x="8001" y="3734"/>
                    <a:pt x="7608" y="3847"/>
                    <a:pt x="7272" y="3903"/>
                  </a:cubicBezTo>
                  <a:cubicBezTo>
                    <a:pt x="7141" y="3925"/>
                    <a:pt x="6996" y="3935"/>
                    <a:pt x="6840" y="3935"/>
                  </a:cubicBezTo>
                  <a:cubicBezTo>
                    <a:pt x="5786" y="3935"/>
                    <a:pt x="4198" y="3457"/>
                    <a:pt x="2780" y="2724"/>
                  </a:cubicBezTo>
                  <a:cubicBezTo>
                    <a:pt x="1629" y="2134"/>
                    <a:pt x="646" y="759"/>
                    <a:pt x="1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1362;p25">
              <a:extLst>
                <a:ext uri="{FF2B5EF4-FFF2-40B4-BE49-F238E27FC236}">
                  <a16:creationId xmlns:a16="http://schemas.microsoft.com/office/drawing/2014/main" id="{C1415E87-32AF-244B-09A7-1B31D3C6E205}"/>
                </a:ext>
              </a:extLst>
            </p:cNvPr>
            <p:cNvSpPr/>
            <p:nvPr/>
          </p:nvSpPr>
          <p:spPr>
            <a:xfrm>
              <a:off x="2811925" y="5119425"/>
              <a:ext cx="220425" cy="124450"/>
            </a:xfrm>
            <a:custGeom>
              <a:avLst/>
              <a:gdLst/>
              <a:ahLst/>
              <a:cxnLst/>
              <a:rect l="l" t="t" r="r" b="b"/>
              <a:pathLst>
                <a:path w="8817" h="4978" extrusionOk="0">
                  <a:moveTo>
                    <a:pt x="527" y="923"/>
                  </a:moveTo>
                  <a:lnTo>
                    <a:pt x="527" y="923"/>
                  </a:lnTo>
                  <a:cubicBezTo>
                    <a:pt x="1069" y="1699"/>
                    <a:pt x="1866" y="2673"/>
                    <a:pt x="2836" y="3180"/>
                  </a:cubicBezTo>
                  <a:cubicBezTo>
                    <a:pt x="3071" y="3298"/>
                    <a:pt x="3309" y="3409"/>
                    <a:pt x="3548" y="3514"/>
                  </a:cubicBezTo>
                  <a:lnTo>
                    <a:pt x="3548" y="3514"/>
                  </a:lnTo>
                  <a:cubicBezTo>
                    <a:pt x="3323" y="3449"/>
                    <a:pt x="3113" y="3385"/>
                    <a:pt x="2920" y="3321"/>
                  </a:cubicBezTo>
                  <a:cubicBezTo>
                    <a:pt x="2668" y="3237"/>
                    <a:pt x="2471" y="3152"/>
                    <a:pt x="2359" y="3068"/>
                  </a:cubicBezTo>
                  <a:cubicBezTo>
                    <a:pt x="1826" y="2647"/>
                    <a:pt x="983" y="1636"/>
                    <a:pt x="618" y="1075"/>
                  </a:cubicBezTo>
                  <a:cubicBezTo>
                    <a:pt x="578" y="1024"/>
                    <a:pt x="548" y="974"/>
                    <a:pt x="527" y="923"/>
                  </a:cubicBezTo>
                  <a:close/>
                  <a:moveTo>
                    <a:pt x="5819" y="4271"/>
                  </a:moveTo>
                  <a:cubicBezTo>
                    <a:pt x="6254" y="4364"/>
                    <a:pt x="6661" y="4416"/>
                    <a:pt x="7019" y="4416"/>
                  </a:cubicBezTo>
                  <a:cubicBezTo>
                    <a:pt x="7188" y="4416"/>
                    <a:pt x="7328" y="4388"/>
                    <a:pt x="7497" y="4388"/>
                  </a:cubicBezTo>
                  <a:cubicBezTo>
                    <a:pt x="7528" y="4380"/>
                    <a:pt x="7560" y="4372"/>
                    <a:pt x="7593" y="4363"/>
                  </a:cubicBezTo>
                  <a:lnTo>
                    <a:pt x="7593" y="4363"/>
                  </a:lnTo>
                  <a:cubicBezTo>
                    <a:pt x="7341" y="4466"/>
                    <a:pt x="7110" y="4500"/>
                    <a:pt x="6879" y="4500"/>
                  </a:cubicBezTo>
                  <a:cubicBezTo>
                    <a:pt x="6507" y="4500"/>
                    <a:pt x="6150" y="4408"/>
                    <a:pt x="5819" y="4271"/>
                  </a:cubicBezTo>
                  <a:close/>
                  <a:moveTo>
                    <a:pt x="382" y="1"/>
                  </a:moveTo>
                  <a:cubicBezTo>
                    <a:pt x="367" y="1"/>
                    <a:pt x="353" y="3"/>
                    <a:pt x="338" y="8"/>
                  </a:cubicBezTo>
                  <a:cubicBezTo>
                    <a:pt x="253" y="8"/>
                    <a:pt x="169" y="36"/>
                    <a:pt x="141" y="120"/>
                  </a:cubicBezTo>
                  <a:cubicBezTo>
                    <a:pt x="57" y="289"/>
                    <a:pt x="1" y="485"/>
                    <a:pt x="1" y="654"/>
                  </a:cubicBezTo>
                  <a:cubicBezTo>
                    <a:pt x="1" y="906"/>
                    <a:pt x="85" y="1131"/>
                    <a:pt x="225" y="1356"/>
                  </a:cubicBezTo>
                  <a:cubicBezTo>
                    <a:pt x="646" y="1945"/>
                    <a:pt x="1461" y="2956"/>
                    <a:pt x="2078" y="3433"/>
                  </a:cubicBezTo>
                  <a:cubicBezTo>
                    <a:pt x="2247" y="3573"/>
                    <a:pt x="2499" y="3658"/>
                    <a:pt x="2752" y="3770"/>
                  </a:cubicBezTo>
                  <a:cubicBezTo>
                    <a:pt x="3173" y="3910"/>
                    <a:pt x="3650" y="4023"/>
                    <a:pt x="4128" y="4135"/>
                  </a:cubicBezTo>
                  <a:cubicBezTo>
                    <a:pt x="4577" y="4275"/>
                    <a:pt x="4998" y="4388"/>
                    <a:pt x="5251" y="4528"/>
                  </a:cubicBezTo>
                  <a:cubicBezTo>
                    <a:pt x="5728" y="4753"/>
                    <a:pt x="6261" y="4977"/>
                    <a:pt x="6879" y="4977"/>
                  </a:cubicBezTo>
                  <a:cubicBezTo>
                    <a:pt x="7328" y="4977"/>
                    <a:pt x="7805" y="4837"/>
                    <a:pt x="8311" y="4500"/>
                  </a:cubicBezTo>
                  <a:cubicBezTo>
                    <a:pt x="8535" y="4360"/>
                    <a:pt x="8676" y="4163"/>
                    <a:pt x="8760" y="3938"/>
                  </a:cubicBezTo>
                  <a:cubicBezTo>
                    <a:pt x="8816" y="3854"/>
                    <a:pt x="8788" y="3742"/>
                    <a:pt x="8732" y="3686"/>
                  </a:cubicBezTo>
                  <a:cubicBezTo>
                    <a:pt x="8696" y="3631"/>
                    <a:pt x="8636" y="3600"/>
                    <a:pt x="8576" y="3600"/>
                  </a:cubicBezTo>
                  <a:cubicBezTo>
                    <a:pt x="8542" y="3600"/>
                    <a:pt x="8509" y="3610"/>
                    <a:pt x="8479" y="3630"/>
                  </a:cubicBezTo>
                  <a:cubicBezTo>
                    <a:pt x="8114" y="3742"/>
                    <a:pt x="7721" y="3854"/>
                    <a:pt x="7412" y="3910"/>
                  </a:cubicBezTo>
                  <a:cubicBezTo>
                    <a:pt x="7300" y="3938"/>
                    <a:pt x="7160" y="3938"/>
                    <a:pt x="7019" y="3938"/>
                  </a:cubicBezTo>
                  <a:cubicBezTo>
                    <a:pt x="6037" y="3938"/>
                    <a:pt x="4437" y="3489"/>
                    <a:pt x="3061" y="2759"/>
                  </a:cubicBezTo>
                  <a:cubicBezTo>
                    <a:pt x="1994" y="2198"/>
                    <a:pt x="1011" y="850"/>
                    <a:pt x="534" y="120"/>
                  </a:cubicBezTo>
                  <a:cubicBezTo>
                    <a:pt x="511" y="51"/>
                    <a:pt x="450" y="1"/>
                    <a:pt x="382"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1363;p25">
              <a:extLst>
                <a:ext uri="{FF2B5EF4-FFF2-40B4-BE49-F238E27FC236}">
                  <a16:creationId xmlns:a16="http://schemas.microsoft.com/office/drawing/2014/main" id="{C2486ED3-793E-714C-FC8C-DA0E08A9B024}"/>
                </a:ext>
              </a:extLst>
            </p:cNvPr>
            <p:cNvSpPr/>
            <p:nvPr/>
          </p:nvSpPr>
          <p:spPr>
            <a:xfrm>
              <a:off x="3328500" y="5107575"/>
              <a:ext cx="230250" cy="130200"/>
            </a:xfrm>
            <a:custGeom>
              <a:avLst/>
              <a:gdLst/>
              <a:ahLst/>
              <a:cxnLst/>
              <a:rect l="l" t="t" r="r" b="b"/>
              <a:pathLst>
                <a:path w="9210" h="5208" extrusionOk="0">
                  <a:moveTo>
                    <a:pt x="6631" y="0"/>
                  </a:moveTo>
                  <a:cubicBezTo>
                    <a:pt x="5822" y="0"/>
                    <a:pt x="5054" y="61"/>
                    <a:pt x="5054" y="61"/>
                  </a:cubicBezTo>
                  <a:cubicBezTo>
                    <a:pt x="3882" y="1159"/>
                    <a:pt x="2352" y="1350"/>
                    <a:pt x="1430" y="1350"/>
                  </a:cubicBezTo>
                  <a:cubicBezTo>
                    <a:pt x="938" y="1350"/>
                    <a:pt x="618" y="1296"/>
                    <a:pt x="618" y="1296"/>
                  </a:cubicBezTo>
                  <a:lnTo>
                    <a:pt x="618" y="1296"/>
                  </a:lnTo>
                  <a:cubicBezTo>
                    <a:pt x="618" y="1296"/>
                    <a:pt x="1" y="4047"/>
                    <a:pt x="1068" y="4777"/>
                  </a:cubicBezTo>
                  <a:cubicBezTo>
                    <a:pt x="1526" y="5091"/>
                    <a:pt x="1963" y="5208"/>
                    <a:pt x="2376" y="5208"/>
                  </a:cubicBezTo>
                  <a:cubicBezTo>
                    <a:pt x="2923" y="5208"/>
                    <a:pt x="3427" y="5002"/>
                    <a:pt x="3875" y="4777"/>
                  </a:cubicBezTo>
                  <a:cubicBezTo>
                    <a:pt x="4661" y="4384"/>
                    <a:pt x="6458" y="4160"/>
                    <a:pt x="7019" y="3711"/>
                  </a:cubicBezTo>
                  <a:cubicBezTo>
                    <a:pt x="7581" y="3261"/>
                    <a:pt x="8423" y="2251"/>
                    <a:pt x="8816" y="1689"/>
                  </a:cubicBezTo>
                  <a:cubicBezTo>
                    <a:pt x="9209" y="1128"/>
                    <a:pt x="8985" y="342"/>
                    <a:pt x="8086" y="117"/>
                  </a:cubicBezTo>
                  <a:cubicBezTo>
                    <a:pt x="7727" y="27"/>
                    <a:pt x="7170" y="0"/>
                    <a:pt x="663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1364;p25">
              <a:extLst>
                <a:ext uri="{FF2B5EF4-FFF2-40B4-BE49-F238E27FC236}">
                  <a16:creationId xmlns:a16="http://schemas.microsoft.com/office/drawing/2014/main" id="{7252AF77-544F-386F-3D0D-67FE28D8D9EC}"/>
                </a:ext>
              </a:extLst>
            </p:cNvPr>
            <p:cNvSpPr/>
            <p:nvPr/>
          </p:nvSpPr>
          <p:spPr>
            <a:xfrm>
              <a:off x="3333425" y="5102075"/>
              <a:ext cx="226025" cy="141800"/>
            </a:xfrm>
            <a:custGeom>
              <a:avLst/>
              <a:gdLst/>
              <a:ahLst/>
              <a:cxnLst/>
              <a:rect l="l" t="t" r="r" b="b"/>
              <a:pathLst>
                <a:path w="9041" h="5672" extrusionOk="0">
                  <a:moveTo>
                    <a:pt x="6429" y="449"/>
                  </a:moveTo>
                  <a:cubicBezTo>
                    <a:pt x="6963" y="449"/>
                    <a:pt x="7524" y="477"/>
                    <a:pt x="7833" y="562"/>
                  </a:cubicBezTo>
                  <a:cubicBezTo>
                    <a:pt x="8114" y="618"/>
                    <a:pt x="8282" y="758"/>
                    <a:pt x="8423" y="898"/>
                  </a:cubicBezTo>
                  <a:cubicBezTo>
                    <a:pt x="8535" y="1011"/>
                    <a:pt x="8591" y="1179"/>
                    <a:pt x="8591" y="1348"/>
                  </a:cubicBezTo>
                  <a:cubicBezTo>
                    <a:pt x="8591" y="1488"/>
                    <a:pt x="8535" y="1628"/>
                    <a:pt x="8451" y="1769"/>
                  </a:cubicBezTo>
                  <a:cubicBezTo>
                    <a:pt x="8058" y="2330"/>
                    <a:pt x="7215" y="3341"/>
                    <a:pt x="6682" y="3762"/>
                  </a:cubicBezTo>
                  <a:cubicBezTo>
                    <a:pt x="6570" y="3846"/>
                    <a:pt x="6373" y="3931"/>
                    <a:pt x="6121" y="4015"/>
                  </a:cubicBezTo>
                  <a:cubicBezTo>
                    <a:pt x="5756" y="4155"/>
                    <a:pt x="5278" y="4267"/>
                    <a:pt x="4801" y="4380"/>
                  </a:cubicBezTo>
                  <a:cubicBezTo>
                    <a:pt x="4352" y="4520"/>
                    <a:pt x="3903" y="4632"/>
                    <a:pt x="3566" y="4801"/>
                  </a:cubicBezTo>
                  <a:cubicBezTo>
                    <a:pt x="3145" y="5025"/>
                    <a:pt x="2667" y="5194"/>
                    <a:pt x="2190" y="5194"/>
                  </a:cubicBezTo>
                  <a:cubicBezTo>
                    <a:pt x="1797" y="5194"/>
                    <a:pt x="1432" y="5110"/>
                    <a:pt x="1011" y="4801"/>
                  </a:cubicBezTo>
                  <a:cubicBezTo>
                    <a:pt x="814" y="4689"/>
                    <a:pt x="674" y="4464"/>
                    <a:pt x="590" y="4155"/>
                  </a:cubicBezTo>
                  <a:cubicBezTo>
                    <a:pt x="506" y="3874"/>
                    <a:pt x="478" y="3509"/>
                    <a:pt x="478" y="3173"/>
                  </a:cubicBezTo>
                  <a:cubicBezTo>
                    <a:pt x="478" y="2751"/>
                    <a:pt x="506" y="2358"/>
                    <a:pt x="562" y="2050"/>
                  </a:cubicBezTo>
                  <a:cubicBezTo>
                    <a:pt x="584" y="1938"/>
                    <a:pt x="589" y="1843"/>
                    <a:pt x="604" y="1767"/>
                  </a:cubicBezTo>
                  <a:lnTo>
                    <a:pt x="604" y="1767"/>
                  </a:lnTo>
                  <a:cubicBezTo>
                    <a:pt x="756" y="1782"/>
                    <a:pt x="973" y="1797"/>
                    <a:pt x="1236" y="1797"/>
                  </a:cubicBezTo>
                  <a:cubicBezTo>
                    <a:pt x="2175" y="1797"/>
                    <a:pt x="3739" y="1607"/>
                    <a:pt x="4966" y="504"/>
                  </a:cubicBezTo>
                  <a:lnTo>
                    <a:pt x="4966" y="504"/>
                  </a:lnTo>
                  <a:cubicBezTo>
                    <a:pt x="5049" y="501"/>
                    <a:pt x="5190" y="495"/>
                    <a:pt x="5363" y="477"/>
                  </a:cubicBezTo>
                  <a:cubicBezTo>
                    <a:pt x="5643" y="477"/>
                    <a:pt x="6036" y="449"/>
                    <a:pt x="6429" y="449"/>
                  </a:cubicBezTo>
                  <a:close/>
                  <a:moveTo>
                    <a:pt x="6429" y="0"/>
                  </a:moveTo>
                  <a:cubicBezTo>
                    <a:pt x="5615" y="0"/>
                    <a:pt x="4857" y="56"/>
                    <a:pt x="4829" y="56"/>
                  </a:cubicBezTo>
                  <a:cubicBezTo>
                    <a:pt x="4801" y="56"/>
                    <a:pt x="4745" y="84"/>
                    <a:pt x="4689" y="112"/>
                  </a:cubicBezTo>
                  <a:cubicBezTo>
                    <a:pt x="3594" y="1151"/>
                    <a:pt x="2134" y="1348"/>
                    <a:pt x="1236" y="1348"/>
                  </a:cubicBezTo>
                  <a:cubicBezTo>
                    <a:pt x="983" y="1348"/>
                    <a:pt x="786" y="1320"/>
                    <a:pt x="674" y="1320"/>
                  </a:cubicBezTo>
                  <a:cubicBezTo>
                    <a:pt x="590" y="1320"/>
                    <a:pt x="534" y="1292"/>
                    <a:pt x="506" y="1292"/>
                  </a:cubicBezTo>
                  <a:lnTo>
                    <a:pt x="449" y="1292"/>
                  </a:lnTo>
                  <a:cubicBezTo>
                    <a:pt x="435" y="1288"/>
                    <a:pt x="420" y="1286"/>
                    <a:pt x="405" y="1286"/>
                  </a:cubicBezTo>
                  <a:cubicBezTo>
                    <a:pt x="309" y="1286"/>
                    <a:pt x="221" y="1362"/>
                    <a:pt x="197" y="1460"/>
                  </a:cubicBezTo>
                  <a:cubicBezTo>
                    <a:pt x="197" y="1488"/>
                    <a:pt x="0" y="2274"/>
                    <a:pt x="0" y="3173"/>
                  </a:cubicBezTo>
                  <a:cubicBezTo>
                    <a:pt x="0" y="3538"/>
                    <a:pt x="28" y="3931"/>
                    <a:pt x="141" y="4296"/>
                  </a:cubicBezTo>
                  <a:cubicBezTo>
                    <a:pt x="253" y="4660"/>
                    <a:pt x="421" y="4997"/>
                    <a:pt x="730" y="5194"/>
                  </a:cubicBezTo>
                  <a:cubicBezTo>
                    <a:pt x="1236" y="5531"/>
                    <a:pt x="1713" y="5671"/>
                    <a:pt x="2190" y="5671"/>
                  </a:cubicBezTo>
                  <a:cubicBezTo>
                    <a:pt x="2780" y="5671"/>
                    <a:pt x="3313" y="5447"/>
                    <a:pt x="3790" y="5222"/>
                  </a:cubicBezTo>
                  <a:cubicBezTo>
                    <a:pt x="4127" y="5025"/>
                    <a:pt x="4773" y="4885"/>
                    <a:pt x="5391" y="4717"/>
                  </a:cubicBezTo>
                  <a:cubicBezTo>
                    <a:pt x="5699" y="4632"/>
                    <a:pt x="6008" y="4548"/>
                    <a:pt x="6289" y="4464"/>
                  </a:cubicBezTo>
                  <a:cubicBezTo>
                    <a:pt x="6570" y="4352"/>
                    <a:pt x="6794" y="4267"/>
                    <a:pt x="6963" y="4127"/>
                  </a:cubicBezTo>
                  <a:cubicBezTo>
                    <a:pt x="7580" y="3650"/>
                    <a:pt x="8423" y="2639"/>
                    <a:pt x="8816" y="2050"/>
                  </a:cubicBezTo>
                  <a:cubicBezTo>
                    <a:pt x="8956" y="1825"/>
                    <a:pt x="9040" y="1600"/>
                    <a:pt x="9040" y="1348"/>
                  </a:cubicBezTo>
                  <a:cubicBezTo>
                    <a:pt x="9040" y="1067"/>
                    <a:pt x="8956" y="814"/>
                    <a:pt x="8760" y="590"/>
                  </a:cubicBezTo>
                  <a:cubicBezTo>
                    <a:pt x="8591" y="365"/>
                    <a:pt x="8310" y="197"/>
                    <a:pt x="7945" y="112"/>
                  </a:cubicBezTo>
                  <a:cubicBezTo>
                    <a:pt x="7552" y="0"/>
                    <a:pt x="6991" y="0"/>
                    <a:pt x="6429"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1365;p25">
              <a:extLst>
                <a:ext uri="{FF2B5EF4-FFF2-40B4-BE49-F238E27FC236}">
                  <a16:creationId xmlns:a16="http://schemas.microsoft.com/office/drawing/2014/main" id="{63960B29-6F37-D27E-7F1A-26EC5073B60A}"/>
                </a:ext>
              </a:extLst>
            </p:cNvPr>
            <p:cNvSpPr/>
            <p:nvPr/>
          </p:nvSpPr>
          <p:spPr>
            <a:xfrm>
              <a:off x="3345350" y="5125225"/>
              <a:ext cx="209875" cy="112550"/>
            </a:xfrm>
            <a:custGeom>
              <a:avLst/>
              <a:gdLst/>
              <a:ahLst/>
              <a:cxnLst/>
              <a:rect l="l" t="t" r="r" b="b"/>
              <a:pathLst>
                <a:path w="8395" h="4502" extrusionOk="0">
                  <a:moveTo>
                    <a:pt x="8226" y="1"/>
                  </a:moveTo>
                  <a:lnTo>
                    <a:pt x="8226" y="1"/>
                  </a:lnTo>
                  <a:cubicBezTo>
                    <a:pt x="7749" y="759"/>
                    <a:pt x="6767" y="2134"/>
                    <a:pt x="5615" y="2724"/>
                  </a:cubicBezTo>
                  <a:cubicBezTo>
                    <a:pt x="4197" y="3457"/>
                    <a:pt x="2609" y="3935"/>
                    <a:pt x="1555" y="3935"/>
                  </a:cubicBezTo>
                  <a:cubicBezTo>
                    <a:pt x="1399" y="3935"/>
                    <a:pt x="1254" y="3925"/>
                    <a:pt x="1124" y="3903"/>
                  </a:cubicBezTo>
                  <a:cubicBezTo>
                    <a:pt x="787" y="3847"/>
                    <a:pt x="394" y="3734"/>
                    <a:pt x="1" y="3594"/>
                  </a:cubicBezTo>
                  <a:lnTo>
                    <a:pt x="1" y="3594"/>
                  </a:lnTo>
                  <a:cubicBezTo>
                    <a:pt x="113" y="3791"/>
                    <a:pt x="225" y="3959"/>
                    <a:pt x="394" y="4071"/>
                  </a:cubicBezTo>
                  <a:cubicBezTo>
                    <a:pt x="852" y="4385"/>
                    <a:pt x="1289" y="4502"/>
                    <a:pt x="1702" y="4502"/>
                  </a:cubicBezTo>
                  <a:cubicBezTo>
                    <a:pt x="2249" y="4502"/>
                    <a:pt x="2753" y="4296"/>
                    <a:pt x="3201" y="4071"/>
                  </a:cubicBezTo>
                  <a:cubicBezTo>
                    <a:pt x="3987" y="3678"/>
                    <a:pt x="5784" y="3454"/>
                    <a:pt x="6345" y="3005"/>
                  </a:cubicBezTo>
                  <a:cubicBezTo>
                    <a:pt x="6907" y="2555"/>
                    <a:pt x="7749" y="1545"/>
                    <a:pt x="8142" y="983"/>
                  </a:cubicBezTo>
                  <a:cubicBezTo>
                    <a:pt x="8367" y="674"/>
                    <a:pt x="8395" y="309"/>
                    <a:pt x="82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1366;p25">
              <a:extLst>
                <a:ext uri="{FF2B5EF4-FFF2-40B4-BE49-F238E27FC236}">
                  <a16:creationId xmlns:a16="http://schemas.microsoft.com/office/drawing/2014/main" id="{12AEF6C1-D965-4F80-5680-DE6418BE7F83}"/>
                </a:ext>
              </a:extLst>
            </p:cNvPr>
            <p:cNvSpPr/>
            <p:nvPr/>
          </p:nvSpPr>
          <p:spPr>
            <a:xfrm>
              <a:off x="3339025" y="5119425"/>
              <a:ext cx="220425" cy="124450"/>
            </a:xfrm>
            <a:custGeom>
              <a:avLst/>
              <a:gdLst/>
              <a:ahLst/>
              <a:cxnLst/>
              <a:rect l="l" t="t" r="r" b="b"/>
              <a:pathLst>
                <a:path w="8817" h="4978" extrusionOk="0">
                  <a:moveTo>
                    <a:pt x="8293" y="934"/>
                  </a:moveTo>
                  <a:cubicBezTo>
                    <a:pt x="8277" y="981"/>
                    <a:pt x="8255" y="1028"/>
                    <a:pt x="8227" y="1075"/>
                  </a:cubicBezTo>
                  <a:cubicBezTo>
                    <a:pt x="7834" y="1636"/>
                    <a:pt x="6991" y="2647"/>
                    <a:pt x="6458" y="3068"/>
                  </a:cubicBezTo>
                  <a:cubicBezTo>
                    <a:pt x="6346" y="3152"/>
                    <a:pt x="6149" y="3237"/>
                    <a:pt x="5897" y="3321"/>
                  </a:cubicBezTo>
                  <a:cubicBezTo>
                    <a:pt x="5707" y="3394"/>
                    <a:pt x="5487" y="3459"/>
                    <a:pt x="5253" y="3521"/>
                  </a:cubicBezTo>
                  <a:lnTo>
                    <a:pt x="5253" y="3521"/>
                  </a:lnTo>
                  <a:cubicBezTo>
                    <a:pt x="5497" y="3414"/>
                    <a:pt x="5741" y="3300"/>
                    <a:pt x="5981" y="3180"/>
                  </a:cubicBezTo>
                  <a:cubicBezTo>
                    <a:pt x="6946" y="2676"/>
                    <a:pt x="7757" y="1708"/>
                    <a:pt x="8293" y="934"/>
                  </a:cubicBezTo>
                  <a:close/>
                  <a:moveTo>
                    <a:pt x="2999" y="4270"/>
                  </a:moveTo>
                  <a:lnTo>
                    <a:pt x="2999" y="4270"/>
                  </a:lnTo>
                  <a:cubicBezTo>
                    <a:pt x="2670" y="4408"/>
                    <a:pt x="2318" y="4500"/>
                    <a:pt x="1966" y="4500"/>
                  </a:cubicBezTo>
                  <a:cubicBezTo>
                    <a:pt x="1712" y="4500"/>
                    <a:pt x="1470" y="4465"/>
                    <a:pt x="1216" y="4356"/>
                  </a:cubicBezTo>
                  <a:lnTo>
                    <a:pt x="1216" y="4356"/>
                  </a:lnTo>
                  <a:cubicBezTo>
                    <a:pt x="1261" y="4367"/>
                    <a:pt x="1305" y="4378"/>
                    <a:pt x="1348" y="4388"/>
                  </a:cubicBezTo>
                  <a:cubicBezTo>
                    <a:pt x="1489" y="4388"/>
                    <a:pt x="1629" y="4416"/>
                    <a:pt x="1798" y="4416"/>
                  </a:cubicBezTo>
                  <a:cubicBezTo>
                    <a:pt x="2156" y="4416"/>
                    <a:pt x="2563" y="4364"/>
                    <a:pt x="2999" y="4270"/>
                  </a:cubicBezTo>
                  <a:close/>
                  <a:moveTo>
                    <a:pt x="8453" y="1"/>
                  </a:moveTo>
                  <a:cubicBezTo>
                    <a:pt x="8375" y="1"/>
                    <a:pt x="8329" y="51"/>
                    <a:pt x="8283" y="120"/>
                  </a:cubicBezTo>
                  <a:cubicBezTo>
                    <a:pt x="7806" y="850"/>
                    <a:pt x="6851" y="2198"/>
                    <a:pt x="5756" y="2759"/>
                  </a:cubicBezTo>
                  <a:cubicBezTo>
                    <a:pt x="4381" y="3489"/>
                    <a:pt x="2808" y="3938"/>
                    <a:pt x="1798" y="3938"/>
                  </a:cubicBezTo>
                  <a:cubicBezTo>
                    <a:pt x="1657" y="3938"/>
                    <a:pt x="1517" y="3938"/>
                    <a:pt x="1405" y="3910"/>
                  </a:cubicBezTo>
                  <a:cubicBezTo>
                    <a:pt x="1096" y="3854"/>
                    <a:pt x="703" y="3742"/>
                    <a:pt x="338" y="3630"/>
                  </a:cubicBezTo>
                  <a:cubicBezTo>
                    <a:pt x="308" y="3610"/>
                    <a:pt x="275" y="3600"/>
                    <a:pt x="241" y="3600"/>
                  </a:cubicBezTo>
                  <a:cubicBezTo>
                    <a:pt x="181" y="3600"/>
                    <a:pt x="121" y="3631"/>
                    <a:pt x="85" y="3686"/>
                  </a:cubicBezTo>
                  <a:cubicBezTo>
                    <a:pt x="29" y="3742"/>
                    <a:pt x="1" y="3854"/>
                    <a:pt x="57" y="3938"/>
                  </a:cubicBezTo>
                  <a:cubicBezTo>
                    <a:pt x="169" y="4163"/>
                    <a:pt x="310" y="4360"/>
                    <a:pt x="506" y="4500"/>
                  </a:cubicBezTo>
                  <a:cubicBezTo>
                    <a:pt x="1012" y="4837"/>
                    <a:pt x="1489" y="4977"/>
                    <a:pt x="1966" y="4977"/>
                  </a:cubicBezTo>
                  <a:cubicBezTo>
                    <a:pt x="2556" y="4977"/>
                    <a:pt x="3089" y="4753"/>
                    <a:pt x="3566" y="4528"/>
                  </a:cubicBezTo>
                  <a:cubicBezTo>
                    <a:pt x="3903" y="4331"/>
                    <a:pt x="4549" y="4191"/>
                    <a:pt x="5167" y="4023"/>
                  </a:cubicBezTo>
                  <a:cubicBezTo>
                    <a:pt x="5475" y="3938"/>
                    <a:pt x="5784" y="3854"/>
                    <a:pt x="6065" y="3770"/>
                  </a:cubicBezTo>
                  <a:cubicBezTo>
                    <a:pt x="6346" y="3658"/>
                    <a:pt x="6570" y="3573"/>
                    <a:pt x="6739" y="3433"/>
                  </a:cubicBezTo>
                  <a:cubicBezTo>
                    <a:pt x="7356" y="2956"/>
                    <a:pt x="8199" y="1945"/>
                    <a:pt x="8592" y="1356"/>
                  </a:cubicBezTo>
                  <a:cubicBezTo>
                    <a:pt x="8732" y="1131"/>
                    <a:pt x="8816" y="906"/>
                    <a:pt x="8816" y="654"/>
                  </a:cubicBezTo>
                  <a:cubicBezTo>
                    <a:pt x="8816" y="485"/>
                    <a:pt x="8788" y="289"/>
                    <a:pt x="8704" y="120"/>
                  </a:cubicBezTo>
                  <a:cubicBezTo>
                    <a:pt x="8648" y="36"/>
                    <a:pt x="8592" y="8"/>
                    <a:pt x="8508" y="8"/>
                  </a:cubicBezTo>
                  <a:cubicBezTo>
                    <a:pt x="8488" y="3"/>
                    <a:pt x="8469" y="1"/>
                    <a:pt x="8453"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1367;p25">
              <a:extLst>
                <a:ext uri="{FF2B5EF4-FFF2-40B4-BE49-F238E27FC236}">
                  <a16:creationId xmlns:a16="http://schemas.microsoft.com/office/drawing/2014/main" id="{AC41A43D-7F59-D647-31B0-EDE26BA0ABC2}"/>
                </a:ext>
              </a:extLst>
            </p:cNvPr>
            <p:cNvSpPr/>
            <p:nvPr/>
          </p:nvSpPr>
          <p:spPr>
            <a:xfrm>
              <a:off x="2910200" y="3517250"/>
              <a:ext cx="615550" cy="1665775"/>
            </a:xfrm>
            <a:custGeom>
              <a:avLst/>
              <a:gdLst/>
              <a:ahLst/>
              <a:cxnLst/>
              <a:rect l="l" t="t" r="r" b="b"/>
              <a:pathLst>
                <a:path w="24622" h="66631" extrusionOk="0">
                  <a:moveTo>
                    <a:pt x="23078" y="0"/>
                  </a:moveTo>
                  <a:cubicBezTo>
                    <a:pt x="23078" y="0"/>
                    <a:pt x="17443" y="2118"/>
                    <a:pt x="10088" y="2118"/>
                  </a:cubicBezTo>
                  <a:cubicBezTo>
                    <a:pt x="8012" y="2118"/>
                    <a:pt x="5799" y="1949"/>
                    <a:pt x="3538" y="1516"/>
                  </a:cubicBezTo>
                  <a:cubicBezTo>
                    <a:pt x="3538" y="1516"/>
                    <a:pt x="3088" y="6738"/>
                    <a:pt x="3032" y="9097"/>
                  </a:cubicBezTo>
                  <a:cubicBezTo>
                    <a:pt x="2976" y="11483"/>
                    <a:pt x="3313" y="13673"/>
                    <a:pt x="3313" y="13673"/>
                  </a:cubicBezTo>
                  <a:lnTo>
                    <a:pt x="2190" y="35290"/>
                  </a:lnTo>
                  <a:cubicBezTo>
                    <a:pt x="2190" y="35290"/>
                    <a:pt x="506" y="49187"/>
                    <a:pt x="506" y="51939"/>
                  </a:cubicBezTo>
                  <a:cubicBezTo>
                    <a:pt x="506" y="54690"/>
                    <a:pt x="730" y="61905"/>
                    <a:pt x="730" y="61905"/>
                  </a:cubicBezTo>
                  <a:cubicBezTo>
                    <a:pt x="730" y="61905"/>
                    <a:pt x="112" y="63140"/>
                    <a:pt x="56" y="63421"/>
                  </a:cubicBezTo>
                  <a:cubicBezTo>
                    <a:pt x="0" y="63702"/>
                    <a:pt x="169" y="65386"/>
                    <a:pt x="169" y="65386"/>
                  </a:cubicBezTo>
                  <a:cubicBezTo>
                    <a:pt x="169" y="65386"/>
                    <a:pt x="1629" y="66285"/>
                    <a:pt x="3032" y="66397"/>
                  </a:cubicBezTo>
                  <a:cubicBezTo>
                    <a:pt x="3106" y="66403"/>
                    <a:pt x="3177" y="66406"/>
                    <a:pt x="3245" y="66406"/>
                  </a:cubicBezTo>
                  <a:cubicBezTo>
                    <a:pt x="4482" y="66406"/>
                    <a:pt x="4891" y="65490"/>
                    <a:pt x="4997" y="65330"/>
                  </a:cubicBezTo>
                  <a:cubicBezTo>
                    <a:pt x="5110" y="65162"/>
                    <a:pt x="5334" y="62860"/>
                    <a:pt x="5391" y="62074"/>
                  </a:cubicBezTo>
                  <a:cubicBezTo>
                    <a:pt x="5447" y="61287"/>
                    <a:pt x="5334" y="60108"/>
                    <a:pt x="5334" y="60108"/>
                  </a:cubicBezTo>
                  <a:cubicBezTo>
                    <a:pt x="5334" y="60108"/>
                    <a:pt x="7833" y="48008"/>
                    <a:pt x="9012" y="43881"/>
                  </a:cubicBezTo>
                  <a:cubicBezTo>
                    <a:pt x="10191" y="39782"/>
                    <a:pt x="12325" y="28637"/>
                    <a:pt x="12437" y="27177"/>
                  </a:cubicBezTo>
                  <a:cubicBezTo>
                    <a:pt x="12550" y="25717"/>
                    <a:pt x="13841" y="18895"/>
                    <a:pt x="13841" y="18895"/>
                  </a:cubicBezTo>
                  <a:cubicBezTo>
                    <a:pt x="13841" y="18895"/>
                    <a:pt x="14964" y="31107"/>
                    <a:pt x="15245" y="33409"/>
                  </a:cubicBezTo>
                  <a:cubicBezTo>
                    <a:pt x="15526" y="35739"/>
                    <a:pt x="14852" y="42140"/>
                    <a:pt x="14852" y="45566"/>
                  </a:cubicBezTo>
                  <a:cubicBezTo>
                    <a:pt x="14852" y="49019"/>
                    <a:pt x="16901" y="62410"/>
                    <a:pt x="16901" y="62410"/>
                  </a:cubicBezTo>
                  <a:cubicBezTo>
                    <a:pt x="16901" y="62410"/>
                    <a:pt x="16901" y="64067"/>
                    <a:pt x="17013" y="64516"/>
                  </a:cubicBezTo>
                  <a:cubicBezTo>
                    <a:pt x="17126" y="64965"/>
                    <a:pt x="17800" y="66509"/>
                    <a:pt x="17800" y="66509"/>
                  </a:cubicBezTo>
                  <a:cubicBezTo>
                    <a:pt x="17800" y="66509"/>
                    <a:pt x="18396" y="66631"/>
                    <a:pt x="19043" y="66631"/>
                  </a:cubicBezTo>
                  <a:cubicBezTo>
                    <a:pt x="19474" y="66631"/>
                    <a:pt x="19928" y="66577"/>
                    <a:pt x="20242" y="66397"/>
                  </a:cubicBezTo>
                  <a:cubicBezTo>
                    <a:pt x="21028" y="65948"/>
                    <a:pt x="22235" y="65190"/>
                    <a:pt x="22348" y="63842"/>
                  </a:cubicBezTo>
                  <a:cubicBezTo>
                    <a:pt x="22460" y="62495"/>
                    <a:pt x="21955" y="59800"/>
                    <a:pt x="21842" y="59041"/>
                  </a:cubicBezTo>
                  <a:cubicBezTo>
                    <a:pt x="21730" y="58255"/>
                    <a:pt x="23751" y="43235"/>
                    <a:pt x="23751" y="37901"/>
                  </a:cubicBezTo>
                  <a:cubicBezTo>
                    <a:pt x="23751" y="32567"/>
                    <a:pt x="24622" y="21000"/>
                    <a:pt x="24622" y="18558"/>
                  </a:cubicBezTo>
                  <a:cubicBezTo>
                    <a:pt x="24622" y="16115"/>
                    <a:pt x="24088" y="7889"/>
                    <a:pt x="24088" y="7889"/>
                  </a:cubicBezTo>
                  <a:lnTo>
                    <a:pt x="23078" y="0"/>
                  </a:ln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1368;p25">
              <a:extLst>
                <a:ext uri="{FF2B5EF4-FFF2-40B4-BE49-F238E27FC236}">
                  <a16:creationId xmlns:a16="http://schemas.microsoft.com/office/drawing/2014/main" id="{E4A4B16D-6C34-079B-F8D4-7A8B68352765}"/>
                </a:ext>
              </a:extLst>
            </p:cNvPr>
            <p:cNvSpPr/>
            <p:nvPr/>
          </p:nvSpPr>
          <p:spPr>
            <a:xfrm>
              <a:off x="2905275" y="3511100"/>
              <a:ext cx="626800" cy="1678025"/>
            </a:xfrm>
            <a:custGeom>
              <a:avLst/>
              <a:gdLst/>
              <a:ahLst/>
              <a:cxnLst/>
              <a:rect l="l" t="t" r="r" b="b"/>
              <a:pathLst>
                <a:path w="25072" h="67121" extrusionOk="0">
                  <a:moveTo>
                    <a:pt x="23084" y="546"/>
                  </a:moveTo>
                  <a:lnTo>
                    <a:pt x="24033" y="8163"/>
                  </a:lnTo>
                  <a:lnTo>
                    <a:pt x="24034" y="8163"/>
                  </a:lnTo>
                  <a:lnTo>
                    <a:pt x="24034" y="8163"/>
                  </a:lnTo>
                  <a:cubicBezTo>
                    <a:pt x="24041" y="8282"/>
                    <a:pt x="24068" y="8774"/>
                    <a:pt x="24117" y="9455"/>
                  </a:cubicBezTo>
                  <a:cubicBezTo>
                    <a:pt x="24285" y="11897"/>
                    <a:pt x="24594" y="16979"/>
                    <a:pt x="24594" y="18804"/>
                  </a:cubicBezTo>
                  <a:cubicBezTo>
                    <a:pt x="24594" y="20011"/>
                    <a:pt x="24370" y="23520"/>
                    <a:pt x="24145" y="27395"/>
                  </a:cubicBezTo>
                  <a:cubicBezTo>
                    <a:pt x="23920" y="31241"/>
                    <a:pt x="23696" y="35480"/>
                    <a:pt x="23696" y="38147"/>
                  </a:cubicBezTo>
                  <a:cubicBezTo>
                    <a:pt x="23696" y="40730"/>
                    <a:pt x="23247" y="45615"/>
                    <a:pt x="22769" y="50023"/>
                  </a:cubicBezTo>
                  <a:cubicBezTo>
                    <a:pt x="22517" y="52241"/>
                    <a:pt x="22292" y="54346"/>
                    <a:pt x="22095" y="55975"/>
                  </a:cubicBezTo>
                  <a:cubicBezTo>
                    <a:pt x="22011" y="56789"/>
                    <a:pt x="21955" y="57491"/>
                    <a:pt x="21899" y="58052"/>
                  </a:cubicBezTo>
                  <a:cubicBezTo>
                    <a:pt x="21843" y="58586"/>
                    <a:pt x="21815" y="58979"/>
                    <a:pt x="21815" y="59175"/>
                  </a:cubicBezTo>
                  <a:cubicBezTo>
                    <a:pt x="21815" y="59231"/>
                    <a:pt x="21815" y="59259"/>
                    <a:pt x="21815" y="59316"/>
                  </a:cubicBezTo>
                  <a:cubicBezTo>
                    <a:pt x="21871" y="59681"/>
                    <a:pt x="22011" y="60410"/>
                    <a:pt x="22124" y="61225"/>
                  </a:cubicBezTo>
                  <a:cubicBezTo>
                    <a:pt x="22236" y="62067"/>
                    <a:pt x="22348" y="62965"/>
                    <a:pt x="22348" y="63667"/>
                  </a:cubicBezTo>
                  <a:cubicBezTo>
                    <a:pt x="22348" y="63808"/>
                    <a:pt x="22320" y="63948"/>
                    <a:pt x="22320" y="64060"/>
                  </a:cubicBezTo>
                  <a:cubicBezTo>
                    <a:pt x="22264" y="64678"/>
                    <a:pt x="21983" y="65155"/>
                    <a:pt x="21590" y="65548"/>
                  </a:cubicBezTo>
                  <a:cubicBezTo>
                    <a:pt x="21197" y="65913"/>
                    <a:pt x="20720" y="66222"/>
                    <a:pt x="20327" y="66447"/>
                  </a:cubicBezTo>
                  <a:cubicBezTo>
                    <a:pt x="20074" y="66587"/>
                    <a:pt x="19653" y="66643"/>
                    <a:pt x="19260" y="66643"/>
                  </a:cubicBezTo>
                  <a:cubicBezTo>
                    <a:pt x="18923" y="66643"/>
                    <a:pt x="18642" y="66615"/>
                    <a:pt x="18418" y="66587"/>
                  </a:cubicBezTo>
                  <a:cubicBezTo>
                    <a:pt x="18326" y="66564"/>
                    <a:pt x="18234" y="66560"/>
                    <a:pt x="18173" y="66559"/>
                  </a:cubicBezTo>
                  <a:lnTo>
                    <a:pt x="18173" y="66559"/>
                  </a:lnTo>
                  <a:cubicBezTo>
                    <a:pt x="18109" y="66411"/>
                    <a:pt x="17989" y="66133"/>
                    <a:pt x="17856" y="65829"/>
                  </a:cubicBezTo>
                  <a:cubicBezTo>
                    <a:pt x="17688" y="65408"/>
                    <a:pt x="17491" y="64874"/>
                    <a:pt x="17435" y="64706"/>
                  </a:cubicBezTo>
                  <a:cubicBezTo>
                    <a:pt x="17435" y="64622"/>
                    <a:pt x="17407" y="64425"/>
                    <a:pt x="17379" y="64229"/>
                  </a:cubicBezTo>
                  <a:cubicBezTo>
                    <a:pt x="17379" y="63892"/>
                    <a:pt x="17351" y="63499"/>
                    <a:pt x="17351" y="63190"/>
                  </a:cubicBezTo>
                  <a:cubicBezTo>
                    <a:pt x="17351" y="62881"/>
                    <a:pt x="17351" y="62656"/>
                    <a:pt x="17351" y="62656"/>
                  </a:cubicBezTo>
                  <a:lnTo>
                    <a:pt x="17351" y="62600"/>
                  </a:lnTo>
                  <a:cubicBezTo>
                    <a:pt x="17351" y="62600"/>
                    <a:pt x="17210" y="61786"/>
                    <a:pt x="17014" y="60467"/>
                  </a:cubicBezTo>
                  <a:cubicBezTo>
                    <a:pt x="16733" y="58501"/>
                    <a:pt x="16284" y="55497"/>
                    <a:pt x="15919" y="52634"/>
                  </a:cubicBezTo>
                  <a:cubicBezTo>
                    <a:pt x="15554" y="49770"/>
                    <a:pt x="15273" y="47103"/>
                    <a:pt x="15273" y="45812"/>
                  </a:cubicBezTo>
                  <a:cubicBezTo>
                    <a:pt x="15273" y="42976"/>
                    <a:pt x="15751" y="38091"/>
                    <a:pt x="15751" y="35171"/>
                  </a:cubicBezTo>
                  <a:cubicBezTo>
                    <a:pt x="15751" y="34554"/>
                    <a:pt x="15723" y="34048"/>
                    <a:pt x="15694" y="33627"/>
                  </a:cubicBezTo>
                  <a:cubicBezTo>
                    <a:pt x="15554" y="32504"/>
                    <a:pt x="15189" y="28854"/>
                    <a:pt x="14880" y="25514"/>
                  </a:cubicBezTo>
                  <a:cubicBezTo>
                    <a:pt x="14712" y="23857"/>
                    <a:pt x="14571" y="22257"/>
                    <a:pt x="14459" y="21078"/>
                  </a:cubicBezTo>
                  <a:cubicBezTo>
                    <a:pt x="14347" y="19899"/>
                    <a:pt x="14263" y="19113"/>
                    <a:pt x="14263" y="19113"/>
                  </a:cubicBezTo>
                  <a:cubicBezTo>
                    <a:pt x="14263" y="19000"/>
                    <a:pt x="14178" y="18916"/>
                    <a:pt x="14066" y="18916"/>
                  </a:cubicBezTo>
                  <a:cubicBezTo>
                    <a:pt x="13926" y="18916"/>
                    <a:pt x="13842" y="19000"/>
                    <a:pt x="13813" y="19113"/>
                  </a:cubicBezTo>
                  <a:cubicBezTo>
                    <a:pt x="13813" y="19113"/>
                    <a:pt x="13477" y="20797"/>
                    <a:pt x="13140" y="22706"/>
                  </a:cubicBezTo>
                  <a:cubicBezTo>
                    <a:pt x="12803" y="24587"/>
                    <a:pt x="12466" y="26637"/>
                    <a:pt x="12410" y="27395"/>
                  </a:cubicBezTo>
                  <a:cubicBezTo>
                    <a:pt x="12382" y="27731"/>
                    <a:pt x="12213" y="28714"/>
                    <a:pt x="11989" y="30034"/>
                  </a:cubicBezTo>
                  <a:cubicBezTo>
                    <a:pt x="11287" y="33964"/>
                    <a:pt x="9855" y="41011"/>
                    <a:pt x="8985" y="44071"/>
                  </a:cubicBezTo>
                  <a:cubicBezTo>
                    <a:pt x="7777" y="48198"/>
                    <a:pt x="5307" y="60298"/>
                    <a:pt x="5307" y="60298"/>
                  </a:cubicBezTo>
                  <a:lnTo>
                    <a:pt x="5307" y="60354"/>
                  </a:lnTo>
                  <a:cubicBezTo>
                    <a:pt x="5307" y="60354"/>
                    <a:pt x="5335" y="60551"/>
                    <a:pt x="5335" y="60832"/>
                  </a:cubicBezTo>
                  <a:cubicBezTo>
                    <a:pt x="5363" y="61084"/>
                    <a:pt x="5391" y="61449"/>
                    <a:pt x="5391" y="61814"/>
                  </a:cubicBezTo>
                  <a:cubicBezTo>
                    <a:pt x="5391" y="61983"/>
                    <a:pt x="5391" y="62151"/>
                    <a:pt x="5363" y="62291"/>
                  </a:cubicBezTo>
                  <a:cubicBezTo>
                    <a:pt x="5335" y="62685"/>
                    <a:pt x="5279" y="63471"/>
                    <a:pt x="5194" y="64144"/>
                  </a:cubicBezTo>
                  <a:cubicBezTo>
                    <a:pt x="5166" y="64509"/>
                    <a:pt x="5110" y="64818"/>
                    <a:pt x="5082" y="65071"/>
                  </a:cubicBezTo>
                  <a:cubicBezTo>
                    <a:pt x="5054" y="65183"/>
                    <a:pt x="5054" y="65295"/>
                    <a:pt x="5026" y="65380"/>
                  </a:cubicBezTo>
                  <a:lnTo>
                    <a:pt x="4998" y="65464"/>
                  </a:lnTo>
                  <a:lnTo>
                    <a:pt x="5005" y="65468"/>
                  </a:lnTo>
                  <a:lnTo>
                    <a:pt x="5005" y="65468"/>
                  </a:lnTo>
                  <a:cubicBezTo>
                    <a:pt x="4962" y="65536"/>
                    <a:pt x="4931" y="65591"/>
                    <a:pt x="4858" y="65689"/>
                  </a:cubicBezTo>
                  <a:cubicBezTo>
                    <a:pt x="4773" y="65829"/>
                    <a:pt x="4605" y="66025"/>
                    <a:pt x="4380" y="66166"/>
                  </a:cubicBezTo>
                  <a:cubicBezTo>
                    <a:pt x="4156" y="66306"/>
                    <a:pt x="3875" y="66418"/>
                    <a:pt x="3454" y="66418"/>
                  </a:cubicBezTo>
                  <a:lnTo>
                    <a:pt x="3257" y="66418"/>
                  </a:lnTo>
                  <a:cubicBezTo>
                    <a:pt x="2584" y="66362"/>
                    <a:pt x="1910" y="66110"/>
                    <a:pt x="1376" y="65885"/>
                  </a:cubicBezTo>
                  <a:cubicBezTo>
                    <a:pt x="1096" y="65773"/>
                    <a:pt x="871" y="65660"/>
                    <a:pt x="731" y="65576"/>
                  </a:cubicBezTo>
                  <a:cubicBezTo>
                    <a:pt x="661" y="65530"/>
                    <a:pt x="610" y="65502"/>
                    <a:pt x="579" y="65479"/>
                  </a:cubicBezTo>
                  <a:lnTo>
                    <a:pt x="579" y="65479"/>
                  </a:lnTo>
                  <a:cubicBezTo>
                    <a:pt x="568" y="65355"/>
                    <a:pt x="551" y="65153"/>
                    <a:pt x="534" y="64931"/>
                  </a:cubicBezTo>
                  <a:cubicBezTo>
                    <a:pt x="506" y="64566"/>
                    <a:pt x="478" y="64116"/>
                    <a:pt x="478" y="63864"/>
                  </a:cubicBezTo>
                  <a:cubicBezTo>
                    <a:pt x="478" y="63779"/>
                    <a:pt x="478" y="63723"/>
                    <a:pt x="478" y="63695"/>
                  </a:cubicBezTo>
                  <a:cubicBezTo>
                    <a:pt x="478" y="63667"/>
                    <a:pt x="534" y="63555"/>
                    <a:pt x="590" y="63386"/>
                  </a:cubicBezTo>
                  <a:cubicBezTo>
                    <a:pt x="703" y="63162"/>
                    <a:pt x="843" y="62881"/>
                    <a:pt x="955" y="62656"/>
                  </a:cubicBezTo>
                  <a:cubicBezTo>
                    <a:pt x="1039" y="62432"/>
                    <a:pt x="1152" y="62235"/>
                    <a:pt x="1152" y="62235"/>
                  </a:cubicBezTo>
                  <a:lnTo>
                    <a:pt x="1152" y="62123"/>
                  </a:lnTo>
                  <a:cubicBezTo>
                    <a:pt x="1152" y="62123"/>
                    <a:pt x="1152" y="61674"/>
                    <a:pt x="1124" y="60972"/>
                  </a:cubicBezTo>
                  <a:cubicBezTo>
                    <a:pt x="1067" y="58810"/>
                    <a:pt x="927" y="54234"/>
                    <a:pt x="927" y="52185"/>
                  </a:cubicBezTo>
                  <a:cubicBezTo>
                    <a:pt x="927" y="51511"/>
                    <a:pt x="1039" y="50135"/>
                    <a:pt x="1208" y="48423"/>
                  </a:cubicBezTo>
                  <a:cubicBezTo>
                    <a:pt x="1432" y="45896"/>
                    <a:pt x="1797" y="42667"/>
                    <a:pt x="2078" y="40084"/>
                  </a:cubicBezTo>
                  <a:cubicBezTo>
                    <a:pt x="2247" y="38793"/>
                    <a:pt x="2359" y="37670"/>
                    <a:pt x="2471" y="36856"/>
                  </a:cubicBezTo>
                  <a:cubicBezTo>
                    <a:pt x="2555" y="36042"/>
                    <a:pt x="2612" y="35564"/>
                    <a:pt x="2612" y="35564"/>
                  </a:cubicBezTo>
                  <a:lnTo>
                    <a:pt x="2640" y="35536"/>
                  </a:lnTo>
                  <a:lnTo>
                    <a:pt x="3763" y="13919"/>
                  </a:lnTo>
                  <a:lnTo>
                    <a:pt x="3763" y="13863"/>
                  </a:lnTo>
                  <a:cubicBezTo>
                    <a:pt x="3763" y="13863"/>
                    <a:pt x="3735" y="13750"/>
                    <a:pt x="3707" y="13554"/>
                  </a:cubicBezTo>
                  <a:cubicBezTo>
                    <a:pt x="3622" y="12936"/>
                    <a:pt x="3454" y="11504"/>
                    <a:pt x="3454" y="9904"/>
                  </a:cubicBezTo>
                  <a:cubicBezTo>
                    <a:pt x="3454" y="9707"/>
                    <a:pt x="3454" y="9539"/>
                    <a:pt x="3482" y="9371"/>
                  </a:cubicBezTo>
                  <a:cubicBezTo>
                    <a:pt x="3510" y="8191"/>
                    <a:pt x="3622" y="6282"/>
                    <a:pt x="3735" y="4682"/>
                  </a:cubicBezTo>
                  <a:cubicBezTo>
                    <a:pt x="3791" y="3896"/>
                    <a:pt x="3875" y="3166"/>
                    <a:pt x="3903" y="2633"/>
                  </a:cubicBezTo>
                  <a:cubicBezTo>
                    <a:pt x="3930" y="2381"/>
                    <a:pt x="3950" y="2179"/>
                    <a:pt x="3964" y="2034"/>
                  </a:cubicBezTo>
                  <a:lnTo>
                    <a:pt x="3964" y="2034"/>
                  </a:lnTo>
                  <a:cubicBezTo>
                    <a:pt x="6148" y="2423"/>
                    <a:pt x="8277" y="2605"/>
                    <a:pt x="10276" y="2605"/>
                  </a:cubicBezTo>
                  <a:cubicBezTo>
                    <a:pt x="16746" y="2580"/>
                    <a:pt x="21867" y="973"/>
                    <a:pt x="23084" y="546"/>
                  </a:cubicBezTo>
                  <a:close/>
                  <a:moveTo>
                    <a:pt x="23289" y="1"/>
                  </a:moveTo>
                  <a:cubicBezTo>
                    <a:pt x="23254" y="1"/>
                    <a:pt x="23218" y="8"/>
                    <a:pt x="23190" y="22"/>
                  </a:cubicBezTo>
                  <a:cubicBezTo>
                    <a:pt x="23190" y="22"/>
                    <a:pt x="23106" y="50"/>
                    <a:pt x="22938" y="106"/>
                  </a:cubicBezTo>
                  <a:cubicBezTo>
                    <a:pt x="21787" y="499"/>
                    <a:pt x="16677" y="2127"/>
                    <a:pt x="10276" y="2127"/>
                  </a:cubicBezTo>
                  <a:cubicBezTo>
                    <a:pt x="8227" y="2127"/>
                    <a:pt x="6037" y="1959"/>
                    <a:pt x="3791" y="1538"/>
                  </a:cubicBezTo>
                  <a:cubicBezTo>
                    <a:pt x="3774" y="1529"/>
                    <a:pt x="3755" y="1526"/>
                    <a:pt x="3736" y="1526"/>
                  </a:cubicBezTo>
                  <a:cubicBezTo>
                    <a:pt x="3688" y="1526"/>
                    <a:pt x="3634" y="1546"/>
                    <a:pt x="3594" y="1566"/>
                  </a:cubicBezTo>
                  <a:cubicBezTo>
                    <a:pt x="3538" y="1622"/>
                    <a:pt x="3510" y="1678"/>
                    <a:pt x="3510" y="1734"/>
                  </a:cubicBezTo>
                  <a:cubicBezTo>
                    <a:pt x="3510" y="1734"/>
                    <a:pt x="3061" y="6956"/>
                    <a:pt x="3005" y="9343"/>
                  </a:cubicBezTo>
                  <a:cubicBezTo>
                    <a:pt x="3005" y="9539"/>
                    <a:pt x="3005" y="9707"/>
                    <a:pt x="3005" y="9904"/>
                  </a:cubicBezTo>
                  <a:cubicBezTo>
                    <a:pt x="3005" y="11955"/>
                    <a:pt x="3257" y="13752"/>
                    <a:pt x="3283" y="13932"/>
                  </a:cubicBezTo>
                  <a:lnTo>
                    <a:pt x="3283" y="13932"/>
                  </a:lnTo>
                  <a:lnTo>
                    <a:pt x="2164" y="35480"/>
                  </a:lnTo>
                  <a:lnTo>
                    <a:pt x="2162" y="35480"/>
                  </a:lnTo>
                  <a:cubicBezTo>
                    <a:pt x="2162" y="35508"/>
                    <a:pt x="1741" y="38961"/>
                    <a:pt x="1320" y="42780"/>
                  </a:cubicBezTo>
                  <a:cubicBezTo>
                    <a:pt x="1096" y="44717"/>
                    <a:pt x="899" y="46710"/>
                    <a:pt x="731" y="48394"/>
                  </a:cubicBezTo>
                  <a:cubicBezTo>
                    <a:pt x="590" y="50079"/>
                    <a:pt x="478" y="51483"/>
                    <a:pt x="478" y="52185"/>
                  </a:cubicBezTo>
                  <a:cubicBezTo>
                    <a:pt x="478" y="54793"/>
                    <a:pt x="680" y="61411"/>
                    <a:pt x="701" y="62094"/>
                  </a:cubicBezTo>
                  <a:lnTo>
                    <a:pt x="701" y="62094"/>
                  </a:lnTo>
                  <a:cubicBezTo>
                    <a:pt x="645" y="62198"/>
                    <a:pt x="519" y="62433"/>
                    <a:pt x="394" y="62685"/>
                  </a:cubicBezTo>
                  <a:cubicBezTo>
                    <a:pt x="309" y="62881"/>
                    <a:pt x="225" y="63050"/>
                    <a:pt x="169" y="63218"/>
                  </a:cubicBezTo>
                  <a:cubicBezTo>
                    <a:pt x="113" y="63386"/>
                    <a:pt x="57" y="63499"/>
                    <a:pt x="29" y="63611"/>
                  </a:cubicBezTo>
                  <a:cubicBezTo>
                    <a:pt x="1" y="63695"/>
                    <a:pt x="1" y="63751"/>
                    <a:pt x="1" y="63864"/>
                  </a:cubicBezTo>
                  <a:cubicBezTo>
                    <a:pt x="1" y="64425"/>
                    <a:pt x="141" y="65660"/>
                    <a:pt x="141" y="65660"/>
                  </a:cubicBezTo>
                  <a:cubicBezTo>
                    <a:pt x="141" y="65717"/>
                    <a:pt x="169" y="65801"/>
                    <a:pt x="253" y="65829"/>
                  </a:cubicBezTo>
                  <a:cubicBezTo>
                    <a:pt x="253" y="65829"/>
                    <a:pt x="1741" y="66755"/>
                    <a:pt x="3229" y="66868"/>
                  </a:cubicBezTo>
                  <a:cubicBezTo>
                    <a:pt x="3285" y="66896"/>
                    <a:pt x="3370" y="66896"/>
                    <a:pt x="3454" y="66896"/>
                  </a:cubicBezTo>
                  <a:cubicBezTo>
                    <a:pt x="4128" y="66896"/>
                    <a:pt x="4605" y="66615"/>
                    <a:pt x="4914" y="66334"/>
                  </a:cubicBezTo>
                  <a:cubicBezTo>
                    <a:pt x="5054" y="66194"/>
                    <a:pt x="5166" y="66054"/>
                    <a:pt x="5251" y="65941"/>
                  </a:cubicBezTo>
                  <a:cubicBezTo>
                    <a:pt x="5335" y="65829"/>
                    <a:pt x="5391" y="65717"/>
                    <a:pt x="5391" y="65717"/>
                  </a:cubicBezTo>
                  <a:cubicBezTo>
                    <a:pt x="5447" y="65660"/>
                    <a:pt x="5447" y="65632"/>
                    <a:pt x="5447" y="65576"/>
                  </a:cubicBezTo>
                  <a:cubicBezTo>
                    <a:pt x="5503" y="65464"/>
                    <a:pt x="5531" y="65267"/>
                    <a:pt x="5559" y="64987"/>
                  </a:cubicBezTo>
                  <a:cubicBezTo>
                    <a:pt x="5672" y="64201"/>
                    <a:pt x="5784" y="62881"/>
                    <a:pt x="5840" y="62320"/>
                  </a:cubicBezTo>
                  <a:cubicBezTo>
                    <a:pt x="5840" y="62151"/>
                    <a:pt x="5840" y="61983"/>
                    <a:pt x="5840" y="61814"/>
                  </a:cubicBezTo>
                  <a:cubicBezTo>
                    <a:pt x="5840" y="61184"/>
                    <a:pt x="5798" y="60534"/>
                    <a:pt x="5787" y="60367"/>
                  </a:cubicBezTo>
                  <a:lnTo>
                    <a:pt x="5787" y="60367"/>
                  </a:lnTo>
                  <a:cubicBezTo>
                    <a:pt x="5808" y="60254"/>
                    <a:pt x="5945" y="59527"/>
                    <a:pt x="6177" y="58445"/>
                  </a:cubicBezTo>
                  <a:cubicBezTo>
                    <a:pt x="6935" y="54852"/>
                    <a:pt x="8535" y="47272"/>
                    <a:pt x="9434" y="44211"/>
                  </a:cubicBezTo>
                  <a:cubicBezTo>
                    <a:pt x="10023" y="42134"/>
                    <a:pt x="10866" y="38316"/>
                    <a:pt x="11539" y="34834"/>
                  </a:cubicBezTo>
                  <a:cubicBezTo>
                    <a:pt x="11904" y="33094"/>
                    <a:pt x="12213" y="31437"/>
                    <a:pt x="12438" y="30118"/>
                  </a:cubicBezTo>
                  <a:cubicBezTo>
                    <a:pt x="12690" y="28798"/>
                    <a:pt x="12831" y="27816"/>
                    <a:pt x="12859" y="27451"/>
                  </a:cubicBezTo>
                  <a:cubicBezTo>
                    <a:pt x="12915" y="26721"/>
                    <a:pt x="13280" y="24643"/>
                    <a:pt x="13617" y="22762"/>
                  </a:cubicBezTo>
                  <a:cubicBezTo>
                    <a:pt x="13741" y="22078"/>
                    <a:pt x="13866" y="21409"/>
                    <a:pt x="13967" y="20835"/>
                  </a:cubicBezTo>
                  <a:lnTo>
                    <a:pt x="13967" y="20835"/>
                  </a:lnTo>
                  <a:cubicBezTo>
                    <a:pt x="14285" y="24258"/>
                    <a:pt x="15001" y="31910"/>
                    <a:pt x="15217" y="33683"/>
                  </a:cubicBezTo>
                  <a:cubicBezTo>
                    <a:pt x="15273" y="34076"/>
                    <a:pt x="15273" y="34582"/>
                    <a:pt x="15273" y="35171"/>
                  </a:cubicBezTo>
                  <a:cubicBezTo>
                    <a:pt x="15273" y="38035"/>
                    <a:pt x="14824" y="42948"/>
                    <a:pt x="14796" y="45812"/>
                  </a:cubicBezTo>
                  <a:cubicBezTo>
                    <a:pt x="14824" y="47580"/>
                    <a:pt x="15329" y="51792"/>
                    <a:pt x="15835" y="55554"/>
                  </a:cubicBezTo>
                  <a:cubicBezTo>
                    <a:pt x="16368" y="59344"/>
                    <a:pt x="16874" y="62685"/>
                    <a:pt x="16874" y="62685"/>
                  </a:cubicBezTo>
                  <a:lnTo>
                    <a:pt x="16874" y="62685"/>
                  </a:lnTo>
                  <a:lnTo>
                    <a:pt x="16874" y="62685"/>
                  </a:lnTo>
                  <a:cubicBezTo>
                    <a:pt x="16874" y="62782"/>
                    <a:pt x="16878" y="63125"/>
                    <a:pt x="16902" y="63527"/>
                  </a:cubicBezTo>
                  <a:cubicBezTo>
                    <a:pt x="16902" y="63779"/>
                    <a:pt x="16902" y="64032"/>
                    <a:pt x="16930" y="64257"/>
                  </a:cubicBezTo>
                  <a:cubicBezTo>
                    <a:pt x="16930" y="64481"/>
                    <a:pt x="16958" y="64678"/>
                    <a:pt x="16986" y="64818"/>
                  </a:cubicBezTo>
                  <a:cubicBezTo>
                    <a:pt x="17070" y="65071"/>
                    <a:pt x="17239" y="65548"/>
                    <a:pt x="17435" y="65997"/>
                  </a:cubicBezTo>
                  <a:cubicBezTo>
                    <a:pt x="17604" y="66447"/>
                    <a:pt x="17772" y="66840"/>
                    <a:pt x="17772" y="66840"/>
                  </a:cubicBezTo>
                  <a:cubicBezTo>
                    <a:pt x="17800" y="66924"/>
                    <a:pt x="17884" y="66980"/>
                    <a:pt x="17940" y="66980"/>
                  </a:cubicBezTo>
                  <a:cubicBezTo>
                    <a:pt x="17968" y="66980"/>
                    <a:pt x="18558" y="67120"/>
                    <a:pt x="19260" y="67120"/>
                  </a:cubicBezTo>
                  <a:cubicBezTo>
                    <a:pt x="19709" y="67120"/>
                    <a:pt x="20186" y="67064"/>
                    <a:pt x="20551" y="66840"/>
                  </a:cubicBezTo>
                  <a:cubicBezTo>
                    <a:pt x="20944" y="66615"/>
                    <a:pt x="21478" y="66306"/>
                    <a:pt x="21927" y="65857"/>
                  </a:cubicBezTo>
                  <a:cubicBezTo>
                    <a:pt x="22348" y="65436"/>
                    <a:pt x="22741" y="64846"/>
                    <a:pt x="22797" y="64116"/>
                  </a:cubicBezTo>
                  <a:cubicBezTo>
                    <a:pt x="22797" y="63976"/>
                    <a:pt x="22797" y="63808"/>
                    <a:pt x="22797" y="63667"/>
                  </a:cubicBezTo>
                  <a:cubicBezTo>
                    <a:pt x="22797" y="62937"/>
                    <a:pt x="22685" y="62011"/>
                    <a:pt x="22573" y="61169"/>
                  </a:cubicBezTo>
                  <a:cubicBezTo>
                    <a:pt x="22460" y="60326"/>
                    <a:pt x="22320" y="59596"/>
                    <a:pt x="22292" y="59259"/>
                  </a:cubicBezTo>
                  <a:lnTo>
                    <a:pt x="22292" y="59231"/>
                  </a:lnTo>
                  <a:lnTo>
                    <a:pt x="22292" y="59175"/>
                  </a:lnTo>
                  <a:cubicBezTo>
                    <a:pt x="22292" y="59035"/>
                    <a:pt x="22320" y="58642"/>
                    <a:pt x="22348" y="58080"/>
                  </a:cubicBezTo>
                  <a:cubicBezTo>
                    <a:pt x="22545" y="56199"/>
                    <a:pt x="22994" y="52353"/>
                    <a:pt x="23415" y="48394"/>
                  </a:cubicBezTo>
                  <a:cubicBezTo>
                    <a:pt x="23808" y="44464"/>
                    <a:pt x="24173" y="40449"/>
                    <a:pt x="24173" y="38147"/>
                  </a:cubicBezTo>
                  <a:cubicBezTo>
                    <a:pt x="24173" y="35508"/>
                    <a:pt x="24398" y="31269"/>
                    <a:pt x="24622" y="27395"/>
                  </a:cubicBezTo>
                  <a:cubicBezTo>
                    <a:pt x="24847" y="23548"/>
                    <a:pt x="25071" y="20039"/>
                    <a:pt x="25071" y="18804"/>
                  </a:cubicBezTo>
                  <a:cubicBezTo>
                    <a:pt x="25071" y="16333"/>
                    <a:pt x="24510" y="8107"/>
                    <a:pt x="24510" y="8107"/>
                  </a:cubicBezTo>
                  <a:lnTo>
                    <a:pt x="23499" y="218"/>
                  </a:lnTo>
                  <a:cubicBezTo>
                    <a:pt x="23499" y="134"/>
                    <a:pt x="23443" y="78"/>
                    <a:pt x="23387" y="22"/>
                  </a:cubicBezTo>
                  <a:cubicBezTo>
                    <a:pt x="23359" y="8"/>
                    <a:pt x="23324" y="1"/>
                    <a:pt x="23289"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1369;p25">
              <a:extLst>
                <a:ext uri="{FF2B5EF4-FFF2-40B4-BE49-F238E27FC236}">
                  <a16:creationId xmlns:a16="http://schemas.microsoft.com/office/drawing/2014/main" id="{2E6A222F-2C24-769C-5097-8870C2BB41DC}"/>
                </a:ext>
              </a:extLst>
            </p:cNvPr>
            <p:cNvSpPr/>
            <p:nvPr/>
          </p:nvSpPr>
          <p:spPr>
            <a:xfrm>
              <a:off x="3183925" y="3855550"/>
              <a:ext cx="78625" cy="139825"/>
            </a:xfrm>
            <a:custGeom>
              <a:avLst/>
              <a:gdLst/>
              <a:ahLst/>
              <a:cxnLst/>
              <a:rect l="l" t="t" r="r" b="b"/>
              <a:pathLst>
                <a:path w="3145" h="5593" extrusionOk="0">
                  <a:moveTo>
                    <a:pt x="225" y="0"/>
                  </a:moveTo>
                  <a:cubicBezTo>
                    <a:pt x="113" y="0"/>
                    <a:pt x="0" y="113"/>
                    <a:pt x="0" y="253"/>
                  </a:cubicBezTo>
                  <a:cubicBezTo>
                    <a:pt x="0" y="365"/>
                    <a:pt x="113" y="478"/>
                    <a:pt x="225" y="478"/>
                  </a:cubicBezTo>
                  <a:lnTo>
                    <a:pt x="1909" y="478"/>
                  </a:lnTo>
                  <a:lnTo>
                    <a:pt x="2667" y="5391"/>
                  </a:lnTo>
                  <a:cubicBezTo>
                    <a:pt x="2692" y="5513"/>
                    <a:pt x="2780" y="5593"/>
                    <a:pt x="2877" y="5593"/>
                  </a:cubicBezTo>
                  <a:cubicBezTo>
                    <a:pt x="2891" y="5593"/>
                    <a:pt x="2906" y="5591"/>
                    <a:pt x="2920" y="5587"/>
                  </a:cubicBezTo>
                  <a:cubicBezTo>
                    <a:pt x="3060" y="5587"/>
                    <a:pt x="3145" y="5447"/>
                    <a:pt x="3117" y="5335"/>
                  </a:cubicBezTo>
                  <a:lnTo>
                    <a:pt x="2359" y="197"/>
                  </a:lnTo>
                  <a:cubicBezTo>
                    <a:pt x="2331" y="85"/>
                    <a:pt x="2246" y="0"/>
                    <a:pt x="21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1370;p25">
              <a:extLst>
                <a:ext uri="{FF2B5EF4-FFF2-40B4-BE49-F238E27FC236}">
                  <a16:creationId xmlns:a16="http://schemas.microsoft.com/office/drawing/2014/main" id="{3DDAB0B5-B0A6-DDFA-3AC9-45CDD286A353}"/>
                </a:ext>
              </a:extLst>
            </p:cNvPr>
            <p:cNvSpPr/>
            <p:nvPr/>
          </p:nvSpPr>
          <p:spPr>
            <a:xfrm>
              <a:off x="2589450" y="2878550"/>
              <a:ext cx="361475" cy="677325"/>
            </a:xfrm>
            <a:custGeom>
              <a:avLst/>
              <a:gdLst/>
              <a:ahLst/>
              <a:cxnLst/>
              <a:rect l="l" t="t" r="r" b="b"/>
              <a:pathLst>
                <a:path w="14459" h="27093" extrusionOk="0">
                  <a:moveTo>
                    <a:pt x="12718" y="0"/>
                  </a:moveTo>
                  <a:cubicBezTo>
                    <a:pt x="12718" y="0"/>
                    <a:pt x="0" y="19091"/>
                    <a:pt x="225" y="19877"/>
                  </a:cubicBezTo>
                  <a:cubicBezTo>
                    <a:pt x="421" y="20635"/>
                    <a:pt x="12662" y="27092"/>
                    <a:pt x="12662" y="27092"/>
                  </a:cubicBezTo>
                  <a:lnTo>
                    <a:pt x="12549" y="24650"/>
                  </a:lnTo>
                  <a:lnTo>
                    <a:pt x="7889" y="18417"/>
                  </a:lnTo>
                  <a:lnTo>
                    <a:pt x="14459" y="11539"/>
                  </a:lnTo>
                  <a:lnTo>
                    <a:pt x="12718"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1371;p25">
              <a:extLst>
                <a:ext uri="{FF2B5EF4-FFF2-40B4-BE49-F238E27FC236}">
                  <a16:creationId xmlns:a16="http://schemas.microsoft.com/office/drawing/2014/main" id="{0FD3C753-3E21-D93B-7F2A-B2C8BFF45EEC}"/>
                </a:ext>
              </a:extLst>
            </p:cNvPr>
            <p:cNvSpPr/>
            <p:nvPr/>
          </p:nvSpPr>
          <p:spPr>
            <a:xfrm>
              <a:off x="2588725" y="2872225"/>
              <a:ext cx="367825" cy="689625"/>
            </a:xfrm>
            <a:custGeom>
              <a:avLst/>
              <a:gdLst/>
              <a:ahLst/>
              <a:cxnLst/>
              <a:rect l="l" t="t" r="r" b="b"/>
              <a:pathLst>
                <a:path w="14713" h="27585" extrusionOk="0">
                  <a:moveTo>
                    <a:pt x="12608" y="856"/>
                  </a:moveTo>
                  <a:lnTo>
                    <a:pt x="14235" y="11708"/>
                  </a:lnTo>
                  <a:lnTo>
                    <a:pt x="7750" y="18502"/>
                  </a:lnTo>
                  <a:cubicBezTo>
                    <a:pt x="7665" y="18586"/>
                    <a:pt x="7665" y="18726"/>
                    <a:pt x="7722" y="18811"/>
                  </a:cubicBezTo>
                  <a:lnTo>
                    <a:pt x="12354" y="24987"/>
                  </a:lnTo>
                  <a:lnTo>
                    <a:pt x="12448" y="26959"/>
                  </a:lnTo>
                  <a:lnTo>
                    <a:pt x="12448" y="26959"/>
                  </a:lnTo>
                  <a:cubicBezTo>
                    <a:pt x="12394" y="26931"/>
                    <a:pt x="12334" y="26900"/>
                    <a:pt x="12270" y="26868"/>
                  </a:cubicBezTo>
                  <a:cubicBezTo>
                    <a:pt x="11119" y="26250"/>
                    <a:pt x="8171" y="24678"/>
                    <a:pt x="5504" y="23190"/>
                  </a:cubicBezTo>
                  <a:cubicBezTo>
                    <a:pt x="4184" y="22432"/>
                    <a:pt x="2921" y="21702"/>
                    <a:pt x="1966" y="21113"/>
                  </a:cubicBezTo>
                  <a:cubicBezTo>
                    <a:pt x="1517" y="20832"/>
                    <a:pt x="1124" y="20579"/>
                    <a:pt x="843" y="20383"/>
                  </a:cubicBezTo>
                  <a:cubicBezTo>
                    <a:pt x="703" y="20271"/>
                    <a:pt x="619" y="20186"/>
                    <a:pt x="534" y="20130"/>
                  </a:cubicBezTo>
                  <a:lnTo>
                    <a:pt x="488" y="20061"/>
                  </a:lnTo>
                  <a:lnTo>
                    <a:pt x="488" y="20061"/>
                  </a:lnTo>
                  <a:cubicBezTo>
                    <a:pt x="508" y="19999"/>
                    <a:pt x="555" y="19878"/>
                    <a:pt x="619" y="19709"/>
                  </a:cubicBezTo>
                  <a:cubicBezTo>
                    <a:pt x="984" y="18951"/>
                    <a:pt x="1938" y="17351"/>
                    <a:pt x="3173" y="15386"/>
                  </a:cubicBezTo>
                  <a:cubicBezTo>
                    <a:pt x="5026" y="12438"/>
                    <a:pt x="7469" y="8704"/>
                    <a:pt x="9434" y="5672"/>
                  </a:cubicBezTo>
                  <a:cubicBezTo>
                    <a:pt x="10417" y="4156"/>
                    <a:pt x="11315" y="2836"/>
                    <a:pt x="11933" y="1882"/>
                  </a:cubicBezTo>
                  <a:cubicBezTo>
                    <a:pt x="12207" y="1457"/>
                    <a:pt x="12437" y="1111"/>
                    <a:pt x="12608" y="856"/>
                  </a:cubicBezTo>
                  <a:close/>
                  <a:moveTo>
                    <a:pt x="12803" y="1"/>
                  </a:moveTo>
                  <a:cubicBezTo>
                    <a:pt x="12691" y="1"/>
                    <a:pt x="12607" y="29"/>
                    <a:pt x="12550" y="113"/>
                  </a:cubicBezTo>
                  <a:cubicBezTo>
                    <a:pt x="12550" y="113"/>
                    <a:pt x="9434" y="4801"/>
                    <a:pt x="6290" y="9630"/>
                  </a:cubicBezTo>
                  <a:cubicBezTo>
                    <a:pt x="4718" y="12045"/>
                    <a:pt x="3173" y="14487"/>
                    <a:pt x="1994" y="16424"/>
                  </a:cubicBezTo>
                  <a:cubicBezTo>
                    <a:pt x="1405" y="17379"/>
                    <a:pt x="927" y="18193"/>
                    <a:pt x="562" y="18811"/>
                  </a:cubicBezTo>
                  <a:cubicBezTo>
                    <a:pt x="394" y="19119"/>
                    <a:pt x="254" y="19400"/>
                    <a:pt x="169" y="19597"/>
                  </a:cubicBezTo>
                  <a:cubicBezTo>
                    <a:pt x="113" y="19709"/>
                    <a:pt x="85" y="19793"/>
                    <a:pt x="57" y="19878"/>
                  </a:cubicBezTo>
                  <a:cubicBezTo>
                    <a:pt x="29" y="19934"/>
                    <a:pt x="1" y="20018"/>
                    <a:pt x="1" y="20102"/>
                  </a:cubicBezTo>
                  <a:cubicBezTo>
                    <a:pt x="1" y="20102"/>
                    <a:pt x="1" y="20158"/>
                    <a:pt x="29" y="20186"/>
                  </a:cubicBezTo>
                  <a:cubicBezTo>
                    <a:pt x="29" y="20271"/>
                    <a:pt x="85" y="20299"/>
                    <a:pt x="113" y="20355"/>
                  </a:cubicBezTo>
                  <a:cubicBezTo>
                    <a:pt x="197" y="20439"/>
                    <a:pt x="310" y="20551"/>
                    <a:pt x="450" y="20664"/>
                  </a:cubicBezTo>
                  <a:cubicBezTo>
                    <a:pt x="955" y="21057"/>
                    <a:pt x="1966" y="21674"/>
                    <a:pt x="3201" y="22404"/>
                  </a:cubicBezTo>
                  <a:cubicBezTo>
                    <a:pt x="6907" y="24566"/>
                    <a:pt x="12578" y="27542"/>
                    <a:pt x="12578" y="27542"/>
                  </a:cubicBezTo>
                  <a:cubicBezTo>
                    <a:pt x="12621" y="27570"/>
                    <a:pt x="12663" y="27584"/>
                    <a:pt x="12705" y="27584"/>
                  </a:cubicBezTo>
                  <a:cubicBezTo>
                    <a:pt x="12747" y="27584"/>
                    <a:pt x="12789" y="27570"/>
                    <a:pt x="12831" y="27542"/>
                  </a:cubicBezTo>
                  <a:cubicBezTo>
                    <a:pt x="12887" y="27486"/>
                    <a:pt x="12943" y="27430"/>
                    <a:pt x="12915" y="27345"/>
                  </a:cubicBezTo>
                  <a:lnTo>
                    <a:pt x="12803" y="24903"/>
                  </a:lnTo>
                  <a:cubicBezTo>
                    <a:pt x="12803" y="24847"/>
                    <a:pt x="12803" y="24791"/>
                    <a:pt x="12775" y="24763"/>
                  </a:cubicBezTo>
                  <a:lnTo>
                    <a:pt x="8227" y="18698"/>
                  </a:lnTo>
                  <a:lnTo>
                    <a:pt x="14656" y="11932"/>
                  </a:lnTo>
                  <a:cubicBezTo>
                    <a:pt x="14684" y="11876"/>
                    <a:pt x="14712" y="11820"/>
                    <a:pt x="14712" y="11736"/>
                  </a:cubicBezTo>
                  <a:lnTo>
                    <a:pt x="12971" y="197"/>
                  </a:lnTo>
                  <a:cubicBezTo>
                    <a:pt x="12971" y="113"/>
                    <a:pt x="12887" y="29"/>
                    <a:pt x="12803"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1372;p25">
              <a:extLst>
                <a:ext uri="{FF2B5EF4-FFF2-40B4-BE49-F238E27FC236}">
                  <a16:creationId xmlns:a16="http://schemas.microsoft.com/office/drawing/2014/main" id="{00CB2B03-89BA-AC12-55B3-5BD6FBA1E752}"/>
                </a:ext>
              </a:extLst>
            </p:cNvPr>
            <p:cNvSpPr/>
            <p:nvPr/>
          </p:nvSpPr>
          <p:spPr>
            <a:xfrm>
              <a:off x="2888425" y="3476525"/>
              <a:ext cx="122150" cy="126200"/>
            </a:xfrm>
            <a:custGeom>
              <a:avLst/>
              <a:gdLst/>
              <a:ahLst/>
              <a:cxnLst/>
              <a:rect l="l" t="t" r="r" b="b"/>
              <a:pathLst>
                <a:path w="4886" h="5048" extrusionOk="0">
                  <a:moveTo>
                    <a:pt x="2359" y="1"/>
                  </a:moveTo>
                  <a:lnTo>
                    <a:pt x="590" y="731"/>
                  </a:lnTo>
                  <a:lnTo>
                    <a:pt x="1" y="2808"/>
                  </a:lnTo>
                  <a:cubicBezTo>
                    <a:pt x="1" y="2808"/>
                    <a:pt x="534" y="3931"/>
                    <a:pt x="1068" y="4381"/>
                  </a:cubicBezTo>
                  <a:cubicBezTo>
                    <a:pt x="1464" y="4714"/>
                    <a:pt x="2232" y="5048"/>
                    <a:pt x="2946" y="5048"/>
                  </a:cubicBezTo>
                  <a:cubicBezTo>
                    <a:pt x="3193" y="5048"/>
                    <a:pt x="3434" y="5008"/>
                    <a:pt x="3651" y="4914"/>
                  </a:cubicBezTo>
                  <a:cubicBezTo>
                    <a:pt x="4465" y="4521"/>
                    <a:pt x="3931" y="3258"/>
                    <a:pt x="3931" y="3258"/>
                  </a:cubicBezTo>
                  <a:lnTo>
                    <a:pt x="4409" y="3145"/>
                  </a:lnTo>
                  <a:cubicBezTo>
                    <a:pt x="4886" y="3033"/>
                    <a:pt x="4240" y="1657"/>
                    <a:pt x="4240" y="1657"/>
                  </a:cubicBezTo>
                  <a:lnTo>
                    <a:pt x="235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1373;p25">
              <a:extLst>
                <a:ext uri="{FF2B5EF4-FFF2-40B4-BE49-F238E27FC236}">
                  <a16:creationId xmlns:a16="http://schemas.microsoft.com/office/drawing/2014/main" id="{3D415A11-6B03-A027-BFD6-99333677DEA9}"/>
                </a:ext>
              </a:extLst>
            </p:cNvPr>
            <p:cNvSpPr/>
            <p:nvPr/>
          </p:nvSpPr>
          <p:spPr>
            <a:xfrm>
              <a:off x="2882825" y="3470650"/>
              <a:ext cx="126350" cy="137850"/>
            </a:xfrm>
            <a:custGeom>
              <a:avLst/>
              <a:gdLst/>
              <a:ahLst/>
              <a:cxnLst/>
              <a:rect l="l" t="t" r="r" b="b"/>
              <a:pathLst>
                <a:path w="5054" h="5514" extrusionOk="0">
                  <a:moveTo>
                    <a:pt x="2527" y="517"/>
                  </a:moveTo>
                  <a:lnTo>
                    <a:pt x="4274" y="2045"/>
                  </a:lnTo>
                  <a:lnTo>
                    <a:pt x="4274" y="2045"/>
                  </a:lnTo>
                  <a:cubicBezTo>
                    <a:pt x="4306" y="2114"/>
                    <a:pt x="4385" y="2298"/>
                    <a:pt x="4464" y="2482"/>
                  </a:cubicBezTo>
                  <a:cubicBezTo>
                    <a:pt x="4520" y="2678"/>
                    <a:pt x="4576" y="2931"/>
                    <a:pt x="4576" y="3071"/>
                  </a:cubicBezTo>
                  <a:cubicBezTo>
                    <a:pt x="4576" y="3128"/>
                    <a:pt x="4576" y="3156"/>
                    <a:pt x="4576" y="3156"/>
                  </a:cubicBezTo>
                  <a:lnTo>
                    <a:pt x="4099" y="3268"/>
                  </a:lnTo>
                  <a:cubicBezTo>
                    <a:pt x="4043" y="3268"/>
                    <a:pt x="3987" y="3324"/>
                    <a:pt x="3959" y="3380"/>
                  </a:cubicBezTo>
                  <a:cubicBezTo>
                    <a:pt x="3931" y="3436"/>
                    <a:pt x="3931" y="3521"/>
                    <a:pt x="3959" y="3577"/>
                  </a:cubicBezTo>
                  <a:cubicBezTo>
                    <a:pt x="3987" y="3661"/>
                    <a:pt x="4099" y="3998"/>
                    <a:pt x="4099" y="4307"/>
                  </a:cubicBezTo>
                  <a:cubicBezTo>
                    <a:pt x="4099" y="4447"/>
                    <a:pt x="4071" y="4588"/>
                    <a:pt x="4015" y="4700"/>
                  </a:cubicBezTo>
                  <a:cubicBezTo>
                    <a:pt x="3959" y="4784"/>
                    <a:pt x="3903" y="4868"/>
                    <a:pt x="3762" y="4924"/>
                  </a:cubicBezTo>
                  <a:cubicBezTo>
                    <a:pt x="3594" y="5009"/>
                    <a:pt x="3369" y="5065"/>
                    <a:pt x="3145" y="5065"/>
                  </a:cubicBezTo>
                  <a:cubicBezTo>
                    <a:pt x="2527" y="5065"/>
                    <a:pt x="1769" y="4728"/>
                    <a:pt x="1460" y="4447"/>
                  </a:cubicBezTo>
                  <a:cubicBezTo>
                    <a:pt x="1236" y="4251"/>
                    <a:pt x="955" y="3858"/>
                    <a:pt x="758" y="3549"/>
                  </a:cubicBezTo>
                  <a:cubicBezTo>
                    <a:pt x="674" y="3380"/>
                    <a:pt x="590" y="3212"/>
                    <a:pt x="534" y="3100"/>
                  </a:cubicBezTo>
                  <a:cubicBezTo>
                    <a:pt x="509" y="3050"/>
                    <a:pt x="484" y="3022"/>
                    <a:pt x="479" y="2997"/>
                  </a:cubicBezTo>
                  <a:lnTo>
                    <a:pt x="479" y="2997"/>
                  </a:lnTo>
                  <a:lnTo>
                    <a:pt x="1004" y="1147"/>
                  </a:lnTo>
                  <a:lnTo>
                    <a:pt x="2527" y="517"/>
                  </a:lnTo>
                  <a:close/>
                  <a:moveTo>
                    <a:pt x="2566" y="0"/>
                  </a:moveTo>
                  <a:cubicBezTo>
                    <a:pt x="2544" y="0"/>
                    <a:pt x="2521" y="4"/>
                    <a:pt x="2499" y="11"/>
                  </a:cubicBezTo>
                  <a:lnTo>
                    <a:pt x="730" y="741"/>
                  </a:lnTo>
                  <a:cubicBezTo>
                    <a:pt x="674" y="769"/>
                    <a:pt x="618" y="826"/>
                    <a:pt x="590" y="910"/>
                  </a:cubicBezTo>
                  <a:lnTo>
                    <a:pt x="0" y="2959"/>
                  </a:lnTo>
                  <a:cubicBezTo>
                    <a:pt x="0" y="3015"/>
                    <a:pt x="0" y="3071"/>
                    <a:pt x="28" y="3128"/>
                  </a:cubicBezTo>
                  <a:cubicBezTo>
                    <a:pt x="28" y="3128"/>
                    <a:pt x="169" y="3436"/>
                    <a:pt x="365" y="3773"/>
                  </a:cubicBezTo>
                  <a:cubicBezTo>
                    <a:pt x="562" y="4110"/>
                    <a:pt x="843" y="4531"/>
                    <a:pt x="1151" y="4784"/>
                  </a:cubicBezTo>
                  <a:cubicBezTo>
                    <a:pt x="1572" y="5177"/>
                    <a:pt x="2359" y="5514"/>
                    <a:pt x="3145" y="5514"/>
                  </a:cubicBezTo>
                  <a:cubicBezTo>
                    <a:pt x="3425" y="5514"/>
                    <a:pt x="3706" y="5486"/>
                    <a:pt x="3959" y="5346"/>
                  </a:cubicBezTo>
                  <a:cubicBezTo>
                    <a:pt x="4183" y="5261"/>
                    <a:pt x="4352" y="5093"/>
                    <a:pt x="4436" y="4896"/>
                  </a:cubicBezTo>
                  <a:cubicBezTo>
                    <a:pt x="4548" y="4700"/>
                    <a:pt x="4576" y="4503"/>
                    <a:pt x="4576" y="4307"/>
                  </a:cubicBezTo>
                  <a:cubicBezTo>
                    <a:pt x="4562" y="4058"/>
                    <a:pt x="4509" y="3825"/>
                    <a:pt x="4462" y="3658"/>
                  </a:cubicBezTo>
                  <a:lnTo>
                    <a:pt x="4462" y="3658"/>
                  </a:lnTo>
                  <a:lnTo>
                    <a:pt x="4689" y="3605"/>
                  </a:lnTo>
                  <a:cubicBezTo>
                    <a:pt x="4829" y="3577"/>
                    <a:pt x="4941" y="3493"/>
                    <a:pt x="4998" y="3380"/>
                  </a:cubicBezTo>
                  <a:cubicBezTo>
                    <a:pt x="5026" y="3268"/>
                    <a:pt x="5054" y="3156"/>
                    <a:pt x="5054" y="3071"/>
                  </a:cubicBezTo>
                  <a:cubicBezTo>
                    <a:pt x="5054" y="2791"/>
                    <a:pt x="4941" y="2482"/>
                    <a:pt x="4857" y="2229"/>
                  </a:cubicBezTo>
                  <a:cubicBezTo>
                    <a:pt x="4773" y="2005"/>
                    <a:pt x="4689" y="1808"/>
                    <a:pt x="4689" y="1808"/>
                  </a:cubicBezTo>
                  <a:lnTo>
                    <a:pt x="4633" y="1724"/>
                  </a:lnTo>
                  <a:lnTo>
                    <a:pt x="2724" y="67"/>
                  </a:lnTo>
                  <a:cubicBezTo>
                    <a:pt x="2682" y="26"/>
                    <a:pt x="2626" y="0"/>
                    <a:pt x="2566"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1374;p25">
              <a:extLst>
                <a:ext uri="{FF2B5EF4-FFF2-40B4-BE49-F238E27FC236}">
                  <a16:creationId xmlns:a16="http://schemas.microsoft.com/office/drawing/2014/main" id="{8A0B0FBA-A70E-9593-9176-05F4AB09CD96}"/>
                </a:ext>
              </a:extLst>
            </p:cNvPr>
            <p:cNvSpPr/>
            <p:nvPr/>
          </p:nvSpPr>
          <p:spPr>
            <a:xfrm>
              <a:off x="2922825" y="3491975"/>
              <a:ext cx="54775" cy="71700"/>
            </a:xfrm>
            <a:custGeom>
              <a:avLst/>
              <a:gdLst/>
              <a:ahLst/>
              <a:cxnLst/>
              <a:rect l="l" t="t" r="r" b="b"/>
              <a:pathLst>
                <a:path w="2191" h="2868" extrusionOk="0">
                  <a:moveTo>
                    <a:pt x="1517" y="1"/>
                  </a:moveTo>
                  <a:lnTo>
                    <a:pt x="1" y="1657"/>
                  </a:lnTo>
                  <a:cubicBezTo>
                    <a:pt x="82" y="1726"/>
                    <a:pt x="181" y="1753"/>
                    <a:pt x="286" y="1753"/>
                  </a:cubicBezTo>
                  <a:cubicBezTo>
                    <a:pt x="645" y="1753"/>
                    <a:pt x="1067" y="1432"/>
                    <a:pt x="1067" y="1432"/>
                  </a:cubicBezTo>
                  <a:lnTo>
                    <a:pt x="1067" y="1432"/>
                  </a:lnTo>
                  <a:cubicBezTo>
                    <a:pt x="1067" y="1432"/>
                    <a:pt x="983" y="1882"/>
                    <a:pt x="899" y="2106"/>
                  </a:cubicBezTo>
                  <a:cubicBezTo>
                    <a:pt x="818" y="2321"/>
                    <a:pt x="1096" y="2868"/>
                    <a:pt x="1391" y="2868"/>
                  </a:cubicBezTo>
                  <a:cubicBezTo>
                    <a:pt x="1405" y="2868"/>
                    <a:pt x="1418" y="2867"/>
                    <a:pt x="1432" y="2864"/>
                  </a:cubicBezTo>
                  <a:cubicBezTo>
                    <a:pt x="1741" y="2780"/>
                    <a:pt x="2022" y="1489"/>
                    <a:pt x="2106" y="1124"/>
                  </a:cubicBezTo>
                  <a:cubicBezTo>
                    <a:pt x="2190" y="759"/>
                    <a:pt x="1517" y="1"/>
                    <a:pt x="151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1375;p25">
              <a:extLst>
                <a:ext uri="{FF2B5EF4-FFF2-40B4-BE49-F238E27FC236}">
                  <a16:creationId xmlns:a16="http://schemas.microsoft.com/office/drawing/2014/main" id="{0F20C781-F7E4-3688-C9AE-9399645F9A9D}"/>
                </a:ext>
              </a:extLst>
            </p:cNvPr>
            <p:cNvSpPr/>
            <p:nvPr/>
          </p:nvSpPr>
          <p:spPr>
            <a:xfrm>
              <a:off x="2916500" y="3485800"/>
              <a:ext cx="65300" cy="83400"/>
            </a:xfrm>
            <a:custGeom>
              <a:avLst/>
              <a:gdLst/>
              <a:ahLst/>
              <a:cxnLst/>
              <a:rect l="l" t="t" r="r" b="b"/>
              <a:pathLst>
                <a:path w="2612" h="3336" extrusionOk="0">
                  <a:moveTo>
                    <a:pt x="1751" y="0"/>
                  </a:moveTo>
                  <a:cubicBezTo>
                    <a:pt x="1700" y="0"/>
                    <a:pt x="1648" y="16"/>
                    <a:pt x="1601" y="51"/>
                  </a:cubicBezTo>
                  <a:cubicBezTo>
                    <a:pt x="1517" y="135"/>
                    <a:pt x="1489" y="304"/>
                    <a:pt x="1573" y="388"/>
                  </a:cubicBezTo>
                  <a:lnTo>
                    <a:pt x="1601" y="416"/>
                  </a:lnTo>
                  <a:cubicBezTo>
                    <a:pt x="1657" y="472"/>
                    <a:pt x="1798" y="641"/>
                    <a:pt x="1938" y="837"/>
                  </a:cubicBezTo>
                  <a:cubicBezTo>
                    <a:pt x="1994" y="921"/>
                    <a:pt x="2050" y="1034"/>
                    <a:pt x="2078" y="1118"/>
                  </a:cubicBezTo>
                  <a:cubicBezTo>
                    <a:pt x="2106" y="1202"/>
                    <a:pt x="2135" y="1286"/>
                    <a:pt x="2135" y="1314"/>
                  </a:cubicBezTo>
                  <a:cubicBezTo>
                    <a:pt x="2106" y="1511"/>
                    <a:pt x="1994" y="1904"/>
                    <a:pt x="1882" y="2269"/>
                  </a:cubicBezTo>
                  <a:cubicBezTo>
                    <a:pt x="1826" y="2465"/>
                    <a:pt x="1770" y="2634"/>
                    <a:pt x="1713" y="2746"/>
                  </a:cubicBezTo>
                  <a:cubicBezTo>
                    <a:pt x="1657" y="2802"/>
                    <a:pt x="1629" y="2859"/>
                    <a:pt x="1629" y="2859"/>
                  </a:cubicBezTo>
                  <a:lnTo>
                    <a:pt x="1615" y="2873"/>
                  </a:lnTo>
                  <a:lnTo>
                    <a:pt x="1615" y="2873"/>
                  </a:lnTo>
                  <a:lnTo>
                    <a:pt x="1573" y="2830"/>
                  </a:lnTo>
                  <a:cubicBezTo>
                    <a:pt x="1517" y="2802"/>
                    <a:pt x="1461" y="2718"/>
                    <a:pt x="1433" y="2634"/>
                  </a:cubicBezTo>
                  <a:cubicBezTo>
                    <a:pt x="1405" y="2550"/>
                    <a:pt x="1377" y="2465"/>
                    <a:pt x="1377" y="2437"/>
                  </a:cubicBezTo>
                  <a:cubicBezTo>
                    <a:pt x="1433" y="2297"/>
                    <a:pt x="1461" y="2129"/>
                    <a:pt x="1489" y="1960"/>
                  </a:cubicBezTo>
                  <a:cubicBezTo>
                    <a:pt x="1517" y="1820"/>
                    <a:pt x="1545" y="1707"/>
                    <a:pt x="1545" y="1707"/>
                  </a:cubicBezTo>
                  <a:cubicBezTo>
                    <a:pt x="1545" y="1623"/>
                    <a:pt x="1517" y="1511"/>
                    <a:pt x="1433" y="1483"/>
                  </a:cubicBezTo>
                  <a:cubicBezTo>
                    <a:pt x="1391" y="1455"/>
                    <a:pt x="1341" y="1441"/>
                    <a:pt x="1292" y="1441"/>
                  </a:cubicBezTo>
                  <a:cubicBezTo>
                    <a:pt x="1243" y="1441"/>
                    <a:pt x="1194" y="1455"/>
                    <a:pt x="1152" y="1483"/>
                  </a:cubicBezTo>
                  <a:cubicBezTo>
                    <a:pt x="1124" y="1511"/>
                    <a:pt x="1012" y="1595"/>
                    <a:pt x="899" y="1651"/>
                  </a:cubicBezTo>
                  <a:cubicBezTo>
                    <a:pt x="787" y="1707"/>
                    <a:pt x="647" y="1764"/>
                    <a:pt x="534" y="1764"/>
                  </a:cubicBezTo>
                  <a:cubicBezTo>
                    <a:pt x="478" y="1764"/>
                    <a:pt x="422" y="1736"/>
                    <a:pt x="394" y="1707"/>
                  </a:cubicBezTo>
                  <a:cubicBezTo>
                    <a:pt x="361" y="1674"/>
                    <a:pt x="314" y="1659"/>
                    <a:pt x="265" y="1659"/>
                  </a:cubicBezTo>
                  <a:cubicBezTo>
                    <a:pt x="190" y="1659"/>
                    <a:pt x="108" y="1696"/>
                    <a:pt x="57" y="1764"/>
                  </a:cubicBezTo>
                  <a:cubicBezTo>
                    <a:pt x="1" y="1848"/>
                    <a:pt x="1" y="1988"/>
                    <a:pt x="113" y="2072"/>
                  </a:cubicBezTo>
                  <a:cubicBezTo>
                    <a:pt x="225" y="2185"/>
                    <a:pt x="394" y="2213"/>
                    <a:pt x="534" y="2213"/>
                  </a:cubicBezTo>
                  <a:cubicBezTo>
                    <a:pt x="693" y="2213"/>
                    <a:pt x="841" y="2179"/>
                    <a:pt x="971" y="2134"/>
                  </a:cubicBezTo>
                  <a:lnTo>
                    <a:pt x="971" y="2134"/>
                  </a:lnTo>
                  <a:cubicBezTo>
                    <a:pt x="954" y="2188"/>
                    <a:pt x="939" y="2235"/>
                    <a:pt x="927" y="2269"/>
                  </a:cubicBezTo>
                  <a:cubicBezTo>
                    <a:pt x="927" y="2325"/>
                    <a:pt x="899" y="2381"/>
                    <a:pt x="899" y="2437"/>
                  </a:cubicBezTo>
                  <a:cubicBezTo>
                    <a:pt x="899" y="2634"/>
                    <a:pt x="983" y="2830"/>
                    <a:pt x="1096" y="2999"/>
                  </a:cubicBezTo>
                  <a:cubicBezTo>
                    <a:pt x="1152" y="3083"/>
                    <a:pt x="1208" y="3167"/>
                    <a:pt x="1292" y="3224"/>
                  </a:cubicBezTo>
                  <a:cubicBezTo>
                    <a:pt x="1377" y="3280"/>
                    <a:pt x="1489" y="3336"/>
                    <a:pt x="1629" y="3336"/>
                  </a:cubicBezTo>
                  <a:lnTo>
                    <a:pt x="1741" y="3336"/>
                  </a:lnTo>
                  <a:cubicBezTo>
                    <a:pt x="1854" y="3308"/>
                    <a:pt x="1910" y="3252"/>
                    <a:pt x="1966" y="3167"/>
                  </a:cubicBezTo>
                  <a:cubicBezTo>
                    <a:pt x="2078" y="3055"/>
                    <a:pt x="2135" y="2943"/>
                    <a:pt x="2191" y="2774"/>
                  </a:cubicBezTo>
                  <a:cubicBezTo>
                    <a:pt x="2387" y="2325"/>
                    <a:pt x="2528" y="1679"/>
                    <a:pt x="2584" y="1427"/>
                  </a:cubicBezTo>
                  <a:lnTo>
                    <a:pt x="2584" y="1399"/>
                  </a:lnTo>
                  <a:lnTo>
                    <a:pt x="2612" y="1314"/>
                  </a:lnTo>
                  <a:cubicBezTo>
                    <a:pt x="2612" y="1146"/>
                    <a:pt x="2556" y="1006"/>
                    <a:pt x="2471" y="865"/>
                  </a:cubicBezTo>
                  <a:cubicBezTo>
                    <a:pt x="2303" y="472"/>
                    <a:pt x="1938" y="79"/>
                    <a:pt x="1938" y="79"/>
                  </a:cubicBezTo>
                  <a:cubicBezTo>
                    <a:pt x="1889" y="30"/>
                    <a:pt x="1821" y="0"/>
                    <a:pt x="1751" y="0"/>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1376;p25">
              <a:extLst>
                <a:ext uri="{FF2B5EF4-FFF2-40B4-BE49-F238E27FC236}">
                  <a16:creationId xmlns:a16="http://schemas.microsoft.com/office/drawing/2014/main" id="{E1447897-50D4-D89D-56FD-6A9A98DC3E16}"/>
                </a:ext>
              </a:extLst>
            </p:cNvPr>
            <p:cNvSpPr/>
            <p:nvPr/>
          </p:nvSpPr>
          <p:spPr>
            <a:xfrm>
              <a:off x="2907375" y="2774425"/>
              <a:ext cx="602250" cy="818975"/>
            </a:xfrm>
            <a:custGeom>
              <a:avLst/>
              <a:gdLst/>
              <a:ahLst/>
              <a:cxnLst/>
              <a:rect l="l" t="t" r="r" b="b"/>
              <a:pathLst>
                <a:path w="24090" h="32759" extrusionOk="0">
                  <a:moveTo>
                    <a:pt x="13169" y="1"/>
                  </a:moveTo>
                  <a:cubicBezTo>
                    <a:pt x="12425" y="1"/>
                    <a:pt x="11602" y="41"/>
                    <a:pt x="10754" y="151"/>
                  </a:cubicBezTo>
                  <a:cubicBezTo>
                    <a:pt x="7721" y="544"/>
                    <a:pt x="5110" y="1554"/>
                    <a:pt x="3707" y="2228"/>
                  </a:cubicBezTo>
                  <a:cubicBezTo>
                    <a:pt x="2303" y="2902"/>
                    <a:pt x="1" y="3941"/>
                    <a:pt x="1" y="4165"/>
                  </a:cubicBezTo>
                  <a:cubicBezTo>
                    <a:pt x="1" y="4390"/>
                    <a:pt x="3258" y="25249"/>
                    <a:pt x="3258" y="25249"/>
                  </a:cubicBezTo>
                  <a:cubicBezTo>
                    <a:pt x="3258" y="25249"/>
                    <a:pt x="3258" y="30668"/>
                    <a:pt x="3594" y="31454"/>
                  </a:cubicBezTo>
                  <a:cubicBezTo>
                    <a:pt x="3931" y="32240"/>
                    <a:pt x="4942" y="32352"/>
                    <a:pt x="7441" y="32633"/>
                  </a:cubicBezTo>
                  <a:cubicBezTo>
                    <a:pt x="8206" y="32720"/>
                    <a:pt x="9354" y="32758"/>
                    <a:pt x="10640" y="32758"/>
                  </a:cubicBezTo>
                  <a:cubicBezTo>
                    <a:pt x="13505" y="32758"/>
                    <a:pt x="17055" y="32567"/>
                    <a:pt x="18586" y="32296"/>
                  </a:cubicBezTo>
                  <a:cubicBezTo>
                    <a:pt x="20776" y="31903"/>
                    <a:pt x="22685" y="31566"/>
                    <a:pt x="23022" y="30556"/>
                  </a:cubicBezTo>
                  <a:cubicBezTo>
                    <a:pt x="23359" y="29545"/>
                    <a:pt x="22910" y="26822"/>
                    <a:pt x="22910" y="26822"/>
                  </a:cubicBezTo>
                  <a:lnTo>
                    <a:pt x="24089" y="4951"/>
                  </a:lnTo>
                  <a:cubicBezTo>
                    <a:pt x="24089" y="4951"/>
                    <a:pt x="22910" y="3351"/>
                    <a:pt x="20552" y="2116"/>
                  </a:cubicBezTo>
                  <a:cubicBezTo>
                    <a:pt x="18193" y="880"/>
                    <a:pt x="16481" y="263"/>
                    <a:pt x="16481" y="263"/>
                  </a:cubicBezTo>
                  <a:cubicBezTo>
                    <a:pt x="16481" y="263"/>
                    <a:pt x="15084" y="1"/>
                    <a:pt x="13169" y="1"/>
                  </a:cubicBez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1377;p25">
              <a:extLst>
                <a:ext uri="{FF2B5EF4-FFF2-40B4-BE49-F238E27FC236}">
                  <a16:creationId xmlns:a16="http://schemas.microsoft.com/office/drawing/2014/main" id="{3FDDF63C-E7BE-B823-0631-616F74C5A91C}"/>
                </a:ext>
              </a:extLst>
            </p:cNvPr>
            <p:cNvSpPr/>
            <p:nvPr/>
          </p:nvSpPr>
          <p:spPr>
            <a:xfrm>
              <a:off x="2901775" y="2769050"/>
              <a:ext cx="613450" cy="830350"/>
            </a:xfrm>
            <a:custGeom>
              <a:avLst/>
              <a:gdLst/>
              <a:ahLst/>
              <a:cxnLst/>
              <a:rect l="l" t="t" r="r" b="b"/>
              <a:pathLst>
                <a:path w="24538" h="33214" extrusionOk="0">
                  <a:moveTo>
                    <a:pt x="13392" y="450"/>
                  </a:moveTo>
                  <a:cubicBezTo>
                    <a:pt x="14346" y="450"/>
                    <a:pt x="15161" y="534"/>
                    <a:pt x="15750" y="590"/>
                  </a:cubicBezTo>
                  <a:cubicBezTo>
                    <a:pt x="16031" y="618"/>
                    <a:pt x="16284" y="646"/>
                    <a:pt x="16424" y="674"/>
                  </a:cubicBezTo>
                  <a:cubicBezTo>
                    <a:pt x="16508" y="674"/>
                    <a:pt x="16564" y="702"/>
                    <a:pt x="16621" y="702"/>
                  </a:cubicBezTo>
                  <a:cubicBezTo>
                    <a:pt x="16649" y="702"/>
                    <a:pt x="16733" y="731"/>
                    <a:pt x="16929" y="815"/>
                  </a:cubicBezTo>
                  <a:cubicBezTo>
                    <a:pt x="17519" y="1039"/>
                    <a:pt x="18895" y="1629"/>
                    <a:pt x="20663" y="2555"/>
                  </a:cubicBezTo>
                  <a:cubicBezTo>
                    <a:pt x="21814" y="3145"/>
                    <a:pt x="22685" y="3847"/>
                    <a:pt x="23274" y="4380"/>
                  </a:cubicBezTo>
                  <a:cubicBezTo>
                    <a:pt x="23555" y="4661"/>
                    <a:pt x="23780" y="4886"/>
                    <a:pt x="23920" y="5054"/>
                  </a:cubicBezTo>
                  <a:cubicBezTo>
                    <a:pt x="23975" y="5136"/>
                    <a:pt x="24029" y="5191"/>
                    <a:pt x="24084" y="5220"/>
                  </a:cubicBezTo>
                  <a:lnTo>
                    <a:pt x="24084" y="5220"/>
                  </a:lnTo>
                  <a:lnTo>
                    <a:pt x="22909" y="27037"/>
                  </a:lnTo>
                  <a:lnTo>
                    <a:pt x="22909" y="27093"/>
                  </a:lnTo>
                  <a:cubicBezTo>
                    <a:pt x="22909" y="27093"/>
                    <a:pt x="22909" y="27177"/>
                    <a:pt x="22937" y="27317"/>
                  </a:cubicBezTo>
                  <a:cubicBezTo>
                    <a:pt x="22994" y="27767"/>
                    <a:pt x="23134" y="28805"/>
                    <a:pt x="23134" y="29648"/>
                  </a:cubicBezTo>
                  <a:cubicBezTo>
                    <a:pt x="23134" y="30069"/>
                    <a:pt x="23106" y="30462"/>
                    <a:pt x="23022" y="30686"/>
                  </a:cubicBezTo>
                  <a:cubicBezTo>
                    <a:pt x="22965" y="30883"/>
                    <a:pt x="22825" y="31051"/>
                    <a:pt x="22572" y="31220"/>
                  </a:cubicBezTo>
                  <a:cubicBezTo>
                    <a:pt x="22235" y="31444"/>
                    <a:pt x="21674" y="31669"/>
                    <a:pt x="21028" y="31809"/>
                  </a:cubicBezTo>
                  <a:cubicBezTo>
                    <a:pt x="20354" y="31978"/>
                    <a:pt x="19568" y="32118"/>
                    <a:pt x="18754" y="32287"/>
                  </a:cubicBezTo>
                  <a:cubicBezTo>
                    <a:pt x="17266" y="32539"/>
                    <a:pt x="13729" y="32736"/>
                    <a:pt x="10865" y="32736"/>
                  </a:cubicBezTo>
                  <a:cubicBezTo>
                    <a:pt x="9574" y="32736"/>
                    <a:pt x="8423" y="32708"/>
                    <a:pt x="7693" y="32623"/>
                  </a:cubicBezTo>
                  <a:cubicBezTo>
                    <a:pt x="6429" y="32483"/>
                    <a:pt x="5587" y="32371"/>
                    <a:pt x="4998" y="32230"/>
                  </a:cubicBezTo>
                  <a:cubicBezTo>
                    <a:pt x="4717" y="32146"/>
                    <a:pt x="4492" y="32062"/>
                    <a:pt x="4352" y="31950"/>
                  </a:cubicBezTo>
                  <a:cubicBezTo>
                    <a:pt x="4211" y="31837"/>
                    <a:pt x="4099" y="31725"/>
                    <a:pt x="4043" y="31585"/>
                  </a:cubicBezTo>
                  <a:cubicBezTo>
                    <a:pt x="4015" y="31500"/>
                    <a:pt x="3987" y="31360"/>
                    <a:pt x="3959" y="31135"/>
                  </a:cubicBezTo>
                  <a:cubicBezTo>
                    <a:pt x="3847" y="30377"/>
                    <a:pt x="3790" y="28946"/>
                    <a:pt x="3762" y="27738"/>
                  </a:cubicBezTo>
                  <a:cubicBezTo>
                    <a:pt x="3734" y="27121"/>
                    <a:pt x="3734" y="26559"/>
                    <a:pt x="3734" y="26138"/>
                  </a:cubicBezTo>
                  <a:cubicBezTo>
                    <a:pt x="3734" y="25717"/>
                    <a:pt x="3734" y="25464"/>
                    <a:pt x="3734" y="25464"/>
                  </a:cubicBezTo>
                  <a:lnTo>
                    <a:pt x="3734" y="25436"/>
                  </a:lnTo>
                  <a:cubicBezTo>
                    <a:pt x="3734" y="25436"/>
                    <a:pt x="3678" y="25099"/>
                    <a:pt x="3594" y="24538"/>
                  </a:cubicBezTo>
                  <a:cubicBezTo>
                    <a:pt x="3257" y="22545"/>
                    <a:pt x="2499" y="17547"/>
                    <a:pt x="1797" y="12999"/>
                  </a:cubicBezTo>
                  <a:cubicBezTo>
                    <a:pt x="1432" y="10753"/>
                    <a:pt x="1095" y="8591"/>
                    <a:pt x="871" y="7019"/>
                  </a:cubicBezTo>
                  <a:cubicBezTo>
                    <a:pt x="730" y="6205"/>
                    <a:pt x="646" y="5559"/>
                    <a:pt x="562" y="5082"/>
                  </a:cubicBezTo>
                  <a:cubicBezTo>
                    <a:pt x="534" y="4858"/>
                    <a:pt x="506" y="4689"/>
                    <a:pt x="478" y="4549"/>
                  </a:cubicBezTo>
                  <a:cubicBezTo>
                    <a:pt x="478" y="4500"/>
                    <a:pt x="478" y="4451"/>
                    <a:pt x="478" y="4421"/>
                  </a:cubicBezTo>
                  <a:lnTo>
                    <a:pt x="478" y="4421"/>
                  </a:lnTo>
                  <a:cubicBezTo>
                    <a:pt x="500" y="4406"/>
                    <a:pt x="529" y="4391"/>
                    <a:pt x="562" y="4380"/>
                  </a:cubicBezTo>
                  <a:cubicBezTo>
                    <a:pt x="814" y="4184"/>
                    <a:pt x="1432" y="3903"/>
                    <a:pt x="2078" y="3594"/>
                  </a:cubicBezTo>
                  <a:cubicBezTo>
                    <a:pt x="2724" y="3285"/>
                    <a:pt x="3453" y="2948"/>
                    <a:pt x="4043" y="2668"/>
                  </a:cubicBezTo>
                  <a:cubicBezTo>
                    <a:pt x="5419" y="1994"/>
                    <a:pt x="8002" y="983"/>
                    <a:pt x="11006" y="590"/>
                  </a:cubicBezTo>
                  <a:cubicBezTo>
                    <a:pt x="11848" y="506"/>
                    <a:pt x="12662" y="450"/>
                    <a:pt x="13392" y="450"/>
                  </a:cubicBezTo>
                  <a:close/>
                  <a:moveTo>
                    <a:pt x="13392" y="1"/>
                  </a:moveTo>
                  <a:cubicBezTo>
                    <a:pt x="12634" y="1"/>
                    <a:pt x="11820" y="29"/>
                    <a:pt x="10949" y="141"/>
                  </a:cubicBezTo>
                  <a:cubicBezTo>
                    <a:pt x="7861" y="534"/>
                    <a:pt x="5250" y="1573"/>
                    <a:pt x="3847" y="2247"/>
                  </a:cubicBezTo>
                  <a:cubicBezTo>
                    <a:pt x="3145" y="2583"/>
                    <a:pt x="2218" y="3005"/>
                    <a:pt x="1460" y="3370"/>
                  </a:cubicBezTo>
                  <a:cubicBezTo>
                    <a:pt x="1067" y="3566"/>
                    <a:pt x="730" y="3735"/>
                    <a:pt x="478" y="3875"/>
                  </a:cubicBezTo>
                  <a:cubicBezTo>
                    <a:pt x="365" y="3931"/>
                    <a:pt x="253" y="4015"/>
                    <a:pt x="197" y="4071"/>
                  </a:cubicBezTo>
                  <a:lnTo>
                    <a:pt x="85" y="4156"/>
                  </a:lnTo>
                  <a:cubicBezTo>
                    <a:pt x="56" y="4212"/>
                    <a:pt x="0" y="4240"/>
                    <a:pt x="0" y="4380"/>
                  </a:cubicBezTo>
                  <a:lnTo>
                    <a:pt x="0" y="4408"/>
                  </a:lnTo>
                  <a:cubicBezTo>
                    <a:pt x="28" y="4633"/>
                    <a:pt x="225" y="6065"/>
                    <a:pt x="562" y="8086"/>
                  </a:cubicBezTo>
                  <a:cubicBezTo>
                    <a:pt x="1488" y="14122"/>
                    <a:pt x="3257" y="25521"/>
                    <a:pt x="3257" y="25521"/>
                  </a:cubicBezTo>
                  <a:lnTo>
                    <a:pt x="3257" y="25521"/>
                  </a:lnTo>
                  <a:lnTo>
                    <a:pt x="3257" y="25521"/>
                  </a:lnTo>
                  <a:cubicBezTo>
                    <a:pt x="3257" y="25790"/>
                    <a:pt x="3260" y="26987"/>
                    <a:pt x="3285" y="28272"/>
                  </a:cubicBezTo>
                  <a:cubicBezTo>
                    <a:pt x="3313" y="29002"/>
                    <a:pt x="3341" y="29760"/>
                    <a:pt x="3397" y="30377"/>
                  </a:cubicBezTo>
                  <a:cubicBezTo>
                    <a:pt x="3425" y="30686"/>
                    <a:pt x="3453" y="30967"/>
                    <a:pt x="3482" y="31192"/>
                  </a:cubicBezTo>
                  <a:cubicBezTo>
                    <a:pt x="3510" y="31444"/>
                    <a:pt x="3566" y="31613"/>
                    <a:pt x="3622" y="31753"/>
                  </a:cubicBezTo>
                  <a:cubicBezTo>
                    <a:pt x="3706" y="31978"/>
                    <a:pt x="3875" y="32174"/>
                    <a:pt x="4099" y="32343"/>
                  </a:cubicBezTo>
                  <a:cubicBezTo>
                    <a:pt x="4408" y="32567"/>
                    <a:pt x="4829" y="32680"/>
                    <a:pt x="5391" y="32792"/>
                  </a:cubicBezTo>
                  <a:cubicBezTo>
                    <a:pt x="5980" y="32876"/>
                    <a:pt x="6710" y="32960"/>
                    <a:pt x="7637" y="33073"/>
                  </a:cubicBezTo>
                  <a:cubicBezTo>
                    <a:pt x="8423" y="33157"/>
                    <a:pt x="9574" y="33213"/>
                    <a:pt x="10865" y="33213"/>
                  </a:cubicBezTo>
                  <a:cubicBezTo>
                    <a:pt x="13729" y="33213"/>
                    <a:pt x="17294" y="33017"/>
                    <a:pt x="18838" y="32736"/>
                  </a:cubicBezTo>
                  <a:cubicBezTo>
                    <a:pt x="19933" y="32539"/>
                    <a:pt x="20972" y="32371"/>
                    <a:pt x="21786" y="32090"/>
                  </a:cubicBezTo>
                  <a:cubicBezTo>
                    <a:pt x="22207" y="31950"/>
                    <a:pt x="22544" y="31809"/>
                    <a:pt x="22853" y="31613"/>
                  </a:cubicBezTo>
                  <a:cubicBezTo>
                    <a:pt x="23134" y="31388"/>
                    <a:pt x="23358" y="31164"/>
                    <a:pt x="23471" y="30827"/>
                  </a:cubicBezTo>
                  <a:cubicBezTo>
                    <a:pt x="23583" y="30518"/>
                    <a:pt x="23611" y="30097"/>
                    <a:pt x="23611" y="29648"/>
                  </a:cubicBezTo>
                  <a:cubicBezTo>
                    <a:pt x="23611" y="28508"/>
                    <a:pt x="23386" y="27169"/>
                    <a:pt x="23361" y="27022"/>
                  </a:cubicBezTo>
                  <a:lnTo>
                    <a:pt x="23361" y="27022"/>
                  </a:lnTo>
                  <a:lnTo>
                    <a:pt x="24538" y="5166"/>
                  </a:lnTo>
                  <a:cubicBezTo>
                    <a:pt x="24538" y="5110"/>
                    <a:pt x="24538" y="5054"/>
                    <a:pt x="24510" y="5026"/>
                  </a:cubicBezTo>
                  <a:cubicBezTo>
                    <a:pt x="24481" y="4998"/>
                    <a:pt x="23274" y="3398"/>
                    <a:pt x="20888" y="2134"/>
                  </a:cubicBezTo>
                  <a:cubicBezTo>
                    <a:pt x="18502" y="899"/>
                    <a:pt x="16789" y="281"/>
                    <a:pt x="16789" y="253"/>
                  </a:cubicBezTo>
                  <a:lnTo>
                    <a:pt x="16761" y="253"/>
                  </a:lnTo>
                  <a:cubicBezTo>
                    <a:pt x="16761" y="253"/>
                    <a:pt x="15329" y="1"/>
                    <a:pt x="13392"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1378;p25">
              <a:extLst>
                <a:ext uri="{FF2B5EF4-FFF2-40B4-BE49-F238E27FC236}">
                  <a16:creationId xmlns:a16="http://schemas.microsoft.com/office/drawing/2014/main" id="{495E7314-09D1-99D6-8FEB-B3FE6C299738}"/>
                </a:ext>
              </a:extLst>
            </p:cNvPr>
            <p:cNvSpPr/>
            <p:nvPr/>
          </p:nvSpPr>
          <p:spPr>
            <a:xfrm>
              <a:off x="3490625" y="2898200"/>
              <a:ext cx="312375" cy="474625"/>
            </a:xfrm>
            <a:custGeom>
              <a:avLst/>
              <a:gdLst/>
              <a:ahLst/>
              <a:cxnLst/>
              <a:rect l="l" t="t" r="r" b="b"/>
              <a:pathLst>
                <a:path w="12495" h="18985" extrusionOk="0">
                  <a:moveTo>
                    <a:pt x="759" y="0"/>
                  </a:moveTo>
                  <a:lnTo>
                    <a:pt x="1" y="12072"/>
                  </a:lnTo>
                  <a:cubicBezTo>
                    <a:pt x="1" y="12072"/>
                    <a:pt x="8137" y="18984"/>
                    <a:pt x="10184" y="18984"/>
                  </a:cubicBezTo>
                  <a:cubicBezTo>
                    <a:pt x="10216" y="18984"/>
                    <a:pt x="10247" y="18982"/>
                    <a:pt x="10276" y="18979"/>
                  </a:cubicBezTo>
                  <a:cubicBezTo>
                    <a:pt x="12157" y="18754"/>
                    <a:pt x="12494" y="17294"/>
                    <a:pt x="12494" y="17294"/>
                  </a:cubicBezTo>
                  <a:lnTo>
                    <a:pt x="11596" y="12241"/>
                  </a:lnTo>
                  <a:lnTo>
                    <a:pt x="759" y="0"/>
                  </a:lnTo>
                  <a:close/>
                </a:path>
              </a:pathLst>
            </a:custGeom>
            <a:solidFill>
              <a:srgbClr val="77C6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1379;p25">
              <a:extLst>
                <a:ext uri="{FF2B5EF4-FFF2-40B4-BE49-F238E27FC236}">
                  <a16:creationId xmlns:a16="http://schemas.microsoft.com/office/drawing/2014/main" id="{230B5240-3BE8-1059-56EB-F6147F56090A}"/>
                </a:ext>
              </a:extLst>
            </p:cNvPr>
            <p:cNvSpPr/>
            <p:nvPr/>
          </p:nvSpPr>
          <p:spPr>
            <a:xfrm>
              <a:off x="3484325" y="2892300"/>
              <a:ext cx="325675" cy="486700"/>
            </a:xfrm>
            <a:custGeom>
              <a:avLst/>
              <a:gdLst/>
              <a:ahLst/>
              <a:cxnLst/>
              <a:rect l="l" t="t" r="r" b="b"/>
              <a:pathLst>
                <a:path w="13027" h="19468" extrusionOk="0">
                  <a:moveTo>
                    <a:pt x="999" y="1"/>
                  </a:moveTo>
                  <a:cubicBezTo>
                    <a:pt x="974" y="1"/>
                    <a:pt x="949" y="4"/>
                    <a:pt x="927" y="12"/>
                  </a:cubicBezTo>
                  <a:cubicBezTo>
                    <a:pt x="843" y="40"/>
                    <a:pt x="786" y="124"/>
                    <a:pt x="786" y="208"/>
                  </a:cubicBezTo>
                  <a:lnTo>
                    <a:pt x="28" y="12280"/>
                  </a:lnTo>
                  <a:cubicBezTo>
                    <a:pt x="0" y="12365"/>
                    <a:pt x="56" y="12421"/>
                    <a:pt x="113" y="12477"/>
                  </a:cubicBezTo>
                  <a:cubicBezTo>
                    <a:pt x="113" y="12477"/>
                    <a:pt x="2134" y="14218"/>
                    <a:pt x="4436" y="15958"/>
                  </a:cubicBezTo>
                  <a:cubicBezTo>
                    <a:pt x="5587" y="16829"/>
                    <a:pt x="6794" y="17699"/>
                    <a:pt x="7861" y="18345"/>
                  </a:cubicBezTo>
                  <a:cubicBezTo>
                    <a:pt x="8395" y="18681"/>
                    <a:pt x="8872" y="18934"/>
                    <a:pt x="9321" y="19131"/>
                  </a:cubicBezTo>
                  <a:cubicBezTo>
                    <a:pt x="9742" y="19327"/>
                    <a:pt x="10107" y="19468"/>
                    <a:pt x="10444" y="19468"/>
                  </a:cubicBezTo>
                  <a:lnTo>
                    <a:pt x="10556" y="19439"/>
                  </a:lnTo>
                  <a:cubicBezTo>
                    <a:pt x="11567" y="19327"/>
                    <a:pt x="12185" y="18878"/>
                    <a:pt x="12522" y="18429"/>
                  </a:cubicBezTo>
                  <a:cubicBezTo>
                    <a:pt x="12887" y="18008"/>
                    <a:pt x="12971" y="17615"/>
                    <a:pt x="12999" y="17587"/>
                  </a:cubicBezTo>
                  <a:cubicBezTo>
                    <a:pt x="13027" y="17474"/>
                    <a:pt x="12943" y="17334"/>
                    <a:pt x="12802" y="17306"/>
                  </a:cubicBezTo>
                  <a:cubicBezTo>
                    <a:pt x="12788" y="17302"/>
                    <a:pt x="12772" y="17300"/>
                    <a:pt x="12757" y="17300"/>
                  </a:cubicBezTo>
                  <a:cubicBezTo>
                    <a:pt x="12655" y="17300"/>
                    <a:pt x="12546" y="17377"/>
                    <a:pt x="12522" y="17474"/>
                  </a:cubicBezTo>
                  <a:cubicBezTo>
                    <a:pt x="12522" y="17502"/>
                    <a:pt x="12437" y="17839"/>
                    <a:pt x="12157" y="18176"/>
                  </a:cubicBezTo>
                  <a:cubicBezTo>
                    <a:pt x="11848" y="18513"/>
                    <a:pt x="11371" y="18878"/>
                    <a:pt x="10500" y="18990"/>
                  </a:cubicBezTo>
                  <a:lnTo>
                    <a:pt x="10444" y="18990"/>
                  </a:lnTo>
                  <a:cubicBezTo>
                    <a:pt x="10248" y="18990"/>
                    <a:pt x="9911" y="18906"/>
                    <a:pt x="9518" y="18710"/>
                  </a:cubicBezTo>
                  <a:cubicBezTo>
                    <a:pt x="8086" y="18064"/>
                    <a:pt x="5784" y="16407"/>
                    <a:pt x="3875" y="14919"/>
                  </a:cubicBezTo>
                  <a:cubicBezTo>
                    <a:pt x="2920" y="14189"/>
                    <a:pt x="2050" y="13488"/>
                    <a:pt x="1432" y="12954"/>
                  </a:cubicBezTo>
                  <a:cubicBezTo>
                    <a:pt x="1095" y="12702"/>
                    <a:pt x="843" y="12505"/>
                    <a:pt x="674" y="12337"/>
                  </a:cubicBezTo>
                  <a:cubicBezTo>
                    <a:pt x="598" y="12273"/>
                    <a:pt x="534" y="12221"/>
                    <a:pt x="486" y="12183"/>
                  </a:cubicBezTo>
                  <a:lnTo>
                    <a:pt x="486" y="12183"/>
                  </a:lnTo>
                  <a:lnTo>
                    <a:pt x="1208" y="798"/>
                  </a:lnTo>
                  <a:lnTo>
                    <a:pt x="11679" y="12645"/>
                  </a:lnTo>
                  <a:cubicBezTo>
                    <a:pt x="11722" y="12687"/>
                    <a:pt x="11778" y="12709"/>
                    <a:pt x="11837" y="12709"/>
                  </a:cubicBezTo>
                  <a:cubicBezTo>
                    <a:pt x="11897" y="12709"/>
                    <a:pt x="11960" y="12687"/>
                    <a:pt x="12016" y="12645"/>
                  </a:cubicBezTo>
                  <a:cubicBezTo>
                    <a:pt x="12101" y="12561"/>
                    <a:pt x="12101" y="12421"/>
                    <a:pt x="12016" y="12337"/>
                  </a:cubicBezTo>
                  <a:lnTo>
                    <a:pt x="1179" y="68"/>
                  </a:lnTo>
                  <a:cubicBezTo>
                    <a:pt x="1138" y="27"/>
                    <a:pt x="1067" y="1"/>
                    <a:pt x="999" y="1"/>
                  </a:cubicBezTo>
                  <a:close/>
                </a:path>
              </a:pathLst>
            </a:custGeom>
            <a:solidFill>
              <a:srgbClr val="3D3D3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9" name="TextBox 418">
            <a:extLst>
              <a:ext uri="{FF2B5EF4-FFF2-40B4-BE49-F238E27FC236}">
                <a16:creationId xmlns:a16="http://schemas.microsoft.com/office/drawing/2014/main" id="{6DF1F684-D3B9-ACDF-486A-6C6517D893B5}"/>
              </a:ext>
            </a:extLst>
          </p:cNvPr>
          <p:cNvSpPr txBox="1"/>
          <p:nvPr/>
        </p:nvSpPr>
        <p:spPr>
          <a:xfrm>
            <a:off x="1066650" y="3924300"/>
            <a:ext cx="8305800" cy="4031873"/>
          </a:xfrm>
          <a:prstGeom prst="rect">
            <a:avLst/>
          </a:prstGeom>
          <a:noFill/>
        </p:spPr>
        <p:txBody>
          <a:bodyPr wrap="square" rtlCol="0">
            <a:spAutoFit/>
          </a:bodyPr>
          <a:lstStyle/>
          <a:p>
            <a:r>
              <a:rPr lang="en-US" sz="3200" b="1" dirty="0"/>
              <a:t>2. </a:t>
            </a:r>
            <a:r>
              <a:rPr lang="en-US" sz="3200" b="1" dirty="0" err="1"/>
              <a:t>RetinaFace</a:t>
            </a:r>
            <a:r>
              <a:rPr lang="en-US" sz="3200" b="1" dirty="0"/>
              <a:t>:</a:t>
            </a:r>
            <a:r>
              <a:rPr lang="en-US" sz="3200" dirty="0"/>
              <a:t> Detects face and extracts precise eye regions.</a:t>
            </a:r>
          </a:p>
          <a:p>
            <a:r>
              <a:rPr lang="en-US" sz="3200" b="1" dirty="0"/>
              <a:t>MobileNetV2:</a:t>
            </a:r>
            <a:r>
              <a:rPr lang="en-US" sz="3200" dirty="0"/>
              <a:t> Classifies each frame as </a:t>
            </a:r>
            <a:r>
              <a:rPr lang="en-US" sz="3200" i="1" dirty="0"/>
              <a:t>eye-open</a:t>
            </a:r>
            <a:r>
              <a:rPr lang="en-US" sz="3200" dirty="0"/>
              <a:t> or </a:t>
            </a:r>
            <a:r>
              <a:rPr lang="en-US" sz="3200" i="1" dirty="0"/>
              <a:t>eye-closed</a:t>
            </a:r>
            <a:r>
              <a:rPr lang="en-US" sz="3200" dirty="0"/>
              <a:t>.</a:t>
            </a:r>
          </a:p>
          <a:p>
            <a:r>
              <a:rPr lang="en-US" sz="3200" b="1" dirty="0"/>
              <a:t>Blink Feature Extraction:</a:t>
            </a:r>
            <a:r>
              <a:rPr lang="en-US" sz="3200" dirty="0"/>
              <a:t> Computes blink rate, duration, and irregularity.</a:t>
            </a:r>
          </a:p>
          <a:p>
            <a:r>
              <a:rPr lang="en-US" sz="3200" b="1" dirty="0"/>
              <a:t>MLP Classifier:</a:t>
            </a:r>
            <a:r>
              <a:rPr lang="en-US" sz="3200" dirty="0"/>
              <a:t> Predicts addiction level (Normal / Moderate / High).</a:t>
            </a:r>
          </a:p>
        </p:txBody>
      </p:sp>
      <p:sp>
        <p:nvSpPr>
          <p:cNvPr id="420" name="TextBox 419">
            <a:extLst>
              <a:ext uri="{FF2B5EF4-FFF2-40B4-BE49-F238E27FC236}">
                <a16:creationId xmlns:a16="http://schemas.microsoft.com/office/drawing/2014/main" id="{FAF56200-E777-699E-B648-570C97572D8B}"/>
              </a:ext>
            </a:extLst>
          </p:cNvPr>
          <p:cNvSpPr txBox="1"/>
          <p:nvPr/>
        </p:nvSpPr>
        <p:spPr>
          <a:xfrm>
            <a:off x="1295100" y="2857500"/>
            <a:ext cx="7848900" cy="707886"/>
          </a:xfrm>
          <a:prstGeom prst="rect">
            <a:avLst/>
          </a:prstGeom>
          <a:noFill/>
        </p:spPr>
        <p:txBody>
          <a:bodyPr wrap="square" rtlCol="0">
            <a:spAutoFit/>
          </a:bodyPr>
          <a:lstStyle/>
          <a:p>
            <a:r>
              <a:rPr lang="en-US" sz="4000" b="1" dirty="0">
                <a:solidFill>
                  <a:schemeClr val="tx2">
                    <a:lumMod val="75000"/>
                  </a:schemeClr>
                </a:solidFill>
                <a:latin typeface="Amasis MT Pro Medium" panose="02040604050005020304" pitchFamily="18" charset="0"/>
              </a:rPr>
              <a:t>2. </a:t>
            </a:r>
            <a:r>
              <a:rPr lang="en-IN" sz="4000" b="1" dirty="0">
                <a:solidFill>
                  <a:schemeClr val="tx2">
                    <a:lumMod val="75000"/>
                  </a:schemeClr>
                </a:solidFill>
                <a:latin typeface="Amasis MT Pro Medium" panose="02040604050005020304" pitchFamily="18" charset="0"/>
              </a:rPr>
              <a:t>Processing (AI/ML Modules)</a:t>
            </a:r>
          </a:p>
        </p:txBody>
      </p:sp>
    </p:spTree>
    <p:extLst>
      <p:ext uri="{BB962C8B-B14F-4D97-AF65-F5344CB8AC3E}">
        <p14:creationId xmlns:p14="http://schemas.microsoft.com/office/powerpoint/2010/main" val="3544055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7104C-9C74-547D-72BC-F7F4BE8E9C13}"/>
            </a:ext>
          </a:extLst>
        </p:cNvPr>
        <p:cNvGrpSpPr/>
        <p:nvPr/>
      </p:nvGrpSpPr>
      <p:grpSpPr>
        <a:xfrm>
          <a:off x="0" y="0"/>
          <a:ext cx="0" cy="0"/>
          <a:chOff x="0" y="0"/>
          <a:chExt cx="0" cy="0"/>
        </a:xfrm>
      </p:grpSpPr>
      <p:sp>
        <p:nvSpPr>
          <p:cNvPr id="196" name="Google Shape;2148;p38">
            <a:extLst>
              <a:ext uri="{FF2B5EF4-FFF2-40B4-BE49-F238E27FC236}">
                <a16:creationId xmlns:a16="http://schemas.microsoft.com/office/drawing/2014/main" id="{868E9C25-2C51-4649-C9EF-CAB455D649FA}"/>
              </a:ext>
            </a:extLst>
          </p:cNvPr>
          <p:cNvSpPr txBox="1">
            <a:spLocks/>
          </p:cNvSpPr>
          <p:nvPr/>
        </p:nvSpPr>
        <p:spPr>
          <a:xfrm>
            <a:off x="1447500" y="887567"/>
            <a:ext cx="15393000" cy="1145400"/>
          </a:xfrm>
          <a:prstGeom prst="rect">
            <a:avLst/>
          </a:prstGeom>
        </p:spPr>
        <p:txBody>
          <a:bodyPr spcFirstLastPara="1" vert="horz" wrap="square" lIns="182850" tIns="182850" rIns="182850" bIns="18285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ts val="0"/>
              </a:spcBef>
            </a:pPr>
            <a:r>
              <a:rPr lang="en-US" dirty="0">
                <a:solidFill>
                  <a:schemeClr val="tx2">
                    <a:lumMod val="75000"/>
                  </a:schemeClr>
                </a:solidFill>
                <a:latin typeface="Amasis MT Pro Medium" panose="02040604050005020304" pitchFamily="18" charset="0"/>
              </a:rPr>
              <a:t>PROJECT ANALYSIS</a:t>
            </a:r>
          </a:p>
        </p:txBody>
      </p:sp>
      <p:grpSp>
        <p:nvGrpSpPr>
          <p:cNvPr id="401" name="Google Shape;4241;p64">
            <a:extLst>
              <a:ext uri="{FF2B5EF4-FFF2-40B4-BE49-F238E27FC236}">
                <a16:creationId xmlns:a16="http://schemas.microsoft.com/office/drawing/2014/main" id="{70D7EC44-DEC3-8E5F-AB33-6B01C277A090}"/>
              </a:ext>
            </a:extLst>
          </p:cNvPr>
          <p:cNvGrpSpPr/>
          <p:nvPr/>
        </p:nvGrpSpPr>
        <p:grpSpPr>
          <a:xfrm>
            <a:off x="-228600" y="3004249"/>
            <a:ext cx="8132561" cy="7282751"/>
            <a:chOff x="1196709" y="464425"/>
            <a:chExt cx="5022575" cy="4623068"/>
          </a:xfrm>
        </p:grpSpPr>
        <p:sp>
          <p:nvSpPr>
            <p:cNvPr id="402" name="Google Shape;4242;p64">
              <a:extLst>
                <a:ext uri="{FF2B5EF4-FFF2-40B4-BE49-F238E27FC236}">
                  <a16:creationId xmlns:a16="http://schemas.microsoft.com/office/drawing/2014/main" id="{099FB3AD-A1F1-1C23-191D-C0FF4F589BB5}"/>
                </a:ext>
              </a:extLst>
            </p:cNvPr>
            <p:cNvSpPr/>
            <p:nvPr/>
          </p:nvSpPr>
          <p:spPr>
            <a:xfrm>
              <a:off x="1196709" y="561168"/>
              <a:ext cx="5022575" cy="4526325"/>
            </a:xfrm>
            <a:custGeom>
              <a:avLst/>
              <a:gdLst/>
              <a:ahLst/>
              <a:cxnLst/>
              <a:rect l="l" t="t" r="r" b="b"/>
              <a:pathLst>
                <a:path w="200903" h="181053" extrusionOk="0">
                  <a:moveTo>
                    <a:pt x="125732" y="1"/>
                  </a:moveTo>
                  <a:cubicBezTo>
                    <a:pt x="113978" y="1"/>
                    <a:pt x="102353" y="4024"/>
                    <a:pt x="92608" y="11467"/>
                  </a:cubicBezTo>
                  <a:cubicBezTo>
                    <a:pt x="70622" y="28310"/>
                    <a:pt x="54646" y="51229"/>
                    <a:pt x="30570" y="65823"/>
                  </a:cubicBezTo>
                  <a:cubicBezTo>
                    <a:pt x="10512" y="77974"/>
                    <a:pt x="0" y="97646"/>
                    <a:pt x="6751" y="125419"/>
                  </a:cubicBezTo>
                  <a:cubicBezTo>
                    <a:pt x="13127" y="151683"/>
                    <a:pt x="33585" y="167565"/>
                    <a:pt x="56639" y="167565"/>
                  </a:cubicBezTo>
                  <a:cubicBezTo>
                    <a:pt x="57991" y="167565"/>
                    <a:pt x="59353" y="167510"/>
                    <a:pt x="60721" y="167400"/>
                  </a:cubicBezTo>
                  <a:cubicBezTo>
                    <a:pt x="65021" y="167056"/>
                    <a:pt x="69362" y="166862"/>
                    <a:pt x="73701" y="166862"/>
                  </a:cubicBezTo>
                  <a:cubicBezTo>
                    <a:pt x="90057" y="166862"/>
                    <a:pt x="106390" y="169618"/>
                    <a:pt x="120413" y="177493"/>
                  </a:cubicBezTo>
                  <a:cubicBezTo>
                    <a:pt x="124643" y="179866"/>
                    <a:pt x="129744" y="181052"/>
                    <a:pt x="135391" y="181052"/>
                  </a:cubicBezTo>
                  <a:cubicBezTo>
                    <a:pt x="150859" y="181052"/>
                    <a:pt x="170424" y="172151"/>
                    <a:pt x="187402" y="154349"/>
                  </a:cubicBezTo>
                  <a:cubicBezTo>
                    <a:pt x="200903" y="140173"/>
                    <a:pt x="199585" y="122172"/>
                    <a:pt x="195181" y="105329"/>
                  </a:cubicBezTo>
                  <a:cubicBezTo>
                    <a:pt x="192481" y="94946"/>
                    <a:pt x="190713" y="84306"/>
                    <a:pt x="188624" y="73763"/>
                  </a:cubicBezTo>
                  <a:cubicBezTo>
                    <a:pt x="187113" y="66337"/>
                    <a:pt x="185473" y="58944"/>
                    <a:pt x="183223" y="51712"/>
                  </a:cubicBezTo>
                  <a:cubicBezTo>
                    <a:pt x="176634" y="30753"/>
                    <a:pt x="163551" y="9506"/>
                    <a:pt x="141114" y="2370"/>
                  </a:cubicBezTo>
                  <a:cubicBezTo>
                    <a:pt x="136060" y="773"/>
                    <a:pt x="130884" y="1"/>
                    <a:pt x="125732" y="1"/>
                  </a:cubicBezTo>
                  <a:close/>
                </a:path>
              </a:pathLst>
            </a:custGeom>
            <a:solidFill>
              <a:schemeClr val="accent5">
                <a:lumMod val="20000"/>
                <a:lumOff val="8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4" name="Google Shape;4244;p64">
              <a:extLst>
                <a:ext uri="{FF2B5EF4-FFF2-40B4-BE49-F238E27FC236}">
                  <a16:creationId xmlns:a16="http://schemas.microsoft.com/office/drawing/2014/main" id="{81CF0D90-EF1B-D62A-5769-14634E0134E9}"/>
                </a:ext>
              </a:extLst>
            </p:cNvPr>
            <p:cNvSpPr/>
            <p:nvPr/>
          </p:nvSpPr>
          <p:spPr>
            <a:xfrm>
              <a:off x="2412500" y="519875"/>
              <a:ext cx="132625" cy="207650"/>
            </a:xfrm>
            <a:custGeom>
              <a:avLst/>
              <a:gdLst/>
              <a:ahLst/>
              <a:cxnLst/>
              <a:rect l="l" t="t" r="r" b="b"/>
              <a:pathLst>
                <a:path w="5305" h="8306" extrusionOk="0">
                  <a:moveTo>
                    <a:pt x="2754" y="1"/>
                  </a:moveTo>
                  <a:cubicBezTo>
                    <a:pt x="2398" y="1"/>
                    <a:pt x="2038" y="96"/>
                    <a:pt x="1704" y="302"/>
                  </a:cubicBezTo>
                  <a:cubicBezTo>
                    <a:pt x="161" y="1266"/>
                    <a:pt x="0" y="4545"/>
                    <a:pt x="386" y="6120"/>
                  </a:cubicBezTo>
                  <a:cubicBezTo>
                    <a:pt x="418" y="6249"/>
                    <a:pt x="1190" y="8306"/>
                    <a:pt x="1222" y="8306"/>
                  </a:cubicBezTo>
                  <a:cubicBezTo>
                    <a:pt x="1222" y="8306"/>
                    <a:pt x="3729" y="6313"/>
                    <a:pt x="4372" y="5059"/>
                  </a:cubicBezTo>
                  <a:cubicBezTo>
                    <a:pt x="4919" y="3966"/>
                    <a:pt x="5304" y="2424"/>
                    <a:pt x="4758" y="1299"/>
                  </a:cubicBezTo>
                  <a:cubicBezTo>
                    <a:pt x="4356" y="494"/>
                    <a:pt x="3566" y="1"/>
                    <a:pt x="275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245;p64">
              <a:extLst>
                <a:ext uri="{FF2B5EF4-FFF2-40B4-BE49-F238E27FC236}">
                  <a16:creationId xmlns:a16="http://schemas.microsoft.com/office/drawing/2014/main" id="{C9FF6576-7C09-0D14-DD43-05939FCC277C}"/>
                </a:ext>
              </a:extLst>
            </p:cNvPr>
            <p:cNvSpPr/>
            <p:nvPr/>
          </p:nvSpPr>
          <p:spPr>
            <a:xfrm>
              <a:off x="1792100" y="970475"/>
              <a:ext cx="143875" cy="203075"/>
            </a:xfrm>
            <a:custGeom>
              <a:avLst/>
              <a:gdLst/>
              <a:ahLst/>
              <a:cxnLst/>
              <a:rect l="l" t="t" r="r" b="b"/>
              <a:pathLst>
                <a:path w="5755" h="8123" extrusionOk="0">
                  <a:moveTo>
                    <a:pt x="2663" y="0"/>
                  </a:moveTo>
                  <a:cubicBezTo>
                    <a:pt x="1887" y="0"/>
                    <a:pt x="1133" y="393"/>
                    <a:pt x="772" y="1179"/>
                  </a:cubicBezTo>
                  <a:cubicBezTo>
                    <a:pt x="1" y="2851"/>
                    <a:pt x="1672" y="5679"/>
                    <a:pt x="2862" y="6772"/>
                  </a:cubicBezTo>
                  <a:cubicBezTo>
                    <a:pt x="2957" y="6867"/>
                    <a:pt x="4714" y="8123"/>
                    <a:pt x="4758" y="8123"/>
                  </a:cubicBezTo>
                  <a:cubicBezTo>
                    <a:pt x="4758" y="8123"/>
                    <a:pt x="4758" y="8123"/>
                    <a:pt x="4758" y="8122"/>
                  </a:cubicBezTo>
                  <a:cubicBezTo>
                    <a:pt x="4758" y="8122"/>
                    <a:pt x="5755" y="5101"/>
                    <a:pt x="5594" y="3686"/>
                  </a:cubicBezTo>
                  <a:cubicBezTo>
                    <a:pt x="5466" y="2465"/>
                    <a:pt x="4951" y="986"/>
                    <a:pt x="3826" y="311"/>
                  </a:cubicBezTo>
                  <a:cubicBezTo>
                    <a:pt x="3466" y="104"/>
                    <a:pt x="3062" y="0"/>
                    <a:pt x="26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246;p64">
              <a:extLst>
                <a:ext uri="{FF2B5EF4-FFF2-40B4-BE49-F238E27FC236}">
                  <a16:creationId xmlns:a16="http://schemas.microsoft.com/office/drawing/2014/main" id="{1FE08BE9-4DC1-33A4-F0F8-107796A5D141}"/>
                </a:ext>
              </a:extLst>
            </p:cNvPr>
            <p:cNvSpPr/>
            <p:nvPr/>
          </p:nvSpPr>
          <p:spPr>
            <a:xfrm>
              <a:off x="2946900" y="802250"/>
              <a:ext cx="463700" cy="1052750"/>
            </a:xfrm>
            <a:custGeom>
              <a:avLst/>
              <a:gdLst/>
              <a:ahLst/>
              <a:cxnLst/>
              <a:rect l="l" t="t" r="r" b="b"/>
              <a:pathLst>
                <a:path w="18548" h="42110" extrusionOk="0">
                  <a:moveTo>
                    <a:pt x="9194" y="0"/>
                  </a:moveTo>
                  <a:cubicBezTo>
                    <a:pt x="9194" y="0"/>
                    <a:pt x="0" y="9483"/>
                    <a:pt x="65" y="21087"/>
                  </a:cubicBezTo>
                  <a:cubicBezTo>
                    <a:pt x="97" y="32724"/>
                    <a:pt x="9354" y="42110"/>
                    <a:pt x="9354" y="42110"/>
                  </a:cubicBezTo>
                  <a:cubicBezTo>
                    <a:pt x="9354" y="42110"/>
                    <a:pt x="18548" y="32659"/>
                    <a:pt x="18483" y="21023"/>
                  </a:cubicBezTo>
                  <a:cubicBezTo>
                    <a:pt x="18451" y="9387"/>
                    <a:pt x="9194" y="0"/>
                    <a:pt x="9194" y="0"/>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7" name="Google Shape;4247;p64">
              <a:extLst>
                <a:ext uri="{FF2B5EF4-FFF2-40B4-BE49-F238E27FC236}">
                  <a16:creationId xmlns:a16="http://schemas.microsoft.com/office/drawing/2014/main" id="{8B41AE18-27EB-BA17-9C07-D45DBE0BE5C2}"/>
                </a:ext>
              </a:extLst>
            </p:cNvPr>
            <p:cNvSpPr/>
            <p:nvPr/>
          </p:nvSpPr>
          <p:spPr>
            <a:xfrm>
              <a:off x="1520500" y="464425"/>
              <a:ext cx="1581525" cy="1453275"/>
            </a:xfrm>
            <a:custGeom>
              <a:avLst/>
              <a:gdLst/>
              <a:ahLst/>
              <a:cxnLst/>
              <a:rect l="l" t="t" r="r" b="b"/>
              <a:pathLst>
                <a:path w="63261" h="58131" extrusionOk="0">
                  <a:moveTo>
                    <a:pt x="47124" y="44758"/>
                  </a:moveTo>
                  <a:cubicBezTo>
                    <a:pt x="47542" y="46879"/>
                    <a:pt x="48377" y="49322"/>
                    <a:pt x="49920" y="51476"/>
                  </a:cubicBezTo>
                  <a:cubicBezTo>
                    <a:pt x="49117" y="51090"/>
                    <a:pt x="48217" y="50672"/>
                    <a:pt x="47285" y="50190"/>
                  </a:cubicBezTo>
                  <a:cubicBezTo>
                    <a:pt x="46577" y="49837"/>
                    <a:pt x="45838" y="49451"/>
                    <a:pt x="45067" y="49033"/>
                  </a:cubicBezTo>
                  <a:cubicBezTo>
                    <a:pt x="45195" y="48712"/>
                    <a:pt x="46288" y="46301"/>
                    <a:pt x="46385" y="44919"/>
                  </a:cubicBezTo>
                  <a:cubicBezTo>
                    <a:pt x="46610" y="44886"/>
                    <a:pt x="46867" y="44822"/>
                    <a:pt x="47124" y="44758"/>
                  </a:cubicBezTo>
                  <a:close/>
                  <a:moveTo>
                    <a:pt x="26629" y="1"/>
                  </a:moveTo>
                  <a:cubicBezTo>
                    <a:pt x="26482" y="1"/>
                    <a:pt x="26338" y="15"/>
                    <a:pt x="26198" y="45"/>
                  </a:cubicBezTo>
                  <a:cubicBezTo>
                    <a:pt x="24912" y="302"/>
                    <a:pt x="24301" y="1652"/>
                    <a:pt x="24687" y="2841"/>
                  </a:cubicBezTo>
                  <a:cubicBezTo>
                    <a:pt x="25105" y="4063"/>
                    <a:pt x="26455" y="4899"/>
                    <a:pt x="27580" y="5284"/>
                  </a:cubicBezTo>
                  <a:cubicBezTo>
                    <a:pt x="28155" y="5487"/>
                    <a:pt x="29054" y="5546"/>
                    <a:pt x="29898" y="5546"/>
                  </a:cubicBezTo>
                  <a:cubicBezTo>
                    <a:pt x="30798" y="5546"/>
                    <a:pt x="31636" y="5478"/>
                    <a:pt x="31952" y="5445"/>
                  </a:cubicBezTo>
                  <a:cubicBezTo>
                    <a:pt x="32370" y="5831"/>
                    <a:pt x="32755" y="6217"/>
                    <a:pt x="33205" y="6667"/>
                  </a:cubicBezTo>
                  <a:cubicBezTo>
                    <a:pt x="33977" y="7470"/>
                    <a:pt x="34845" y="8402"/>
                    <a:pt x="35745" y="9463"/>
                  </a:cubicBezTo>
                  <a:cubicBezTo>
                    <a:pt x="35970" y="9720"/>
                    <a:pt x="36195" y="10042"/>
                    <a:pt x="36452" y="10331"/>
                  </a:cubicBezTo>
                  <a:cubicBezTo>
                    <a:pt x="35938" y="9913"/>
                    <a:pt x="35230" y="9367"/>
                    <a:pt x="35166" y="9303"/>
                  </a:cubicBezTo>
                  <a:cubicBezTo>
                    <a:pt x="34261" y="8734"/>
                    <a:pt x="32599" y="8166"/>
                    <a:pt x="31170" y="8166"/>
                  </a:cubicBezTo>
                  <a:cubicBezTo>
                    <a:pt x="30417" y="8166"/>
                    <a:pt x="29729" y="8324"/>
                    <a:pt x="29252" y="8724"/>
                  </a:cubicBezTo>
                  <a:cubicBezTo>
                    <a:pt x="28223" y="9560"/>
                    <a:pt x="28319" y="11038"/>
                    <a:pt x="29187" y="11906"/>
                  </a:cubicBezTo>
                  <a:cubicBezTo>
                    <a:pt x="29882" y="12577"/>
                    <a:pt x="30934" y="12819"/>
                    <a:pt x="31917" y="12819"/>
                  </a:cubicBezTo>
                  <a:cubicBezTo>
                    <a:pt x="32253" y="12819"/>
                    <a:pt x="32581" y="12791"/>
                    <a:pt x="32884" y="12742"/>
                  </a:cubicBezTo>
                  <a:cubicBezTo>
                    <a:pt x="34137" y="12581"/>
                    <a:pt x="36388" y="11167"/>
                    <a:pt x="36870" y="10845"/>
                  </a:cubicBezTo>
                  <a:cubicBezTo>
                    <a:pt x="37384" y="11520"/>
                    <a:pt x="37898" y="12228"/>
                    <a:pt x="38381" y="12999"/>
                  </a:cubicBezTo>
                  <a:cubicBezTo>
                    <a:pt x="39248" y="14285"/>
                    <a:pt x="40084" y="15731"/>
                    <a:pt x="40759" y="17306"/>
                  </a:cubicBezTo>
                  <a:cubicBezTo>
                    <a:pt x="40791" y="17371"/>
                    <a:pt x="40824" y="17467"/>
                    <a:pt x="40856" y="17564"/>
                  </a:cubicBezTo>
                  <a:cubicBezTo>
                    <a:pt x="40663" y="17306"/>
                    <a:pt x="39377" y="16021"/>
                    <a:pt x="39281" y="15956"/>
                  </a:cubicBezTo>
                  <a:cubicBezTo>
                    <a:pt x="38355" y="15197"/>
                    <a:pt x="36449" y="14333"/>
                    <a:pt x="34907" y="14333"/>
                  </a:cubicBezTo>
                  <a:cubicBezTo>
                    <a:pt x="34360" y="14333"/>
                    <a:pt x="33858" y="14442"/>
                    <a:pt x="33462" y="14703"/>
                  </a:cubicBezTo>
                  <a:cubicBezTo>
                    <a:pt x="32370" y="15442"/>
                    <a:pt x="32273" y="16921"/>
                    <a:pt x="33077" y="17885"/>
                  </a:cubicBezTo>
                  <a:cubicBezTo>
                    <a:pt x="33810" y="18795"/>
                    <a:pt x="35160" y="19115"/>
                    <a:pt x="36319" y="19115"/>
                  </a:cubicBezTo>
                  <a:cubicBezTo>
                    <a:pt x="36430" y="19115"/>
                    <a:pt x="36538" y="19112"/>
                    <a:pt x="36645" y="19107"/>
                  </a:cubicBezTo>
                  <a:cubicBezTo>
                    <a:pt x="38027" y="19074"/>
                    <a:pt x="40791" y="17692"/>
                    <a:pt x="40888" y="17628"/>
                  </a:cubicBezTo>
                  <a:cubicBezTo>
                    <a:pt x="41499" y="19107"/>
                    <a:pt x="42013" y="20682"/>
                    <a:pt x="42431" y="22289"/>
                  </a:cubicBezTo>
                  <a:cubicBezTo>
                    <a:pt x="42752" y="23478"/>
                    <a:pt x="43041" y="24668"/>
                    <a:pt x="43299" y="25857"/>
                  </a:cubicBezTo>
                  <a:cubicBezTo>
                    <a:pt x="43009" y="25535"/>
                    <a:pt x="41820" y="24346"/>
                    <a:pt x="41724" y="24282"/>
                  </a:cubicBezTo>
                  <a:cubicBezTo>
                    <a:pt x="40775" y="23523"/>
                    <a:pt x="38880" y="22658"/>
                    <a:pt x="37345" y="22658"/>
                  </a:cubicBezTo>
                  <a:cubicBezTo>
                    <a:pt x="36800" y="22658"/>
                    <a:pt x="36301" y="22767"/>
                    <a:pt x="35905" y="23028"/>
                  </a:cubicBezTo>
                  <a:cubicBezTo>
                    <a:pt x="34813" y="23768"/>
                    <a:pt x="34716" y="25246"/>
                    <a:pt x="35520" y="26211"/>
                  </a:cubicBezTo>
                  <a:cubicBezTo>
                    <a:pt x="36284" y="27159"/>
                    <a:pt x="37718" y="27467"/>
                    <a:pt x="38908" y="27467"/>
                  </a:cubicBezTo>
                  <a:cubicBezTo>
                    <a:pt x="38968" y="27467"/>
                    <a:pt x="39028" y="27466"/>
                    <a:pt x="39088" y="27464"/>
                  </a:cubicBezTo>
                  <a:cubicBezTo>
                    <a:pt x="40438" y="27400"/>
                    <a:pt x="43074" y="26082"/>
                    <a:pt x="43299" y="25986"/>
                  </a:cubicBezTo>
                  <a:cubicBezTo>
                    <a:pt x="43427" y="26532"/>
                    <a:pt x="43556" y="27078"/>
                    <a:pt x="43652" y="27625"/>
                  </a:cubicBezTo>
                  <a:cubicBezTo>
                    <a:pt x="44038" y="29425"/>
                    <a:pt x="44392" y="31225"/>
                    <a:pt x="44809" y="32993"/>
                  </a:cubicBezTo>
                  <a:cubicBezTo>
                    <a:pt x="44938" y="33604"/>
                    <a:pt x="45099" y="34182"/>
                    <a:pt x="45292" y="34793"/>
                  </a:cubicBezTo>
                  <a:cubicBezTo>
                    <a:pt x="44842" y="34343"/>
                    <a:pt x="44006" y="33507"/>
                    <a:pt x="43942" y="33443"/>
                  </a:cubicBezTo>
                  <a:cubicBezTo>
                    <a:pt x="42993" y="32684"/>
                    <a:pt x="41098" y="31820"/>
                    <a:pt x="39550" y="31820"/>
                  </a:cubicBezTo>
                  <a:cubicBezTo>
                    <a:pt x="39001" y="31820"/>
                    <a:pt x="38495" y="31928"/>
                    <a:pt x="38091" y="32189"/>
                  </a:cubicBezTo>
                  <a:cubicBezTo>
                    <a:pt x="36998" y="32929"/>
                    <a:pt x="36934" y="34407"/>
                    <a:pt x="37706" y="35372"/>
                  </a:cubicBezTo>
                  <a:cubicBezTo>
                    <a:pt x="38439" y="36281"/>
                    <a:pt x="39816" y="36602"/>
                    <a:pt x="40979" y="36602"/>
                  </a:cubicBezTo>
                  <a:cubicBezTo>
                    <a:pt x="41090" y="36602"/>
                    <a:pt x="41199" y="36599"/>
                    <a:pt x="41306" y="36593"/>
                  </a:cubicBezTo>
                  <a:cubicBezTo>
                    <a:pt x="42495" y="36561"/>
                    <a:pt x="44745" y="35500"/>
                    <a:pt x="45388" y="35179"/>
                  </a:cubicBezTo>
                  <a:cubicBezTo>
                    <a:pt x="45645" y="36175"/>
                    <a:pt x="45967" y="37172"/>
                    <a:pt x="46288" y="38136"/>
                  </a:cubicBezTo>
                  <a:cubicBezTo>
                    <a:pt x="46449" y="38522"/>
                    <a:pt x="46577" y="38972"/>
                    <a:pt x="46738" y="39358"/>
                  </a:cubicBezTo>
                  <a:cubicBezTo>
                    <a:pt x="46835" y="39550"/>
                    <a:pt x="46899" y="39743"/>
                    <a:pt x="46995" y="39936"/>
                  </a:cubicBezTo>
                  <a:cubicBezTo>
                    <a:pt x="46770" y="39936"/>
                    <a:pt x="46642" y="39904"/>
                    <a:pt x="46642" y="39904"/>
                  </a:cubicBezTo>
                  <a:lnTo>
                    <a:pt x="46642" y="39904"/>
                  </a:lnTo>
                  <a:cubicBezTo>
                    <a:pt x="46642" y="39904"/>
                    <a:pt x="46610" y="40483"/>
                    <a:pt x="46674" y="41415"/>
                  </a:cubicBezTo>
                  <a:cubicBezTo>
                    <a:pt x="45663" y="40676"/>
                    <a:pt x="44294" y="40031"/>
                    <a:pt x="43145" y="40031"/>
                  </a:cubicBezTo>
                  <a:cubicBezTo>
                    <a:pt x="42795" y="40031"/>
                    <a:pt x="42466" y="40090"/>
                    <a:pt x="42174" y="40226"/>
                  </a:cubicBezTo>
                  <a:cubicBezTo>
                    <a:pt x="40984" y="40772"/>
                    <a:pt x="40663" y="42218"/>
                    <a:pt x="41306" y="43311"/>
                  </a:cubicBezTo>
                  <a:cubicBezTo>
                    <a:pt x="41370" y="43440"/>
                    <a:pt x="41466" y="43569"/>
                    <a:pt x="41595" y="43697"/>
                  </a:cubicBezTo>
                  <a:cubicBezTo>
                    <a:pt x="41788" y="45111"/>
                    <a:pt x="42591" y="46719"/>
                    <a:pt x="43299" y="47522"/>
                  </a:cubicBezTo>
                  <a:cubicBezTo>
                    <a:pt x="43363" y="47619"/>
                    <a:pt x="44295" y="48455"/>
                    <a:pt x="44745" y="48872"/>
                  </a:cubicBezTo>
                  <a:cubicBezTo>
                    <a:pt x="44295" y="48615"/>
                    <a:pt x="43845" y="48358"/>
                    <a:pt x="43363" y="48101"/>
                  </a:cubicBezTo>
                  <a:cubicBezTo>
                    <a:pt x="42688" y="47715"/>
                    <a:pt x="41981" y="47297"/>
                    <a:pt x="41306" y="46912"/>
                  </a:cubicBezTo>
                  <a:cubicBezTo>
                    <a:pt x="40952" y="46687"/>
                    <a:pt x="40599" y="46462"/>
                    <a:pt x="40245" y="46237"/>
                  </a:cubicBezTo>
                  <a:cubicBezTo>
                    <a:pt x="39859" y="46012"/>
                    <a:pt x="39538" y="45754"/>
                    <a:pt x="39216" y="45497"/>
                  </a:cubicBezTo>
                  <a:cubicBezTo>
                    <a:pt x="38702" y="45144"/>
                    <a:pt x="38188" y="44726"/>
                    <a:pt x="37706" y="44340"/>
                  </a:cubicBezTo>
                  <a:cubicBezTo>
                    <a:pt x="38123" y="43665"/>
                    <a:pt x="39345" y="41672"/>
                    <a:pt x="39506" y="40515"/>
                  </a:cubicBezTo>
                  <a:cubicBezTo>
                    <a:pt x="39698" y="39325"/>
                    <a:pt x="39602" y="37750"/>
                    <a:pt x="38702" y="36818"/>
                  </a:cubicBezTo>
                  <a:cubicBezTo>
                    <a:pt x="38264" y="36364"/>
                    <a:pt x="37671" y="36123"/>
                    <a:pt x="37080" y="36123"/>
                  </a:cubicBezTo>
                  <a:cubicBezTo>
                    <a:pt x="36498" y="36123"/>
                    <a:pt x="35918" y="36356"/>
                    <a:pt x="35488" y="36850"/>
                  </a:cubicBezTo>
                  <a:cubicBezTo>
                    <a:pt x="34330" y="38233"/>
                    <a:pt x="35198" y="41415"/>
                    <a:pt x="36066" y="42765"/>
                  </a:cubicBezTo>
                  <a:cubicBezTo>
                    <a:pt x="36098" y="42829"/>
                    <a:pt x="36291" y="43086"/>
                    <a:pt x="36548" y="43408"/>
                  </a:cubicBezTo>
                  <a:cubicBezTo>
                    <a:pt x="36098" y="43022"/>
                    <a:pt x="35616" y="42604"/>
                    <a:pt x="35134" y="42186"/>
                  </a:cubicBezTo>
                  <a:cubicBezTo>
                    <a:pt x="33784" y="40965"/>
                    <a:pt x="32466" y="39711"/>
                    <a:pt x="31148" y="38425"/>
                  </a:cubicBezTo>
                  <a:cubicBezTo>
                    <a:pt x="30859" y="38168"/>
                    <a:pt x="30602" y="37911"/>
                    <a:pt x="30312" y="37654"/>
                  </a:cubicBezTo>
                  <a:cubicBezTo>
                    <a:pt x="30666" y="37075"/>
                    <a:pt x="32016" y="34954"/>
                    <a:pt x="32209" y="33732"/>
                  </a:cubicBezTo>
                  <a:cubicBezTo>
                    <a:pt x="32370" y="32543"/>
                    <a:pt x="32273" y="30968"/>
                    <a:pt x="31373" y="30036"/>
                  </a:cubicBezTo>
                  <a:cubicBezTo>
                    <a:pt x="30932" y="29578"/>
                    <a:pt x="30333" y="29328"/>
                    <a:pt x="29741" y="29328"/>
                  </a:cubicBezTo>
                  <a:cubicBezTo>
                    <a:pt x="29168" y="29328"/>
                    <a:pt x="28602" y="29562"/>
                    <a:pt x="28191" y="30068"/>
                  </a:cubicBezTo>
                  <a:cubicBezTo>
                    <a:pt x="27001" y="31450"/>
                    <a:pt x="27869" y="34600"/>
                    <a:pt x="28737" y="35982"/>
                  </a:cubicBezTo>
                  <a:cubicBezTo>
                    <a:pt x="28769" y="36047"/>
                    <a:pt x="29027" y="36368"/>
                    <a:pt x="29316" y="36722"/>
                  </a:cubicBezTo>
                  <a:cubicBezTo>
                    <a:pt x="28577" y="36047"/>
                    <a:pt x="27837" y="35372"/>
                    <a:pt x="27098" y="34729"/>
                  </a:cubicBezTo>
                  <a:cubicBezTo>
                    <a:pt x="25780" y="33604"/>
                    <a:pt x="24430" y="32575"/>
                    <a:pt x="23016" y="31675"/>
                  </a:cubicBezTo>
                  <a:cubicBezTo>
                    <a:pt x="23144" y="31482"/>
                    <a:pt x="24783" y="29007"/>
                    <a:pt x="24976" y="27657"/>
                  </a:cubicBezTo>
                  <a:cubicBezTo>
                    <a:pt x="25169" y="26468"/>
                    <a:pt x="25073" y="24893"/>
                    <a:pt x="24173" y="23960"/>
                  </a:cubicBezTo>
                  <a:cubicBezTo>
                    <a:pt x="23735" y="23507"/>
                    <a:pt x="23134" y="23265"/>
                    <a:pt x="22538" y="23265"/>
                  </a:cubicBezTo>
                  <a:cubicBezTo>
                    <a:pt x="21953" y="23265"/>
                    <a:pt x="21373" y="23499"/>
                    <a:pt x="20958" y="23993"/>
                  </a:cubicBezTo>
                  <a:cubicBezTo>
                    <a:pt x="19801" y="25375"/>
                    <a:pt x="20669" y="28557"/>
                    <a:pt x="21537" y="29907"/>
                  </a:cubicBezTo>
                  <a:cubicBezTo>
                    <a:pt x="21601" y="30004"/>
                    <a:pt x="22533" y="31161"/>
                    <a:pt x="22855" y="31579"/>
                  </a:cubicBezTo>
                  <a:lnTo>
                    <a:pt x="22823" y="31547"/>
                  </a:lnTo>
                  <a:cubicBezTo>
                    <a:pt x="21344" y="30614"/>
                    <a:pt x="19833" y="29907"/>
                    <a:pt x="18355" y="29329"/>
                  </a:cubicBezTo>
                  <a:cubicBezTo>
                    <a:pt x="16876" y="28718"/>
                    <a:pt x="15462" y="28300"/>
                    <a:pt x="14112" y="27914"/>
                  </a:cubicBezTo>
                  <a:cubicBezTo>
                    <a:pt x="12794" y="27561"/>
                    <a:pt x="11572" y="27303"/>
                    <a:pt x="10447" y="27078"/>
                  </a:cubicBezTo>
                  <a:cubicBezTo>
                    <a:pt x="9868" y="26950"/>
                    <a:pt x="9322" y="26886"/>
                    <a:pt x="8808" y="26789"/>
                  </a:cubicBezTo>
                  <a:lnTo>
                    <a:pt x="8840" y="26757"/>
                  </a:lnTo>
                  <a:cubicBezTo>
                    <a:pt x="8872" y="26757"/>
                    <a:pt x="7008" y="25535"/>
                    <a:pt x="6879" y="25471"/>
                  </a:cubicBezTo>
                  <a:cubicBezTo>
                    <a:pt x="6067" y="25074"/>
                    <a:pt x="4688" y="24728"/>
                    <a:pt x="3412" y="24728"/>
                  </a:cubicBezTo>
                  <a:cubicBezTo>
                    <a:pt x="2416" y="24728"/>
                    <a:pt x="1482" y="24939"/>
                    <a:pt x="932" y="25503"/>
                  </a:cubicBezTo>
                  <a:cubicBezTo>
                    <a:pt x="0" y="26468"/>
                    <a:pt x="257" y="27914"/>
                    <a:pt x="1222" y="28718"/>
                  </a:cubicBezTo>
                  <a:cubicBezTo>
                    <a:pt x="1831" y="29175"/>
                    <a:pt x="2632" y="29350"/>
                    <a:pt x="3424" y="29350"/>
                  </a:cubicBezTo>
                  <a:cubicBezTo>
                    <a:pt x="3969" y="29350"/>
                    <a:pt x="4511" y="29267"/>
                    <a:pt x="4983" y="29136"/>
                  </a:cubicBezTo>
                  <a:cubicBezTo>
                    <a:pt x="6204" y="28846"/>
                    <a:pt x="8229" y="27239"/>
                    <a:pt x="8711" y="26853"/>
                  </a:cubicBezTo>
                  <a:cubicBezTo>
                    <a:pt x="9258" y="26950"/>
                    <a:pt x="9804" y="27046"/>
                    <a:pt x="10447" y="27207"/>
                  </a:cubicBezTo>
                  <a:cubicBezTo>
                    <a:pt x="11540" y="27432"/>
                    <a:pt x="12761" y="27721"/>
                    <a:pt x="14079" y="28107"/>
                  </a:cubicBezTo>
                  <a:cubicBezTo>
                    <a:pt x="14433" y="28236"/>
                    <a:pt x="14787" y="28364"/>
                    <a:pt x="15172" y="28461"/>
                  </a:cubicBezTo>
                  <a:cubicBezTo>
                    <a:pt x="14497" y="28396"/>
                    <a:pt x="13597" y="28300"/>
                    <a:pt x="13501" y="28300"/>
                  </a:cubicBezTo>
                  <a:cubicBezTo>
                    <a:pt x="11894" y="28332"/>
                    <a:pt x="8776" y="29361"/>
                    <a:pt x="8261" y="31096"/>
                  </a:cubicBezTo>
                  <a:cubicBezTo>
                    <a:pt x="7876" y="32350"/>
                    <a:pt x="8743" y="33539"/>
                    <a:pt x="9997" y="33797"/>
                  </a:cubicBezTo>
                  <a:cubicBezTo>
                    <a:pt x="10147" y="33824"/>
                    <a:pt x="10299" y="33836"/>
                    <a:pt x="10452" y="33836"/>
                  </a:cubicBezTo>
                  <a:cubicBezTo>
                    <a:pt x="11575" y="33836"/>
                    <a:pt x="12741" y="33154"/>
                    <a:pt x="13533" y="32447"/>
                  </a:cubicBezTo>
                  <a:cubicBezTo>
                    <a:pt x="14465" y="31579"/>
                    <a:pt x="15558" y="29200"/>
                    <a:pt x="15783" y="28654"/>
                  </a:cubicBezTo>
                  <a:cubicBezTo>
                    <a:pt x="16587" y="28943"/>
                    <a:pt x="17422" y="29232"/>
                    <a:pt x="18258" y="29586"/>
                  </a:cubicBezTo>
                  <a:cubicBezTo>
                    <a:pt x="19673" y="30229"/>
                    <a:pt x="21183" y="30936"/>
                    <a:pt x="22598" y="31900"/>
                  </a:cubicBezTo>
                  <a:cubicBezTo>
                    <a:pt x="22694" y="31932"/>
                    <a:pt x="22758" y="31997"/>
                    <a:pt x="22823" y="32061"/>
                  </a:cubicBezTo>
                  <a:cubicBezTo>
                    <a:pt x="22501" y="31964"/>
                    <a:pt x="20733" y="31579"/>
                    <a:pt x="20605" y="31579"/>
                  </a:cubicBezTo>
                  <a:cubicBezTo>
                    <a:pt x="20452" y="31563"/>
                    <a:pt x="20284" y="31556"/>
                    <a:pt x="20105" y="31556"/>
                  </a:cubicBezTo>
                  <a:cubicBezTo>
                    <a:pt x="18408" y="31556"/>
                    <a:pt x="15716" y="32252"/>
                    <a:pt x="15076" y="33764"/>
                  </a:cubicBezTo>
                  <a:cubicBezTo>
                    <a:pt x="14562" y="34954"/>
                    <a:pt x="15301" y="36240"/>
                    <a:pt x="16490" y="36625"/>
                  </a:cubicBezTo>
                  <a:cubicBezTo>
                    <a:pt x="16759" y="36708"/>
                    <a:pt x="17036" y="36745"/>
                    <a:pt x="17316" y="36745"/>
                  </a:cubicBezTo>
                  <a:cubicBezTo>
                    <a:pt x="18342" y="36745"/>
                    <a:pt x="19397" y="36249"/>
                    <a:pt x="20155" y="35693"/>
                  </a:cubicBezTo>
                  <a:cubicBezTo>
                    <a:pt x="21312" y="34857"/>
                    <a:pt x="22823" y="32189"/>
                    <a:pt x="22887" y="32093"/>
                  </a:cubicBezTo>
                  <a:cubicBezTo>
                    <a:pt x="24205" y="32993"/>
                    <a:pt x="25491" y="34022"/>
                    <a:pt x="26744" y="35115"/>
                  </a:cubicBezTo>
                  <a:cubicBezTo>
                    <a:pt x="27676" y="35918"/>
                    <a:pt x="28544" y="36786"/>
                    <a:pt x="29444" y="37654"/>
                  </a:cubicBezTo>
                  <a:cubicBezTo>
                    <a:pt x="29027" y="37525"/>
                    <a:pt x="27355" y="37204"/>
                    <a:pt x="27259" y="37172"/>
                  </a:cubicBezTo>
                  <a:cubicBezTo>
                    <a:pt x="27124" y="37161"/>
                    <a:pt x="26978" y="37156"/>
                    <a:pt x="26825" y="37156"/>
                  </a:cubicBezTo>
                  <a:cubicBezTo>
                    <a:pt x="25108" y="37156"/>
                    <a:pt x="22347" y="37824"/>
                    <a:pt x="21698" y="39358"/>
                  </a:cubicBezTo>
                  <a:cubicBezTo>
                    <a:pt x="21183" y="40579"/>
                    <a:pt x="21923" y="41865"/>
                    <a:pt x="23144" y="42218"/>
                  </a:cubicBezTo>
                  <a:cubicBezTo>
                    <a:pt x="23406" y="42301"/>
                    <a:pt x="23678" y="42338"/>
                    <a:pt x="23954" y="42338"/>
                  </a:cubicBezTo>
                  <a:cubicBezTo>
                    <a:pt x="24965" y="42338"/>
                    <a:pt x="26026" y="41842"/>
                    <a:pt x="26809" y="41286"/>
                  </a:cubicBezTo>
                  <a:cubicBezTo>
                    <a:pt x="27901" y="40483"/>
                    <a:pt x="29380" y="37943"/>
                    <a:pt x="29509" y="37718"/>
                  </a:cubicBezTo>
                  <a:cubicBezTo>
                    <a:pt x="29894" y="38104"/>
                    <a:pt x="30312" y="38490"/>
                    <a:pt x="30698" y="38908"/>
                  </a:cubicBezTo>
                  <a:cubicBezTo>
                    <a:pt x="32016" y="40193"/>
                    <a:pt x="33302" y="41479"/>
                    <a:pt x="34620" y="42733"/>
                  </a:cubicBezTo>
                  <a:cubicBezTo>
                    <a:pt x="35070" y="43183"/>
                    <a:pt x="35552" y="43569"/>
                    <a:pt x="36002" y="43986"/>
                  </a:cubicBezTo>
                  <a:cubicBezTo>
                    <a:pt x="35391" y="43858"/>
                    <a:pt x="34234" y="43601"/>
                    <a:pt x="34137" y="43601"/>
                  </a:cubicBezTo>
                  <a:cubicBezTo>
                    <a:pt x="33984" y="43585"/>
                    <a:pt x="33817" y="43578"/>
                    <a:pt x="33638" y="43578"/>
                  </a:cubicBezTo>
                  <a:cubicBezTo>
                    <a:pt x="31940" y="43578"/>
                    <a:pt x="29248" y="44274"/>
                    <a:pt x="28609" y="45787"/>
                  </a:cubicBezTo>
                  <a:cubicBezTo>
                    <a:pt x="28094" y="46976"/>
                    <a:pt x="28834" y="48262"/>
                    <a:pt x="30023" y="48647"/>
                  </a:cubicBezTo>
                  <a:cubicBezTo>
                    <a:pt x="30278" y="48728"/>
                    <a:pt x="30542" y="48764"/>
                    <a:pt x="30811" y="48764"/>
                  </a:cubicBezTo>
                  <a:cubicBezTo>
                    <a:pt x="31828" y="48764"/>
                    <a:pt x="32899" y="48249"/>
                    <a:pt x="33687" y="47715"/>
                  </a:cubicBezTo>
                  <a:cubicBezTo>
                    <a:pt x="34684" y="47008"/>
                    <a:pt x="35970" y="44886"/>
                    <a:pt x="36323" y="44276"/>
                  </a:cubicBezTo>
                  <a:cubicBezTo>
                    <a:pt x="37095" y="44951"/>
                    <a:pt x="37898" y="45594"/>
                    <a:pt x="38702" y="46204"/>
                  </a:cubicBezTo>
                  <a:cubicBezTo>
                    <a:pt x="39056" y="46462"/>
                    <a:pt x="39377" y="46751"/>
                    <a:pt x="39731" y="46976"/>
                  </a:cubicBezTo>
                  <a:cubicBezTo>
                    <a:pt x="40084" y="47201"/>
                    <a:pt x="40438" y="47458"/>
                    <a:pt x="40791" y="47683"/>
                  </a:cubicBezTo>
                  <a:cubicBezTo>
                    <a:pt x="41531" y="48133"/>
                    <a:pt x="42206" y="48551"/>
                    <a:pt x="42881" y="48937"/>
                  </a:cubicBezTo>
                  <a:cubicBezTo>
                    <a:pt x="43234" y="49162"/>
                    <a:pt x="43556" y="49355"/>
                    <a:pt x="43909" y="49547"/>
                  </a:cubicBezTo>
                  <a:cubicBezTo>
                    <a:pt x="43299" y="49290"/>
                    <a:pt x="42302" y="48937"/>
                    <a:pt x="42206" y="48905"/>
                  </a:cubicBezTo>
                  <a:cubicBezTo>
                    <a:pt x="41750" y="48793"/>
                    <a:pt x="41153" y="48727"/>
                    <a:pt x="40511" y="48727"/>
                  </a:cubicBezTo>
                  <a:cubicBezTo>
                    <a:pt x="38931" y="48727"/>
                    <a:pt x="37082" y="49126"/>
                    <a:pt x="36420" y="50222"/>
                  </a:cubicBezTo>
                  <a:cubicBezTo>
                    <a:pt x="35713" y="51348"/>
                    <a:pt x="36259" y="52730"/>
                    <a:pt x="37384" y="53276"/>
                  </a:cubicBezTo>
                  <a:cubicBezTo>
                    <a:pt x="37779" y="53463"/>
                    <a:pt x="38219" y="53541"/>
                    <a:pt x="38669" y="53541"/>
                  </a:cubicBezTo>
                  <a:cubicBezTo>
                    <a:pt x="39538" y="53541"/>
                    <a:pt x="40446" y="53250"/>
                    <a:pt x="41145" y="52890"/>
                  </a:cubicBezTo>
                  <a:cubicBezTo>
                    <a:pt x="42334" y="52280"/>
                    <a:pt x="44134" y="50062"/>
                    <a:pt x="44359" y="49805"/>
                  </a:cubicBezTo>
                  <a:cubicBezTo>
                    <a:pt x="45195" y="50287"/>
                    <a:pt x="45999" y="50737"/>
                    <a:pt x="46770" y="51123"/>
                  </a:cubicBezTo>
                  <a:cubicBezTo>
                    <a:pt x="48827" y="52248"/>
                    <a:pt x="50628" y="53115"/>
                    <a:pt x="52042" y="53791"/>
                  </a:cubicBezTo>
                  <a:cubicBezTo>
                    <a:pt x="56542" y="57680"/>
                    <a:pt x="62939" y="58130"/>
                    <a:pt x="62939" y="58130"/>
                  </a:cubicBezTo>
                  <a:cubicBezTo>
                    <a:pt x="62939" y="58130"/>
                    <a:pt x="63260" y="50480"/>
                    <a:pt x="58760" y="45465"/>
                  </a:cubicBezTo>
                  <a:cubicBezTo>
                    <a:pt x="57153" y="43633"/>
                    <a:pt x="55096" y="42411"/>
                    <a:pt x="53167" y="41576"/>
                  </a:cubicBezTo>
                  <a:cubicBezTo>
                    <a:pt x="53296" y="41447"/>
                    <a:pt x="53392" y="41286"/>
                    <a:pt x="53488" y="41158"/>
                  </a:cubicBezTo>
                  <a:cubicBezTo>
                    <a:pt x="54163" y="40161"/>
                    <a:pt x="54742" y="38683"/>
                    <a:pt x="54292" y="37461"/>
                  </a:cubicBezTo>
                  <a:cubicBezTo>
                    <a:pt x="53975" y="36558"/>
                    <a:pt x="53138" y="35951"/>
                    <a:pt x="52247" y="35951"/>
                  </a:cubicBezTo>
                  <a:cubicBezTo>
                    <a:pt x="51965" y="35951"/>
                    <a:pt x="51677" y="36012"/>
                    <a:pt x="51399" y="36143"/>
                  </a:cubicBezTo>
                  <a:cubicBezTo>
                    <a:pt x="50145" y="36722"/>
                    <a:pt x="49535" y="38747"/>
                    <a:pt x="49406" y="40354"/>
                  </a:cubicBezTo>
                  <a:cubicBezTo>
                    <a:pt x="48892" y="40258"/>
                    <a:pt x="48442" y="40161"/>
                    <a:pt x="48056" y="40097"/>
                  </a:cubicBezTo>
                  <a:cubicBezTo>
                    <a:pt x="47895" y="39743"/>
                    <a:pt x="47735" y="39358"/>
                    <a:pt x="47574" y="38972"/>
                  </a:cubicBezTo>
                  <a:cubicBezTo>
                    <a:pt x="47381" y="38586"/>
                    <a:pt x="47252" y="38200"/>
                    <a:pt x="47092" y="37815"/>
                  </a:cubicBezTo>
                  <a:cubicBezTo>
                    <a:pt x="46899" y="37236"/>
                    <a:pt x="46674" y="36625"/>
                    <a:pt x="46481" y="36015"/>
                  </a:cubicBezTo>
                  <a:cubicBezTo>
                    <a:pt x="47220" y="35693"/>
                    <a:pt x="49342" y="34697"/>
                    <a:pt x="50113" y="33829"/>
                  </a:cubicBezTo>
                  <a:cubicBezTo>
                    <a:pt x="50917" y="32929"/>
                    <a:pt x="51720" y="31579"/>
                    <a:pt x="51463" y="30293"/>
                  </a:cubicBezTo>
                  <a:cubicBezTo>
                    <a:pt x="51274" y="29266"/>
                    <a:pt x="50404" y="28467"/>
                    <a:pt x="49387" y="28467"/>
                  </a:cubicBezTo>
                  <a:cubicBezTo>
                    <a:pt x="49194" y="28467"/>
                    <a:pt x="48995" y="28496"/>
                    <a:pt x="48795" y="28557"/>
                  </a:cubicBezTo>
                  <a:cubicBezTo>
                    <a:pt x="47060" y="29071"/>
                    <a:pt x="46031" y="32189"/>
                    <a:pt x="45999" y="33797"/>
                  </a:cubicBezTo>
                  <a:cubicBezTo>
                    <a:pt x="45999" y="33861"/>
                    <a:pt x="46031" y="34214"/>
                    <a:pt x="46063" y="34600"/>
                  </a:cubicBezTo>
                  <a:cubicBezTo>
                    <a:pt x="45870" y="34022"/>
                    <a:pt x="45709" y="33411"/>
                    <a:pt x="45549" y="32800"/>
                  </a:cubicBezTo>
                  <a:cubicBezTo>
                    <a:pt x="45099" y="31064"/>
                    <a:pt x="44681" y="29264"/>
                    <a:pt x="44295" y="27464"/>
                  </a:cubicBezTo>
                  <a:cubicBezTo>
                    <a:pt x="44199" y="27111"/>
                    <a:pt x="44102" y="26725"/>
                    <a:pt x="44006" y="26371"/>
                  </a:cubicBezTo>
                  <a:cubicBezTo>
                    <a:pt x="44617" y="26082"/>
                    <a:pt x="46931" y="25053"/>
                    <a:pt x="47767" y="24121"/>
                  </a:cubicBezTo>
                  <a:cubicBezTo>
                    <a:pt x="48570" y="23221"/>
                    <a:pt x="49342" y="21871"/>
                    <a:pt x="49117" y="20585"/>
                  </a:cubicBezTo>
                  <a:cubicBezTo>
                    <a:pt x="48926" y="19551"/>
                    <a:pt x="48044" y="18770"/>
                    <a:pt x="47017" y="18770"/>
                  </a:cubicBezTo>
                  <a:cubicBezTo>
                    <a:pt x="46831" y="18770"/>
                    <a:pt x="46641" y="18795"/>
                    <a:pt x="46449" y="18849"/>
                  </a:cubicBezTo>
                  <a:cubicBezTo>
                    <a:pt x="44681" y="19364"/>
                    <a:pt x="43652" y="22482"/>
                    <a:pt x="43620" y="24121"/>
                  </a:cubicBezTo>
                  <a:cubicBezTo>
                    <a:pt x="43620" y="24153"/>
                    <a:pt x="43652" y="24571"/>
                    <a:pt x="43717" y="25021"/>
                  </a:cubicBezTo>
                  <a:cubicBezTo>
                    <a:pt x="43459" y="24057"/>
                    <a:pt x="43234" y="23093"/>
                    <a:pt x="42945" y="22160"/>
                  </a:cubicBezTo>
                  <a:cubicBezTo>
                    <a:pt x="42463" y="20489"/>
                    <a:pt x="41916" y="18882"/>
                    <a:pt x="41241" y="17371"/>
                  </a:cubicBezTo>
                  <a:cubicBezTo>
                    <a:pt x="41434" y="17274"/>
                    <a:pt x="44167" y="16117"/>
                    <a:pt x="45099" y="15089"/>
                  </a:cubicBezTo>
                  <a:cubicBezTo>
                    <a:pt x="45902" y="14188"/>
                    <a:pt x="46674" y="12806"/>
                    <a:pt x="46449" y="11553"/>
                  </a:cubicBezTo>
                  <a:cubicBezTo>
                    <a:pt x="46260" y="10526"/>
                    <a:pt x="45367" y="9726"/>
                    <a:pt x="44342" y="9726"/>
                  </a:cubicBezTo>
                  <a:cubicBezTo>
                    <a:pt x="44148" y="9726"/>
                    <a:pt x="43949" y="9755"/>
                    <a:pt x="43749" y="9817"/>
                  </a:cubicBezTo>
                  <a:cubicBezTo>
                    <a:pt x="42013" y="10331"/>
                    <a:pt x="40984" y="13449"/>
                    <a:pt x="40952" y="15056"/>
                  </a:cubicBezTo>
                  <a:cubicBezTo>
                    <a:pt x="40952" y="15181"/>
                    <a:pt x="41074" y="16585"/>
                    <a:pt x="41140" y="17134"/>
                  </a:cubicBezTo>
                  <a:lnTo>
                    <a:pt x="41140" y="17134"/>
                  </a:lnTo>
                  <a:cubicBezTo>
                    <a:pt x="40401" y="15532"/>
                    <a:pt x="39536" y="14121"/>
                    <a:pt x="38638" y="12806"/>
                  </a:cubicBezTo>
                  <a:cubicBezTo>
                    <a:pt x="37738" y="11520"/>
                    <a:pt x="36773" y="10363"/>
                    <a:pt x="35873" y="9303"/>
                  </a:cubicBezTo>
                  <a:cubicBezTo>
                    <a:pt x="34973" y="8274"/>
                    <a:pt x="34073" y="7374"/>
                    <a:pt x="33302" y="6602"/>
                  </a:cubicBezTo>
                  <a:cubicBezTo>
                    <a:pt x="32852" y="6152"/>
                    <a:pt x="32466" y="5799"/>
                    <a:pt x="32080" y="5445"/>
                  </a:cubicBezTo>
                  <a:lnTo>
                    <a:pt x="32112" y="5445"/>
                  </a:lnTo>
                  <a:cubicBezTo>
                    <a:pt x="32145" y="5445"/>
                    <a:pt x="31277" y="3420"/>
                    <a:pt x="31180" y="3291"/>
                  </a:cubicBezTo>
                  <a:cubicBezTo>
                    <a:pt x="30439" y="1988"/>
                    <a:pt x="28360" y="1"/>
                    <a:pt x="26629" y="1"/>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08" name="Google Shape;4248;p64">
              <a:extLst>
                <a:ext uri="{FF2B5EF4-FFF2-40B4-BE49-F238E27FC236}">
                  <a16:creationId xmlns:a16="http://schemas.microsoft.com/office/drawing/2014/main" id="{08A9432E-93AC-FD99-3347-6FF9D99A0AA8}"/>
                </a:ext>
              </a:extLst>
            </p:cNvPr>
            <p:cNvSpPr/>
            <p:nvPr/>
          </p:nvSpPr>
          <p:spPr>
            <a:xfrm>
              <a:off x="3260300" y="1467650"/>
              <a:ext cx="425950" cy="439600"/>
            </a:xfrm>
            <a:custGeom>
              <a:avLst/>
              <a:gdLst/>
              <a:ahLst/>
              <a:cxnLst/>
              <a:rect l="l" t="t" r="r" b="b"/>
              <a:pathLst>
                <a:path w="17038" h="17584" extrusionOk="0">
                  <a:moveTo>
                    <a:pt x="16973" y="0"/>
                  </a:moveTo>
                  <a:cubicBezTo>
                    <a:pt x="16973" y="0"/>
                    <a:pt x="9355" y="225"/>
                    <a:pt x="4662" y="5079"/>
                  </a:cubicBezTo>
                  <a:cubicBezTo>
                    <a:pt x="1" y="9933"/>
                    <a:pt x="33" y="17583"/>
                    <a:pt x="33" y="17583"/>
                  </a:cubicBezTo>
                  <a:cubicBezTo>
                    <a:pt x="33" y="17583"/>
                    <a:pt x="7683" y="17358"/>
                    <a:pt x="12376" y="12504"/>
                  </a:cubicBezTo>
                  <a:cubicBezTo>
                    <a:pt x="17037" y="7651"/>
                    <a:pt x="16973" y="0"/>
                    <a:pt x="169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253;p64">
              <a:extLst>
                <a:ext uri="{FF2B5EF4-FFF2-40B4-BE49-F238E27FC236}">
                  <a16:creationId xmlns:a16="http://schemas.microsoft.com/office/drawing/2014/main" id="{547FBB97-6465-57D5-FA68-50C1ED380D57}"/>
                </a:ext>
              </a:extLst>
            </p:cNvPr>
            <p:cNvSpPr/>
            <p:nvPr/>
          </p:nvSpPr>
          <p:spPr>
            <a:xfrm>
              <a:off x="3261100" y="1467650"/>
              <a:ext cx="423525" cy="439600"/>
            </a:xfrm>
            <a:custGeom>
              <a:avLst/>
              <a:gdLst/>
              <a:ahLst/>
              <a:cxnLst/>
              <a:rect l="l" t="t" r="r" b="b"/>
              <a:pathLst>
                <a:path w="16941" h="17584" extrusionOk="0">
                  <a:moveTo>
                    <a:pt x="16941" y="0"/>
                  </a:moveTo>
                  <a:cubicBezTo>
                    <a:pt x="16941" y="0"/>
                    <a:pt x="9323" y="225"/>
                    <a:pt x="4630" y="5079"/>
                  </a:cubicBezTo>
                  <a:cubicBezTo>
                    <a:pt x="65" y="9836"/>
                    <a:pt x="1" y="17230"/>
                    <a:pt x="1" y="17583"/>
                  </a:cubicBezTo>
                  <a:cubicBezTo>
                    <a:pt x="1" y="17583"/>
                    <a:pt x="7651" y="17358"/>
                    <a:pt x="12344" y="12504"/>
                  </a:cubicBezTo>
                  <a:cubicBezTo>
                    <a:pt x="16909" y="7747"/>
                    <a:pt x="16941" y="354"/>
                    <a:pt x="169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254;p64">
              <a:extLst>
                <a:ext uri="{FF2B5EF4-FFF2-40B4-BE49-F238E27FC236}">
                  <a16:creationId xmlns:a16="http://schemas.microsoft.com/office/drawing/2014/main" id="{AA6C67E1-2E05-00E5-574F-98A12E714C55}"/>
                </a:ext>
              </a:extLst>
            </p:cNvPr>
            <p:cNvSpPr/>
            <p:nvPr/>
          </p:nvSpPr>
          <p:spPr>
            <a:xfrm>
              <a:off x="2983875" y="802250"/>
              <a:ext cx="389775" cy="1053550"/>
            </a:xfrm>
            <a:custGeom>
              <a:avLst/>
              <a:gdLst/>
              <a:ahLst/>
              <a:cxnLst/>
              <a:rect l="l" t="t" r="r" b="b"/>
              <a:pathLst>
                <a:path w="15591" h="42142" extrusionOk="0">
                  <a:moveTo>
                    <a:pt x="7458" y="0"/>
                  </a:moveTo>
                  <a:lnTo>
                    <a:pt x="7522" y="14433"/>
                  </a:lnTo>
                  <a:lnTo>
                    <a:pt x="7522" y="14433"/>
                  </a:lnTo>
                  <a:lnTo>
                    <a:pt x="2764" y="10319"/>
                  </a:lnTo>
                  <a:lnTo>
                    <a:pt x="2443" y="10672"/>
                  </a:lnTo>
                  <a:lnTo>
                    <a:pt x="7522" y="15076"/>
                  </a:lnTo>
                  <a:lnTo>
                    <a:pt x="7586" y="25427"/>
                  </a:lnTo>
                  <a:lnTo>
                    <a:pt x="322" y="18998"/>
                  </a:lnTo>
                  <a:lnTo>
                    <a:pt x="0" y="19351"/>
                  </a:lnTo>
                  <a:lnTo>
                    <a:pt x="7586" y="26070"/>
                  </a:lnTo>
                  <a:lnTo>
                    <a:pt x="7618" y="35456"/>
                  </a:lnTo>
                  <a:lnTo>
                    <a:pt x="2186" y="31181"/>
                  </a:lnTo>
                  <a:lnTo>
                    <a:pt x="1864" y="31566"/>
                  </a:lnTo>
                  <a:lnTo>
                    <a:pt x="7618" y="36067"/>
                  </a:lnTo>
                  <a:lnTo>
                    <a:pt x="7650" y="42142"/>
                  </a:lnTo>
                  <a:lnTo>
                    <a:pt x="8133" y="42110"/>
                  </a:lnTo>
                  <a:lnTo>
                    <a:pt x="8068" y="31534"/>
                  </a:lnTo>
                  <a:lnTo>
                    <a:pt x="15590" y="24784"/>
                  </a:lnTo>
                  <a:lnTo>
                    <a:pt x="15269" y="24430"/>
                  </a:lnTo>
                  <a:lnTo>
                    <a:pt x="8068" y="30891"/>
                  </a:lnTo>
                  <a:lnTo>
                    <a:pt x="8036" y="22052"/>
                  </a:lnTo>
                  <a:lnTo>
                    <a:pt x="8068" y="22084"/>
                  </a:lnTo>
                  <a:lnTo>
                    <a:pt x="14433" y="12794"/>
                  </a:lnTo>
                  <a:lnTo>
                    <a:pt x="14047" y="12505"/>
                  </a:lnTo>
                  <a:lnTo>
                    <a:pt x="8036" y="21280"/>
                  </a:lnTo>
                  <a:lnTo>
                    <a:pt x="79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255;p64">
              <a:extLst>
                <a:ext uri="{FF2B5EF4-FFF2-40B4-BE49-F238E27FC236}">
                  <a16:creationId xmlns:a16="http://schemas.microsoft.com/office/drawing/2014/main" id="{EA9A6047-B577-1D2D-BC16-9ABD0F5A940A}"/>
                </a:ext>
              </a:extLst>
            </p:cNvPr>
            <p:cNvSpPr/>
            <p:nvPr/>
          </p:nvSpPr>
          <p:spPr>
            <a:xfrm>
              <a:off x="2682500" y="1458000"/>
              <a:ext cx="415500" cy="463700"/>
            </a:xfrm>
            <a:custGeom>
              <a:avLst/>
              <a:gdLst/>
              <a:ahLst/>
              <a:cxnLst/>
              <a:rect l="l" t="t" r="r" b="b"/>
              <a:pathLst>
                <a:path w="16620" h="18548" extrusionOk="0">
                  <a:moveTo>
                    <a:pt x="355" y="0"/>
                  </a:moveTo>
                  <a:lnTo>
                    <a:pt x="1" y="322"/>
                  </a:lnTo>
                  <a:lnTo>
                    <a:pt x="5433" y="6397"/>
                  </a:lnTo>
                  <a:lnTo>
                    <a:pt x="1994" y="6461"/>
                  </a:lnTo>
                  <a:lnTo>
                    <a:pt x="1994" y="6944"/>
                  </a:lnTo>
                  <a:lnTo>
                    <a:pt x="5851" y="6879"/>
                  </a:lnTo>
                  <a:lnTo>
                    <a:pt x="9676" y="11154"/>
                  </a:lnTo>
                  <a:lnTo>
                    <a:pt x="4276" y="11154"/>
                  </a:lnTo>
                  <a:lnTo>
                    <a:pt x="4276" y="11637"/>
                  </a:lnTo>
                  <a:lnTo>
                    <a:pt x="10094" y="11637"/>
                  </a:lnTo>
                  <a:lnTo>
                    <a:pt x="13566" y="15494"/>
                  </a:lnTo>
                  <a:lnTo>
                    <a:pt x="9773" y="15719"/>
                  </a:lnTo>
                  <a:lnTo>
                    <a:pt x="9805" y="16201"/>
                  </a:lnTo>
                  <a:lnTo>
                    <a:pt x="13952" y="15976"/>
                  </a:lnTo>
                  <a:lnTo>
                    <a:pt x="16266" y="18548"/>
                  </a:lnTo>
                  <a:lnTo>
                    <a:pt x="16620" y="18226"/>
                  </a:lnTo>
                  <a:lnTo>
                    <a:pt x="12569" y="13662"/>
                  </a:lnTo>
                  <a:lnTo>
                    <a:pt x="13212" y="7908"/>
                  </a:lnTo>
                  <a:lnTo>
                    <a:pt x="12730" y="7844"/>
                  </a:lnTo>
                  <a:lnTo>
                    <a:pt x="12152" y="13212"/>
                  </a:lnTo>
                  <a:lnTo>
                    <a:pt x="8905" y="9579"/>
                  </a:lnTo>
                  <a:lnTo>
                    <a:pt x="8937" y="9579"/>
                  </a:lnTo>
                  <a:lnTo>
                    <a:pt x="8101" y="3118"/>
                  </a:lnTo>
                  <a:lnTo>
                    <a:pt x="7619" y="3183"/>
                  </a:lnTo>
                  <a:lnTo>
                    <a:pt x="8358" y="8969"/>
                  </a:lnTo>
                  <a:lnTo>
                    <a:pt x="35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256;p64">
              <a:extLst>
                <a:ext uri="{FF2B5EF4-FFF2-40B4-BE49-F238E27FC236}">
                  <a16:creationId xmlns:a16="http://schemas.microsoft.com/office/drawing/2014/main" id="{45E6516A-A2EC-88A2-34A5-0C37CEE9E5E3}"/>
                </a:ext>
              </a:extLst>
            </p:cNvPr>
            <p:cNvSpPr/>
            <p:nvPr/>
          </p:nvSpPr>
          <p:spPr>
            <a:xfrm>
              <a:off x="3257100" y="1463625"/>
              <a:ext cx="432350" cy="447625"/>
            </a:xfrm>
            <a:custGeom>
              <a:avLst/>
              <a:gdLst/>
              <a:ahLst/>
              <a:cxnLst/>
              <a:rect l="l" t="t" r="r" b="b"/>
              <a:pathLst>
                <a:path w="17294" h="17905" extrusionOk="0">
                  <a:moveTo>
                    <a:pt x="16940" y="0"/>
                  </a:moveTo>
                  <a:lnTo>
                    <a:pt x="11283" y="5851"/>
                  </a:lnTo>
                  <a:lnTo>
                    <a:pt x="10994" y="2443"/>
                  </a:lnTo>
                  <a:lnTo>
                    <a:pt x="10511" y="2475"/>
                  </a:lnTo>
                  <a:lnTo>
                    <a:pt x="10833" y="6333"/>
                  </a:lnTo>
                  <a:lnTo>
                    <a:pt x="6879" y="10447"/>
                  </a:lnTo>
                  <a:lnTo>
                    <a:pt x="6461" y="5079"/>
                  </a:lnTo>
                  <a:lnTo>
                    <a:pt x="5979" y="5111"/>
                  </a:lnTo>
                  <a:lnTo>
                    <a:pt x="6429" y="10897"/>
                  </a:lnTo>
                  <a:lnTo>
                    <a:pt x="2829" y="14658"/>
                  </a:lnTo>
                  <a:lnTo>
                    <a:pt x="2315" y="10865"/>
                  </a:lnTo>
                  <a:lnTo>
                    <a:pt x="1832" y="10962"/>
                  </a:lnTo>
                  <a:lnTo>
                    <a:pt x="2411" y="15076"/>
                  </a:lnTo>
                  <a:lnTo>
                    <a:pt x="0" y="17583"/>
                  </a:lnTo>
                  <a:lnTo>
                    <a:pt x="354" y="17905"/>
                  </a:lnTo>
                  <a:lnTo>
                    <a:pt x="4565" y="13533"/>
                  </a:lnTo>
                  <a:lnTo>
                    <a:pt x="10383" y="13758"/>
                  </a:lnTo>
                  <a:lnTo>
                    <a:pt x="10383" y="13276"/>
                  </a:lnTo>
                  <a:lnTo>
                    <a:pt x="5015" y="13051"/>
                  </a:lnTo>
                  <a:lnTo>
                    <a:pt x="8390" y="9579"/>
                  </a:lnTo>
                  <a:lnTo>
                    <a:pt x="14754" y="8294"/>
                  </a:lnTo>
                  <a:lnTo>
                    <a:pt x="14658" y="7811"/>
                  </a:lnTo>
                  <a:lnTo>
                    <a:pt x="8968" y="8969"/>
                  </a:lnTo>
                  <a:lnTo>
                    <a:pt x="8968" y="8969"/>
                  </a:lnTo>
                  <a:lnTo>
                    <a:pt x="17294" y="322"/>
                  </a:lnTo>
                  <a:lnTo>
                    <a:pt x="169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257;p64">
              <a:extLst>
                <a:ext uri="{FF2B5EF4-FFF2-40B4-BE49-F238E27FC236}">
                  <a16:creationId xmlns:a16="http://schemas.microsoft.com/office/drawing/2014/main" id="{D4C600A4-6B66-B84F-700A-019349CBC420}"/>
                </a:ext>
              </a:extLst>
            </p:cNvPr>
            <p:cNvSpPr/>
            <p:nvPr/>
          </p:nvSpPr>
          <p:spPr>
            <a:xfrm>
              <a:off x="3434700" y="1007975"/>
              <a:ext cx="226625" cy="229850"/>
            </a:xfrm>
            <a:custGeom>
              <a:avLst/>
              <a:gdLst/>
              <a:ahLst/>
              <a:cxnLst/>
              <a:rect l="l" t="t" r="r" b="b"/>
              <a:pathLst>
                <a:path w="9065" h="9194" extrusionOk="0">
                  <a:moveTo>
                    <a:pt x="4532" y="0"/>
                  </a:moveTo>
                  <a:cubicBezTo>
                    <a:pt x="2025" y="0"/>
                    <a:pt x="0" y="2058"/>
                    <a:pt x="0" y="4597"/>
                  </a:cubicBezTo>
                  <a:cubicBezTo>
                    <a:pt x="0" y="7137"/>
                    <a:pt x="2025" y="9194"/>
                    <a:pt x="4532" y="9194"/>
                  </a:cubicBezTo>
                  <a:cubicBezTo>
                    <a:pt x="7040" y="9194"/>
                    <a:pt x="9065" y="7137"/>
                    <a:pt x="9065" y="4597"/>
                  </a:cubicBezTo>
                  <a:cubicBezTo>
                    <a:pt x="9065" y="2058"/>
                    <a:pt x="7040" y="0"/>
                    <a:pt x="45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258;p64">
              <a:extLst>
                <a:ext uri="{FF2B5EF4-FFF2-40B4-BE49-F238E27FC236}">
                  <a16:creationId xmlns:a16="http://schemas.microsoft.com/office/drawing/2014/main" id="{4E077D1F-E219-5DA9-4F51-8B4D296EE87F}"/>
                </a:ext>
              </a:extLst>
            </p:cNvPr>
            <p:cNvSpPr/>
            <p:nvPr/>
          </p:nvSpPr>
          <p:spPr>
            <a:xfrm>
              <a:off x="3428250" y="1001550"/>
              <a:ext cx="240325" cy="242700"/>
            </a:xfrm>
            <a:custGeom>
              <a:avLst/>
              <a:gdLst/>
              <a:ahLst/>
              <a:cxnLst/>
              <a:rect l="l" t="t" r="r" b="b"/>
              <a:pathLst>
                <a:path w="9613" h="9708" extrusionOk="0">
                  <a:moveTo>
                    <a:pt x="4790" y="547"/>
                  </a:moveTo>
                  <a:cubicBezTo>
                    <a:pt x="5980" y="547"/>
                    <a:pt x="7041" y="1029"/>
                    <a:pt x="7812" y="1800"/>
                  </a:cubicBezTo>
                  <a:cubicBezTo>
                    <a:pt x="8583" y="2572"/>
                    <a:pt x="9066" y="3665"/>
                    <a:pt x="9066" y="4854"/>
                  </a:cubicBezTo>
                  <a:cubicBezTo>
                    <a:pt x="9066" y="6043"/>
                    <a:pt x="8583" y="7136"/>
                    <a:pt x="7812" y="7908"/>
                  </a:cubicBezTo>
                  <a:cubicBezTo>
                    <a:pt x="7041" y="8679"/>
                    <a:pt x="5980" y="9161"/>
                    <a:pt x="4790" y="9161"/>
                  </a:cubicBezTo>
                  <a:cubicBezTo>
                    <a:pt x="3633" y="9161"/>
                    <a:pt x="2540" y="8679"/>
                    <a:pt x="1769" y="7908"/>
                  </a:cubicBezTo>
                  <a:cubicBezTo>
                    <a:pt x="997" y="7136"/>
                    <a:pt x="515" y="6043"/>
                    <a:pt x="515" y="4854"/>
                  </a:cubicBezTo>
                  <a:cubicBezTo>
                    <a:pt x="515" y="3665"/>
                    <a:pt x="997" y="2572"/>
                    <a:pt x="1769" y="1800"/>
                  </a:cubicBezTo>
                  <a:cubicBezTo>
                    <a:pt x="2540" y="1029"/>
                    <a:pt x="3633" y="547"/>
                    <a:pt x="4790" y="547"/>
                  </a:cubicBezTo>
                  <a:close/>
                  <a:moveTo>
                    <a:pt x="4790" y="0"/>
                  </a:moveTo>
                  <a:cubicBezTo>
                    <a:pt x="3473" y="0"/>
                    <a:pt x="2251" y="547"/>
                    <a:pt x="1383" y="1415"/>
                  </a:cubicBezTo>
                  <a:cubicBezTo>
                    <a:pt x="515" y="2315"/>
                    <a:pt x="1" y="3504"/>
                    <a:pt x="1" y="4854"/>
                  </a:cubicBezTo>
                  <a:cubicBezTo>
                    <a:pt x="1" y="6204"/>
                    <a:pt x="515" y="7394"/>
                    <a:pt x="1383" y="8294"/>
                  </a:cubicBezTo>
                  <a:cubicBezTo>
                    <a:pt x="2251" y="9161"/>
                    <a:pt x="3473" y="9708"/>
                    <a:pt x="4790" y="9708"/>
                  </a:cubicBezTo>
                  <a:cubicBezTo>
                    <a:pt x="6108" y="9708"/>
                    <a:pt x="7330" y="9161"/>
                    <a:pt x="8198" y="8294"/>
                  </a:cubicBezTo>
                  <a:cubicBezTo>
                    <a:pt x="9066" y="7394"/>
                    <a:pt x="9612" y="6204"/>
                    <a:pt x="9612" y="4854"/>
                  </a:cubicBezTo>
                  <a:cubicBezTo>
                    <a:pt x="9612" y="3504"/>
                    <a:pt x="9066" y="2315"/>
                    <a:pt x="8198" y="1415"/>
                  </a:cubicBezTo>
                  <a:cubicBezTo>
                    <a:pt x="7330" y="547"/>
                    <a:pt x="6108" y="0"/>
                    <a:pt x="47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259;p64">
              <a:extLst>
                <a:ext uri="{FF2B5EF4-FFF2-40B4-BE49-F238E27FC236}">
                  <a16:creationId xmlns:a16="http://schemas.microsoft.com/office/drawing/2014/main" id="{3B7BBFB3-1CFC-71F5-7D59-2D6AD6994C80}"/>
                </a:ext>
              </a:extLst>
            </p:cNvPr>
            <p:cNvSpPr/>
            <p:nvPr/>
          </p:nvSpPr>
          <p:spPr>
            <a:xfrm>
              <a:off x="3804350" y="1436300"/>
              <a:ext cx="204950" cy="566025"/>
            </a:xfrm>
            <a:custGeom>
              <a:avLst/>
              <a:gdLst/>
              <a:ahLst/>
              <a:cxnLst/>
              <a:rect l="l" t="t" r="r" b="b"/>
              <a:pathLst>
                <a:path w="8198" h="22641" extrusionOk="0">
                  <a:moveTo>
                    <a:pt x="2361" y="0"/>
                  </a:moveTo>
                  <a:cubicBezTo>
                    <a:pt x="2352" y="0"/>
                    <a:pt x="2347" y="0"/>
                    <a:pt x="2347" y="0"/>
                  </a:cubicBezTo>
                  <a:lnTo>
                    <a:pt x="0" y="8101"/>
                  </a:lnTo>
                  <a:cubicBezTo>
                    <a:pt x="0" y="8101"/>
                    <a:pt x="1801" y="19351"/>
                    <a:pt x="1993" y="20284"/>
                  </a:cubicBezTo>
                  <a:cubicBezTo>
                    <a:pt x="2131" y="21083"/>
                    <a:pt x="2979" y="22640"/>
                    <a:pt x="4496" y="22640"/>
                  </a:cubicBezTo>
                  <a:cubicBezTo>
                    <a:pt x="4747" y="22640"/>
                    <a:pt x="5017" y="22598"/>
                    <a:pt x="5304" y="22502"/>
                  </a:cubicBezTo>
                  <a:cubicBezTo>
                    <a:pt x="7362" y="21859"/>
                    <a:pt x="8197" y="20187"/>
                    <a:pt x="8004" y="18805"/>
                  </a:cubicBezTo>
                  <a:cubicBezTo>
                    <a:pt x="7812" y="17423"/>
                    <a:pt x="5594" y="7522"/>
                    <a:pt x="5047" y="3729"/>
                  </a:cubicBezTo>
                  <a:cubicBezTo>
                    <a:pt x="4496" y="88"/>
                    <a:pt x="2547" y="0"/>
                    <a:pt x="23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60;p64">
              <a:extLst>
                <a:ext uri="{FF2B5EF4-FFF2-40B4-BE49-F238E27FC236}">
                  <a16:creationId xmlns:a16="http://schemas.microsoft.com/office/drawing/2014/main" id="{2D916C24-2BCC-57CD-5132-3F89427CCE91}"/>
                </a:ext>
              </a:extLst>
            </p:cNvPr>
            <p:cNvSpPr/>
            <p:nvPr/>
          </p:nvSpPr>
          <p:spPr>
            <a:xfrm>
              <a:off x="3797925" y="1429875"/>
              <a:ext cx="213775" cy="579425"/>
            </a:xfrm>
            <a:custGeom>
              <a:avLst/>
              <a:gdLst/>
              <a:ahLst/>
              <a:cxnLst/>
              <a:rect l="l" t="t" r="r" b="b"/>
              <a:pathLst>
                <a:path w="8551" h="23177" extrusionOk="0">
                  <a:moveTo>
                    <a:pt x="2800" y="563"/>
                  </a:moveTo>
                  <a:cubicBezTo>
                    <a:pt x="3001" y="595"/>
                    <a:pt x="3326" y="689"/>
                    <a:pt x="3665" y="965"/>
                  </a:cubicBezTo>
                  <a:cubicBezTo>
                    <a:pt x="4179" y="1383"/>
                    <a:pt x="4758" y="2250"/>
                    <a:pt x="5015" y="4018"/>
                  </a:cubicBezTo>
                  <a:cubicBezTo>
                    <a:pt x="5304" y="5915"/>
                    <a:pt x="6011" y="9354"/>
                    <a:pt x="6654" y="12472"/>
                  </a:cubicBezTo>
                  <a:cubicBezTo>
                    <a:pt x="6976" y="14047"/>
                    <a:pt x="7297" y="15526"/>
                    <a:pt x="7522" y="16715"/>
                  </a:cubicBezTo>
                  <a:cubicBezTo>
                    <a:pt x="7779" y="17905"/>
                    <a:pt x="7940" y="18773"/>
                    <a:pt x="8004" y="19094"/>
                  </a:cubicBezTo>
                  <a:cubicBezTo>
                    <a:pt x="8004" y="19223"/>
                    <a:pt x="8004" y="19319"/>
                    <a:pt x="8004" y="19448"/>
                  </a:cubicBezTo>
                  <a:cubicBezTo>
                    <a:pt x="8004" y="20637"/>
                    <a:pt x="7233" y="21955"/>
                    <a:pt x="5497" y="22501"/>
                  </a:cubicBezTo>
                  <a:cubicBezTo>
                    <a:pt x="5240" y="22598"/>
                    <a:pt x="4983" y="22630"/>
                    <a:pt x="4790" y="22630"/>
                  </a:cubicBezTo>
                  <a:cubicBezTo>
                    <a:pt x="4115" y="22630"/>
                    <a:pt x="3568" y="22309"/>
                    <a:pt x="3183" y="21859"/>
                  </a:cubicBezTo>
                  <a:cubicBezTo>
                    <a:pt x="2797" y="21409"/>
                    <a:pt x="2572" y="20830"/>
                    <a:pt x="2508" y="20508"/>
                  </a:cubicBezTo>
                  <a:cubicBezTo>
                    <a:pt x="2411" y="20058"/>
                    <a:pt x="1897" y="17005"/>
                    <a:pt x="1447" y="14047"/>
                  </a:cubicBezTo>
                  <a:cubicBezTo>
                    <a:pt x="1190" y="12601"/>
                    <a:pt x="965" y="11154"/>
                    <a:pt x="804" y="10062"/>
                  </a:cubicBezTo>
                  <a:cubicBezTo>
                    <a:pt x="675" y="9210"/>
                    <a:pt x="567" y="8586"/>
                    <a:pt x="529" y="8373"/>
                  </a:cubicBezTo>
                  <a:lnTo>
                    <a:pt x="529" y="8373"/>
                  </a:lnTo>
                  <a:lnTo>
                    <a:pt x="2800" y="563"/>
                  </a:lnTo>
                  <a:close/>
                  <a:moveTo>
                    <a:pt x="2604" y="0"/>
                  </a:moveTo>
                  <a:cubicBezTo>
                    <a:pt x="2475" y="0"/>
                    <a:pt x="2379" y="97"/>
                    <a:pt x="2347" y="193"/>
                  </a:cubicBezTo>
                  <a:lnTo>
                    <a:pt x="0" y="8261"/>
                  </a:lnTo>
                  <a:lnTo>
                    <a:pt x="0" y="8390"/>
                  </a:lnTo>
                  <a:cubicBezTo>
                    <a:pt x="0" y="8390"/>
                    <a:pt x="450" y="11219"/>
                    <a:pt x="900" y="14144"/>
                  </a:cubicBezTo>
                  <a:cubicBezTo>
                    <a:pt x="1383" y="17069"/>
                    <a:pt x="1865" y="20123"/>
                    <a:pt x="1961" y="20605"/>
                  </a:cubicBezTo>
                  <a:cubicBezTo>
                    <a:pt x="2058" y="21055"/>
                    <a:pt x="2315" y="21666"/>
                    <a:pt x="2797" y="22212"/>
                  </a:cubicBezTo>
                  <a:cubicBezTo>
                    <a:pt x="3247" y="22726"/>
                    <a:pt x="3922" y="23176"/>
                    <a:pt x="4790" y="23176"/>
                  </a:cubicBezTo>
                  <a:cubicBezTo>
                    <a:pt x="5047" y="23176"/>
                    <a:pt x="5336" y="23112"/>
                    <a:pt x="5658" y="23016"/>
                  </a:cubicBezTo>
                  <a:cubicBezTo>
                    <a:pt x="7619" y="22405"/>
                    <a:pt x="8551" y="20862"/>
                    <a:pt x="8551" y="19448"/>
                  </a:cubicBezTo>
                  <a:cubicBezTo>
                    <a:pt x="8551" y="19319"/>
                    <a:pt x="8551" y="19158"/>
                    <a:pt x="8519" y="19030"/>
                  </a:cubicBezTo>
                  <a:cubicBezTo>
                    <a:pt x="8454" y="18676"/>
                    <a:pt x="8294" y="17776"/>
                    <a:pt x="8069" y="16619"/>
                  </a:cubicBezTo>
                  <a:cubicBezTo>
                    <a:pt x="7329" y="13051"/>
                    <a:pt x="5979" y="6751"/>
                    <a:pt x="5561" y="3922"/>
                  </a:cubicBezTo>
                  <a:cubicBezTo>
                    <a:pt x="5272" y="2090"/>
                    <a:pt x="4629" y="1093"/>
                    <a:pt x="3986" y="547"/>
                  </a:cubicBezTo>
                  <a:cubicBezTo>
                    <a:pt x="3343" y="32"/>
                    <a:pt x="2733" y="0"/>
                    <a:pt x="26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61;p64">
              <a:extLst>
                <a:ext uri="{FF2B5EF4-FFF2-40B4-BE49-F238E27FC236}">
                  <a16:creationId xmlns:a16="http://schemas.microsoft.com/office/drawing/2014/main" id="{69DA700C-A2D8-4ABC-FF0A-01A38F686BF7}"/>
                </a:ext>
              </a:extLst>
            </p:cNvPr>
            <p:cNvSpPr/>
            <p:nvPr/>
          </p:nvSpPr>
          <p:spPr>
            <a:xfrm>
              <a:off x="3106825" y="1594975"/>
              <a:ext cx="767475" cy="595950"/>
            </a:xfrm>
            <a:custGeom>
              <a:avLst/>
              <a:gdLst/>
              <a:ahLst/>
              <a:cxnLst/>
              <a:rect l="l" t="t" r="r" b="b"/>
              <a:pathLst>
                <a:path w="30699" h="23838" extrusionOk="0">
                  <a:moveTo>
                    <a:pt x="21971" y="1"/>
                  </a:moveTo>
                  <a:cubicBezTo>
                    <a:pt x="19140" y="1"/>
                    <a:pt x="15086" y="686"/>
                    <a:pt x="9386" y="2911"/>
                  </a:cubicBezTo>
                  <a:cubicBezTo>
                    <a:pt x="9386" y="2911"/>
                    <a:pt x="0" y="6865"/>
                    <a:pt x="0" y="8311"/>
                  </a:cubicBezTo>
                  <a:cubicBezTo>
                    <a:pt x="0" y="9758"/>
                    <a:pt x="5786" y="23837"/>
                    <a:pt x="5786" y="23837"/>
                  </a:cubicBezTo>
                  <a:lnTo>
                    <a:pt x="30698" y="17344"/>
                  </a:lnTo>
                  <a:lnTo>
                    <a:pt x="27901" y="1754"/>
                  </a:lnTo>
                  <a:cubicBezTo>
                    <a:pt x="27901" y="1754"/>
                    <a:pt x="26502" y="1"/>
                    <a:pt x="2197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62;p64">
              <a:extLst>
                <a:ext uri="{FF2B5EF4-FFF2-40B4-BE49-F238E27FC236}">
                  <a16:creationId xmlns:a16="http://schemas.microsoft.com/office/drawing/2014/main" id="{1A3927C0-7560-31FD-B1B4-C1F64A0CDBD1}"/>
                </a:ext>
              </a:extLst>
            </p:cNvPr>
            <p:cNvSpPr/>
            <p:nvPr/>
          </p:nvSpPr>
          <p:spPr>
            <a:xfrm>
              <a:off x="3100400" y="1588175"/>
              <a:ext cx="781125" cy="609375"/>
            </a:xfrm>
            <a:custGeom>
              <a:avLst/>
              <a:gdLst/>
              <a:ahLst/>
              <a:cxnLst/>
              <a:rect l="l" t="t" r="r" b="b"/>
              <a:pathLst>
                <a:path w="31245" h="24375" extrusionOk="0">
                  <a:moveTo>
                    <a:pt x="22244" y="515"/>
                  </a:moveTo>
                  <a:cubicBezTo>
                    <a:pt x="24462" y="515"/>
                    <a:pt x="25908" y="965"/>
                    <a:pt x="26776" y="1383"/>
                  </a:cubicBezTo>
                  <a:cubicBezTo>
                    <a:pt x="27226" y="1576"/>
                    <a:pt x="27516" y="1801"/>
                    <a:pt x="27708" y="1929"/>
                  </a:cubicBezTo>
                  <a:cubicBezTo>
                    <a:pt x="27805" y="2026"/>
                    <a:pt x="27869" y="2090"/>
                    <a:pt x="27901" y="2122"/>
                  </a:cubicBezTo>
                  <a:lnTo>
                    <a:pt x="27915" y="2136"/>
                  </a:lnTo>
                  <a:lnTo>
                    <a:pt x="30634" y="17423"/>
                  </a:lnTo>
                  <a:lnTo>
                    <a:pt x="6207" y="23793"/>
                  </a:lnTo>
                  <a:lnTo>
                    <a:pt x="6207" y="23793"/>
                  </a:lnTo>
                  <a:cubicBezTo>
                    <a:pt x="6165" y="23693"/>
                    <a:pt x="6109" y="23561"/>
                    <a:pt x="6043" y="23402"/>
                  </a:cubicBezTo>
                  <a:cubicBezTo>
                    <a:pt x="5497" y="22052"/>
                    <a:pt x="4114" y="18645"/>
                    <a:pt x="2861" y="15398"/>
                  </a:cubicBezTo>
                  <a:cubicBezTo>
                    <a:pt x="2250" y="13791"/>
                    <a:pt x="1639" y="12216"/>
                    <a:pt x="1222" y="10994"/>
                  </a:cubicBezTo>
                  <a:cubicBezTo>
                    <a:pt x="996" y="10351"/>
                    <a:pt x="836" y="9805"/>
                    <a:pt x="707" y="9387"/>
                  </a:cubicBezTo>
                  <a:cubicBezTo>
                    <a:pt x="643" y="9194"/>
                    <a:pt x="611" y="9001"/>
                    <a:pt x="579" y="8873"/>
                  </a:cubicBezTo>
                  <a:cubicBezTo>
                    <a:pt x="546" y="8744"/>
                    <a:pt x="546" y="8615"/>
                    <a:pt x="546" y="8583"/>
                  </a:cubicBezTo>
                  <a:cubicBezTo>
                    <a:pt x="514" y="8583"/>
                    <a:pt x="546" y="8519"/>
                    <a:pt x="611" y="8423"/>
                  </a:cubicBezTo>
                  <a:cubicBezTo>
                    <a:pt x="707" y="8262"/>
                    <a:pt x="900" y="8037"/>
                    <a:pt x="1222" y="7812"/>
                  </a:cubicBezTo>
                  <a:cubicBezTo>
                    <a:pt x="2314" y="6976"/>
                    <a:pt x="4468" y="5851"/>
                    <a:pt x="6332" y="4983"/>
                  </a:cubicBezTo>
                  <a:cubicBezTo>
                    <a:pt x="7265" y="4533"/>
                    <a:pt x="8100" y="4147"/>
                    <a:pt x="8743" y="3858"/>
                  </a:cubicBezTo>
                  <a:cubicBezTo>
                    <a:pt x="9354" y="3569"/>
                    <a:pt x="9740" y="3408"/>
                    <a:pt x="9740" y="3408"/>
                  </a:cubicBezTo>
                  <a:cubicBezTo>
                    <a:pt x="15429" y="1190"/>
                    <a:pt x="19447" y="515"/>
                    <a:pt x="22244" y="515"/>
                  </a:cubicBezTo>
                  <a:close/>
                  <a:moveTo>
                    <a:pt x="22244" y="1"/>
                  </a:moveTo>
                  <a:cubicBezTo>
                    <a:pt x="19351" y="1"/>
                    <a:pt x="15269" y="676"/>
                    <a:pt x="9547" y="2926"/>
                  </a:cubicBezTo>
                  <a:cubicBezTo>
                    <a:pt x="9547" y="2926"/>
                    <a:pt x="7200" y="3922"/>
                    <a:pt x="4822" y="5112"/>
                  </a:cubicBezTo>
                  <a:cubicBezTo>
                    <a:pt x="3664" y="5690"/>
                    <a:pt x="2475" y="6333"/>
                    <a:pt x="1575" y="6912"/>
                  </a:cubicBezTo>
                  <a:cubicBezTo>
                    <a:pt x="1125" y="7201"/>
                    <a:pt x="771" y="7490"/>
                    <a:pt x="482" y="7748"/>
                  </a:cubicBezTo>
                  <a:cubicBezTo>
                    <a:pt x="354" y="7876"/>
                    <a:pt x="225" y="8005"/>
                    <a:pt x="129" y="8133"/>
                  </a:cubicBezTo>
                  <a:cubicBezTo>
                    <a:pt x="64" y="8262"/>
                    <a:pt x="0" y="8423"/>
                    <a:pt x="0" y="8583"/>
                  </a:cubicBezTo>
                  <a:cubicBezTo>
                    <a:pt x="0" y="8712"/>
                    <a:pt x="32" y="8873"/>
                    <a:pt x="64" y="9066"/>
                  </a:cubicBezTo>
                  <a:cubicBezTo>
                    <a:pt x="225" y="9773"/>
                    <a:pt x="675" y="11058"/>
                    <a:pt x="1222" y="12601"/>
                  </a:cubicBezTo>
                  <a:cubicBezTo>
                    <a:pt x="2925" y="17262"/>
                    <a:pt x="5786" y="24206"/>
                    <a:pt x="5786" y="24206"/>
                  </a:cubicBezTo>
                  <a:cubicBezTo>
                    <a:pt x="5839" y="24312"/>
                    <a:pt x="5937" y="24374"/>
                    <a:pt x="6042" y="24374"/>
                  </a:cubicBezTo>
                  <a:cubicBezTo>
                    <a:pt x="6063" y="24374"/>
                    <a:pt x="6085" y="24372"/>
                    <a:pt x="6107" y="24366"/>
                  </a:cubicBezTo>
                  <a:lnTo>
                    <a:pt x="31019" y="17873"/>
                  </a:lnTo>
                  <a:cubicBezTo>
                    <a:pt x="31148" y="17841"/>
                    <a:pt x="31244" y="17712"/>
                    <a:pt x="31212" y="17552"/>
                  </a:cubicBezTo>
                  <a:lnTo>
                    <a:pt x="28416" y="1962"/>
                  </a:lnTo>
                  <a:lnTo>
                    <a:pt x="28351" y="1833"/>
                  </a:lnTo>
                  <a:cubicBezTo>
                    <a:pt x="28319" y="1769"/>
                    <a:pt x="26808" y="1"/>
                    <a:pt x="222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63;p64">
              <a:extLst>
                <a:ext uri="{FF2B5EF4-FFF2-40B4-BE49-F238E27FC236}">
                  <a16:creationId xmlns:a16="http://schemas.microsoft.com/office/drawing/2014/main" id="{E83E9F55-92CE-CE71-18CF-6D9CB00F0043}"/>
                </a:ext>
              </a:extLst>
            </p:cNvPr>
            <p:cNvSpPr/>
            <p:nvPr/>
          </p:nvSpPr>
          <p:spPr>
            <a:xfrm>
              <a:off x="3300475" y="1435225"/>
              <a:ext cx="606750" cy="742775"/>
            </a:xfrm>
            <a:custGeom>
              <a:avLst/>
              <a:gdLst/>
              <a:ahLst/>
              <a:cxnLst/>
              <a:rect l="l" t="t" r="r" b="b"/>
              <a:pathLst>
                <a:path w="24270" h="29711" extrusionOk="0">
                  <a:moveTo>
                    <a:pt x="17600" y="1"/>
                  </a:moveTo>
                  <a:cubicBezTo>
                    <a:pt x="15099" y="1"/>
                    <a:pt x="12134" y="159"/>
                    <a:pt x="10191" y="783"/>
                  </a:cubicBezTo>
                  <a:cubicBezTo>
                    <a:pt x="10191" y="783"/>
                    <a:pt x="7523" y="2422"/>
                    <a:pt x="5401" y="3644"/>
                  </a:cubicBezTo>
                  <a:cubicBezTo>
                    <a:pt x="3248" y="4833"/>
                    <a:pt x="1" y="6504"/>
                    <a:pt x="1" y="9848"/>
                  </a:cubicBezTo>
                  <a:cubicBezTo>
                    <a:pt x="1" y="13191"/>
                    <a:pt x="2412" y="26434"/>
                    <a:pt x="2412" y="27816"/>
                  </a:cubicBezTo>
                  <a:cubicBezTo>
                    <a:pt x="2412" y="28999"/>
                    <a:pt x="2482" y="29711"/>
                    <a:pt x="2503" y="29711"/>
                  </a:cubicBezTo>
                  <a:cubicBezTo>
                    <a:pt x="2506" y="29711"/>
                    <a:pt x="2508" y="29690"/>
                    <a:pt x="2508" y="29649"/>
                  </a:cubicBezTo>
                  <a:cubicBezTo>
                    <a:pt x="2508" y="29391"/>
                    <a:pt x="18805" y="24023"/>
                    <a:pt x="18805" y="24023"/>
                  </a:cubicBezTo>
                  <a:cubicBezTo>
                    <a:pt x="18805" y="24023"/>
                    <a:pt x="19834" y="19748"/>
                    <a:pt x="20670" y="17723"/>
                  </a:cubicBezTo>
                  <a:cubicBezTo>
                    <a:pt x="21506" y="15666"/>
                    <a:pt x="20670" y="13930"/>
                    <a:pt x="21602" y="10587"/>
                  </a:cubicBezTo>
                  <a:cubicBezTo>
                    <a:pt x="22534" y="7244"/>
                    <a:pt x="24270" y="5026"/>
                    <a:pt x="23531" y="2519"/>
                  </a:cubicBezTo>
                  <a:cubicBezTo>
                    <a:pt x="22791" y="43"/>
                    <a:pt x="22598" y="108"/>
                    <a:pt x="19930" y="43"/>
                  </a:cubicBezTo>
                  <a:cubicBezTo>
                    <a:pt x="19246" y="19"/>
                    <a:pt x="18450" y="1"/>
                    <a:pt x="176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64;p64">
              <a:extLst>
                <a:ext uri="{FF2B5EF4-FFF2-40B4-BE49-F238E27FC236}">
                  <a16:creationId xmlns:a16="http://schemas.microsoft.com/office/drawing/2014/main" id="{86DE6421-7703-829B-74BC-ECEC65434F6F}"/>
                </a:ext>
              </a:extLst>
            </p:cNvPr>
            <p:cNvSpPr/>
            <p:nvPr/>
          </p:nvSpPr>
          <p:spPr>
            <a:xfrm>
              <a:off x="3294050" y="1428275"/>
              <a:ext cx="605950" cy="757025"/>
            </a:xfrm>
            <a:custGeom>
              <a:avLst/>
              <a:gdLst/>
              <a:ahLst/>
              <a:cxnLst/>
              <a:rect l="l" t="t" r="r" b="b"/>
              <a:pathLst>
                <a:path w="24238" h="30281" extrusionOk="0">
                  <a:moveTo>
                    <a:pt x="17905" y="546"/>
                  </a:moveTo>
                  <a:cubicBezTo>
                    <a:pt x="18741" y="546"/>
                    <a:pt x="19512" y="546"/>
                    <a:pt x="20187" y="579"/>
                  </a:cubicBezTo>
                  <a:cubicBezTo>
                    <a:pt x="20863" y="611"/>
                    <a:pt x="21377" y="611"/>
                    <a:pt x="21763" y="643"/>
                  </a:cubicBezTo>
                  <a:cubicBezTo>
                    <a:pt x="22052" y="675"/>
                    <a:pt x="22245" y="739"/>
                    <a:pt x="22438" y="804"/>
                  </a:cubicBezTo>
                  <a:cubicBezTo>
                    <a:pt x="22663" y="900"/>
                    <a:pt x="22823" y="1061"/>
                    <a:pt x="22984" y="1382"/>
                  </a:cubicBezTo>
                  <a:cubicBezTo>
                    <a:pt x="23177" y="1704"/>
                    <a:pt x="23338" y="2186"/>
                    <a:pt x="23531" y="2893"/>
                  </a:cubicBezTo>
                  <a:cubicBezTo>
                    <a:pt x="23659" y="3279"/>
                    <a:pt x="23691" y="3664"/>
                    <a:pt x="23691" y="4050"/>
                  </a:cubicBezTo>
                  <a:cubicBezTo>
                    <a:pt x="23691" y="4982"/>
                    <a:pt x="23370" y="5979"/>
                    <a:pt x="22952" y="7072"/>
                  </a:cubicBezTo>
                  <a:cubicBezTo>
                    <a:pt x="22534" y="8165"/>
                    <a:pt x="21988" y="9386"/>
                    <a:pt x="21602" y="10801"/>
                  </a:cubicBezTo>
                  <a:cubicBezTo>
                    <a:pt x="21120" y="12504"/>
                    <a:pt x="21088" y="13790"/>
                    <a:pt x="21088" y="14915"/>
                  </a:cubicBezTo>
                  <a:cubicBezTo>
                    <a:pt x="21088" y="16040"/>
                    <a:pt x="21055" y="16940"/>
                    <a:pt x="20670" y="17904"/>
                  </a:cubicBezTo>
                  <a:cubicBezTo>
                    <a:pt x="20252" y="18933"/>
                    <a:pt x="19802" y="20508"/>
                    <a:pt x="19416" y="21826"/>
                  </a:cubicBezTo>
                  <a:cubicBezTo>
                    <a:pt x="19139" y="22885"/>
                    <a:pt x="18921" y="23766"/>
                    <a:pt x="18840" y="24097"/>
                  </a:cubicBezTo>
                  <a:lnTo>
                    <a:pt x="18840" y="24097"/>
                  </a:lnTo>
                  <a:cubicBezTo>
                    <a:pt x="18051" y="24357"/>
                    <a:pt x="14442" y="25551"/>
                    <a:pt x="10833" y="26744"/>
                  </a:cubicBezTo>
                  <a:cubicBezTo>
                    <a:pt x="8808" y="27451"/>
                    <a:pt x="6751" y="28159"/>
                    <a:pt x="5240" y="28673"/>
                  </a:cubicBezTo>
                  <a:cubicBezTo>
                    <a:pt x="4469" y="28962"/>
                    <a:pt x="3826" y="29187"/>
                    <a:pt x="3376" y="29380"/>
                  </a:cubicBezTo>
                  <a:cubicBezTo>
                    <a:pt x="3229" y="29422"/>
                    <a:pt x="3096" y="29478"/>
                    <a:pt x="2986" y="29520"/>
                  </a:cubicBezTo>
                  <a:lnTo>
                    <a:pt x="2986" y="29520"/>
                  </a:lnTo>
                  <a:cubicBezTo>
                    <a:pt x="2977" y="29197"/>
                    <a:pt x="2958" y="28712"/>
                    <a:pt x="2958" y="28094"/>
                  </a:cubicBezTo>
                  <a:cubicBezTo>
                    <a:pt x="2958" y="27869"/>
                    <a:pt x="2894" y="27516"/>
                    <a:pt x="2830" y="27034"/>
                  </a:cubicBezTo>
                  <a:cubicBezTo>
                    <a:pt x="2605" y="25266"/>
                    <a:pt x="2026" y="21762"/>
                    <a:pt x="1512" y="18322"/>
                  </a:cubicBezTo>
                  <a:cubicBezTo>
                    <a:pt x="997" y="14915"/>
                    <a:pt x="547" y="11540"/>
                    <a:pt x="547" y="10126"/>
                  </a:cubicBezTo>
                  <a:cubicBezTo>
                    <a:pt x="547" y="8550"/>
                    <a:pt x="1287" y="7361"/>
                    <a:pt x="2347" y="6429"/>
                  </a:cubicBezTo>
                  <a:cubicBezTo>
                    <a:pt x="3376" y="5465"/>
                    <a:pt x="4694" y="4757"/>
                    <a:pt x="5787" y="4147"/>
                  </a:cubicBezTo>
                  <a:cubicBezTo>
                    <a:pt x="7908" y="2957"/>
                    <a:pt x="10608" y="1286"/>
                    <a:pt x="10608" y="1286"/>
                  </a:cubicBezTo>
                  <a:lnTo>
                    <a:pt x="10597" y="1270"/>
                  </a:lnTo>
                  <a:lnTo>
                    <a:pt x="10597" y="1270"/>
                  </a:lnTo>
                  <a:cubicBezTo>
                    <a:pt x="12495" y="704"/>
                    <a:pt x="15421" y="546"/>
                    <a:pt x="17905" y="546"/>
                  </a:cubicBezTo>
                  <a:close/>
                  <a:moveTo>
                    <a:pt x="17905" y="0"/>
                  </a:moveTo>
                  <a:cubicBezTo>
                    <a:pt x="15366" y="0"/>
                    <a:pt x="12376" y="161"/>
                    <a:pt x="10383" y="804"/>
                  </a:cubicBezTo>
                  <a:lnTo>
                    <a:pt x="10319" y="804"/>
                  </a:lnTo>
                  <a:cubicBezTo>
                    <a:pt x="10319" y="804"/>
                    <a:pt x="10158" y="932"/>
                    <a:pt x="9869" y="1093"/>
                  </a:cubicBezTo>
                  <a:cubicBezTo>
                    <a:pt x="9001" y="1607"/>
                    <a:pt x="7105" y="2797"/>
                    <a:pt x="5498" y="3697"/>
                  </a:cubicBezTo>
                  <a:cubicBezTo>
                    <a:pt x="4437" y="4275"/>
                    <a:pt x="3087" y="5015"/>
                    <a:pt x="1994" y="6011"/>
                  </a:cubicBezTo>
                  <a:cubicBezTo>
                    <a:pt x="869" y="7040"/>
                    <a:pt x="1" y="8358"/>
                    <a:pt x="1" y="10126"/>
                  </a:cubicBezTo>
                  <a:cubicBezTo>
                    <a:pt x="1" y="10993"/>
                    <a:pt x="162" y="12440"/>
                    <a:pt x="387" y="14176"/>
                  </a:cubicBezTo>
                  <a:cubicBezTo>
                    <a:pt x="708" y="16779"/>
                    <a:pt x="1222" y="19994"/>
                    <a:pt x="1640" y="22726"/>
                  </a:cubicBezTo>
                  <a:cubicBezTo>
                    <a:pt x="1865" y="24076"/>
                    <a:pt x="2058" y="25298"/>
                    <a:pt x="2187" y="26230"/>
                  </a:cubicBezTo>
                  <a:cubicBezTo>
                    <a:pt x="2347" y="27194"/>
                    <a:pt x="2412" y="27869"/>
                    <a:pt x="2412" y="28094"/>
                  </a:cubicBezTo>
                  <a:cubicBezTo>
                    <a:pt x="2412" y="28705"/>
                    <a:pt x="2444" y="29187"/>
                    <a:pt x="2444" y="29509"/>
                  </a:cubicBezTo>
                  <a:cubicBezTo>
                    <a:pt x="2476" y="29669"/>
                    <a:pt x="2476" y="29798"/>
                    <a:pt x="2476" y="29894"/>
                  </a:cubicBezTo>
                  <a:lnTo>
                    <a:pt x="2508" y="30023"/>
                  </a:lnTo>
                  <a:lnTo>
                    <a:pt x="2508" y="30055"/>
                  </a:lnTo>
                  <a:lnTo>
                    <a:pt x="2540" y="30119"/>
                  </a:lnTo>
                  <a:lnTo>
                    <a:pt x="2572" y="30184"/>
                  </a:lnTo>
                  <a:cubicBezTo>
                    <a:pt x="2605" y="30216"/>
                    <a:pt x="2669" y="30248"/>
                    <a:pt x="2765" y="30280"/>
                  </a:cubicBezTo>
                  <a:cubicBezTo>
                    <a:pt x="2862" y="30280"/>
                    <a:pt x="2926" y="30216"/>
                    <a:pt x="2958" y="30184"/>
                  </a:cubicBezTo>
                  <a:cubicBezTo>
                    <a:pt x="2987" y="30155"/>
                    <a:pt x="3016" y="30126"/>
                    <a:pt x="3021" y="30097"/>
                  </a:cubicBezTo>
                  <a:lnTo>
                    <a:pt x="3021" y="30097"/>
                  </a:lnTo>
                  <a:cubicBezTo>
                    <a:pt x="3066" y="30081"/>
                    <a:pt x="3132" y="30056"/>
                    <a:pt x="3215" y="30023"/>
                  </a:cubicBezTo>
                  <a:cubicBezTo>
                    <a:pt x="3762" y="29766"/>
                    <a:pt x="5047" y="29316"/>
                    <a:pt x="6655" y="28769"/>
                  </a:cubicBezTo>
                  <a:cubicBezTo>
                    <a:pt x="9066" y="27901"/>
                    <a:pt x="12184" y="26873"/>
                    <a:pt x="14723" y="26037"/>
                  </a:cubicBezTo>
                  <a:cubicBezTo>
                    <a:pt x="15977" y="25587"/>
                    <a:pt x="17069" y="25233"/>
                    <a:pt x="17873" y="24976"/>
                  </a:cubicBezTo>
                  <a:cubicBezTo>
                    <a:pt x="18677" y="24719"/>
                    <a:pt x="19159" y="24558"/>
                    <a:pt x="19159" y="24558"/>
                  </a:cubicBezTo>
                  <a:cubicBezTo>
                    <a:pt x="19255" y="24526"/>
                    <a:pt x="19320" y="24430"/>
                    <a:pt x="19320" y="24366"/>
                  </a:cubicBezTo>
                  <a:cubicBezTo>
                    <a:pt x="19320" y="24366"/>
                    <a:pt x="19384" y="24076"/>
                    <a:pt x="19512" y="23658"/>
                  </a:cubicBezTo>
                  <a:cubicBezTo>
                    <a:pt x="19834" y="22373"/>
                    <a:pt x="20573" y="19576"/>
                    <a:pt x="21184" y="18097"/>
                  </a:cubicBezTo>
                  <a:cubicBezTo>
                    <a:pt x="21602" y="17004"/>
                    <a:pt x="21602" y="16008"/>
                    <a:pt x="21634" y="14915"/>
                  </a:cubicBezTo>
                  <a:cubicBezTo>
                    <a:pt x="21634" y="13822"/>
                    <a:pt x="21666" y="12569"/>
                    <a:pt x="22116" y="10929"/>
                  </a:cubicBezTo>
                  <a:cubicBezTo>
                    <a:pt x="22502" y="9579"/>
                    <a:pt x="23016" y="8390"/>
                    <a:pt x="23466" y="7265"/>
                  </a:cubicBezTo>
                  <a:cubicBezTo>
                    <a:pt x="23884" y="6172"/>
                    <a:pt x="24238" y="5111"/>
                    <a:pt x="24238" y="4050"/>
                  </a:cubicBezTo>
                  <a:cubicBezTo>
                    <a:pt x="24238" y="3600"/>
                    <a:pt x="24173" y="3182"/>
                    <a:pt x="24045" y="2732"/>
                  </a:cubicBezTo>
                  <a:cubicBezTo>
                    <a:pt x="23852" y="2089"/>
                    <a:pt x="23723" y="1639"/>
                    <a:pt x="23531" y="1254"/>
                  </a:cubicBezTo>
                  <a:cubicBezTo>
                    <a:pt x="23402" y="996"/>
                    <a:pt x="23273" y="771"/>
                    <a:pt x="23080" y="579"/>
                  </a:cubicBezTo>
                  <a:cubicBezTo>
                    <a:pt x="22791" y="321"/>
                    <a:pt x="22405" y="193"/>
                    <a:pt x="21955" y="129"/>
                  </a:cubicBezTo>
                  <a:cubicBezTo>
                    <a:pt x="21505" y="64"/>
                    <a:pt x="20959" y="64"/>
                    <a:pt x="20187" y="32"/>
                  </a:cubicBezTo>
                  <a:cubicBezTo>
                    <a:pt x="19512" y="0"/>
                    <a:pt x="18741" y="0"/>
                    <a:pt x="179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65;p64">
              <a:extLst>
                <a:ext uri="{FF2B5EF4-FFF2-40B4-BE49-F238E27FC236}">
                  <a16:creationId xmlns:a16="http://schemas.microsoft.com/office/drawing/2014/main" id="{B6FA42CF-CDB2-BA89-9C2B-12E41E57CA75}"/>
                </a:ext>
              </a:extLst>
            </p:cNvPr>
            <p:cNvSpPr/>
            <p:nvPr/>
          </p:nvSpPr>
          <p:spPr>
            <a:xfrm>
              <a:off x="3471650" y="1404675"/>
              <a:ext cx="296550" cy="281575"/>
            </a:xfrm>
            <a:custGeom>
              <a:avLst/>
              <a:gdLst/>
              <a:ahLst/>
              <a:cxnLst/>
              <a:rect l="l" t="t" r="r" b="b"/>
              <a:pathLst>
                <a:path w="11862" h="11263" extrusionOk="0">
                  <a:moveTo>
                    <a:pt x="3896" y="0"/>
                  </a:moveTo>
                  <a:cubicBezTo>
                    <a:pt x="3088" y="0"/>
                    <a:pt x="2433" y="172"/>
                    <a:pt x="2122" y="526"/>
                  </a:cubicBezTo>
                  <a:cubicBezTo>
                    <a:pt x="2122" y="526"/>
                    <a:pt x="933" y="1169"/>
                    <a:pt x="483" y="4158"/>
                  </a:cubicBezTo>
                  <a:cubicBezTo>
                    <a:pt x="1" y="7116"/>
                    <a:pt x="1" y="11262"/>
                    <a:pt x="1" y="11262"/>
                  </a:cubicBezTo>
                  <a:cubicBezTo>
                    <a:pt x="1" y="11262"/>
                    <a:pt x="5015" y="8498"/>
                    <a:pt x="5755" y="8402"/>
                  </a:cubicBezTo>
                  <a:cubicBezTo>
                    <a:pt x="5770" y="8399"/>
                    <a:pt x="5788" y="8398"/>
                    <a:pt x="5808" y="8398"/>
                  </a:cubicBezTo>
                  <a:cubicBezTo>
                    <a:pt x="6720" y="8398"/>
                    <a:pt x="11862" y="10523"/>
                    <a:pt x="11862" y="10523"/>
                  </a:cubicBezTo>
                  <a:cubicBezTo>
                    <a:pt x="11862" y="10523"/>
                    <a:pt x="11123" y="6280"/>
                    <a:pt x="9998" y="3323"/>
                  </a:cubicBezTo>
                  <a:cubicBezTo>
                    <a:pt x="9206" y="1181"/>
                    <a:pt x="6021" y="0"/>
                    <a:pt x="38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6;p64">
              <a:extLst>
                <a:ext uri="{FF2B5EF4-FFF2-40B4-BE49-F238E27FC236}">
                  <a16:creationId xmlns:a16="http://schemas.microsoft.com/office/drawing/2014/main" id="{82CFBA95-B2F5-B6F8-CCA6-EE4790035249}"/>
                </a:ext>
              </a:extLst>
            </p:cNvPr>
            <p:cNvSpPr/>
            <p:nvPr/>
          </p:nvSpPr>
          <p:spPr>
            <a:xfrm>
              <a:off x="3465225" y="1397725"/>
              <a:ext cx="310225" cy="295550"/>
            </a:xfrm>
            <a:custGeom>
              <a:avLst/>
              <a:gdLst/>
              <a:ahLst/>
              <a:cxnLst/>
              <a:rect l="l" t="t" r="r" b="b"/>
              <a:pathLst>
                <a:path w="12409" h="11822" extrusionOk="0">
                  <a:moveTo>
                    <a:pt x="4179" y="547"/>
                  </a:moveTo>
                  <a:cubicBezTo>
                    <a:pt x="5176" y="547"/>
                    <a:pt x="6494" y="836"/>
                    <a:pt x="7587" y="1383"/>
                  </a:cubicBezTo>
                  <a:cubicBezTo>
                    <a:pt x="8712" y="1929"/>
                    <a:pt x="9644" y="2701"/>
                    <a:pt x="9997" y="3697"/>
                  </a:cubicBezTo>
                  <a:cubicBezTo>
                    <a:pt x="10576" y="5144"/>
                    <a:pt x="11026" y="6944"/>
                    <a:pt x="11348" y="8358"/>
                  </a:cubicBezTo>
                  <a:cubicBezTo>
                    <a:pt x="11508" y="9097"/>
                    <a:pt x="11637" y="9708"/>
                    <a:pt x="11733" y="10158"/>
                  </a:cubicBezTo>
                  <a:cubicBezTo>
                    <a:pt x="11745" y="10242"/>
                    <a:pt x="11757" y="10319"/>
                    <a:pt x="11769" y="10389"/>
                  </a:cubicBezTo>
                  <a:lnTo>
                    <a:pt x="11769" y="10389"/>
                  </a:lnTo>
                  <a:cubicBezTo>
                    <a:pt x="11272" y="10182"/>
                    <a:pt x="10420" y="9833"/>
                    <a:pt x="9515" y="9483"/>
                  </a:cubicBezTo>
                  <a:cubicBezTo>
                    <a:pt x="8808" y="9226"/>
                    <a:pt x="8069" y="8969"/>
                    <a:pt x="7458" y="8776"/>
                  </a:cubicBezTo>
                  <a:cubicBezTo>
                    <a:pt x="7169" y="8647"/>
                    <a:pt x="6879" y="8583"/>
                    <a:pt x="6654" y="8519"/>
                  </a:cubicBezTo>
                  <a:cubicBezTo>
                    <a:pt x="6397" y="8455"/>
                    <a:pt x="6204" y="8422"/>
                    <a:pt x="6044" y="8422"/>
                  </a:cubicBezTo>
                  <a:lnTo>
                    <a:pt x="5979" y="8422"/>
                  </a:lnTo>
                  <a:cubicBezTo>
                    <a:pt x="5819" y="8455"/>
                    <a:pt x="5658" y="8487"/>
                    <a:pt x="5433" y="8583"/>
                  </a:cubicBezTo>
                  <a:cubicBezTo>
                    <a:pt x="4694" y="8905"/>
                    <a:pt x="3376" y="9580"/>
                    <a:pt x="2219" y="10190"/>
                  </a:cubicBezTo>
                  <a:cubicBezTo>
                    <a:pt x="1538" y="10560"/>
                    <a:pt x="916" y="10894"/>
                    <a:pt x="531" y="11100"/>
                  </a:cubicBezTo>
                  <a:lnTo>
                    <a:pt x="531" y="11100"/>
                  </a:lnTo>
                  <a:cubicBezTo>
                    <a:pt x="535" y="11029"/>
                    <a:pt x="540" y="10951"/>
                    <a:pt x="547" y="10865"/>
                  </a:cubicBezTo>
                  <a:cubicBezTo>
                    <a:pt x="547" y="9547"/>
                    <a:pt x="643" y="6654"/>
                    <a:pt x="997" y="4469"/>
                  </a:cubicBezTo>
                  <a:cubicBezTo>
                    <a:pt x="1222" y="3022"/>
                    <a:pt x="1608" y="2154"/>
                    <a:pt x="1961" y="1672"/>
                  </a:cubicBezTo>
                  <a:cubicBezTo>
                    <a:pt x="2122" y="1415"/>
                    <a:pt x="2283" y="1254"/>
                    <a:pt x="2379" y="1158"/>
                  </a:cubicBezTo>
                  <a:cubicBezTo>
                    <a:pt x="2411" y="1126"/>
                    <a:pt x="2476" y="1093"/>
                    <a:pt x="2508" y="1061"/>
                  </a:cubicBezTo>
                  <a:lnTo>
                    <a:pt x="2604" y="997"/>
                  </a:lnTo>
                  <a:cubicBezTo>
                    <a:pt x="2701" y="868"/>
                    <a:pt x="2894" y="740"/>
                    <a:pt x="3183" y="676"/>
                  </a:cubicBezTo>
                  <a:cubicBezTo>
                    <a:pt x="3440" y="579"/>
                    <a:pt x="3794" y="547"/>
                    <a:pt x="4179" y="547"/>
                  </a:cubicBezTo>
                  <a:close/>
                  <a:moveTo>
                    <a:pt x="4179" y="1"/>
                  </a:moveTo>
                  <a:cubicBezTo>
                    <a:pt x="3761" y="1"/>
                    <a:pt x="3344" y="65"/>
                    <a:pt x="3022" y="161"/>
                  </a:cubicBezTo>
                  <a:cubicBezTo>
                    <a:pt x="2700" y="249"/>
                    <a:pt x="2431" y="390"/>
                    <a:pt x="2240" y="585"/>
                  </a:cubicBezTo>
                  <a:lnTo>
                    <a:pt x="2240" y="585"/>
                  </a:lnTo>
                  <a:cubicBezTo>
                    <a:pt x="2102" y="664"/>
                    <a:pt x="916" y="1453"/>
                    <a:pt x="451" y="4372"/>
                  </a:cubicBezTo>
                  <a:cubicBezTo>
                    <a:pt x="1" y="7394"/>
                    <a:pt x="1" y="11540"/>
                    <a:pt x="1" y="11540"/>
                  </a:cubicBezTo>
                  <a:cubicBezTo>
                    <a:pt x="1" y="11637"/>
                    <a:pt x="33" y="11733"/>
                    <a:pt x="129" y="11798"/>
                  </a:cubicBezTo>
                  <a:cubicBezTo>
                    <a:pt x="161" y="11814"/>
                    <a:pt x="210" y="11822"/>
                    <a:pt x="258" y="11822"/>
                  </a:cubicBezTo>
                  <a:cubicBezTo>
                    <a:pt x="306" y="11822"/>
                    <a:pt x="354" y="11814"/>
                    <a:pt x="386" y="11798"/>
                  </a:cubicBezTo>
                  <a:cubicBezTo>
                    <a:pt x="386" y="11798"/>
                    <a:pt x="708" y="11605"/>
                    <a:pt x="1190" y="11348"/>
                  </a:cubicBezTo>
                  <a:cubicBezTo>
                    <a:pt x="1897" y="10962"/>
                    <a:pt x="2990" y="10383"/>
                    <a:pt x="3986" y="9869"/>
                  </a:cubicBezTo>
                  <a:cubicBezTo>
                    <a:pt x="4469" y="9612"/>
                    <a:pt x="4951" y="9387"/>
                    <a:pt x="5304" y="9226"/>
                  </a:cubicBezTo>
                  <a:cubicBezTo>
                    <a:pt x="5497" y="9130"/>
                    <a:pt x="5658" y="9065"/>
                    <a:pt x="5787" y="9033"/>
                  </a:cubicBezTo>
                  <a:cubicBezTo>
                    <a:pt x="5915" y="8969"/>
                    <a:pt x="6012" y="8937"/>
                    <a:pt x="6044" y="8937"/>
                  </a:cubicBezTo>
                  <a:cubicBezTo>
                    <a:pt x="6108" y="8937"/>
                    <a:pt x="6301" y="8969"/>
                    <a:pt x="6494" y="9033"/>
                  </a:cubicBezTo>
                  <a:cubicBezTo>
                    <a:pt x="7265" y="9226"/>
                    <a:pt x="8680" y="9740"/>
                    <a:pt x="9837" y="10190"/>
                  </a:cubicBezTo>
                  <a:cubicBezTo>
                    <a:pt x="10447" y="10415"/>
                    <a:pt x="10994" y="10640"/>
                    <a:pt x="11380" y="10801"/>
                  </a:cubicBezTo>
                  <a:cubicBezTo>
                    <a:pt x="11765" y="10962"/>
                    <a:pt x="12023" y="11058"/>
                    <a:pt x="12023" y="11058"/>
                  </a:cubicBezTo>
                  <a:cubicBezTo>
                    <a:pt x="12063" y="11072"/>
                    <a:pt x="12102" y="11079"/>
                    <a:pt x="12140" y="11079"/>
                  </a:cubicBezTo>
                  <a:cubicBezTo>
                    <a:pt x="12193" y="11079"/>
                    <a:pt x="12242" y="11064"/>
                    <a:pt x="12280" y="11026"/>
                  </a:cubicBezTo>
                  <a:cubicBezTo>
                    <a:pt x="12344" y="10962"/>
                    <a:pt x="12408" y="10865"/>
                    <a:pt x="12376" y="10769"/>
                  </a:cubicBezTo>
                  <a:cubicBezTo>
                    <a:pt x="12376" y="10769"/>
                    <a:pt x="11637" y="6494"/>
                    <a:pt x="10512" y="3504"/>
                  </a:cubicBezTo>
                  <a:cubicBezTo>
                    <a:pt x="10062" y="2347"/>
                    <a:pt x="9033" y="1479"/>
                    <a:pt x="7844" y="901"/>
                  </a:cubicBezTo>
                  <a:cubicBezTo>
                    <a:pt x="6622" y="322"/>
                    <a:pt x="5272" y="1"/>
                    <a:pt x="41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67;p64">
              <a:extLst>
                <a:ext uri="{FF2B5EF4-FFF2-40B4-BE49-F238E27FC236}">
                  <a16:creationId xmlns:a16="http://schemas.microsoft.com/office/drawing/2014/main" id="{2104F7A7-4C23-1EAB-43D6-BDE0BB137C9F}"/>
                </a:ext>
              </a:extLst>
            </p:cNvPr>
            <p:cNvSpPr/>
            <p:nvPr/>
          </p:nvSpPr>
          <p:spPr>
            <a:xfrm>
              <a:off x="3502200" y="1399325"/>
              <a:ext cx="156725" cy="307825"/>
            </a:xfrm>
            <a:custGeom>
              <a:avLst/>
              <a:gdLst/>
              <a:ahLst/>
              <a:cxnLst/>
              <a:rect l="l" t="t" r="r" b="b"/>
              <a:pathLst>
                <a:path w="6269" h="12313" extrusionOk="0">
                  <a:moveTo>
                    <a:pt x="0" y="1"/>
                  </a:moveTo>
                  <a:cubicBezTo>
                    <a:pt x="0" y="1"/>
                    <a:pt x="32" y="129"/>
                    <a:pt x="64" y="322"/>
                  </a:cubicBezTo>
                  <a:cubicBezTo>
                    <a:pt x="450" y="1576"/>
                    <a:pt x="1768" y="6205"/>
                    <a:pt x="2572" y="8519"/>
                  </a:cubicBezTo>
                  <a:cubicBezTo>
                    <a:pt x="3504" y="11219"/>
                    <a:pt x="4886" y="12312"/>
                    <a:pt x="4886" y="12312"/>
                  </a:cubicBezTo>
                  <a:lnTo>
                    <a:pt x="6268" y="6783"/>
                  </a:lnTo>
                  <a:cubicBezTo>
                    <a:pt x="6268" y="6783"/>
                    <a:pt x="836" y="1479"/>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68;p64">
              <a:extLst>
                <a:ext uri="{FF2B5EF4-FFF2-40B4-BE49-F238E27FC236}">
                  <a16:creationId xmlns:a16="http://schemas.microsoft.com/office/drawing/2014/main" id="{BBCCBC94-00C8-716B-4F34-350D9C107492}"/>
                </a:ext>
              </a:extLst>
            </p:cNvPr>
            <p:cNvSpPr/>
            <p:nvPr/>
          </p:nvSpPr>
          <p:spPr>
            <a:xfrm>
              <a:off x="3494150" y="1392900"/>
              <a:ext cx="172000" cy="321200"/>
            </a:xfrm>
            <a:custGeom>
              <a:avLst/>
              <a:gdLst/>
              <a:ahLst/>
              <a:cxnLst/>
              <a:rect l="l" t="t" r="r" b="b"/>
              <a:pathLst>
                <a:path w="6880" h="12848" extrusionOk="0">
                  <a:moveTo>
                    <a:pt x="957" y="1566"/>
                  </a:moveTo>
                  <a:cubicBezTo>
                    <a:pt x="1108" y="1743"/>
                    <a:pt x="1272" y="1929"/>
                    <a:pt x="1447" y="2122"/>
                  </a:cubicBezTo>
                  <a:cubicBezTo>
                    <a:pt x="3115" y="3988"/>
                    <a:pt x="5702" y="6499"/>
                    <a:pt x="6302" y="7100"/>
                  </a:cubicBezTo>
                  <a:lnTo>
                    <a:pt x="6302" y="7100"/>
                  </a:lnTo>
                  <a:lnTo>
                    <a:pt x="5062" y="12062"/>
                  </a:lnTo>
                  <a:lnTo>
                    <a:pt x="5062" y="12062"/>
                  </a:lnTo>
                  <a:cubicBezTo>
                    <a:pt x="4616" y="11571"/>
                    <a:pt x="3788" y="10505"/>
                    <a:pt x="3151" y="8712"/>
                  </a:cubicBezTo>
                  <a:cubicBezTo>
                    <a:pt x="2501" y="6840"/>
                    <a:pt x="1515" y="3456"/>
                    <a:pt x="957" y="1566"/>
                  </a:cubicBezTo>
                  <a:close/>
                  <a:moveTo>
                    <a:pt x="328" y="1"/>
                  </a:moveTo>
                  <a:cubicBezTo>
                    <a:pt x="283" y="1"/>
                    <a:pt x="236" y="11"/>
                    <a:pt x="194" y="33"/>
                  </a:cubicBezTo>
                  <a:cubicBezTo>
                    <a:pt x="65" y="65"/>
                    <a:pt x="1" y="194"/>
                    <a:pt x="65" y="354"/>
                  </a:cubicBezTo>
                  <a:cubicBezTo>
                    <a:pt x="65" y="354"/>
                    <a:pt x="68" y="364"/>
                    <a:pt x="73" y="382"/>
                  </a:cubicBezTo>
                  <a:lnTo>
                    <a:pt x="73" y="382"/>
                  </a:lnTo>
                  <a:lnTo>
                    <a:pt x="65" y="386"/>
                  </a:lnTo>
                  <a:cubicBezTo>
                    <a:pt x="71" y="395"/>
                    <a:pt x="76" y="404"/>
                    <a:pt x="82" y="413"/>
                  </a:cubicBezTo>
                  <a:lnTo>
                    <a:pt x="82" y="413"/>
                  </a:lnTo>
                  <a:cubicBezTo>
                    <a:pt x="94" y="461"/>
                    <a:pt x="112" y="538"/>
                    <a:pt x="129" y="644"/>
                  </a:cubicBezTo>
                  <a:cubicBezTo>
                    <a:pt x="515" y="1897"/>
                    <a:pt x="1833" y="6558"/>
                    <a:pt x="2637" y="8873"/>
                  </a:cubicBezTo>
                  <a:cubicBezTo>
                    <a:pt x="3601" y="11605"/>
                    <a:pt x="5015" y="12762"/>
                    <a:pt x="5047" y="12794"/>
                  </a:cubicBezTo>
                  <a:cubicBezTo>
                    <a:pt x="5085" y="12832"/>
                    <a:pt x="5134" y="12847"/>
                    <a:pt x="5187" y="12847"/>
                  </a:cubicBezTo>
                  <a:cubicBezTo>
                    <a:pt x="5225" y="12847"/>
                    <a:pt x="5265" y="12840"/>
                    <a:pt x="5305" y="12826"/>
                  </a:cubicBezTo>
                  <a:cubicBezTo>
                    <a:pt x="5401" y="12794"/>
                    <a:pt x="5465" y="12730"/>
                    <a:pt x="5465" y="12633"/>
                  </a:cubicBezTo>
                  <a:lnTo>
                    <a:pt x="6880" y="7105"/>
                  </a:lnTo>
                  <a:cubicBezTo>
                    <a:pt x="6880" y="7008"/>
                    <a:pt x="6848" y="6912"/>
                    <a:pt x="6783" y="6847"/>
                  </a:cubicBezTo>
                  <a:cubicBezTo>
                    <a:pt x="6783" y="6847"/>
                    <a:pt x="6462" y="6494"/>
                    <a:pt x="5915" y="5980"/>
                  </a:cubicBezTo>
                  <a:cubicBezTo>
                    <a:pt x="5144" y="5208"/>
                    <a:pt x="3955" y="4019"/>
                    <a:pt x="2862" y="2862"/>
                  </a:cubicBezTo>
                  <a:cubicBezTo>
                    <a:pt x="2315" y="2315"/>
                    <a:pt x="1801" y="1736"/>
                    <a:pt x="1415" y="1254"/>
                  </a:cubicBezTo>
                  <a:cubicBezTo>
                    <a:pt x="997" y="772"/>
                    <a:pt x="676" y="386"/>
                    <a:pt x="547" y="129"/>
                  </a:cubicBezTo>
                  <a:cubicBezTo>
                    <a:pt x="504" y="44"/>
                    <a:pt x="419" y="1"/>
                    <a:pt x="3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69;p64">
              <a:extLst>
                <a:ext uri="{FF2B5EF4-FFF2-40B4-BE49-F238E27FC236}">
                  <a16:creationId xmlns:a16="http://schemas.microsoft.com/office/drawing/2014/main" id="{EFF6C9E9-E35A-842C-6448-7CDA0E6C376C}"/>
                </a:ext>
              </a:extLst>
            </p:cNvPr>
            <p:cNvSpPr/>
            <p:nvPr/>
          </p:nvSpPr>
          <p:spPr>
            <a:xfrm>
              <a:off x="3432275" y="1102075"/>
              <a:ext cx="359250" cy="500225"/>
            </a:xfrm>
            <a:custGeom>
              <a:avLst/>
              <a:gdLst/>
              <a:ahLst/>
              <a:cxnLst/>
              <a:rect l="l" t="t" r="r" b="b"/>
              <a:pathLst>
                <a:path w="14370" h="20009" extrusionOk="0">
                  <a:moveTo>
                    <a:pt x="7203" y="0"/>
                  </a:moveTo>
                  <a:cubicBezTo>
                    <a:pt x="5995" y="0"/>
                    <a:pt x="2837" y="474"/>
                    <a:pt x="1576" y="5237"/>
                  </a:cubicBezTo>
                  <a:cubicBezTo>
                    <a:pt x="1" y="11151"/>
                    <a:pt x="5112" y="16262"/>
                    <a:pt x="6590" y="18191"/>
                  </a:cubicBezTo>
                  <a:cubicBezTo>
                    <a:pt x="7446" y="19326"/>
                    <a:pt x="8517" y="20008"/>
                    <a:pt x="9504" y="20008"/>
                  </a:cubicBezTo>
                  <a:cubicBezTo>
                    <a:pt x="10223" y="20008"/>
                    <a:pt x="10897" y="19647"/>
                    <a:pt x="11412" y="18834"/>
                  </a:cubicBezTo>
                  <a:cubicBezTo>
                    <a:pt x="13244" y="15877"/>
                    <a:pt x="13791" y="14398"/>
                    <a:pt x="14080" y="10509"/>
                  </a:cubicBezTo>
                  <a:cubicBezTo>
                    <a:pt x="14369" y="6619"/>
                    <a:pt x="13887" y="4015"/>
                    <a:pt x="12151" y="1990"/>
                  </a:cubicBezTo>
                  <a:cubicBezTo>
                    <a:pt x="10489" y="86"/>
                    <a:pt x="8002" y="29"/>
                    <a:pt x="7711" y="29"/>
                  </a:cubicBezTo>
                  <a:cubicBezTo>
                    <a:pt x="7693" y="29"/>
                    <a:pt x="7683" y="29"/>
                    <a:pt x="7683" y="29"/>
                  </a:cubicBezTo>
                  <a:cubicBezTo>
                    <a:pt x="7683" y="29"/>
                    <a:pt x="7503" y="0"/>
                    <a:pt x="7203"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270;p64">
              <a:extLst>
                <a:ext uri="{FF2B5EF4-FFF2-40B4-BE49-F238E27FC236}">
                  <a16:creationId xmlns:a16="http://schemas.microsoft.com/office/drawing/2014/main" id="{625CDE71-4FD9-8F17-398D-B0ABB6F8935F}"/>
                </a:ext>
              </a:extLst>
            </p:cNvPr>
            <p:cNvSpPr/>
            <p:nvPr/>
          </p:nvSpPr>
          <p:spPr>
            <a:xfrm>
              <a:off x="3457200" y="1095575"/>
              <a:ext cx="335925" cy="513525"/>
            </a:xfrm>
            <a:custGeom>
              <a:avLst/>
              <a:gdLst/>
              <a:ahLst/>
              <a:cxnLst/>
              <a:rect l="l" t="t" r="r" b="b"/>
              <a:pathLst>
                <a:path w="13437" h="20541" extrusionOk="0">
                  <a:moveTo>
                    <a:pt x="6558" y="547"/>
                  </a:moveTo>
                  <a:lnTo>
                    <a:pt x="6622" y="579"/>
                  </a:lnTo>
                  <a:lnTo>
                    <a:pt x="6750" y="579"/>
                  </a:lnTo>
                  <a:cubicBezTo>
                    <a:pt x="6911" y="579"/>
                    <a:pt x="7586" y="579"/>
                    <a:pt x="8422" y="836"/>
                  </a:cubicBezTo>
                  <a:cubicBezTo>
                    <a:pt x="9226" y="1061"/>
                    <a:pt x="10158" y="1543"/>
                    <a:pt x="10929" y="2411"/>
                  </a:cubicBezTo>
                  <a:cubicBezTo>
                    <a:pt x="12344" y="4050"/>
                    <a:pt x="12890" y="6011"/>
                    <a:pt x="12890" y="8840"/>
                  </a:cubicBezTo>
                  <a:cubicBezTo>
                    <a:pt x="12890" y="9419"/>
                    <a:pt x="12858" y="10061"/>
                    <a:pt x="12826" y="10736"/>
                  </a:cubicBezTo>
                  <a:cubicBezTo>
                    <a:pt x="12665" y="12697"/>
                    <a:pt x="12472" y="14015"/>
                    <a:pt x="12086" y="15205"/>
                  </a:cubicBezTo>
                  <a:cubicBezTo>
                    <a:pt x="11669" y="16394"/>
                    <a:pt x="11090" y="17487"/>
                    <a:pt x="10158" y="18965"/>
                  </a:cubicBezTo>
                  <a:cubicBezTo>
                    <a:pt x="9708" y="19705"/>
                    <a:pt x="9129" y="19994"/>
                    <a:pt x="8518" y="19994"/>
                  </a:cubicBezTo>
                  <a:cubicBezTo>
                    <a:pt x="7650" y="19994"/>
                    <a:pt x="6622" y="19383"/>
                    <a:pt x="5786" y="18290"/>
                  </a:cubicBezTo>
                  <a:cubicBezTo>
                    <a:pt x="5143" y="17423"/>
                    <a:pt x="3825" y="16008"/>
                    <a:pt x="2668" y="14176"/>
                  </a:cubicBezTo>
                  <a:cubicBezTo>
                    <a:pt x="1543" y="12376"/>
                    <a:pt x="547" y="10158"/>
                    <a:pt x="547" y="7779"/>
                  </a:cubicBezTo>
                  <a:cubicBezTo>
                    <a:pt x="547" y="7040"/>
                    <a:pt x="643" y="6301"/>
                    <a:pt x="836" y="5561"/>
                  </a:cubicBezTo>
                  <a:cubicBezTo>
                    <a:pt x="1447" y="3247"/>
                    <a:pt x="2507" y="1993"/>
                    <a:pt x="3568" y="1318"/>
                  </a:cubicBezTo>
                  <a:cubicBezTo>
                    <a:pt x="4597" y="643"/>
                    <a:pt x="5625" y="547"/>
                    <a:pt x="6204" y="547"/>
                  </a:cubicBezTo>
                  <a:close/>
                  <a:moveTo>
                    <a:pt x="6204" y="0"/>
                  </a:moveTo>
                  <a:cubicBezTo>
                    <a:pt x="5561" y="0"/>
                    <a:pt x="4436" y="129"/>
                    <a:pt x="3279" y="868"/>
                  </a:cubicBezTo>
                  <a:cubicBezTo>
                    <a:pt x="2122" y="1640"/>
                    <a:pt x="964" y="2990"/>
                    <a:pt x="322" y="5433"/>
                  </a:cubicBezTo>
                  <a:cubicBezTo>
                    <a:pt x="97" y="6236"/>
                    <a:pt x="0" y="7008"/>
                    <a:pt x="0" y="7779"/>
                  </a:cubicBezTo>
                  <a:cubicBezTo>
                    <a:pt x="0" y="10319"/>
                    <a:pt x="1061" y="12601"/>
                    <a:pt x="2218" y="14465"/>
                  </a:cubicBezTo>
                  <a:cubicBezTo>
                    <a:pt x="3407" y="16330"/>
                    <a:pt x="4757" y="17776"/>
                    <a:pt x="5368" y="18612"/>
                  </a:cubicBezTo>
                  <a:cubicBezTo>
                    <a:pt x="6268" y="19801"/>
                    <a:pt x="7393" y="20541"/>
                    <a:pt x="8518" y="20541"/>
                  </a:cubicBezTo>
                  <a:cubicBezTo>
                    <a:pt x="9322" y="20541"/>
                    <a:pt x="10093" y="20123"/>
                    <a:pt x="10640" y="19255"/>
                  </a:cubicBezTo>
                  <a:cubicBezTo>
                    <a:pt x="11572" y="17744"/>
                    <a:pt x="12183" y="16619"/>
                    <a:pt x="12601" y="15365"/>
                  </a:cubicBezTo>
                  <a:cubicBezTo>
                    <a:pt x="12986" y="14112"/>
                    <a:pt x="13211" y="12729"/>
                    <a:pt x="13340" y="10801"/>
                  </a:cubicBezTo>
                  <a:cubicBezTo>
                    <a:pt x="13404" y="10094"/>
                    <a:pt x="13436" y="9451"/>
                    <a:pt x="13436" y="8840"/>
                  </a:cubicBezTo>
                  <a:cubicBezTo>
                    <a:pt x="13436" y="5947"/>
                    <a:pt x="12858" y="3825"/>
                    <a:pt x="11347" y="2090"/>
                  </a:cubicBezTo>
                  <a:cubicBezTo>
                    <a:pt x="10479" y="1093"/>
                    <a:pt x="9451" y="579"/>
                    <a:pt x="8551" y="322"/>
                  </a:cubicBezTo>
                  <a:cubicBezTo>
                    <a:pt x="7683" y="64"/>
                    <a:pt x="6975" y="32"/>
                    <a:pt x="6750" y="32"/>
                  </a:cubicBezTo>
                  <a:cubicBezTo>
                    <a:pt x="6718" y="32"/>
                    <a:pt x="6525" y="0"/>
                    <a:pt x="6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271;p64">
              <a:extLst>
                <a:ext uri="{FF2B5EF4-FFF2-40B4-BE49-F238E27FC236}">
                  <a16:creationId xmlns:a16="http://schemas.microsoft.com/office/drawing/2014/main" id="{1954C9CE-9094-A1B4-3137-186FA83301CF}"/>
                </a:ext>
              </a:extLst>
            </p:cNvPr>
            <p:cNvSpPr/>
            <p:nvPr/>
          </p:nvSpPr>
          <p:spPr>
            <a:xfrm>
              <a:off x="3459600" y="1102075"/>
              <a:ext cx="323875" cy="276500"/>
            </a:xfrm>
            <a:custGeom>
              <a:avLst/>
              <a:gdLst/>
              <a:ahLst/>
              <a:cxnLst/>
              <a:rect l="l" t="t" r="r" b="b"/>
              <a:pathLst>
                <a:path w="12955" h="11060" extrusionOk="0">
                  <a:moveTo>
                    <a:pt x="6110" y="0"/>
                  </a:moveTo>
                  <a:cubicBezTo>
                    <a:pt x="4902" y="0"/>
                    <a:pt x="1744" y="474"/>
                    <a:pt x="483" y="5237"/>
                  </a:cubicBezTo>
                  <a:cubicBezTo>
                    <a:pt x="1" y="7037"/>
                    <a:pt x="161" y="8741"/>
                    <a:pt x="611" y="10348"/>
                  </a:cubicBezTo>
                  <a:cubicBezTo>
                    <a:pt x="772" y="9898"/>
                    <a:pt x="1029" y="9576"/>
                    <a:pt x="1415" y="9576"/>
                  </a:cubicBezTo>
                  <a:cubicBezTo>
                    <a:pt x="2507" y="9576"/>
                    <a:pt x="2599" y="11059"/>
                    <a:pt x="2956" y="11059"/>
                  </a:cubicBezTo>
                  <a:cubicBezTo>
                    <a:pt x="2967" y="11059"/>
                    <a:pt x="2979" y="11058"/>
                    <a:pt x="2990" y="11055"/>
                  </a:cubicBezTo>
                  <a:cubicBezTo>
                    <a:pt x="3344" y="10959"/>
                    <a:pt x="4854" y="9673"/>
                    <a:pt x="4565" y="8483"/>
                  </a:cubicBezTo>
                  <a:cubicBezTo>
                    <a:pt x="4276" y="7262"/>
                    <a:pt x="4661" y="6716"/>
                    <a:pt x="6590" y="6716"/>
                  </a:cubicBezTo>
                  <a:cubicBezTo>
                    <a:pt x="8348" y="6716"/>
                    <a:pt x="8892" y="7387"/>
                    <a:pt x="9449" y="7387"/>
                  </a:cubicBezTo>
                  <a:cubicBezTo>
                    <a:pt x="9513" y="7387"/>
                    <a:pt x="9577" y="7378"/>
                    <a:pt x="9644" y="7358"/>
                  </a:cubicBezTo>
                  <a:cubicBezTo>
                    <a:pt x="10319" y="7166"/>
                    <a:pt x="10769" y="5880"/>
                    <a:pt x="11412" y="5880"/>
                  </a:cubicBezTo>
                  <a:cubicBezTo>
                    <a:pt x="11830" y="5880"/>
                    <a:pt x="12376" y="6041"/>
                    <a:pt x="12955" y="6587"/>
                  </a:cubicBezTo>
                  <a:cubicBezTo>
                    <a:pt x="12730" y="4723"/>
                    <a:pt x="12119" y="3244"/>
                    <a:pt x="11058" y="1990"/>
                  </a:cubicBezTo>
                  <a:cubicBezTo>
                    <a:pt x="9396" y="86"/>
                    <a:pt x="6909" y="29"/>
                    <a:pt x="6618" y="29"/>
                  </a:cubicBezTo>
                  <a:cubicBezTo>
                    <a:pt x="6600" y="29"/>
                    <a:pt x="6590" y="29"/>
                    <a:pt x="6590" y="29"/>
                  </a:cubicBezTo>
                  <a:cubicBezTo>
                    <a:pt x="6590" y="29"/>
                    <a:pt x="6410" y="0"/>
                    <a:pt x="61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272;p64">
              <a:extLst>
                <a:ext uri="{FF2B5EF4-FFF2-40B4-BE49-F238E27FC236}">
                  <a16:creationId xmlns:a16="http://schemas.microsoft.com/office/drawing/2014/main" id="{BC81890E-B19C-22BB-57D4-2A449410CB3A}"/>
                </a:ext>
              </a:extLst>
            </p:cNvPr>
            <p:cNvSpPr/>
            <p:nvPr/>
          </p:nvSpPr>
          <p:spPr>
            <a:xfrm>
              <a:off x="3457200" y="1095575"/>
              <a:ext cx="333525" cy="290125"/>
            </a:xfrm>
            <a:custGeom>
              <a:avLst/>
              <a:gdLst/>
              <a:ahLst/>
              <a:cxnLst/>
              <a:rect l="l" t="t" r="r" b="b"/>
              <a:pathLst>
                <a:path w="13341" h="11605" extrusionOk="0">
                  <a:moveTo>
                    <a:pt x="6558" y="547"/>
                  </a:moveTo>
                  <a:lnTo>
                    <a:pt x="6622" y="579"/>
                  </a:lnTo>
                  <a:lnTo>
                    <a:pt x="6750" y="579"/>
                  </a:lnTo>
                  <a:cubicBezTo>
                    <a:pt x="6911" y="579"/>
                    <a:pt x="7586" y="579"/>
                    <a:pt x="8422" y="836"/>
                  </a:cubicBezTo>
                  <a:cubicBezTo>
                    <a:pt x="9226" y="1061"/>
                    <a:pt x="10158" y="1543"/>
                    <a:pt x="10929" y="2411"/>
                  </a:cubicBezTo>
                  <a:cubicBezTo>
                    <a:pt x="11859" y="3482"/>
                    <a:pt x="12419" y="4701"/>
                    <a:pt x="12694" y="6220"/>
                  </a:cubicBezTo>
                  <a:lnTo>
                    <a:pt x="12694" y="6220"/>
                  </a:lnTo>
                  <a:cubicBezTo>
                    <a:pt x="12264" y="5962"/>
                    <a:pt x="11846" y="5883"/>
                    <a:pt x="11508" y="5883"/>
                  </a:cubicBezTo>
                  <a:cubicBezTo>
                    <a:pt x="11251" y="5883"/>
                    <a:pt x="11058" y="6011"/>
                    <a:pt x="10865" y="6140"/>
                  </a:cubicBezTo>
                  <a:cubicBezTo>
                    <a:pt x="10640" y="6365"/>
                    <a:pt x="10415" y="6654"/>
                    <a:pt x="10222" y="6911"/>
                  </a:cubicBezTo>
                  <a:cubicBezTo>
                    <a:pt x="10029" y="7136"/>
                    <a:pt x="9804" y="7329"/>
                    <a:pt x="9676" y="7361"/>
                  </a:cubicBezTo>
                  <a:lnTo>
                    <a:pt x="9547" y="7393"/>
                  </a:lnTo>
                  <a:cubicBezTo>
                    <a:pt x="9483" y="7393"/>
                    <a:pt x="9354" y="7361"/>
                    <a:pt x="9226" y="7297"/>
                  </a:cubicBezTo>
                  <a:cubicBezTo>
                    <a:pt x="8792" y="7111"/>
                    <a:pt x="8120" y="6717"/>
                    <a:pt x="6836" y="6717"/>
                  </a:cubicBezTo>
                  <a:cubicBezTo>
                    <a:pt x="6787" y="6717"/>
                    <a:pt x="6737" y="6717"/>
                    <a:pt x="6686" y="6718"/>
                  </a:cubicBezTo>
                  <a:cubicBezTo>
                    <a:pt x="5883" y="6718"/>
                    <a:pt x="5304" y="6783"/>
                    <a:pt x="4918" y="7008"/>
                  </a:cubicBezTo>
                  <a:cubicBezTo>
                    <a:pt x="4693" y="7136"/>
                    <a:pt x="4532" y="7297"/>
                    <a:pt x="4436" y="7490"/>
                  </a:cubicBezTo>
                  <a:cubicBezTo>
                    <a:pt x="4340" y="7683"/>
                    <a:pt x="4307" y="7908"/>
                    <a:pt x="4307" y="8133"/>
                  </a:cubicBezTo>
                  <a:cubicBezTo>
                    <a:pt x="4307" y="8326"/>
                    <a:pt x="4340" y="8551"/>
                    <a:pt x="4404" y="8808"/>
                  </a:cubicBezTo>
                  <a:lnTo>
                    <a:pt x="4405" y="8808"/>
                  </a:lnTo>
                  <a:lnTo>
                    <a:pt x="4405" y="8808"/>
                  </a:lnTo>
                  <a:cubicBezTo>
                    <a:pt x="4411" y="8893"/>
                    <a:pt x="4436" y="8976"/>
                    <a:pt x="4436" y="9033"/>
                  </a:cubicBezTo>
                  <a:cubicBezTo>
                    <a:pt x="4436" y="9483"/>
                    <a:pt x="4147" y="9997"/>
                    <a:pt x="3825" y="10383"/>
                  </a:cubicBezTo>
                  <a:cubicBezTo>
                    <a:pt x="3632" y="10576"/>
                    <a:pt x="3472" y="10769"/>
                    <a:pt x="3311" y="10865"/>
                  </a:cubicBezTo>
                  <a:cubicBezTo>
                    <a:pt x="3247" y="10929"/>
                    <a:pt x="3150" y="10994"/>
                    <a:pt x="3118" y="11026"/>
                  </a:cubicBezTo>
                  <a:lnTo>
                    <a:pt x="3098" y="11036"/>
                  </a:lnTo>
                  <a:lnTo>
                    <a:pt x="3098" y="11036"/>
                  </a:lnTo>
                  <a:cubicBezTo>
                    <a:pt x="3071" y="10986"/>
                    <a:pt x="3021" y="10908"/>
                    <a:pt x="2957" y="10801"/>
                  </a:cubicBezTo>
                  <a:cubicBezTo>
                    <a:pt x="2861" y="10608"/>
                    <a:pt x="2732" y="10286"/>
                    <a:pt x="2507" y="10029"/>
                  </a:cubicBezTo>
                  <a:cubicBezTo>
                    <a:pt x="2282" y="9804"/>
                    <a:pt x="1961" y="9579"/>
                    <a:pt x="1511" y="9579"/>
                  </a:cubicBezTo>
                  <a:cubicBezTo>
                    <a:pt x="1222" y="9579"/>
                    <a:pt x="997" y="9708"/>
                    <a:pt x="836" y="9869"/>
                  </a:cubicBezTo>
                  <a:cubicBezTo>
                    <a:pt x="825" y="9881"/>
                    <a:pt x="815" y="9894"/>
                    <a:pt x="804" y="9907"/>
                  </a:cubicBezTo>
                  <a:lnTo>
                    <a:pt x="804" y="9907"/>
                  </a:lnTo>
                  <a:cubicBezTo>
                    <a:pt x="642" y="9218"/>
                    <a:pt x="547" y="8498"/>
                    <a:pt x="547" y="7779"/>
                  </a:cubicBezTo>
                  <a:cubicBezTo>
                    <a:pt x="547" y="7040"/>
                    <a:pt x="643" y="6301"/>
                    <a:pt x="836" y="5561"/>
                  </a:cubicBezTo>
                  <a:cubicBezTo>
                    <a:pt x="1447" y="3247"/>
                    <a:pt x="2507" y="1993"/>
                    <a:pt x="3568" y="1318"/>
                  </a:cubicBezTo>
                  <a:cubicBezTo>
                    <a:pt x="4597" y="643"/>
                    <a:pt x="5625" y="547"/>
                    <a:pt x="6204" y="547"/>
                  </a:cubicBezTo>
                  <a:close/>
                  <a:moveTo>
                    <a:pt x="6204" y="0"/>
                  </a:moveTo>
                  <a:cubicBezTo>
                    <a:pt x="5561" y="0"/>
                    <a:pt x="4436" y="129"/>
                    <a:pt x="3279" y="868"/>
                  </a:cubicBezTo>
                  <a:cubicBezTo>
                    <a:pt x="2122" y="1640"/>
                    <a:pt x="964" y="2990"/>
                    <a:pt x="322" y="5433"/>
                  </a:cubicBezTo>
                  <a:cubicBezTo>
                    <a:pt x="97" y="6236"/>
                    <a:pt x="0" y="7008"/>
                    <a:pt x="32" y="7779"/>
                  </a:cubicBezTo>
                  <a:cubicBezTo>
                    <a:pt x="0" y="8776"/>
                    <a:pt x="193" y="9740"/>
                    <a:pt x="450" y="10672"/>
                  </a:cubicBezTo>
                  <a:cubicBezTo>
                    <a:pt x="482" y="10769"/>
                    <a:pt x="579" y="10865"/>
                    <a:pt x="707" y="10865"/>
                  </a:cubicBezTo>
                  <a:cubicBezTo>
                    <a:pt x="804" y="10865"/>
                    <a:pt x="900" y="10801"/>
                    <a:pt x="964" y="10704"/>
                  </a:cubicBezTo>
                  <a:cubicBezTo>
                    <a:pt x="1029" y="10511"/>
                    <a:pt x="1125" y="10351"/>
                    <a:pt x="1222" y="10254"/>
                  </a:cubicBezTo>
                  <a:cubicBezTo>
                    <a:pt x="1318" y="10158"/>
                    <a:pt x="1382" y="10126"/>
                    <a:pt x="1511" y="10126"/>
                  </a:cubicBezTo>
                  <a:cubicBezTo>
                    <a:pt x="1704" y="10126"/>
                    <a:pt x="1864" y="10190"/>
                    <a:pt x="1993" y="10286"/>
                  </a:cubicBezTo>
                  <a:cubicBezTo>
                    <a:pt x="2186" y="10447"/>
                    <a:pt x="2347" y="10704"/>
                    <a:pt x="2443" y="10961"/>
                  </a:cubicBezTo>
                  <a:cubicBezTo>
                    <a:pt x="2507" y="11122"/>
                    <a:pt x="2572" y="11219"/>
                    <a:pt x="2636" y="11347"/>
                  </a:cubicBezTo>
                  <a:cubicBezTo>
                    <a:pt x="2700" y="11379"/>
                    <a:pt x="2732" y="11444"/>
                    <a:pt x="2797" y="11508"/>
                  </a:cubicBezTo>
                  <a:cubicBezTo>
                    <a:pt x="2861" y="11540"/>
                    <a:pt x="2957" y="11604"/>
                    <a:pt x="3054" y="11604"/>
                  </a:cubicBezTo>
                  <a:lnTo>
                    <a:pt x="3150" y="11572"/>
                  </a:lnTo>
                  <a:cubicBezTo>
                    <a:pt x="3247" y="11572"/>
                    <a:pt x="3311" y="11540"/>
                    <a:pt x="3375" y="11476"/>
                  </a:cubicBezTo>
                  <a:cubicBezTo>
                    <a:pt x="3665" y="11315"/>
                    <a:pt x="4018" y="10994"/>
                    <a:pt x="4372" y="10576"/>
                  </a:cubicBezTo>
                  <a:cubicBezTo>
                    <a:pt x="4693" y="10126"/>
                    <a:pt x="4950" y="9611"/>
                    <a:pt x="4950" y="9033"/>
                  </a:cubicBezTo>
                  <a:cubicBezTo>
                    <a:pt x="4950" y="8904"/>
                    <a:pt x="4950" y="8808"/>
                    <a:pt x="4918" y="8679"/>
                  </a:cubicBezTo>
                  <a:cubicBezTo>
                    <a:pt x="4854" y="8454"/>
                    <a:pt x="4854" y="8261"/>
                    <a:pt x="4854" y="8133"/>
                  </a:cubicBezTo>
                  <a:cubicBezTo>
                    <a:pt x="4854" y="7940"/>
                    <a:pt x="4886" y="7843"/>
                    <a:pt x="4918" y="7747"/>
                  </a:cubicBezTo>
                  <a:cubicBezTo>
                    <a:pt x="4983" y="7586"/>
                    <a:pt x="5111" y="7490"/>
                    <a:pt x="5400" y="7393"/>
                  </a:cubicBezTo>
                  <a:cubicBezTo>
                    <a:pt x="5690" y="7297"/>
                    <a:pt x="6108" y="7233"/>
                    <a:pt x="6686" y="7233"/>
                  </a:cubicBezTo>
                  <a:cubicBezTo>
                    <a:pt x="7522" y="7233"/>
                    <a:pt x="8068" y="7393"/>
                    <a:pt x="8486" y="7554"/>
                  </a:cubicBezTo>
                  <a:cubicBezTo>
                    <a:pt x="8679" y="7651"/>
                    <a:pt x="8840" y="7715"/>
                    <a:pt x="9033" y="7779"/>
                  </a:cubicBezTo>
                  <a:cubicBezTo>
                    <a:pt x="9193" y="7843"/>
                    <a:pt x="9354" y="7908"/>
                    <a:pt x="9547" y="7908"/>
                  </a:cubicBezTo>
                  <a:cubicBezTo>
                    <a:pt x="9643" y="7908"/>
                    <a:pt x="9740" y="7908"/>
                    <a:pt x="9836" y="7876"/>
                  </a:cubicBezTo>
                  <a:cubicBezTo>
                    <a:pt x="10061" y="7811"/>
                    <a:pt x="10254" y="7651"/>
                    <a:pt x="10415" y="7490"/>
                  </a:cubicBezTo>
                  <a:cubicBezTo>
                    <a:pt x="10640" y="7265"/>
                    <a:pt x="10833" y="6943"/>
                    <a:pt x="11026" y="6751"/>
                  </a:cubicBezTo>
                  <a:cubicBezTo>
                    <a:pt x="11122" y="6622"/>
                    <a:pt x="11219" y="6526"/>
                    <a:pt x="11315" y="6493"/>
                  </a:cubicBezTo>
                  <a:cubicBezTo>
                    <a:pt x="11411" y="6429"/>
                    <a:pt x="11444" y="6397"/>
                    <a:pt x="11508" y="6397"/>
                  </a:cubicBezTo>
                  <a:cubicBezTo>
                    <a:pt x="11861" y="6397"/>
                    <a:pt x="12344" y="6526"/>
                    <a:pt x="12858" y="7040"/>
                  </a:cubicBezTo>
                  <a:cubicBezTo>
                    <a:pt x="12917" y="7080"/>
                    <a:pt x="12977" y="7107"/>
                    <a:pt x="13044" y="7107"/>
                  </a:cubicBezTo>
                  <a:cubicBezTo>
                    <a:pt x="13086" y="7107"/>
                    <a:pt x="13130" y="7097"/>
                    <a:pt x="13179" y="7072"/>
                  </a:cubicBezTo>
                  <a:cubicBezTo>
                    <a:pt x="13276" y="7040"/>
                    <a:pt x="13340" y="6911"/>
                    <a:pt x="13308" y="6815"/>
                  </a:cubicBezTo>
                  <a:cubicBezTo>
                    <a:pt x="13083" y="4918"/>
                    <a:pt x="12472" y="3375"/>
                    <a:pt x="11347" y="2090"/>
                  </a:cubicBezTo>
                  <a:cubicBezTo>
                    <a:pt x="10479" y="1093"/>
                    <a:pt x="9451" y="579"/>
                    <a:pt x="8551" y="322"/>
                  </a:cubicBezTo>
                  <a:cubicBezTo>
                    <a:pt x="7683" y="64"/>
                    <a:pt x="6975" y="32"/>
                    <a:pt x="6750" y="32"/>
                  </a:cubicBezTo>
                  <a:cubicBezTo>
                    <a:pt x="6718" y="32"/>
                    <a:pt x="6525" y="0"/>
                    <a:pt x="62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273;p64">
              <a:extLst>
                <a:ext uri="{FF2B5EF4-FFF2-40B4-BE49-F238E27FC236}">
                  <a16:creationId xmlns:a16="http://schemas.microsoft.com/office/drawing/2014/main" id="{A77C5FFB-1CF0-0E2F-327A-29E46D419C0D}"/>
                </a:ext>
              </a:extLst>
            </p:cNvPr>
            <p:cNvSpPr/>
            <p:nvPr/>
          </p:nvSpPr>
          <p:spPr>
            <a:xfrm>
              <a:off x="3464200" y="1340575"/>
              <a:ext cx="70150" cy="105400"/>
            </a:xfrm>
            <a:custGeom>
              <a:avLst/>
              <a:gdLst/>
              <a:ahLst/>
              <a:cxnLst/>
              <a:rect l="l" t="t" r="r" b="b"/>
              <a:pathLst>
                <a:path w="2806" h="4216" extrusionOk="0">
                  <a:moveTo>
                    <a:pt x="941" y="1"/>
                  </a:moveTo>
                  <a:cubicBezTo>
                    <a:pt x="298" y="1"/>
                    <a:pt x="0" y="616"/>
                    <a:pt x="395" y="1997"/>
                  </a:cubicBezTo>
                  <a:cubicBezTo>
                    <a:pt x="845" y="3572"/>
                    <a:pt x="1520" y="4215"/>
                    <a:pt x="1874" y="4215"/>
                  </a:cubicBezTo>
                  <a:cubicBezTo>
                    <a:pt x="2260" y="4215"/>
                    <a:pt x="2420" y="3669"/>
                    <a:pt x="2420" y="3669"/>
                  </a:cubicBezTo>
                  <a:lnTo>
                    <a:pt x="2806" y="2094"/>
                  </a:lnTo>
                  <a:cubicBezTo>
                    <a:pt x="2806" y="2094"/>
                    <a:pt x="2067" y="229"/>
                    <a:pt x="1231" y="36"/>
                  </a:cubicBezTo>
                  <a:cubicBezTo>
                    <a:pt x="1128" y="13"/>
                    <a:pt x="1031" y="1"/>
                    <a:pt x="941" y="1"/>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274;p64">
              <a:extLst>
                <a:ext uri="{FF2B5EF4-FFF2-40B4-BE49-F238E27FC236}">
                  <a16:creationId xmlns:a16="http://schemas.microsoft.com/office/drawing/2014/main" id="{0C1474B7-8141-E8B4-C036-9BDD48742850}"/>
                </a:ext>
              </a:extLst>
            </p:cNvPr>
            <p:cNvSpPr/>
            <p:nvPr/>
          </p:nvSpPr>
          <p:spPr>
            <a:xfrm>
              <a:off x="3462825" y="1334250"/>
              <a:ext cx="78775" cy="118150"/>
            </a:xfrm>
            <a:custGeom>
              <a:avLst/>
              <a:gdLst/>
              <a:ahLst/>
              <a:cxnLst/>
              <a:rect l="l" t="t" r="r" b="b"/>
              <a:pathLst>
                <a:path w="3151" h="4726" extrusionOk="0">
                  <a:moveTo>
                    <a:pt x="997" y="0"/>
                  </a:moveTo>
                  <a:cubicBezTo>
                    <a:pt x="707" y="0"/>
                    <a:pt x="450" y="97"/>
                    <a:pt x="257" y="322"/>
                  </a:cubicBezTo>
                  <a:cubicBezTo>
                    <a:pt x="64" y="514"/>
                    <a:pt x="0" y="836"/>
                    <a:pt x="0" y="1189"/>
                  </a:cubicBezTo>
                  <a:cubicBezTo>
                    <a:pt x="0" y="1511"/>
                    <a:pt x="64" y="1864"/>
                    <a:pt x="193" y="2315"/>
                  </a:cubicBezTo>
                  <a:cubicBezTo>
                    <a:pt x="418" y="3118"/>
                    <a:pt x="707" y="3697"/>
                    <a:pt x="997" y="4115"/>
                  </a:cubicBezTo>
                  <a:cubicBezTo>
                    <a:pt x="1157" y="4307"/>
                    <a:pt x="1318" y="4436"/>
                    <a:pt x="1447" y="4565"/>
                  </a:cubicBezTo>
                  <a:cubicBezTo>
                    <a:pt x="1607" y="4661"/>
                    <a:pt x="1768" y="4725"/>
                    <a:pt x="1929" y="4725"/>
                  </a:cubicBezTo>
                  <a:cubicBezTo>
                    <a:pt x="2090" y="4725"/>
                    <a:pt x="2218" y="4661"/>
                    <a:pt x="2347" y="4597"/>
                  </a:cubicBezTo>
                  <a:cubicBezTo>
                    <a:pt x="2475" y="4468"/>
                    <a:pt x="2572" y="4340"/>
                    <a:pt x="2636" y="4211"/>
                  </a:cubicBezTo>
                  <a:cubicBezTo>
                    <a:pt x="2700" y="4082"/>
                    <a:pt x="2732" y="3986"/>
                    <a:pt x="2732" y="3986"/>
                  </a:cubicBezTo>
                  <a:cubicBezTo>
                    <a:pt x="2797" y="3857"/>
                    <a:pt x="2700" y="3697"/>
                    <a:pt x="2572" y="3665"/>
                  </a:cubicBezTo>
                  <a:cubicBezTo>
                    <a:pt x="2543" y="3650"/>
                    <a:pt x="2514" y="3644"/>
                    <a:pt x="2484" y="3644"/>
                  </a:cubicBezTo>
                  <a:cubicBezTo>
                    <a:pt x="2379" y="3644"/>
                    <a:pt x="2275" y="3725"/>
                    <a:pt x="2250" y="3825"/>
                  </a:cubicBezTo>
                  <a:lnTo>
                    <a:pt x="2218" y="3825"/>
                  </a:lnTo>
                  <a:cubicBezTo>
                    <a:pt x="2218" y="3825"/>
                    <a:pt x="2186" y="3954"/>
                    <a:pt x="2122" y="4050"/>
                  </a:cubicBezTo>
                  <a:lnTo>
                    <a:pt x="1993" y="4179"/>
                  </a:lnTo>
                  <a:lnTo>
                    <a:pt x="1929" y="4211"/>
                  </a:lnTo>
                  <a:cubicBezTo>
                    <a:pt x="1929" y="4211"/>
                    <a:pt x="1865" y="4179"/>
                    <a:pt x="1768" y="4115"/>
                  </a:cubicBezTo>
                  <a:cubicBezTo>
                    <a:pt x="1479" y="3922"/>
                    <a:pt x="1029" y="3311"/>
                    <a:pt x="707" y="2154"/>
                  </a:cubicBezTo>
                  <a:cubicBezTo>
                    <a:pt x="579" y="1768"/>
                    <a:pt x="547" y="1414"/>
                    <a:pt x="547" y="1189"/>
                  </a:cubicBezTo>
                  <a:cubicBezTo>
                    <a:pt x="547" y="900"/>
                    <a:pt x="611" y="739"/>
                    <a:pt x="675" y="643"/>
                  </a:cubicBezTo>
                  <a:cubicBezTo>
                    <a:pt x="739" y="579"/>
                    <a:pt x="836" y="547"/>
                    <a:pt x="997" y="514"/>
                  </a:cubicBezTo>
                  <a:cubicBezTo>
                    <a:pt x="1061" y="514"/>
                    <a:pt x="1125" y="547"/>
                    <a:pt x="1222" y="547"/>
                  </a:cubicBezTo>
                  <a:cubicBezTo>
                    <a:pt x="1350" y="579"/>
                    <a:pt x="1511" y="707"/>
                    <a:pt x="1672" y="868"/>
                  </a:cubicBezTo>
                  <a:cubicBezTo>
                    <a:pt x="1929" y="1157"/>
                    <a:pt x="2186" y="1543"/>
                    <a:pt x="2347" y="1864"/>
                  </a:cubicBezTo>
                  <a:cubicBezTo>
                    <a:pt x="2411" y="2025"/>
                    <a:pt x="2507" y="2154"/>
                    <a:pt x="2540" y="2282"/>
                  </a:cubicBezTo>
                  <a:cubicBezTo>
                    <a:pt x="2572" y="2315"/>
                    <a:pt x="2572" y="2379"/>
                    <a:pt x="2604" y="2379"/>
                  </a:cubicBezTo>
                  <a:lnTo>
                    <a:pt x="2604" y="2443"/>
                  </a:lnTo>
                  <a:cubicBezTo>
                    <a:pt x="2651" y="2537"/>
                    <a:pt x="2750" y="2597"/>
                    <a:pt x="2850" y="2597"/>
                  </a:cubicBezTo>
                  <a:cubicBezTo>
                    <a:pt x="2886" y="2597"/>
                    <a:pt x="2923" y="2589"/>
                    <a:pt x="2957" y="2572"/>
                  </a:cubicBezTo>
                  <a:cubicBezTo>
                    <a:pt x="3086" y="2540"/>
                    <a:pt x="3150" y="2379"/>
                    <a:pt x="3118" y="2218"/>
                  </a:cubicBezTo>
                  <a:cubicBezTo>
                    <a:pt x="3118" y="2218"/>
                    <a:pt x="2925" y="1768"/>
                    <a:pt x="2604" y="1254"/>
                  </a:cubicBezTo>
                  <a:cubicBezTo>
                    <a:pt x="2475" y="997"/>
                    <a:pt x="2282" y="739"/>
                    <a:pt x="2090" y="514"/>
                  </a:cubicBezTo>
                  <a:cubicBezTo>
                    <a:pt x="1865" y="289"/>
                    <a:pt x="1639" y="97"/>
                    <a:pt x="1350" y="32"/>
                  </a:cubicBezTo>
                  <a:cubicBezTo>
                    <a:pt x="1222" y="0"/>
                    <a:pt x="1093" y="0"/>
                    <a:pt x="9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275;p64">
              <a:extLst>
                <a:ext uri="{FF2B5EF4-FFF2-40B4-BE49-F238E27FC236}">
                  <a16:creationId xmlns:a16="http://schemas.microsoft.com/office/drawing/2014/main" id="{ACDCC751-15CC-AE71-23FE-5BF3E6763B7B}"/>
                </a:ext>
              </a:extLst>
            </p:cNvPr>
            <p:cNvSpPr/>
            <p:nvPr/>
          </p:nvSpPr>
          <p:spPr>
            <a:xfrm>
              <a:off x="3358350" y="1860450"/>
              <a:ext cx="196900" cy="140000"/>
            </a:xfrm>
            <a:custGeom>
              <a:avLst/>
              <a:gdLst/>
              <a:ahLst/>
              <a:cxnLst/>
              <a:rect l="l" t="t" r="r" b="b"/>
              <a:pathLst>
                <a:path w="7876" h="5600" extrusionOk="0">
                  <a:moveTo>
                    <a:pt x="286" y="1"/>
                  </a:moveTo>
                  <a:cubicBezTo>
                    <a:pt x="266" y="1"/>
                    <a:pt x="246" y="3"/>
                    <a:pt x="225" y="7"/>
                  </a:cubicBezTo>
                  <a:cubicBezTo>
                    <a:pt x="97" y="39"/>
                    <a:pt x="0" y="167"/>
                    <a:pt x="0" y="296"/>
                  </a:cubicBezTo>
                  <a:cubicBezTo>
                    <a:pt x="0" y="328"/>
                    <a:pt x="129" y="1100"/>
                    <a:pt x="515" y="2032"/>
                  </a:cubicBezTo>
                  <a:cubicBezTo>
                    <a:pt x="900" y="2932"/>
                    <a:pt x="1543" y="4057"/>
                    <a:pt x="2636" y="4764"/>
                  </a:cubicBezTo>
                  <a:cubicBezTo>
                    <a:pt x="3729" y="5439"/>
                    <a:pt x="4983" y="5600"/>
                    <a:pt x="5947" y="5600"/>
                  </a:cubicBezTo>
                  <a:cubicBezTo>
                    <a:pt x="6911" y="5600"/>
                    <a:pt x="7651" y="5439"/>
                    <a:pt x="7651" y="5439"/>
                  </a:cubicBezTo>
                  <a:cubicBezTo>
                    <a:pt x="7811" y="5407"/>
                    <a:pt x="7876" y="5246"/>
                    <a:pt x="7844" y="5118"/>
                  </a:cubicBezTo>
                  <a:cubicBezTo>
                    <a:pt x="7816" y="5006"/>
                    <a:pt x="7715" y="4919"/>
                    <a:pt x="7584" y="4919"/>
                  </a:cubicBezTo>
                  <a:cubicBezTo>
                    <a:pt x="7564" y="4919"/>
                    <a:pt x="7543" y="4921"/>
                    <a:pt x="7522" y="4925"/>
                  </a:cubicBezTo>
                  <a:lnTo>
                    <a:pt x="7490" y="4925"/>
                  </a:lnTo>
                  <a:cubicBezTo>
                    <a:pt x="7361" y="4957"/>
                    <a:pt x="6751" y="5086"/>
                    <a:pt x="5947" y="5086"/>
                  </a:cubicBezTo>
                  <a:cubicBezTo>
                    <a:pt x="5015" y="5086"/>
                    <a:pt x="3890" y="4925"/>
                    <a:pt x="2926" y="4314"/>
                  </a:cubicBezTo>
                  <a:cubicBezTo>
                    <a:pt x="1961" y="3703"/>
                    <a:pt x="1383" y="2675"/>
                    <a:pt x="997" y="1807"/>
                  </a:cubicBezTo>
                  <a:cubicBezTo>
                    <a:pt x="836" y="1389"/>
                    <a:pt x="708" y="971"/>
                    <a:pt x="643" y="682"/>
                  </a:cubicBezTo>
                  <a:cubicBezTo>
                    <a:pt x="611" y="553"/>
                    <a:pt x="579" y="425"/>
                    <a:pt x="579" y="360"/>
                  </a:cubicBezTo>
                  <a:lnTo>
                    <a:pt x="547" y="264"/>
                  </a:lnTo>
                  <a:lnTo>
                    <a:pt x="547" y="232"/>
                  </a:lnTo>
                  <a:cubicBezTo>
                    <a:pt x="519" y="92"/>
                    <a:pt x="418" y="1"/>
                    <a:pt x="2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276;p64">
              <a:extLst>
                <a:ext uri="{FF2B5EF4-FFF2-40B4-BE49-F238E27FC236}">
                  <a16:creationId xmlns:a16="http://schemas.microsoft.com/office/drawing/2014/main" id="{CFB8148E-7A4A-44D6-BC61-D6A431338677}"/>
                </a:ext>
              </a:extLst>
            </p:cNvPr>
            <p:cNvSpPr/>
            <p:nvPr/>
          </p:nvSpPr>
          <p:spPr>
            <a:xfrm>
              <a:off x="3617100" y="1700525"/>
              <a:ext cx="40225" cy="189850"/>
            </a:xfrm>
            <a:custGeom>
              <a:avLst/>
              <a:gdLst/>
              <a:ahLst/>
              <a:cxnLst/>
              <a:rect l="l" t="t" r="r" b="b"/>
              <a:pathLst>
                <a:path w="1609" h="7594" extrusionOk="0">
                  <a:moveTo>
                    <a:pt x="287" y="1"/>
                  </a:moveTo>
                  <a:cubicBezTo>
                    <a:pt x="268" y="1"/>
                    <a:pt x="247" y="3"/>
                    <a:pt x="226" y="7"/>
                  </a:cubicBezTo>
                  <a:cubicBezTo>
                    <a:pt x="97" y="71"/>
                    <a:pt x="1" y="200"/>
                    <a:pt x="33" y="361"/>
                  </a:cubicBezTo>
                  <a:cubicBezTo>
                    <a:pt x="33" y="361"/>
                    <a:pt x="97" y="586"/>
                    <a:pt x="194" y="1003"/>
                  </a:cubicBezTo>
                  <a:cubicBezTo>
                    <a:pt x="515" y="2225"/>
                    <a:pt x="1094" y="4925"/>
                    <a:pt x="1094" y="6629"/>
                  </a:cubicBezTo>
                  <a:cubicBezTo>
                    <a:pt x="1094" y="6854"/>
                    <a:pt x="1062" y="7079"/>
                    <a:pt x="1062" y="7272"/>
                  </a:cubicBezTo>
                  <a:cubicBezTo>
                    <a:pt x="1029" y="7432"/>
                    <a:pt x="1126" y="7561"/>
                    <a:pt x="1287" y="7593"/>
                  </a:cubicBezTo>
                  <a:cubicBezTo>
                    <a:pt x="1447" y="7593"/>
                    <a:pt x="1576" y="7497"/>
                    <a:pt x="1576" y="7336"/>
                  </a:cubicBezTo>
                  <a:cubicBezTo>
                    <a:pt x="1608" y="7143"/>
                    <a:pt x="1608" y="6886"/>
                    <a:pt x="1608" y="6629"/>
                  </a:cubicBezTo>
                  <a:cubicBezTo>
                    <a:pt x="1608" y="5407"/>
                    <a:pt x="1351" y="3832"/>
                    <a:pt x="1094" y="2514"/>
                  </a:cubicBezTo>
                  <a:cubicBezTo>
                    <a:pt x="837" y="1228"/>
                    <a:pt x="547" y="200"/>
                    <a:pt x="547" y="200"/>
                  </a:cubicBezTo>
                  <a:cubicBezTo>
                    <a:pt x="519" y="88"/>
                    <a:pt x="419" y="1"/>
                    <a:pt x="2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277;p64">
              <a:extLst>
                <a:ext uri="{FF2B5EF4-FFF2-40B4-BE49-F238E27FC236}">
                  <a16:creationId xmlns:a16="http://schemas.microsoft.com/office/drawing/2014/main" id="{049DA0C5-28BA-195C-4354-880DC954B63D}"/>
                </a:ext>
              </a:extLst>
            </p:cNvPr>
            <p:cNvSpPr/>
            <p:nvPr/>
          </p:nvSpPr>
          <p:spPr>
            <a:xfrm>
              <a:off x="2852875" y="1675025"/>
              <a:ext cx="234675" cy="478400"/>
            </a:xfrm>
            <a:custGeom>
              <a:avLst/>
              <a:gdLst/>
              <a:ahLst/>
              <a:cxnLst/>
              <a:rect l="l" t="t" r="r" b="b"/>
              <a:pathLst>
                <a:path w="9387" h="19136" extrusionOk="0">
                  <a:moveTo>
                    <a:pt x="2842" y="0"/>
                  </a:moveTo>
                  <a:cubicBezTo>
                    <a:pt x="1898" y="0"/>
                    <a:pt x="884" y="1395"/>
                    <a:pt x="483" y="3888"/>
                  </a:cubicBezTo>
                  <a:cubicBezTo>
                    <a:pt x="1" y="6717"/>
                    <a:pt x="933" y="11956"/>
                    <a:pt x="1318" y="12535"/>
                  </a:cubicBezTo>
                  <a:cubicBezTo>
                    <a:pt x="1686" y="13056"/>
                    <a:pt x="4073" y="19136"/>
                    <a:pt x="6413" y="19136"/>
                  </a:cubicBezTo>
                  <a:cubicBezTo>
                    <a:pt x="6526" y="19136"/>
                    <a:pt x="6639" y="19122"/>
                    <a:pt x="6751" y="19092"/>
                  </a:cubicBezTo>
                  <a:cubicBezTo>
                    <a:pt x="9194" y="18417"/>
                    <a:pt x="9387" y="15813"/>
                    <a:pt x="8808" y="13724"/>
                  </a:cubicBezTo>
                  <a:cubicBezTo>
                    <a:pt x="8262" y="11667"/>
                    <a:pt x="6012" y="6331"/>
                    <a:pt x="5176" y="3438"/>
                  </a:cubicBezTo>
                  <a:cubicBezTo>
                    <a:pt x="4308" y="513"/>
                    <a:pt x="3183" y="63"/>
                    <a:pt x="3183" y="63"/>
                  </a:cubicBezTo>
                  <a:cubicBezTo>
                    <a:pt x="3071" y="21"/>
                    <a:pt x="2957" y="0"/>
                    <a:pt x="284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278;p64">
              <a:extLst>
                <a:ext uri="{FF2B5EF4-FFF2-40B4-BE49-F238E27FC236}">
                  <a16:creationId xmlns:a16="http://schemas.microsoft.com/office/drawing/2014/main" id="{23B26FE2-E7C3-A377-9296-A91B093C5804}"/>
                </a:ext>
              </a:extLst>
            </p:cNvPr>
            <p:cNvSpPr/>
            <p:nvPr/>
          </p:nvSpPr>
          <p:spPr>
            <a:xfrm>
              <a:off x="2854475" y="1667750"/>
              <a:ext cx="232275" cy="491825"/>
            </a:xfrm>
            <a:custGeom>
              <a:avLst/>
              <a:gdLst/>
              <a:ahLst/>
              <a:cxnLst/>
              <a:rect l="l" t="t" r="r" b="b"/>
              <a:pathLst>
                <a:path w="9291" h="19673" extrusionOk="0">
                  <a:moveTo>
                    <a:pt x="2797" y="547"/>
                  </a:moveTo>
                  <a:cubicBezTo>
                    <a:pt x="2862" y="547"/>
                    <a:pt x="2958" y="579"/>
                    <a:pt x="3022" y="579"/>
                  </a:cubicBezTo>
                  <a:lnTo>
                    <a:pt x="3055" y="611"/>
                  </a:lnTo>
                  <a:cubicBezTo>
                    <a:pt x="3247" y="739"/>
                    <a:pt x="4147" y="1382"/>
                    <a:pt x="4855" y="3793"/>
                  </a:cubicBezTo>
                  <a:cubicBezTo>
                    <a:pt x="5273" y="5272"/>
                    <a:pt x="6044" y="7329"/>
                    <a:pt x="6783" y="9290"/>
                  </a:cubicBezTo>
                  <a:cubicBezTo>
                    <a:pt x="7523" y="11251"/>
                    <a:pt x="8230" y="13083"/>
                    <a:pt x="8487" y="14112"/>
                  </a:cubicBezTo>
                  <a:cubicBezTo>
                    <a:pt x="8648" y="14690"/>
                    <a:pt x="8744" y="15301"/>
                    <a:pt x="8744" y="15912"/>
                  </a:cubicBezTo>
                  <a:cubicBezTo>
                    <a:pt x="8744" y="16651"/>
                    <a:pt x="8616" y="17358"/>
                    <a:pt x="8262" y="17905"/>
                  </a:cubicBezTo>
                  <a:cubicBezTo>
                    <a:pt x="7940" y="18451"/>
                    <a:pt x="7426" y="18901"/>
                    <a:pt x="6623" y="19126"/>
                  </a:cubicBezTo>
                  <a:cubicBezTo>
                    <a:pt x="6526" y="19126"/>
                    <a:pt x="6430" y="19158"/>
                    <a:pt x="6333" y="19158"/>
                  </a:cubicBezTo>
                  <a:cubicBezTo>
                    <a:pt x="6108" y="19158"/>
                    <a:pt x="5851" y="19062"/>
                    <a:pt x="5594" y="18933"/>
                  </a:cubicBezTo>
                  <a:cubicBezTo>
                    <a:pt x="5144" y="18676"/>
                    <a:pt x="4662" y="18162"/>
                    <a:pt x="4212" y="17583"/>
                  </a:cubicBezTo>
                  <a:cubicBezTo>
                    <a:pt x="3537" y="16683"/>
                    <a:pt x="2894" y="15558"/>
                    <a:pt x="2444" y="14594"/>
                  </a:cubicBezTo>
                  <a:cubicBezTo>
                    <a:pt x="2187" y="14112"/>
                    <a:pt x="1994" y="13694"/>
                    <a:pt x="1833" y="13340"/>
                  </a:cubicBezTo>
                  <a:cubicBezTo>
                    <a:pt x="1737" y="13179"/>
                    <a:pt x="1672" y="13051"/>
                    <a:pt x="1608" y="12922"/>
                  </a:cubicBezTo>
                  <a:cubicBezTo>
                    <a:pt x="1576" y="12826"/>
                    <a:pt x="1512" y="12729"/>
                    <a:pt x="1479" y="12665"/>
                  </a:cubicBezTo>
                  <a:cubicBezTo>
                    <a:pt x="1479" y="12665"/>
                    <a:pt x="1415" y="12569"/>
                    <a:pt x="1383" y="12408"/>
                  </a:cubicBezTo>
                  <a:cubicBezTo>
                    <a:pt x="1222" y="11958"/>
                    <a:pt x="997" y="10929"/>
                    <a:pt x="837" y="9772"/>
                  </a:cubicBezTo>
                  <a:cubicBezTo>
                    <a:pt x="676" y="8615"/>
                    <a:pt x="547" y="7233"/>
                    <a:pt x="547" y="6043"/>
                  </a:cubicBezTo>
                  <a:cubicBezTo>
                    <a:pt x="547" y="5368"/>
                    <a:pt x="579" y="4757"/>
                    <a:pt x="676" y="4243"/>
                  </a:cubicBezTo>
                  <a:cubicBezTo>
                    <a:pt x="869" y="2990"/>
                    <a:pt x="1222" y="2057"/>
                    <a:pt x="1640" y="1447"/>
                  </a:cubicBezTo>
                  <a:cubicBezTo>
                    <a:pt x="1833" y="1125"/>
                    <a:pt x="2026" y="900"/>
                    <a:pt x="2251" y="739"/>
                  </a:cubicBezTo>
                  <a:cubicBezTo>
                    <a:pt x="2444" y="611"/>
                    <a:pt x="2637" y="547"/>
                    <a:pt x="2797" y="547"/>
                  </a:cubicBezTo>
                  <a:close/>
                  <a:moveTo>
                    <a:pt x="2797" y="0"/>
                  </a:moveTo>
                  <a:cubicBezTo>
                    <a:pt x="2476" y="0"/>
                    <a:pt x="2187" y="129"/>
                    <a:pt x="1929" y="322"/>
                  </a:cubicBezTo>
                  <a:cubicBezTo>
                    <a:pt x="1512" y="611"/>
                    <a:pt x="1158" y="1093"/>
                    <a:pt x="869" y="1736"/>
                  </a:cubicBezTo>
                  <a:cubicBezTo>
                    <a:pt x="547" y="2379"/>
                    <a:pt x="290" y="3182"/>
                    <a:pt x="129" y="4147"/>
                  </a:cubicBezTo>
                  <a:cubicBezTo>
                    <a:pt x="65" y="4693"/>
                    <a:pt x="1" y="5336"/>
                    <a:pt x="1" y="6043"/>
                  </a:cubicBezTo>
                  <a:cubicBezTo>
                    <a:pt x="1" y="7458"/>
                    <a:pt x="194" y="9065"/>
                    <a:pt x="387" y="10351"/>
                  </a:cubicBezTo>
                  <a:cubicBezTo>
                    <a:pt x="483" y="10993"/>
                    <a:pt x="612" y="11572"/>
                    <a:pt x="708" y="12022"/>
                  </a:cubicBezTo>
                  <a:cubicBezTo>
                    <a:pt x="772" y="12247"/>
                    <a:pt x="804" y="12440"/>
                    <a:pt x="869" y="12601"/>
                  </a:cubicBezTo>
                  <a:cubicBezTo>
                    <a:pt x="933" y="12729"/>
                    <a:pt x="965" y="12858"/>
                    <a:pt x="1029" y="12954"/>
                  </a:cubicBezTo>
                  <a:cubicBezTo>
                    <a:pt x="1062" y="12986"/>
                    <a:pt x="1126" y="13147"/>
                    <a:pt x="1222" y="13372"/>
                  </a:cubicBezTo>
                  <a:cubicBezTo>
                    <a:pt x="1608" y="14112"/>
                    <a:pt x="2315" y="15687"/>
                    <a:pt x="3183" y="17037"/>
                  </a:cubicBezTo>
                  <a:cubicBezTo>
                    <a:pt x="3633" y="17744"/>
                    <a:pt x="4115" y="18387"/>
                    <a:pt x="4630" y="18869"/>
                  </a:cubicBezTo>
                  <a:cubicBezTo>
                    <a:pt x="5176" y="19351"/>
                    <a:pt x="5723" y="19673"/>
                    <a:pt x="6333" y="19673"/>
                  </a:cubicBezTo>
                  <a:cubicBezTo>
                    <a:pt x="6494" y="19673"/>
                    <a:pt x="6623" y="19673"/>
                    <a:pt x="6751" y="19640"/>
                  </a:cubicBezTo>
                  <a:cubicBezTo>
                    <a:pt x="7683" y="19383"/>
                    <a:pt x="8326" y="18837"/>
                    <a:pt x="8744" y="18194"/>
                  </a:cubicBezTo>
                  <a:cubicBezTo>
                    <a:pt x="9130" y="17519"/>
                    <a:pt x="9291" y="16715"/>
                    <a:pt x="9291" y="15912"/>
                  </a:cubicBezTo>
                  <a:cubicBezTo>
                    <a:pt x="9291" y="15237"/>
                    <a:pt x="9194" y="14594"/>
                    <a:pt x="9001" y="13951"/>
                  </a:cubicBezTo>
                  <a:cubicBezTo>
                    <a:pt x="8712" y="12890"/>
                    <a:pt x="8005" y="11058"/>
                    <a:pt x="7298" y="9097"/>
                  </a:cubicBezTo>
                  <a:cubicBezTo>
                    <a:pt x="6558" y="7136"/>
                    <a:pt x="5787" y="5079"/>
                    <a:pt x="5369" y="3632"/>
                  </a:cubicBezTo>
                  <a:cubicBezTo>
                    <a:pt x="4501" y="675"/>
                    <a:pt x="3312" y="129"/>
                    <a:pt x="3215" y="97"/>
                  </a:cubicBezTo>
                  <a:cubicBezTo>
                    <a:pt x="3087" y="32"/>
                    <a:pt x="2926" y="0"/>
                    <a:pt x="2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279;p64">
              <a:extLst>
                <a:ext uri="{FF2B5EF4-FFF2-40B4-BE49-F238E27FC236}">
                  <a16:creationId xmlns:a16="http://schemas.microsoft.com/office/drawing/2014/main" id="{6D4EC6F5-45FE-7D66-2568-BA5772F0F4FC}"/>
                </a:ext>
              </a:extLst>
            </p:cNvPr>
            <p:cNvSpPr/>
            <p:nvPr/>
          </p:nvSpPr>
          <p:spPr>
            <a:xfrm>
              <a:off x="2232500" y="1920075"/>
              <a:ext cx="607550" cy="897025"/>
            </a:xfrm>
            <a:custGeom>
              <a:avLst/>
              <a:gdLst/>
              <a:ahLst/>
              <a:cxnLst/>
              <a:rect l="l" t="t" r="r" b="b"/>
              <a:pathLst>
                <a:path w="24302" h="35881" extrusionOk="0">
                  <a:moveTo>
                    <a:pt x="14658" y="0"/>
                  </a:moveTo>
                  <a:cubicBezTo>
                    <a:pt x="14658" y="0"/>
                    <a:pt x="0" y="14273"/>
                    <a:pt x="0" y="16426"/>
                  </a:cubicBezTo>
                  <a:cubicBezTo>
                    <a:pt x="0" y="18523"/>
                    <a:pt x="8416" y="35881"/>
                    <a:pt x="10939" y="35881"/>
                  </a:cubicBezTo>
                  <a:cubicBezTo>
                    <a:pt x="10969" y="35881"/>
                    <a:pt x="10998" y="35879"/>
                    <a:pt x="11026" y="35874"/>
                  </a:cubicBezTo>
                  <a:cubicBezTo>
                    <a:pt x="13436" y="35488"/>
                    <a:pt x="24301" y="23916"/>
                    <a:pt x="24301" y="23916"/>
                  </a:cubicBezTo>
                  <a:lnTo>
                    <a:pt x="146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280;p64">
              <a:extLst>
                <a:ext uri="{FF2B5EF4-FFF2-40B4-BE49-F238E27FC236}">
                  <a16:creationId xmlns:a16="http://schemas.microsoft.com/office/drawing/2014/main" id="{A4181FE0-6A8D-5AC1-69EB-8E6363D685AB}"/>
                </a:ext>
              </a:extLst>
            </p:cNvPr>
            <p:cNvSpPr/>
            <p:nvPr/>
          </p:nvSpPr>
          <p:spPr>
            <a:xfrm>
              <a:off x="2226050" y="1912850"/>
              <a:ext cx="621225" cy="911300"/>
            </a:xfrm>
            <a:custGeom>
              <a:avLst/>
              <a:gdLst/>
              <a:ahLst/>
              <a:cxnLst/>
              <a:rect l="l" t="t" r="r" b="b"/>
              <a:pathLst>
                <a:path w="24849" h="36452" extrusionOk="0">
                  <a:moveTo>
                    <a:pt x="14809" y="759"/>
                  </a:moveTo>
                  <a:lnTo>
                    <a:pt x="24242" y="24153"/>
                  </a:lnTo>
                  <a:lnTo>
                    <a:pt x="24242" y="24153"/>
                  </a:lnTo>
                  <a:cubicBezTo>
                    <a:pt x="24162" y="24241"/>
                    <a:pt x="24042" y="24368"/>
                    <a:pt x="23884" y="24526"/>
                  </a:cubicBezTo>
                  <a:cubicBezTo>
                    <a:pt x="22823" y="25619"/>
                    <a:pt x="20155" y="28416"/>
                    <a:pt x="17520" y="30955"/>
                  </a:cubicBezTo>
                  <a:cubicBezTo>
                    <a:pt x="16170" y="32209"/>
                    <a:pt x="14852" y="33430"/>
                    <a:pt x="13727" y="34330"/>
                  </a:cubicBezTo>
                  <a:cubicBezTo>
                    <a:pt x="13148" y="34780"/>
                    <a:pt x="12634" y="35166"/>
                    <a:pt x="12216" y="35456"/>
                  </a:cubicBezTo>
                  <a:cubicBezTo>
                    <a:pt x="11798" y="35713"/>
                    <a:pt x="11444" y="35873"/>
                    <a:pt x="11251" y="35906"/>
                  </a:cubicBezTo>
                  <a:lnTo>
                    <a:pt x="11219" y="35906"/>
                  </a:lnTo>
                  <a:cubicBezTo>
                    <a:pt x="11123" y="35906"/>
                    <a:pt x="10994" y="35873"/>
                    <a:pt x="10834" y="35745"/>
                  </a:cubicBezTo>
                  <a:cubicBezTo>
                    <a:pt x="10480" y="35552"/>
                    <a:pt x="10062" y="35102"/>
                    <a:pt x="9580" y="34523"/>
                  </a:cubicBezTo>
                  <a:cubicBezTo>
                    <a:pt x="7876" y="32434"/>
                    <a:pt x="5626" y="28352"/>
                    <a:pt x="3762" y="24623"/>
                  </a:cubicBezTo>
                  <a:cubicBezTo>
                    <a:pt x="2862" y="22758"/>
                    <a:pt x="2026" y="20958"/>
                    <a:pt x="1447" y="19544"/>
                  </a:cubicBezTo>
                  <a:cubicBezTo>
                    <a:pt x="1158" y="18837"/>
                    <a:pt x="933" y="18226"/>
                    <a:pt x="772" y="17712"/>
                  </a:cubicBezTo>
                  <a:cubicBezTo>
                    <a:pt x="612" y="17230"/>
                    <a:pt x="547" y="16844"/>
                    <a:pt x="547" y="16715"/>
                  </a:cubicBezTo>
                  <a:cubicBezTo>
                    <a:pt x="547" y="16651"/>
                    <a:pt x="580" y="16490"/>
                    <a:pt x="676" y="16297"/>
                  </a:cubicBezTo>
                  <a:cubicBezTo>
                    <a:pt x="1062" y="15494"/>
                    <a:pt x="2155" y="14079"/>
                    <a:pt x="3569" y="12440"/>
                  </a:cubicBezTo>
                  <a:cubicBezTo>
                    <a:pt x="5723" y="9997"/>
                    <a:pt x="8616" y="6975"/>
                    <a:pt x="10930" y="4597"/>
                  </a:cubicBezTo>
                  <a:cubicBezTo>
                    <a:pt x="12119" y="3407"/>
                    <a:pt x="13148" y="2379"/>
                    <a:pt x="13887" y="1640"/>
                  </a:cubicBezTo>
                  <a:cubicBezTo>
                    <a:pt x="14287" y="1257"/>
                    <a:pt x="14600" y="960"/>
                    <a:pt x="14809" y="759"/>
                  </a:cubicBezTo>
                  <a:close/>
                  <a:moveTo>
                    <a:pt x="14980" y="0"/>
                  </a:moveTo>
                  <a:cubicBezTo>
                    <a:pt x="14884" y="0"/>
                    <a:pt x="14787" y="32"/>
                    <a:pt x="14723" y="97"/>
                  </a:cubicBezTo>
                  <a:cubicBezTo>
                    <a:pt x="14723" y="97"/>
                    <a:pt x="11059" y="3665"/>
                    <a:pt x="7394" y="7490"/>
                  </a:cubicBezTo>
                  <a:cubicBezTo>
                    <a:pt x="5562" y="9418"/>
                    <a:pt x="3730" y="11411"/>
                    <a:pt x="2347" y="13051"/>
                  </a:cubicBezTo>
                  <a:cubicBezTo>
                    <a:pt x="1672" y="13887"/>
                    <a:pt x="1094" y="14626"/>
                    <a:pt x="676" y="15237"/>
                  </a:cubicBezTo>
                  <a:cubicBezTo>
                    <a:pt x="483" y="15526"/>
                    <a:pt x="322" y="15815"/>
                    <a:pt x="194" y="16040"/>
                  </a:cubicBezTo>
                  <a:cubicBezTo>
                    <a:pt x="65" y="16297"/>
                    <a:pt x="1" y="16490"/>
                    <a:pt x="1" y="16715"/>
                  </a:cubicBezTo>
                  <a:cubicBezTo>
                    <a:pt x="1" y="16876"/>
                    <a:pt x="33" y="17069"/>
                    <a:pt x="97" y="17326"/>
                  </a:cubicBezTo>
                  <a:cubicBezTo>
                    <a:pt x="355" y="18290"/>
                    <a:pt x="997" y="19930"/>
                    <a:pt x="1865" y="21891"/>
                  </a:cubicBezTo>
                  <a:cubicBezTo>
                    <a:pt x="3183" y="24816"/>
                    <a:pt x="5015" y="28416"/>
                    <a:pt x="6751" y="31309"/>
                  </a:cubicBezTo>
                  <a:cubicBezTo>
                    <a:pt x="7619" y="32723"/>
                    <a:pt x="8455" y="34009"/>
                    <a:pt x="9194" y="34909"/>
                  </a:cubicBezTo>
                  <a:cubicBezTo>
                    <a:pt x="9580" y="35359"/>
                    <a:pt x="9934" y="35745"/>
                    <a:pt x="10255" y="36002"/>
                  </a:cubicBezTo>
                  <a:cubicBezTo>
                    <a:pt x="10576" y="36259"/>
                    <a:pt x="10866" y="36452"/>
                    <a:pt x="11219" y="36452"/>
                  </a:cubicBezTo>
                  <a:lnTo>
                    <a:pt x="11348" y="36420"/>
                  </a:lnTo>
                  <a:cubicBezTo>
                    <a:pt x="11734" y="36356"/>
                    <a:pt x="12152" y="36131"/>
                    <a:pt x="12698" y="35777"/>
                  </a:cubicBezTo>
                  <a:cubicBezTo>
                    <a:pt x="14594" y="34491"/>
                    <a:pt x="17584" y="31662"/>
                    <a:pt x="20123" y="29123"/>
                  </a:cubicBezTo>
                  <a:cubicBezTo>
                    <a:pt x="22663" y="26616"/>
                    <a:pt x="24752" y="24398"/>
                    <a:pt x="24752" y="24398"/>
                  </a:cubicBezTo>
                  <a:cubicBezTo>
                    <a:pt x="24816" y="24301"/>
                    <a:pt x="24849" y="24205"/>
                    <a:pt x="24816" y="24109"/>
                  </a:cubicBezTo>
                  <a:lnTo>
                    <a:pt x="15173" y="161"/>
                  </a:lnTo>
                  <a:cubicBezTo>
                    <a:pt x="15141" y="97"/>
                    <a:pt x="15045" y="32"/>
                    <a:pt x="149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281;p64">
              <a:extLst>
                <a:ext uri="{FF2B5EF4-FFF2-40B4-BE49-F238E27FC236}">
                  <a16:creationId xmlns:a16="http://schemas.microsoft.com/office/drawing/2014/main" id="{FC7960C6-3F34-77F9-2851-43CBFD9F40CE}"/>
                </a:ext>
              </a:extLst>
            </p:cNvPr>
            <p:cNvSpPr/>
            <p:nvPr/>
          </p:nvSpPr>
          <p:spPr>
            <a:xfrm>
              <a:off x="2330525" y="1675750"/>
              <a:ext cx="585850" cy="1056000"/>
            </a:xfrm>
            <a:custGeom>
              <a:avLst/>
              <a:gdLst/>
              <a:ahLst/>
              <a:cxnLst/>
              <a:rect l="l" t="t" r="r" b="b"/>
              <a:pathLst>
                <a:path w="23434" h="42240" extrusionOk="0">
                  <a:moveTo>
                    <a:pt x="18339" y="1"/>
                  </a:moveTo>
                  <a:cubicBezTo>
                    <a:pt x="15917" y="1"/>
                    <a:pt x="11880" y="1698"/>
                    <a:pt x="11155" y="2284"/>
                  </a:cubicBezTo>
                  <a:cubicBezTo>
                    <a:pt x="11155" y="2284"/>
                    <a:pt x="6558" y="6302"/>
                    <a:pt x="3279" y="10159"/>
                  </a:cubicBezTo>
                  <a:cubicBezTo>
                    <a:pt x="1" y="13984"/>
                    <a:pt x="258" y="20445"/>
                    <a:pt x="1319" y="24881"/>
                  </a:cubicBezTo>
                  <a:cubicBezTo>
                    <a:pt x="2347" y="29285"/>
                    <a:pt x="4212" y="41757"/>
                    <a:pt x="6558" y="42207"/>
                  </a:cubicBezTo>
                  <a:cubicBezTo>
                    <a:pt x="6665" y="42229"/>
                    <a:pt x="6770" y="42240"/>
                    <a:pt x="6875" y="42240"/>
                  </a:cubicBezTo>
                  <a:cubicBezTo>
                    <a:pt x="9079" y="42240"/>
                    <a:pt x="10956" y="37545"/>
                    <a:pt x="14884" y="34139"/>
                  </a:cubicBezTo>
                  <a:cubicBezTo>
                    <a:pt x="19030" y="30571"/>
                    <a:pt x="22309" y="27581"/>
                    <a:pt x="22598" y="25235"/>
                  </a:cubicBezTo>
                  <a:cubicBezTo>
                    <a:pt x="22855" y="22888"/>
                    <a:pt x="22502" y="15399"/>
                    <a:pt x="22695" y="14820"/>
                  </a:cubicBezTo>
                  <a:cubicBezTo>
                    <a:pt x="22855" y="14274"/>
                    <a:pt x="23434" y="9195"/>
                    <a:pt x="23434" y="6495"/>
                  </a:cubicBezTo>
                  <a:cubicBezTo>
                    <a:pt x="23434" y="3762"/>
                    <a:pt x="21377" y="773"/>
                    <a:pt x="19319" y="130"/>
                  </a:cubicBezTo>
                  <a:cubicBezTo>
                    <a:pt x="19042" y="40"/>
                    <a:pt x="18709" y="1"/>
                    <a:pt x="1833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282;p64">
              <a:extLst>
                <a:ext uri="{FF2B5EF4-FFF2-40B4-BE49-F238E27FC236}">
                  <a16:creationId xmlns:a16="http://schemas.microsoft.com/office/drawing/2014/main" id="{D2C25557-23B1-FA94-1763-6A5DA5BCA945}"/>
                </a:ext>
              </a:extLst>
            </p:cNvPr>
            <p:cNvSpPr/>
            <p:nvPr/>
          </p:nvSpPr>
          <p:spPr>
            <a:xfrm>
              <a:off x="2338575" y="1668550"/>
              <a:ext cx="584250" cy="1069625"/>
            </a:xfrm>
            <a:custGeom>
              <a:avLst/>
              <a:gdLst/>
              <a:ahLst/>
              <a:cxnLst/>
              <a:rect l="l" t="t" r="r" b="b"/>
              <a:pathLst>
                <a:path w="23370" h="42785" extrusionOk="0">
                  <a:moveTo>
                    <a:pt x="18033" y="547"/>
                  </a:moveTo>
                  <a:cubicBezTo>
                    <a:pt x="18387" y="547"/>
                    <a:pt x="18676" y="579"/>
                    <a:pt x="18901" y="643"/>
                  </a:cubicBezTo>
                  <a:cubicBezTo>
                    <a:pt x="19833" y="965"/>
                    <a:pt x="20862" y="1832"/>
                    <a:pt x="21601" y="2958"/>
                  </a:cubicBezTo>
                  <a:cubicBezTo>
                    <a:pt x="22340" y="4083"/>
                    <a:pt x="22855" y="5497"/>
                    <a:pt x="22855" y="6783"/>
                  </a:cubicBezTo>
                  <a:cubicBezTo>
                    <a:pt x="22855" y="8133"/>
                    <a:pt x="22694" y="10061"/>
                    <a:pt x="22533" y="11733"/>
                  </a:cubicBezTo>
                  <a:cubicBezTo>
                    <a:pt x="22469" y="12569"/>
                    <a:pt x="22373" y="13340"/>
                    <a:pt x="22276" y="13919"/>
                  </a:cubicBezTo>
                  <a:cubicBezTo>
                    <a:pt x="22244" y="14208"/>
                    <a:pt x="22212" y="14465"/>
                    <a:pt x="22180" y="14658"/>
                  </a:cubicBezTo>
                  <a:cubicBezTo>
                    <a:pt x="22148" y="14851"/>
                    <a:pt x="22115" y="15012"/>
                    <a:pt x="22115" y="15044"/>
                  </a:cubicBezTo>
                  <a:cubicBezTo>
                    <a:pt x="22083" y="15108"/>
                    <a:pt x="22083" y="15172"/>
                    <a:pt x="22051" y="15237"/>
                  </a:cubicBezTo>
                  <a:cubicBezTo>
                    <a:pt x="22051" y="15494"/>
                    <a:pt x="22019" y="15847"/>
                    <a:pt x="22019" y="16362"/>
                  </a:cubicBezTo>
                  <a:cubicBezTo>
                    <a:pt x="22019" y="17840"/>
                    <a:pt x="22115" y="20316"/>
                    <a:pt x="22115" y="22405"/>
                  </a:cubicBezTo>
                  <a:cubicBezTo>
                    <a:pt x="22115" y="23691"/>
                    <a:pt x="22083" y="24816"/>
                    <a:pt x="21987" y="25491"/>
                  </a:cubicBezTo>
                  <a:cubicBezTo>
                    <a:pt x="21890" y="26552"/>
                    <a:pt x="21023" y="27869"/>
                    <a:pt x="19673" y="29348"/>
                  </a:cubicBezTo>
                  <a:cubicBezTo>
                    <a:pt x="18322" y="30827"/>
                    <a:pt x="16458" y="32466"/>
                    <a:pt x="14401" y="34234"/>
                  </a:cubicBezTo>
                  <a:cubicBezTo>
                    <a:pt x="12408" y="35970"/>
                    <a:pt x="10929" y="37995"/>
                    <a:pt x="9708" y="39602"/>
                  </a:cubicBezTo>
                  <a:cubicBezTo>
                    <a:pt x="9065" y="40406"/>
                    <a:pt x="8518" y="41081"/>
                    <a:pt x="8004" y="41531"/>
                  </a:cubicBezTo>
                  <a:cubicBezTo>
                    <a:pt x="7458" y="42013"/>
                    <a:pt x="6975" y="42270"/>
                    <a:pt x="6525" y="42270"/>
                  </a:cubicBezTo>
                  <a:cubicBezTo>
                    <a:pt x="6461" y="42270"/>
                    <a:pt x="6365" y="42238"/>
                    <a:pt x="6300" y="42238"/>
                  </a:cubicBezTo>
                  <a:cubicBezTo>
                    <a:pt x="6108" y="42206"/>
                    <a:pt x="5850" y="42013"/>
                    <a:pt x="5593" y="41659"/>
                  </a:cubicBezTo>
                  <a:cubicBezTo>
                    <a:pt x="5143" y="41017"/>
                    <a:pt x="4693" y="39859"/>
                    <a:pt x="4243" y="38509"/>
                  </a:cubicBezTo>
                  <a:cubicBezTo>
                    <a:pt x="2957" y="34363"/>
                    <a:pt x="1929" y="27998"/>
                    <a:pt x="1254" y="25105"/>
                  </a:cubicBezTo>
                  <a:cubicBezTo>
                    <a:pt x="836" y="23369"/>
                    <a:pt x="547" y="21312"/>
                    <a:pt x="547" y="19255"/>
                  </a:cubicBezTo>
                  <a:cubicBezTo>
                    <a:pt x="547" y="16072"/>
                    <a:pt x="1222" y="12858"/>
                    <a:pt x="3150" y="10608"/>
                  </a:cubicBezTo>
                  <a:cubicBezTo>
                    <a:pt x="4790" y="8711"/>
                    <a:pt x="6750" y="6718"/>
                    <a:pt x="8293" y="5240"/>
                  </a:cubicBezTo>
                  <a:cubicBezTo>
                    <a:pt x="9097" y="4500"/>
                    <a:pt x="9772" y="3890"/>
                    <a:pt x="10222" y="3440"/>
                  </a:cubicBezTo>
                  <a:cubicBezTo>
                    <a:pt x="10704" y="3022"/>
                    <a:pt x="10994" y="2765"/>
                    <a:pt x="10994" y="2765"/>
                  </a:cubicBezTo>
                  <a:cubicBezTo>
                    <a:pt x="11122" y="2668"/>
                    <a:pt x="11540" y="2443"/>
                    <a:pt x="12022" y="2218"/>
                  </a:cubicBezTo>
                  <a:cubicBezTo>
                    <a:pt x="12794" y="1865"/>
                    <a:pt x="13887" y="1447"/>
                    <a:pt x="14979" y="1093"/>
                  </a:cubicBezTo>
                  <a:cubicBezTo>
                    <a:pt x="16072" y="772"/>
                    <a:pt x="17197" y="547"/>
                    <a:pt x="18033" y="547"/>
                  </a:cubicBezTo>
                  <a:close/>
                  <a:moveTo>
                    <a:pt x="18033" y="0"/>
                  </a:moveTo>
                  <a:cubicBezTo>
                    <a:pt x="16780" y="0"/>
                    <a:pt x="15140" y="450"/>
                    <a:pt x="13726" y="965"/>
                  </a:cubicBezTo>
                  <a:cubicBezTo>
                    <a:pt x="13019" y="1190"/>
                    <a:pt x="12344" y="1479"/>
                    <a:pt x="11797" y="1704"/>
                  </a:cubicBezTo>
                  <a:cubicBezTo>
                    <a:pt x="11283" y="1961"/>
                    <a:pt x="10897" y="2186"/>
                    <a:pt x="10672" y="2347"/>
                  </a:cubicBezTo>
                  <a:lnTo>
                    <a:pt x="10640" y="2347"/>
                  </a:lnTo>
                  <a:cubicBezTo>
                    <a:pt x="10640" y="2347"/>
                    <a:pt x="6043" y="6397"/>
                    <a:pt x="2732" y="10254"/>
                  </a:cubicBezTo>
                  <a:cubicBezTo>
                    <a:pt x="707" y="12665"/>
                    <a:pt x="32" y="16008"/>
                    <a:pt x="0" y="19255"/>
                  </a:cubicBezTo>
                  <a:cubicBezTo>
                    <a:pt x="0" y="21376"/>
                    <a:pt x="322" y="23466"/>
                    <a:pt x="707" y="25202"/>
                  </a:cubicBezTo>
                  <a:cubicBezTo>
                    <a:pt x="1222" y="27387"/>
                    <a:pt x="1961" y="31630"/>
                    <a:pt x="2861" y="35359"/>
                  </a:cubicBezTo>
                  <a:cubicBezTo>
                    <a:pt x="3311" y="37224"/>
                    <a:pt x="3793" y="38991"/>
                    <a:pt x="4307" y="40309"/>
                  </a:cubicBezTo>
                  <a:cubicBezTo>
                    <a:pt x="4597" y="40984"/>
                    <a:pt x="4854" y="41531"/>
                    <a:pt x="5143" y="41949"/>
                  </a:cubicBezTo>
                  <a:cubicBezTo>
                    <a:pt x="5465" y="42367"/>
                    <a:pt x="5786" y="42688"/>
                    <a:pt x="6172" y="42752"/>
                  </a:cubicBezTo>
                  <a:cubicBezTo>
                    <a:pt x="6300" y="42785"/>
                    <a:pt x="6429" y="42785"/>
                    <a:pt x="6525" y="42785"/>
                  </a:cubicBezTo>
                  <a:cubicBezTo>
                    <a:pt x="7200" y="42785"/>
                    <a:pt x="7779" y="42463"/>
                    <a:pt x="8358" y="41949"/>
                  </a:cubicBezTo>
                  <a:cubicBezTo>
                    <a:pt x="9193" y="41177"/>
                    <a:pt x="10061" y="39988"/>
                    <a:pt x="11090" y="38670"/>
                  </a:cubicBezTo>
                  <a:cubicBezTo>
                    <a:pt x="12119" y="37352"/>
                    <a:pt x="13308" y="35906"/>
                    <a:pt x="14754" y="34652"/>
                  </a:cubicBezTo>
                  <a:cubicBezTo>
                    <a:pt x="16812" y="32852"/>
                    <a:pt x="18676" y="31213"/>
                    <a:pt x="20058" y="29702"/>
                  </a:cubicBezTo>
                  <a:cubicBezTo>
                    <a:pt x="21440" y="28191"/>
                    <a:pt x="22373" y="26841"/>
                    <a:pt x="22533" y="25555"/>
                  </a:cubicBezTo>
                  <a:cubicBezTo>
                    <a:pt x="22630" y="24848"/>
                    <a:pt x="22630" y="23691"/>
                    <a:pt x="22630" y="22405"/>
                  </a:cubicBezTo>
                  <a:cubicBezTo>
                    <a:pt x="22630" y="20316"/>
                    <a:pt x="22565" y="17808"/>
                    <a:pt x="22565" y="16362"/>
                  </a:cubicBezTo>
                  <a:cubicBezTo>
                    <a:pt x="22565" y="16040"/>
                    <a:pt x="22565" y="15751"/>
                    <a:pt x="22565" y="15558"/>
                  </a:cubicBezTo>
                  <a:cubicBezTo>
                    <a:pt x="22598" y="15462"/>
                    <a:pt x="22598" y="15365"/>
                    <a:pt x="22598" y="15301"/>
                  </a:cubicBezTo>
                  <a:lnTo>
                    <a:pt x="22598" y="15237"/>
                  </a:lnTo>
                  <a:lnTo>
                    <a:pt x="22598" y="15205"/>
                  </a:lnTo>
                  <a:cubicBezTo>
                    <a:pt x="22662" y="15108"/>
                    <a:pt x="22662" y="14947"/>
                    <a:pt x="22694" y="14755"/>
                  </a:cubicBezTo>
                  <a:cubicBezTo>
                    <a:pt x="22951" y="13340"/>
                    <a:pt x="23369" y="9194"/>
                    <a:pt x="23369" y="6783"/>
                  </a:cubicBezTo>
                  <a:cubicBezTo>
                    <a:pt x="23369" y="5336"/>
                    <a:pt x="22855" y="3890"/>
                    <a:pt x="22051" y="2668"/>
                  </a:cubicBezTo>
                  <a:cubicBezTo>
                    <a:pt x="21248" y="1447"/>
                    <a:pt x="20187" y="515"/>
                    <a:pt x="19062" y="161"/>
                  </a:cubicBezTo>
                  <a:cubicBezTo>
                    <a:pt x="18772" y="65"/>
                    <a:pt x="18419" y="0"/>
                    <a:pt x="180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283;p64">
              <a:extLst>
                <a:ext uri="{FF2B5EF4-FFF2-40B4-BE49-F238E27FC236}">
                  <a16:creationId xmlns:a16="http://schemas.microsoft.com/office/drawing/2014/main" id="{ED45F612-C49E-B812-6838-A7BBE809739B}"/>
                </a:ext>
              </a:extLst>
            </p:cNvPr>
            <p:cNvSpPr/>
            <p:nvPr/>
          </p:nvSpPr>
          <p:spPr>
            <a:xfrm>
              <a:off x="2408475" y="3896950"/>
              <a:ext cx="675875" cy="654975"/>
            </a:xfrm>
            <a:custGeom>
              <a:avLst/>
              <a:gdLst/>
              <a:ahLst/>
              <a:cxnLst/>
              <a:rect l="l" t="t" r="r" b="b"/>
              <a:pathLst>
                <a:path w="27035" h="26199" extrusionOk="0">
                  <a:moveTo>
                    <a:pt x="22331" y="1"/>
                  </a:moveTo>
                  <a:cubicBezTo>
                    <a:pt x="19738" y="1"/>
                    <a:pt x="17488" y="1145"/>
                    <a:pt x="17005" y="1608"/>
                  </a:cubicBezTo>
                  <a:cubicBezTo>
                    <a:pt x="16266" y="2380"/>
                    <a:pt x="7555" y="16555"/>
                    <a:pt x="5272" y="18805"/>
                  </a:cubicBezTo>
                  <a:cubicBezTo>
                    <a:pt x="3022" y="21088"/>
                    <a:pt x="1" y="23916"/>
                    <a:pt x="194" y="25041"/>
                  </a:cubicBezTo>
                  <a:cubicBezTo>
                    <a:pt x="386" y="26199"/>
                    <a:pt x="3408" y="26199"/>
                    <a:pt x="8133" y="26199"/>
                  </a:cubicBezTo>
                  <a:cubicBezTo>
                    <a:pt x="12858" y="26199"/>
                    <a:pt x="14916" y="25620"/>
                    <a:pt x="16619" y="24881"/>
                  </a:cubicBezTo>
                  <a:cubicBezTo>
                    <a:pt x="18323" y="24109"/>
                    <a:pt x="18709" y="23370"/>
                    <a:pt x="17198" y="23177"/>
                  </a:cubicBezTo>
                  <a:cubicBezTo>
                    <a:pt x="15687" y="22984"/>
                    <a:pt x="8487" y="20702"/>
                    <a:pt x="8487" y="20702"/>
                  </a:cubicBezTo>
                  <a:cubicBezTo>
                    <a:pt x="8487" y="20702"/>
                    <a:pt x="15301" y="15784"/>
                    <a:pt x="19641" y="11830"/>
                  </a:cubicBezTo>
                  <a:cubicBezTo>
                    <a:pt x="24013" y="7844"/>
                    <a:pt x="27034" y="1608"/>
                    <a:pt x="27034" y="1608"/>
                  </a:cubicBezTo>
                  <a:cubicBezTo>
                    <a:pt x="25545" y="407"/>
                    <a:pt x="23877" y="1"/>
                    <a:pt x="2233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284;p64">
              <a:extLst>
                <a:ext uri="{FF2B5EF4-FFF2-40B4-BE49-F238E27FC236}">
                  <a16:creationId xmlns:a16="http://schemas.microsoft.com/office/drawing/2014/main" id="{7AD64B35-D529-297E-79E9-5C1C707E2803}"/>
                </a:ext>
              </a:extLst>
            </p:cNvPr>
            <p:cNvSpPr/>
            <p:nvPr/>
          </p:nvSpPr>
          <p:spPr>
            <a:xfrm>
              <a:off x="2406075" y="3890525"/>
              <a:ext cx="685500" cy="667825"/>
            </a:xfrm>
            <a:custGeom>
              <a:avLst/>
              <a:gdLst/>
              <a:ahLst/>
              <a:cxnLst/>
              <a:rect l="l" t="t" r="r" b="b"/>
              <a:pathLst>
                <a:path w="27420" h="26713" extrusionOk="0">
                  <a:moveTo>
                    <a:pt x="22270" y="546"/>
                  </a:moveTo>
                  <a:cubicBezTo>
                    <a:pt x="22315" y="546"/>
                    <a:pt x="22360" y="546"/>
                    <a:pt x="22405" y="547"/>
                  </a:cubicBezTo>
                  <a:cubicBezTo>
                    <a:pt x="23860" y="547"/>
                    <a:pt x="25404" y="905"/>
                    <a:pt x="26780" y="1965"/>
                  </a:cubicBezTo>
                  <a:lnTo>
                    <a:pt x="26780" y="1965"/>
                  </a:lnTo>
                  <a:cubicBezTo>
                    <a:pt x="26769" y="1984"/>
                    <a:pt x="26757" y="2004"/>
                    <a:pt x="26744" y="2026"/>
                  </a:cubicBezTo>
                  <a:cubicBezTo>
                    <a:pt x="26102" y="3280"/>
                    <a:pt x="23337" y="8455"/>
                    <a:pt x="19576" y="11894"/>
                  </a:cubicBezTo>
                  <a:cubicBezTo>
                    <a:pt x="17390" y="13855"/>
                    <a:pt x="14626" y="16073"/>
                    <a:pt x="12376" y="17809"/>
                  </a:cubicBezTo>
                  <a:cubicBezTo>
                    <a:pt x="11251" y="18677"/>
                    <a:pt x="10286" y="19384"/>
                    <a:pt x="9579" y="19930"/>
                  </a:cubicBezTo>
                  <a:cubicBezTo>
                    <a:pt x="8872" y="20445"/>
                    <a:pt x="8454" y="20734"/>
                    <a:pt x="8454" y="20734"/>
                  </a:cubicBezTo>
                  <a:cubicBezTo>
                    <a:pt x="8358" y="20798"/>
                    <a:pt x="8326" y="20895"/>
                    <a:pt x="8326" y="21023"/>
                  </a:cubicBezTo>
                  <a:cubicBezTo>
                    <a:pt x="8358" y="21120"/>
                    <a:pt x="8422" y="21184"/>
                    <a:pt x="8519" y="21216"/>
                  </a:cubicBezTo>
                  <a:cubicBezTo>
                    <a:pt x="8519" y="21216"/>
                    <a:pt x="10319" y="21795"/>
                    <a:pt x="12312" y="22373"/>
                  </a:cubicBezTo>
                  <a:cubicBezTo>
                    <a:pt x="13308" y="22663"/>
                    <a:pt x="14337" y="22984"/>
                    <a:pt x="15237" y="23209"/>
                  </a:cubicBezTo>
                  <a:cubicBezTo>
                    <a:pt x="16105" y="23466"/>
                    <a:pt x="16844" y="23627"/>
                    <a:pt x="17262" y="23691"/>
                  </a:cubicBezTo>
                  <a:cubicBezTo>
                    <a:pt x="17551" y="23723"/>
                    <a:pt x="17776" y="23788"/>
                    <a:pt x="17873" y="23852"/>
                  </a:cubicBezTo>
                  <a:cubicBezTo>
                    <a:pt x="17937" y="23884"/>
                    <a:pt x="17969" y="23916"/>
                    <a:pt x="17969" y="23916"/>
                  </a:cubicBezTo>
                  <a:cubicBezTo>
                    <a:pt x="17969" y="23948"/>
                    <a:pt x="17969" y="23981"/>
                    <a:pt x="17905" y="24045"/>
                  </a:cubicBezTo>
                  <a:cubicBezTo>
                    <a:pt x="17776" y="24238"/>
                    <a:pt x="17326" y="24559"/>
                    <a:pt x="16619" y="24881"/>
                  </a:cubicBezTo>
                  <a:cubicBezTo>
                    <a:pt x="14947" y="25620"/>
                    <a:pt x="12922" y="26166"/>
                    <a:pt x="8229" y="26166"/>
                  </a:cubicBezTo>
                  <a:cubicBezTo>
                    <a:pt x="5851" y="26166"/>
                    <a:pt x="3922" y="26166"/>
                    <a:pt x="2572" y="26038"/>
                  </a:cubicBezTo>
                  <a:cubicBezTo>
                    <a:pt x="1897" y="25974"/>
                    <a:pt x="1382" y="25877"/>
                    <a:pt x="1029" y="25716"/>
                  </a:cubicBezTo>
                  <a:cubicBezTo>
                    <a:pt x="868" y="25652"/>
                    <a:pt x="740" y="25588"/>
                    <a:pt x="675" y="25491"/>
                  </a:cubicBezTo>
                  <a:cubicBezTo>
                    <a:pt x="579" y="25427"/>
                    <a:pt x="547" y="25363"/>
                    <a:pt x="547" y="25266"/>
                  </a:cubicBezTo>
                  <a:lnTo>
                    <a:pt x="547" y="25202"/>
                  </a:lnTo>
                  <a:cubicBezTo>
                    <a:pt x="547" y="25009"/>
                    <a:pt x="675" y="24623"/>
                    <a:pt x="997" y="24206"/>
                  </a:cubicBezTo>
                  <a:cubicBezTo>
                    <a:pt x="1865" y="22856"/>
                    <a:pt x="3922" y="20927"/>
                    <a:pt x="5561" y="19255"/>
                  </a:cubicBezTo>
                  <a:cubicBezTo>
                    <a:pt x="6172" y="18677"/>
                    <a:pt x="7136" y="17359"/>
                    <a:pt x="8294" y="15687"/>
                  </a:cubicBezTo>
                  <a:cubicBezTo>
                    <a:pt x="9997" y="13180"/>
                    <a:pt x="12119" y="9933"/>
                    <a:pt x="13887" y="7201"/>
                  </a:cubicBezTo>
                  <a:cubicBezTo>
                    <a:pt x="14755" y="5851"/>
                    <a:pt x="15558" y="4597"/>
                    <a:pt x="16169" y="3697"/>
                  </a:cubicBezTo>
                  <a:cubicBezTo>
                    <a:pt x="16458" y="3247"/>
                    <a:pt x="16715" y="2862"/>
                    <a:pt x="16908" y="2572"/>
                  </a:cubicBezTo>
                  <a:cubicBezTo>
                    <a:pt x="17005" y="2444"/>
                    <a:pt x="17101" y="2315"/>
                    <a:pt x="17165" y="2219"/>
                  </a:cubicBezTo>
                  <a:cubicBezTo>
                    <a:pt x="17230" y="2154"/>
                    <a:pt x="17262" y="2090"/>
                    <a:pt x="17294" y="2058"/>
                  </a:cubicBezTo>
                  <a:cubicBezTo>
                    <a:pt x="17358" y="1994"/>
                    <a:pt x="17583" y="1833"/>
                    <a:pt x="17905" y="1672"/>
                  </a:cubicBezTo>
                  <a:cubicBezTo>
                    <a:pt x="18783" y="1170"/>
                    <a:pt x="20457" y="546"/>
                    <a:pt x="22270" y="546"/>
                  </a:cubicBezTo>
                  <a:close/>
                  <a:moveTo>
                    <a:pt x="22405" y="1"/>
                  </a:moveTo>
                  <a:cubicBezTo>
                    <a:pt x="21087" y="1"/>
                    <a:pt x="19833" y="290"/>
                    <a:pt x="18869" y="644"/>
                  </a:cubicBezTo>
                  <a:cubicBezTo>
                    <a:pt x="18387" y="804"/>
                    <a:pt x="17969" y="997"/>
                    <a:pt x="17648" y="1190"/>
                  </a:cubicBezTo>
                  <a:cubicBezTo>
                    <a:pt x="17294" y="1383"/>
                    <a:pt x="17069" y="1544"/>
                    <a:pt x="16908" y="1672"/>
                  </a:cubicBezTo>
                  <a:cubicBezTo>
                    <a:pt x="16844" y="1769"/>
                    <a:pt x="16780" y="1865"/>
                    <a:pt x="16651" y="2026"/>
                  </a:cubicBezTo>
                  <a:cubicBezTo>
                    <a:pt x="16233" y="2572"/>
                    <a:pt x="15462" y="3762"/>
                    <a:pt x="14465" y="5272"/>
                  </a:cubicBezTo>
                  <a:cubicBezTo>
                    <a:pt x="12987" y="7587"/>
                    <a:pt x="11058" y="10576"/>
                    <a:pt x="9322" y="13212"/>
                  </a:cubicBezTo>
                  <a:cubicBezTo>
                    <a:pt x="8422" y="14530"/>
                    <a:pt x="7586" y="15752"/>
                    <a:pt x="6879" y="16748"/>
                  </a:cubicBezTo>
                  <a:cubicBezTo>
                    <a:pt x="6172" y="17745"/>
                    <a:pt x="5561" y="18516"/>
                    <a:pt x="5208" y="18870"/>
                  </a:cubicBezTo>
                  <a:cubicBezTo>
                    <a:pt x="4083" y="19995"/>
                    <a:pt x="2829" y="21216"/>
                    <a:pt x="1800" y="22341"/>
                  </a:cubicBezTo>
                  <a:cubicBezTo>
                    <a:pt x="1286" y="22888"/>
                    <a:pt x="868" y="23434"/>
                    <a:pt x="547" y="23916"/>
                  </a:cubicBezTo>
                  <a:cubicBezTo>
                    <a:pt x="225" y="24398"/>
                    <a:pt x="0" y="24784"/>
                    <a:pt x="0" y="25202"/>
                  </a:cubicBezTo>
                  <a:cubicBezTo>
                    <a:pt x="0" y="25266"/>
                    <a:pt x="0" y="25298"/>
                    <a:pt x="0" y="25363"/>
                  </a:cubicBezTo>
                  <a:cubicBezTo>
                    <a:pt x="32" y="25556"/>
                    <a:pt x="161" y="25749"/>
                    <a:pt x="290" y="25877"/>
                  </a:cubicBezTo>
                  <a:cubicBezTo>
                    <a:pt x="547" y="26134"/>
                    <a:pt x="900" y="26263"/>
                    <a:pt x="1382" y="26391"/>
                  </a:cubicBezTo>
                  <a:cubicBezTo>
                    <a:pt x="2765" y="26713"/>
                    <a:pt x="5111" y="26713"/>
                    <a:pt x="8229" y="26713"/>
                  </a:cubicBezTo>
                  <a:cubicBezTo>
                    <a:pt x="12954" y="26713"/>
                    <a:pt x="15108" y="26134"/>
                    <a:pt x="16844" y="25363"/>
                  </a:cubicBezTo>
                  <a:cubicBezTo>
                    <a:pt x="17326" y="25138"/>
                    <a:pt x="17712" y="24913"/>
                    <a:pt x="18001" y="24688"/>
                  </a:cubicBezTo>
                  <a:cubicBezTo>
                    <a:pt x="18162" y="24591"/>
                    <a:pt x="18258" y="24463"/>
                    <a:pt x="18355" y="24334"/>
                  </a:cubicBezTo>
                  <a:cubicBezTo>
                    <a:pt x="18451" y="24238"/>
                    <a:pt x="18515" y="24077"/>
                    <a:pt x="18515" y="23916"/>
                  </a:cubicBezTo>
                  <a:cubicBezTo>
                    <a:pt x="18515" y="23820"/>
                    <a:pt x="18451" y="23691"/>
                    <a:pt x="18387" y="23595"/>
                  </a:cubicBezTo>
                  <a:cubicBezTo>
                    <a:pt x="18290" y="23466"/>
                    <a:pt x="18162" y="23370"/>
                    <a:pt x="17969" y="23306"/>
                  </a:cubicBezTo>
                  <a:cubicBezTo>
                    <a:pt x="17808" y="23241"/>
                    <a:pt x="17583" y="23177"/>
                    <a:pt x="17326" y="23145"/>
                  </a:cubicBezTo>
                  <a:cubicBezTo>
                    <a:pt x="16973" y="23113"/>
                    <a:pt x="16233" y="22952"/>
                    <a:pt x="15365" y="22695"/>
                  </a:cubicBezTo>
                  <a:cubicBezTo>
                    <a:pt x="14047" y="22341"/>
                    <a:pt x="12376" y="21859"/>
                    <a:pt x="11026" y="21441"/>
                  </a:cubicBezTo>
                  <a:cubicBezTo>
                    <a:pt x="10351" y="21248"/>
                    <a:pt x="9772" y="21055"/>
                    <a:pt x="9354" y="20927"/>
                  </a:cubicBezTo>
                  <a:cubicBezTo>
                    <a:pt x="9290" y="20907"/>
                    <a:pt x="9230" y="20888"/>
                    <a:pt x="9174" y="20870"/>
                  </a:cubicBezTo>
                  <a:lnTo>
                    <a:pt x="9174" y="20870"/>
                  </a:lnTo>
                  <a:cubicBezTo>
                    <a:pt x="10737" y="19726"/>
                    <a:pt x="16215" y="15667"/>
                    <a:pt x="19930" y="12280"/>
                  </a:cubicBezTo>
                  <a:cubicBezTo>
                    <a:pt x="24334" y="8262"/>
                    <a:pt x="27355" y="1994"/>
                    <a:pt x="27355" y="1994"/>
                  </a:cubicBezTo>
                  <a:cubicBezTo>
                    <a:pt x="27419" y="1865"/>
                    <a:pt x="27387" y="1737"/>
                    <a:pt x="27291" y="1672"/>
                  </a:cubicBezTo>
                  <a:cubicBezTo>
                    <a:pt x="25748" y="419"/>
                    <a:pt x="24012" y="1"/>
                    <a:pt x="224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285;p64">
              <a:extLst>
                <a:ext uri="{FF2B5EF4-FFF2-40B4-BE49-F238E27FC236}">
                  <a16:creationId xmlns:a16="http://schemas.microsoft.com/office/drawing/2014/main" id="{9ED7980C-08F8-3FC4-E4DD-D9D3D5BFD51F}"/>
                </a:ext>
              </a:extLst>
            </p:cNvPr>
            <p:cNvSpPr/>
            <p:nvPr/>
          </p:nvSpPr>
          <p:spPr>
            <a:xfrm>
              <a:off x="2410900" y="4419300"/>
              <a:ext cx="465300" cy="132625"/>
            </a:xfrm>
            <a:custGeom>
              <a:avLst/>
              <a:gdLst/>
              <a:ahLst/>
              <a:cxnLst/>
              <a:rect l="l" t="t" r="r" b="b"/>
              <a:pathLst>
                <a:path w="18612" h="5305" extrusionOk="0">
                  <a:moveTo>
                    <a:pt x="9001" y="1"/>
                  </a:moveTo>
                  <a:lnTo>
                    <a:pt x="7651" y="3022"/>
                  </a:lnTo>
                  <a:cubicBezTo>
                    <a:pt x="7651" y="3022"/>
                    <a:pt x="7258" y="3107"/>
                    <a:pt x="6637" y="3107"/>
                  </a:cubicBezTo>
                  <a:cubicBezTo>
                    <a:pt x="5499" y="3107"/>
                    <a:pt x="3593" y="2824"/>
                    <a:pt x="1929" y="1222"/>
                  </a:cubicBezTo>
                  <a:cubicBezTo>
                    <a:pt x="804" y="2476"/>
                    <a:pt x="0" y="3569"/>
                    <a:pt x="97" y="4147"/>
                  </a:cubicBezTo>
                  <a:cubicBezTo>
                    <a:pt x="289" y="5305"/>
                    <a:pt x="3311" y="5305"/>
                    <a:pt x="8036" y="5305"/>
                  </a:cubicBezTo>
                  <a:cubicBezTo>
                    <a:pt x="12761" y="5305"/>
                    <a:pt x="14819" y="4726"/>
                    <a:pt x="16522" y="3987"/>
                  </a:cubicBezTo>
                  <a:cubicBezTo>
                    <a:pt x="18226" y="3215"/>
                    <a:pt x="18612" y="2476"/>
                    <a:pt x="17101" y="2283"/>
                  </a:cubicBezTo>
                  <a:cubicBezTo>
                    <a:pt x="15847" y="2122"/>
                    <a:pt x="10769" y="547"/>
                    <a:pt x="90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286;p64">
              <a:extLst>
                <a:ext uri="{FF2B5EF4-FFF2-40B4-BE49-F238E27FC236}">
                  <a16:creationId xmlns:a16="http://schemas.microsoft.com/office/drawing/2014/main" id="{9959D4FE-65C9-CA3D-9C07-B1370732500E}"/>
                </a:ext>
              </a:extLst>
            </p:cNvPr>
            <p:cNvSpPr/>
            <p:nvPr/>
          </p:nvSpPr>
          <p:spPr>
            <a:xfrm>
              <a:off x="2406075" y="4412675"/>
              <a:ext cx="462900" cy="145675"/>
            </a:xfrm>
            <a:custGeom>
              <a:avLst/>
              <a:gdLst/>
              <a:ahLst/>
              <a:cxnLst/>
              <a:rect l="l" t="t" r="r" b="b"/>
              <a:pathLst>
                <a:path w="18516" h="5827" extrusionOk="0">
                  <a:moveTo>
                    <a:pt x="9359" y="599"/>
                  </a:moveTo>
                  <a:cubicBezTo>
                    <a:pt x="10277" y="897"/>
                    <a:pt x="11838" y="1366"/>
                    <a:pt x="13372" y="1809"/>
                  </a:cubicBezTo>
                  <a:cubicBezTo>
                    <a:pt x="14176" y="2034"/>
                    <a:pt x="15012" y="2291"/>
                    <a:pt x="15687" y="2452"/>
                  </a:cubicBezTo>
                  <a:cubicBezTo>
                    <a:pt x="16362" y="2645"/>
                    <a:pt x="16908" y="2773"/>
                    <a:pt x="17262" y="2805"/>
                  </a:cubicBezTo>
                  <a:cubicBezTo>
                    <a:pt x="17551" y="2837"/>
                    <a:pt x="17776" y="2902"/>
                    <a:pt x="17873" y="2966"/>
                  </a:cubicBezTo>
                  <a:cubicBezTo>
                    <a:pt x="17937" y="2998"/>
                    <a:pt x="17969" y="3030"/>
                    <a:pt x="17969" y="3030"/>
                  </a:cubicBezTo>
                  <a:cubicBezTo>
                    <a:pt x="17969" y="3062"/>
                    <a:pt x="17969" y="3095"/>
                    <a:pt x="17905" y="3159"/>
                  </a:cubicBezTo>
                  <a:cubicBezTo>
                    <a:pt x="17776" y="3352"/>
                    <a:pt x="17326" y="3673"/>
                    <a:pt x="16619" y="3995"/>
                  </a:cubicBezTo>
                  <a:cubicBezTo>
                    <a:pt x="14947" y="4734"/>
                    <a:pt x="12922" y="5280"/>
                    <a:pt x="8229" y="5280"/>
                  </a:cubicBezTo>
                  <a:cubicBezTo>
                    <a:pt x="5851" y="5280"/>
                    <a:pt x="3922" y="5280"/>
                    <a:pt x="2572" y="5152"/>
                  </a:cubicBezTo>
                  <a:cubicBezTo>
                    <a:pt x="1897" y="5088"/>
                    <a:pt x="1382" y="4991"/>
                    <a:pt x="1029" y="4830"/>
                  </a:cubicBezTo>
                  <a:cubicBezTo>
                    <a:pt x="868" y="4766"/>
                    <a:pt x="740" y="4702"/>
                    <a:pt x="675" y="4605"/>
                  </a:cubicBezTo>
                  <a:cubicBezTo>
                    <a:pt x="579" y="4541"/>
                    <a:pt x="547" y="4477"/>
                    <a:pt x="547" y="4380"/>
                  </a:cubicBezTo>
                  <a:lnTo>
                    <a:pt x="547" y="4316"/>
                  </a:lnTo>
                  <a:cubicBezTo>
                    <a:pt x="547" y="4123"/>
                    <a:pt x="707" y="3737"/>
                    <a:pt x="1029" y="3255"/>
                  </a:cubicBezTo>
                  <a:cubicBezTo>
                    <a:pt x="1314" y="2857"/>
                    <a:pt x="1699" y="2382"/>
                    <a:pt x="2141" y="1877"/>
                  </a:cubicBezTo>
                  <a:lnTo>
                    <a:pt x="2141" y="1877"/>
                  </a:lnTo>
                  <a:cubicBezTo>
                    <a:pt x="3823" y="3375"/>
                    <a:pt x="5674" y="3641"/>
                    <a:pt x="6815" y="3641"/>
                  </a:cubicBezTo>
                  <a:cubicBezTo>
                    <a:pt x="7458" y="3641"/>
                    <a:pt x="7876" y="3545"/>
                    <a:pt x="7908" y="3545"/>
                  </a:cubicBezTo>
                  <a:cubicBezTo>
                    <a:pt x="7972" y="3545"/>
                    <a:pt x="8036" y="3480"/>
                    <a:pt x="8101" y="3416"/>
                  </a:cubicBezTo>
                  <a:lnTo>
                    <a:pt x="9359" y="599"/>
                  </a:lnTo>
                  <a:close/>
                  <a:moveTo>
                    <a:pt x="9222" y="0"/>
                  </a:moveTo>
                  <a:cubicBezTo>
                    <a:pt x="9110" y="0"/>
                    <a:pt x="8995" y="63"/>
                    <a:pt x="8969" y="169"/>
                  </a:cubicBezTo>
                  <a:lnTo>
                    <a:pt x="7644" y="3064"/>
                  </a:lnTo>
                  <a:lnTo>
                    <a:pt x="7644" y="3064"/>
                  </a:lnTo>
                  <a:cubicBezTo>
                    <a:pt x="7477" y="3095"/>
                    <a:pt x="7178" y="3127"/>
                    <a:pt x="6815" y="3127"/>
                  </a:cubicBezTo>
                  <a:cubicBezTo>
                    <a:pt x="5722" y="3095"/>
                    <a:pt x="3890" y="2837"/>
                    <a:pt x="2315" y="1294"/>
                  </a:cubicBezTo>
                  <a:cubicBezTo>
                    <a:pt x="2250" y="1262"/>
                    <a:pt x="2186" y="1230"/>
                    <a:pt x="2122" y="1230"/>
                  </a:cubicBezTo>
                  <a:cubicBezTo>
                    <a:pt x="2058" y="1230"/>
                    <a:pt x="1961" y="1262"/>
                    <a:pt x="1929" y="1327"/>
                  </a:cubicBezTo>
                  <a:cubicBezTo>
                    <a:pt x="1382" y="1905"/>
                    <a:pt x="932" y="2452"/>
                    <a:pt x="579" y="2966"/>
                  </a:cubicBezTo>
                  <a:cubicBezTo>
                    <a:pt x="225" y="3448"/>
                    <a:pt x="0" y="3898"/>
                    <a:pt x="0" y="4316"/>
                  </a:cubicBezTo>
                  <a:cubicBezTo>
                    <a:pt x="0" y="4378"/>
                    <a:pt x="0" y="4410"/>
                    <a:pt x="29" y="4470"/>
                  </a:cubicBezTo>
                  <a:lnTo>
                    <a:pt x="29" y="4470"/>
                  </a:lnTo>
                  <a:lnTo>
                    <a:pt x="0" y="4477"/>
                  </a:lnTo>
                  <a:cubicBezTo>
                    <a:pt x="32" y="4670"/>
                    <a:pt x="161" y="4863"/>
                    <a:pt x="290" y="4991"/>
                  </a:cubicBezTo>
                  <a:cubicBezTo>
                    <a:pt x="547" y="5248"/>
                    <a:pt x="900" y="5377"/>
                    <a:pt x="1382" y="5505"/>
                  </a:cubicBezTo>
                  <a:cubicBezTo>
                    <a:pt x="2765" y="5827"/>
                    <a:pt x="5111" y="5827"/>
                    <a:pt x="8229" y="5827"/>
                  </a:cubicBezTo>
                  <a:cubicBezTo>
                    <a:pt x="12954" y="5827"/>
                    <a:pt x="15108" y="5248"/>
                    <a:pt x="16844" y="4477"/>
                  </a:cubicBezTo>
                  <a:cubicBezTo>
                    <a:pt x="17326" y="4252"/>
                    <a:pt x="17744" y="4027"/>
                    <a:pt x="18001" y="3802"/>
                  </a:cubicBezTo>
                  <a:cubicBezTo>
                    <a:pt x="18162" y="3705"/>
                    <a:pt x="18258" y="3577"/>
                    <a:pt x="18355" y="3448"/>
                  </a:cubicBezTo>
                  <a:cubicBezTo>
                    <a:pt x="18451" y="3352"/>
                    <a:pt x="18515" y="3191"/>
                    <a:pt x="18515" y="3030"/>
                  </a:cubicBezTo>
                  <a:cubicBezTo>
                    <a:pt x="18515" y="2934"/>
                    <a:pt x="18451" y="2805"/>
                    <a:pt x="18387" y="2709"/>
                  </a:cubicBezTo>
                  <a:cubicBezTo>
                    <a:pt x="18290" y="2580"/>
                    <a:pt x="18162" y="2484"/>
                    <a:pt x="17969" y="2420"/>
                  </a:cubicBezTo>
                  <a:cubicBezTo>
                    <a:pt x="17808" y="2355"/>
                    <a:pt x="17583" y="2291"/>
                    <a:pt x="17326" y="2259"/>
                  </a:cubicBezTo>
                  <a:cubicBezTo>
                    <a:pt x="17037" y="2227"/>
                    <a:pt x="16490" y="2098"/>
                    <a:pt x="15815" y="1937"/>
                  </a:cubicBezTo>
                  <a:cubicBezTo>
                    <a:pt x="13790" y="1391"/>
                    <a:pt x="10608" y="427"/>
                    <a:pt x="9290" y="9"/>
                  </a:cubicBezTo>
                  <a:cubicBezTo>
                    <a:pt x="9268" y="3"/>
                    <a:pt x="9245" y="0"/>
                    <a:pt x="92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287;p64">
              <a:extLst>
                <a:ext uri="{FF2B5EF4-FFF2-40B4-BE49-F238E27FC236}">
                  <a16:creationId xmlns:a16="http://schemas.microsoft.com/office/drawing/2014/main" id="{88DB37FA-EFDE-AE71-9DAE-D032EE3A8884}"/>
                </a:ext>
              </a:extLst>
            </p:cNvPr>
            <p:cNvSpPr/>
            <p:nvPr/>
          </p:nvSpPr>
          <p:spPr>
            <a:xfrm>
              <a:off x="4440000" y="3896950"/>
              <a:ext cx="675875" cy="654975"/>
            </a:xfrm>
            <a:custGeom>
              <a:avLst/>
              <a:gdLst/>
              <a:ahLst/>
              <a:cxnLst/>
              <a:rect l="l" t="t" r="r" b="b"/>
              <a:pathLst>
                <a:path w="27035" h="26199" extrusionOk="0">
                  <a:moveTo>
                    <a:pt x="4688" y="1"/>
                  </a:moveTo>
                  <a:cubicBezTo>
                    <a:pt x="3143" y="1"/>
                    <a:pt x="1478" y="407"/>
                    <a:pt x="1" y="1608"/>
                  </a:cubicBezTo>
                  <a:cubicBezTo>
                    <a:pt x="1" y="1608"/>
                    <a:pt x="3022" y="7844"/>
                    <a:pt x="7362" y="11830"/>
                  </a:cubicBezTo>
                  <a:cubicBezTo>
                    <a:pt x="11701" y="15784"/>
                    <a:pt x="18516" y="20702"/>
                    <a:pt x="18516" y="20702"/>
                  </a:cubicBezTo>
                  <a:cubicBezTo>
                    <a:pt x="18516" y="20702"/>
                    <a:pt x="11316" y="22984"/>
                    <a:pt x="9805" y="23177"/>
                  </a:cubicBezTo>
                  <a:cubicBezTo>
                    <a:pt x="8294" y="23370"/>
                    <a:pt x="8680" y="24109"/>
                    <a:pt x="10383" y="24881"/>
                  </a:cubicBezTo>
                  <a:cubicBezTo>
                    <a:pt x="12087" y="25620"/>
                    <a:pt x="14176" y="26199"/>
                    <a:pt x="18902" y="26199"/>
                  </a:cubicBezTo>
                  <a:cubicBezTo>
                    <a:pt x="23627" y="26199"/>
                    <a:pt x="26648" y="26199"/>
                    <a:pt x="26841" y="25041"/>
                  </a:cubicBezTo>
                  <a:cubicBezTo>
                    <a:pt x="27034" y="23916"/>
                    <a:pt x="23980" y="21088"/>
                    <a:pt x="21730" y="18805"/>
                  </a:cubicBezTo>
                  <a:cubicBezTo>
                    <a:pt x="19448" y="16555"/>
                    <a:pt x="10769" y="2380"/>
                    <a:pt x="9998" y="1608"/>
                  </a:cubicBezTo>
                  <a:cubicBezTo>
                    <a:pt x="9534" y="1145"/>
                    <a:pt x="7280" y="1"/>
                    <a:pt x="4688" y="1"/>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288;p64">
              <a:extLst>
                <a:ext uri="{FF2B5EF4-FFF2-40B4-BE49-F238E27FC236}">
                  <a16:creationId xmlns:a16="http://schemas.microsoft.com/office/drawing/2014/main" id="{51380B76-D015-4BA6-F69F-BCC045874B97}"/>
                </a:ext>
              </a:extLst>
            </p:cNvPr>
            <p:cNvSpPr/>
            <p:nvPr/>
          </p:nvSpPr>
          <p:spPr>
            <a:xfrm>
              <a:off x="4431975" y="3890525"/>
              <a:ext cx="685500" cy="667825"/>
            </a:xfrm>
            <a:custGeom>
              <a:avLst/>
              <a:gdLst/>
              <a:ahLst/>
              <a:cxnLst/>
              <a:rect l="l" t="t" r="r" b="b"/>
              <a:pathLst>
                <a:path w="27420" h="26713" extrusionOk="0">
                  <a:moveTo>
                    <a:pt x="5015" y="547"/>
                  </a:moveTo>
                  <a:cubicBezTo>
                    <a:pt x="6268" y="547"/>
                    <a:pt x="7458" y="804"/>
                    <a:pt x="8390" y="1158"/>
                  </a:cubicBezTo>
                  <a:cubicBezTo>
                    <a:pt x="8840" y="1319"/>
                    <a:pt x="9226" y="1479"/>
                    <a:pt x="9547" y="1672"/>
                  </a:cubicBezTo>
                  <a:cubicBezTo>
                    <a:pt x="9836" y="1833"/>
                    <a:pt x="10061" y="1994"/>
                    <a:pt x="10126" y="2058"/>
                  </a:cubicBezTo>
                  <a:cubicBezTo>
                    <a:pt x="10158" y="2090"/>
                    <a:pt x="10254" y="2187"/>
                    <a:pt x="10351" y="2315"/>
                  </a:cubicBezTo>
                  <a:cubicBezTo>
                    <a:pt x="10736" y="2862"/>
                    <a:pt x="11508" y="4051"/>
                    <a:pt x="12504" y="5594"/>
                  </a:cubicBezTo>
                  <a:cubicBezTo>
                    <a:pt x="13983" y="7876"/>
                    <a:pt x="15912" y="10866"/>
                    <a:pt x="17680" y="13501"/>
                  </a:cubicBezTo>
                  <a:cubicBezTo>
                    <a:pt x="18548" y="14852"/>
                    <a:pt x="19383" y="16073"/>
                    <a:pt x="20123" y="17069"/>
                  </a:cubicBezTo>
                  <a:cubicBezTo>
                    <a:pt x="20830" y="18066"/>
                    <a:pt x="21441" y="18837"/>
                    <a:pt x="21858" y="19255"/>
                  </a:cubicBezTo>
                  <a:cubicBezTo>
                    <a:pt x="22951" y="20380"/>
                    <a:pt x="24237" y="21602"/>
                    <a:pt x="25234" y="22695"/>
                  </a:cubicBezTo>
                  <a:cubicBezTo>
                    <a:pt x="25716" y="23241"/>
                    <a:pt x="26166" y="23756"/>
                    <a:pt x="26455" y="24206"/>
                  </a:cubicBezTo>
                  <a:cubicBezTo>
                    <a:pt x="26744" y="24656"/>
                    <a:pt x="26905" y="25009"/>
                    <a:pt x="26905" y="25202"/>
                  </a:cubicBezTo>
                  <a:lnTo>
                    <a:pt x="26873" y="25266"/>
                  </a:lnTo>
                  <a:cubicBezTo>
                    <a:pt x="26873" y="25363"/>
                    <a:pt x="26841" y="25427"/>
                    <a:pt x="26777" y="25491"/>
                  </a:cubicBezTo>
                  <a:cubicBezTo>
                    <a:pt x="26616" y="25620"/>
                    <a:pt x="26359" y="25781"/>
                    <a:pt x="25941" y="25877"/>
                  </a:cubicBezTo>
                  <a:cubicBezTo>
                    <a:pt x="24687" y="26166"/>
                    <a:pt x="22308" y="26166"/>
                    <a:pt x="19223" y="26166"/>
                  </a:cubicBezTo>
                  <a:cubicBezTo>
                    <a:pt x="14497" y="26166"/>
                    <a:pt x="12472" y="25620"/>
                    <a:pt x="10801" y="24881"/>
                  </a:cubicBezTo>
                  <a:cubicBezTo>
                    <a:pt x="10351" y="24656"/>
                    <a:pt x="9965" y="24463"/>
                    <a:pt x="9740" y="24270"/>
                  </a:cubicBezTo>
                  <a:cubicBezTo>
                    <a:pt x="9644" y="24173"/>
                    <a:pt x="9547" y="24109"/>
                    <a:pt x="9515" y="24045"/>
                  </a:cubicBezTo>
                  <a:cubicBezTo>
                    <a:pt x="9451" y="23981"/>
                    <a:pt x="9451" y="23948"/>
                    <a:pt x="9451" y="23916"/>
                  </a:cubicBezTo>
                  <a:cubicBezTo>
                    <a:pt x="9483" y="23884"/>
                    <a:pt x="9547" y="23852"/>
                    <a:pt x="9644" y="23820"/>
                  </a:cubicBezTo>
                  <a:cubicBezTo>
                    <a:pt x="9772" y="23756"/>
                    <a:pt x="9933" y="23723"/>
                    <a:pt x="10158" y="23691"/>
                  </a:cubicBezTo>
                  <a:cubicBezTo>
                    <a:pt x="10576" y="23627"/>
                    <a:pt x="11315" y="23466"/>
                    <a:pt x="12215" y="23209"/>
                  </a:cubicBezTo>
                  <a:cubicBezTo>
                    <a:pt x="14883" y="22502"/>
                    <a:pt x="18901" y="21216"/>
                    <a:pt x="18901" y="21216"/>
                  </a:cubicBezTo>
                  <a:cubicBezTo>
                    <a:pt x="18998" y="21184"/>
                    <a:pt x="19094" y="21120"/>
                    <a:pt x="19094" y="21023"/>
                  </a:cubicBezTo>
                  <a:cubicBezTo>
                    <a:pt x="19126" y="20895"/>
                    <a:pt x="19062" y="20798"/>
                    <a:pt x="18998" y="20734"/>
                  </a:cubicBezTo>
                  <a:cubicBezTo>
                    <a:pt x="18998" y="20734"/>
                    <a:pt x="18580" y="20445"/>
                    <a:pt x="17873" y="19930"/>
                  </a:cubicBezTo>
                  <a:cubicBezTo>
                    <a:pt x="15751" y="18355"/>
                    <a:pt x="11122" y="14852"/>
                    <a:pt x="7876" y="11894"/>
                  </a:cubicBezTo>
                  <a:cubicBezTo>
                    <a:pt x="5722" y="9933"/>
                    <a:pt x="3890" y="7394"/>
                    <a:pt x="2604" y="5337"/>
                  </a:cubicBezTo>
                  <a:cubicBezTo>
                    <a:pt x="1961" y="4340"/>
                    <a:pt x="1447" y="3440"/>
                    <a:pt x="1093" y="2797"/>
                  </a:cubicBezTo>
                  <a:cubicBezTo>
                    <a:pt x="900" y="2476"/>
                    <a:pt x="772" y="2219"/>
                    <a:pt x="675" y="2026"/>
                  </a:cubicBezTo>
                  <a:cubicBezTo>
                    <a:pt x="666" y="2002"/>
                    <a:pt x="656" y="1980"/>
                    <a:pt x="647" y="1959"/>
                  </a:cubicBezTo>
                  <a:lnTo>
                    <a:pt x="647" y="1959"/>
                  </a:lnTo>
                  <a:cubicBezTo>
                    <a:pt x="2021" y="904"/>
                    <a:pt x="3562" y="547"/>
                    <a:pt x="5015" y="547"/>
                  </a:cubicBezTo>
                  <a:close/>
                  <a:moveTo>
                    <a:pt x="5015" y="1"/>
                  </a:moveTo>
                  <a:cubicBezTo>
                    <a:pt x="3408" y="1"/>
                    <a:pt x="1672" y="419"/>
                    <a:pt x="129" y="1672"/>
                  </a:cubicBezTo>
                  <a:cubicBezTo>
                    <a:pt x="32" y="1737"/>
                    <a:pt x="0" y="1865"/>
                    <a:pt x="65" y="1994"/>
                  </a:cubicBezTo>
                  <a:cubicBezTo>
                    <a:pt x="65" y="1994"/>
                    <a:pt x="3086" y="8262"/>
                    <a:pt x="7490" y="12280"/>
                  </a:cubicBezTo>
                  <a:cubicBezTo>
                    <a:pt x="11201" y="15664"/>
                    <a:pt x="16672" y="19719"/>
                    <a:pt x="18241" y="20867"/>
                  </a:cubicBezTo>
                  <a:lnTo>
                    <a:pt x="18241" y="20867"/>
                  </a:lnTo>
                  <a:cubicBezTo>
                    <a:pt x="18068" y="20922"/>
                    <a:pt x="17856" y="20987"/>
                    <a:pt x="17615" y="21055"/>
                  </a:cubicBezTo>
                  <a:cubicBezTo>
                    <a:pt x="16555" y="21377"/>
                    <a:pt x="14947" y="21891"/>
                    <a:pt x="13469" y="22309"/>
                  </a:cubicBezTo>
                  <a:cubicBezTo>
                    <a:pt x="12729" y="22502"/>
                    <a:pt x="12022" y="22727"/>
                    <a:pt x="11444" y="22856"/>
                  </a:cubicBezTo>
                  <a:cubicBezTo>
                    <a:pt x="10833" y="23016"/>
                    <a:pt x="10351" y="23113"/>
                    <a:pt x="10094" y="23145"/>
                  </a:cubicBezTo>
                  <a:cubicBezTo>
                    <a:pt x="9772" y="23209"/>
                    <a:pt x="9515" y="23273"/>
                    <a:pt x="9290" y="23370"/>
                  </a:cubicBezTo>
                  <a:cubicBezTo>
                    <a:pt x="9194" y="23434"/>
                    <a:pt x="9097" y="23498"/>
                    <a:pt x="9033" y="23595"/>
                  </a:cubicBezTo>
                  <a:cubicBezTo>
                    <a:pt x="8969" y="23691"/>
                    <a:pt x="8936" y="23820"/>
                    <a:pt x="8936" y="23916"/>
                  </a:cubicBezTo>
                  <a:cubicBezTo>
                    <a:pt x="8936" y="24077"/>
                    <a:pt x="9001" y="24238"/>
                    <a:pt x="9065" y="24334"/>
                  </a:cubicBezTo>
                  <a:cubicBezTo>
                    <a:pt x="9322" y="24720"/>
                    <a:pt x="9836" y="25041"/>
                    <a:pt x="10608" y="25363"/>
                  </a:cubicBezTo>
                  <a:cubicBezTo>
                    <a:pt x="12344" y="26134"/>
                    <a:pt x="14465" y="26713"/>
                    <a:pt x="19223" y="26713"/>
                  </a:cubicBezTo>
                  <a:cubicBezTo>
                    <a:pt x="21569" y="26713"/>
                    <a:pt x="23530" y="26713"/>
                    <a:pt x="24912" y="26584"/>
                  </a:cubicBezTo>
                  <a:cubicBezTo>
                    <a:pt x="25619" y="26488"/>
                    <a:pt x="26166" y="26391"/>
                    <a:pt x="26584" y="26231"/>
                  </a:cubicBezTo>
                  <a:cubicBezTo>
                    <a:pt x="26809" y="26134"/>
                    <a:pt x="27002" y="26006"/>
                    <a:pt x="27130" y="25877"/>
                  </a:cubicBezTo>
                  <a:cubicBezTo>
                    <a:pt x="27291" y="25749"/>
                    <a:pt x="27387" y="25556"/>
                    <a:pt x="27419" y="25363"/>
                  </a:cubicBezTo>
                  <a:cubicBezTo>
                    <a:pt x="27419" y="25298"/>
                    <a:pt x="27419" y="25266"/>
                    <a:pt x="27419" y="25202"/>
                  </a:cubicBezTo>
                  <a:cubicBezTo>
                    <a:pt x="27419" y="24784"/>
                    <a:pt x="27194" y="24398"/>
                    <a:pt x="26905" y="23916"/>
                  </a:cubicBezTo>
                  <a:cubicBezTo>
                    <a:pt x="25941" y="22470"/>
                    <a:pt x="23884" y="20541"/>
                    <a:pt x="22244" y="18870"/>
                  </a:cubicBezTo>
                  <a:cubicBezTo>
                    <a:pt x="21698" y="18355"/>
                    <a:pt x="20733" y="17037"/>
                    <a:pt x="19576" y="15398"/>
                  </a:cubicBezTo>
                  <a:cubicBezTo>
                    <a:pt x="17873" y="12891"/>
                    <a:pt x="15751" y="9612"/>
                    <a:pt x="13983" y="6912"/>
                  </a:cubicBezTo>
                  <a:cubicBezTo>
                    <a:pt x="13115" y="5530"/>
                    <a:pt x="12312" y="4308"/>
                    <a:pt x="11733" y="3408"/>
                  </a:cubicBezTo>
                  <a:cubicBezTo>
                    <a:pt x="11412" y="2926"/>
                    <a:pt x="11154" y="2572"/>
                    <a:pt x="10961" y="2283"/>
                  </a:cubicBezTo>
                  <a:cubicBezTo>
                    <a:pt x="10865" y="2122"/>
                    <a:pt x="10769" y="1994"/>
                    <a:pt x="10704" y="1897"/>
                  </a:cubicBezTo>
                  <a:cubicBezTo>
                    <a:pt x="10640" y="1801"/>
                    <a:pt x="10576" y="1737"/>
                    <a:pt x="10511" y="1672"/>
                  </a:cubicBezTo>
                  <a:cubicBezTo>
                    <a:pt x="10351" y="1544"/>
                    <a:pt x="10126" y="1383"/>
                    <a:pt x="9804" y="1190"/>
                  </a:cubicBezTo>
                  <a:cubicBezTo>
                    <a:pt x="8808" y="644"/>
                    <a:pt x="7008" y="1"/>
                    <a:pt x="501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289;p64">
              <a:extLst>
                <a:ext uri="{FF2B5EF4-FFF2-40B4-BE49-F238E27FC236}">
                  <a16:creationId xmlns:a16="http://schemas.microsoft.com/office/drawing/2014/main" id="{C631C39D-7FDC-E12A-1BCD-0E1715E3A4A0}"/>
                </a:ext>
              </a:extLst>
            </p:cNvPr>
            <p:cNvSpPr/>
            <p:nvPr/>
          </p:nvSpPr>
          <p:spPr>
            <a:xfrm>
              <a:off x="4647325" y="4419300"/>
              <a:ext cx="466125" cy="132625"/>
            </a:xfrm>
            <a:custGeom>
              <a:avLst/>
              <a:gdLst/>
              <a:ahLst/>
              <a:cxnLst/>
              <a:rect l="l" t="t" r="r" b="b"/>
              <a:pathLst>
                <a:path w="18645" h="5305" extrusionOk="0">
                  <a:moveTo>
                    <a:pt x="9612" y="1"/>
                  </a:moveTo>
                  <a:cubicBezTo>
                    <a:pt x="7844" y="547"/>
                    <a:pt x="2765" y="2122"/>
                    <a:pt x="1512" y="2283"/>
                  </a:cubicBezTo>
                  <a:cubicBezTo>
                    <a:pt x="1" y="2476"/>
                    <a:pt x="387" y="3215"/>
                    <a:pt x="2090" y="3987"/>
                  </a:cubicBezTo>
                  <a:cubicBezTo>
                    <a:pt x="3794" y="4726"/>
                    <a:pt x="5883" y="5305"/>
                    <a:pt x="10609" y="5305"/>
                  </a:cubicBezTo>
                  <a:cubicBezTo>
                    <a:pt x="15334" y="5305"/>
                    <a:pt x="18355" y="5305"/>
                    <a:pt x="18548" y="4147"/>
                  </a:cubicBezTo>
                  <a:cubicBezTo>
                    <a:pt x="18645" y="3569"/>
                    <a:pt x="17809" y="2476"/>
                    <a:pt x="16684" y="1222"/>
                  </a:cubicBezTo>
                  <a:cubicBezTo>
                    <a:pt x="15020" y="2824"/>
                    <a:pt x="13114" y="3107"/>
                    <a:pt x="11975" y="3107"/>
                  </a:cubicBezTo>
                  <a:cubicBezTo>
                    <a:pt x="11355" y="3107"/>
                    <a:pt x="10962" y="3022"/>
                    <a:pt x="10962" y="3022"/>
                  </a:cubicBezTo>
                  <a:lnTo>
                    <a:pt x="96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290;p64">
              <a:extLst>
                <a:ext uri="{FF2B5EF4-FFF2-40B4-BE49-F238E27FC236}">
                  <a16:creationId xmlns:a16="http://schemas.microsoft.com/office/drawing/2014/main" id="{B44E4D1E-6C82-37BC-171A-61827C3DE621}"/>
                </a:ext>
              </a:extLst>
            </p:cNvPr>
            <p:cNvSpPr/>
            <p:nvPr/>
          </p:nvSpPr>
          <p:spPr>
            <a:xfrm>
              <a:off x="4655375" y="4412675"/>
              <a:ext cx="462100" cy="145675"/>
            </a:xfrm>
            <a:custGeom>
              <a:avLst/>
              <a:gdLst/>
              <a:ahLst/>
              <a:cxnLst/>
              <a:rect l="l" t="t" r="r" b="b"/>
              <a:pathLst>
                <a:path w="18484" h="5827" extrusionOk="0">
                  <a:moveTo>
                    <a:pt x="9155" y="595"/>
                  </a:moveTo>
                  <a:lnTo>
                    <a:pt x="10415" y="3416"/>
                  </a:lnTo>
                  <a:cubicBezTo>
                    <a:pt x="10447" y="3480"/>
                    <a:pt x="10512" y="3545"/>
                    <a:pt x="10608" y="3545"/>
                  </a:cubicBezTo>
                  <a:cubicBezTo>
                    <a:pt x="10608" y="3545"/>
                    <a:pt x="11026" y="3641"/>
                    <a:pt x="11669" y="3641"/>
                  </a:cubicBezTo>
                  <a:cubicBezTo>
                    <a:pt x="12811" y="3641"/>
                    <a:pt x="14665" y="3374"/>
                    <a:pt x="16348" y="1872"/>
                  </a:cubicBezTo>
                  <a:lnTo>
                    <a:pt x="16348" y="1872"/>
                  </a:lnTo>
                  <a:cubicBezTo>
                    <a:pt x="16814" y="2379"/>
                    <a:pt x="17201" y="2855"/>
                    <a:pt x="17487" y="3255"/>
                  </a:cubicBezTo>
                  <a:cubicBezTo>
                    <a:pt x="17808" y="3737"/>
                    <a:pt x="17969" y="4123"/>
                    <a:pt x="17969" y="4316"/>
                  </a:cubicBezTo>
                  <a:lnTo>
                    <a:pt x="17937" y="4380"/>
                  </a:lnTo>
                  <a:cubicBezTo>
                    <a:pt x="17937" y="4477"/>
                    <a:pt x="17905" y="4541"/>
                    <a:pt x="17841" y="4605"/>
                  </a:cubicBezTo>
                  <a:cubicBezTo>
                    <a:pt x="17680" y="4734"/>
                    <a:pt x="17423" y="4895"/>
                    <a:pt x="17005" y="4991"/>
                  </a:cubicBezTo>
                  <a:cubicBezTo>
                    <a:pt x="15751" y="5280"/>
                    <a:pt x="13372" y="5280"/>
                    <a:pt x="10287" y="5280"/>
                  </a:cubicBezTo>
                  <a:cubicBezTo>
                    <a:pt x="5561" y="5280"/>
                    <a:pt x="3536" y="4734"/>
                    <a:pt x="1865" y="3995"/>
                  </a:cubicBezTo>
                  <a:cubicBezTo>
                    <a:pt x="1415" y="3770"/>
                    <a:pt x="1029" y="3577"/>
                    <a:pt x="804" y="3384"/>
                  </a:cubicBezTo>
                  <a:cubicBezTo>
                    <a:pt x="708" y="3287"/>
                    <a:pt x="611" y="3223"/>
                    <a:pt x="579" y="3159"/>
                  </a:cubicBezTo>
                  <a:cubicBezTo>
                    <a:pt x="515" y="3095"/>
                    <a:pt x="515" y="3062"/>
                    <a:pt x="515" y="3030"/>
                  </a:cubicBezTo>
                  <a:cubicBezTo>
                    <a:pt x="547" y="2998"/>
                    <a:pt x="611" y="2966"/>
                    <a:pt x="708" y="2934"/>
                  </a:cubicBezTo>
                  <a:cubicBezTo>
                    <a:pt x="836" y="2870"/>
                    <a:pt x="997" y="2837"/>
                    <a:pt x="1222" y="2805"/>
                  </a:cubicBezTo>
                  <a:cubicBezTo>
                    <a:pt x="1575" y="2773"/>
                    <a:pt x="2122" y="2645"/>
                    <a:pt x="2797" y="2452"/>
                  </a:cubicBezTo>
                  <a:cubicBezTo>
                    <a:pt x="4744" y="1934"/>
                    <a:pt x="7699" y="1043"/>
                    <a:pt x="9155" y="595"/>
                  </a:cubicBezTo>
                  <a:close/>
                  <a:moveTo>
                    <a:pt x="9292" y="0"/>
                  </a:moveTo>
                  <a:cubicBezTo>
                    <a:pt x="9270" y="0"/>
                    <a:pt x="9248" y="3"/>
                    <a:pt x="9226" y="9"/>
                  </a:cubicBezTo>
                  <a:cubicBezTo>
                    <a:pt x="8326" y="298"/>
                    <a:pt x="6622" y="812"/>
                    <a:pt x="4983" y="1294"/>
                  </a:cubicBezTo>
                  <a:cubicBezTo>
                    <a:pt x="4147" y="1519"/>
                    <a:pt x="3343" y="1744"/>
                    <a:pt x="2668" y="1937"/>
                  </a:cubicBezTo>
                  <a:cubicBezTo>
                    <a:pt x="1993" y="2098"/>
                    <a:pt x="1447" y="2227"/>
                    <a:pt x="1158" y="2259"/>
                  </a:cubicBezTo>
                  <a:cubicBezTo>
                    <a:pt x="836" y="2323"/>
                    <a:pt x="547" y="2387"/>
                    <a:pt x="354" y="2484"/>
                  </a:cubicBezTo>
                  <a:cubicBezTo>
                    <a:pt x="258" y="2548"/>
                    <a:pt x="161" y="2612"/>
                    <a:pt x="97" y="2709"/>
                  </a:cubicBezTo>
                  <a:cubicBezTo>
                    <a:pt x="33" y="2805"/>
                    <a:pt x="0" y="2934"/>
                    <a:pt x="0" y="3030"/>
                  </a:cubicBezTo>
                  <a:cubicBezTo>
                    <a:pt x="0" y="3191"/>
                    <a:pt x="65" y="3352"/>
                    <a:pt x="129" y="3448"/>
                  </a:cubicBezTo>
                  <a:cubicBezTo>
                    <a:pt x="386" y="3834"/>
                    <a:pt x="900" y="4155"/>
                    <a:pt x="1672" y="4477"/>
                  </a:cubicBezTo>
                  <a:cubicBezTo>
                    <a:pt x="3408" y="5248"/>
                    <a:pt x="5529" y="5827"/>
                    <a:pt x="10287" y="5827"/>
                  </a:cubicBezTo>
                  <a:cubicBezTo>
                    <a:pt x="12633" y="5827"/>
                    <a:pt x="14594" y="5827"/>
                    <a:pt x="15976" y="5698"/>
                  </a:cubicBezTo>
                  <a:cubicBezTo>
                    <a:pt x="16683" y="5602"/>
                    <a:pt x="17230" y="5505"/>
                    <a:pt x="17648" y="5345"/>
                  </a:cubicBezTo>
                  <a:cubicBezTo>
                    <a:pt x="17873" y="5248"/>
                    <a:pt x="18066" y="5120"/>
                    <a:pt x="18194" y="4991"/>
                  </a:cubicBezTo>
                  <a:cubicBezTo>
                    <a:pt x="18355" y="4863"/>
                    <a:pt x="18451" y="4670"/>
                    <a:pt x="18483" y="4477"/>
                  </a:cubicBezTo>
                  <a:cubicBezTo>
                    <a:pt x="18483" y="4412"/>
                    <a:pt x="18483" y="4380"/>
                    <a:pt x="18483" y="4316"/>
                  </a:cubicBezTo>
                  <a:cubicBezTo>
                    <a:pt x="18483" y="3898"/>
                    <a:pt x="18258" y="3448"/>
                    <a:pt x="17905" y="2966"/>
                  </a:cubicBezTo>
                  <a:cubicBezTo>
                    <a:pt x="17583" y="2452"/>
                    <a:pt x="17101" y="1905"/>
                    <a:pt x="16555" y="1327"/>
                  </a:cubicBezTo>
                  <a:cubicBezTo>
                    <a:pt x="16523" y="1262"/>
                    <a:pt x="16458" y="1230"/>
                    <a:pt x="16394" y="1230"/>
                  </a:cubicBezTo>
                  <a:cubicBezTo>
                    <a:pt x="16298" y="1230"/>
                    <a:pt x="16233" y="1262"/>
                    <a:pt x="16169" y="1294"/>
                  </a:cubicBezTo>
                  <a:cubicBezTo>
                    <a:pt x="14594" y="2837"/>
                    <a:pt x="12762" y="3095"/>
                    <a:pt x="11669" y="3127"/>
                  </a:cubicBezTo>
                  <a:cubicBezTo>
                    <a:pt x="11380" y="3127"/>
                    <a:pt x="11122" y="3095"/>
                    <a:pt x="10962" y="3062"/>
                  </a:cubicBezTo>
                  <a:cubicBezTo>
                    <a:pt x="10912" y="3062"/>
                    <a:pt x="10871" y="3062"/>
                    <a:pt x="10838" y="3058"/>
                  </a:cubicBezTo>
                  <a:lnTo>
                    <a:pt x="10838" y="3058"/>
                  </a:lnTo>
                  <a:lnTo>
                    <a:pt x="9547" y="169"/>
                  </a:lnTo>
                  <a:cubicBezTo>
                    <a:pt x="9494" y="63"/>
                    <a:pt x="9397" y="0"/>
                    <a:pt x="92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291;p64">
              <a:extLst>
                <a:ext uri="{FF2B5EF4-FFF2-40B4-BE49-F238E27FC236}">
                  <a16:creationId xmlns:a16="http://schemas.microsoft.com/office/drawing/2014/main" id="{D9850DEB-E6F8-1536-E563-B7E8E0815EC4}"/>
                </a:ext>
              </a:extLst>
            </p:cNvPr>
            <p:cNvSpPr/>
            <p:nvPr/>
          </p:nvSpPr>
          <p:spPr>
            <a:xfrm>
              <a:off x="1932200" y="3946775"/>
              <a:ext cx="1003475" cy="650250"/>
            </a:xfrm>
            <a:custGeom>
              <a:avLst/>
              <a:gdLst/>
              <a:ahLst/>
              <a:cxnLst/>
              <a:rect l="l" t="t" r="r" b="b"/>
              <a:pathLst>
                <a:path w="40139" h="26010" extrusionOk="0">
                  <a:moveTo>
                    <a:pt x="3365" y="1"/>
                  </a:moveTo>
                  <a:cubicBezTo>
                    <a:pt x="3365" y="1"/>
                    <a:pt x="2240" y="1"/>
                    <a:pt x="2401" y="2283"/>
                  </a:cubicBezTo>
                  <a:cubicBezTo>
                    <a:pt x="2401" y="2283"/>
                    <a:pt x="5069" y="7201"/>
                    <a:pt x="4876" y="8873"/>
                  </a:cubicBezTo>
                  <a:cubicBezTo>
                    <a:pt x="4715" y="10287"/>
                    <a:pt x="1404" y="20863"/>
                    <a:pt x="215" y="24720"/>
                  </a:cubicBezTo>
                  <a:cubicBezTo>
                    <a:pt x="1" y="25333"/>
                    <a:pt x="487" y="25946"/>
                    <a:pt x="1118" y="25946"/>
                  </a:cubicBezTo>
                  <a:cubicBezTo>
                    <a:pt x="1149" y="25946"/>
                    <a:pt x="1180" y="25944"/>
                    <a:pt x="1212" y="25941"/>
                  </a:cubicBezTo>
                  <a:cubicBezTo>
                    <a:pt x="1597" y="25909"/>
                    <a:pt x="1919" y="25652"/>
                    <a:pt x="2047" y="25299"/>
                  </a:cubicBezTo>
                  <a:lnTo>
                    <a:pt x="7319" y="9066"/>
                  </a:lnTo>
                  <a:cubicBezTo>
                    <a:pt x="7319" y="9066"/>
                    <a:pt x="8283" y="7941"/>
                    <a:pt x="11305" y="7362"/>
                  </a:cubicBezTo>
                  <a:cubicBezTo>
                    <a:pt x="13619" y="6944"/>
                    <a:pt x="25127" y="6398"/>
                    <a:pt x="30399" y="6173"/>
                  </a:cubicBezTo>
                  <a:cubicBezTo>
                    <a:pt x="30461" y="6170"/>
                    <a:pt x="30524" y="6168"/>
                    <a:pt x="30586" y="6168"/>
                  </a:cubicBezTo>
                  <a:cubicBezTo>
                    <a:pt x="32532" y="6168"/>
                    <a:pt x="34197" y="7617"/>
                    <a:pt x="34352" y="9580"/>
                  </a:cubicBezTo>
                  <a:lnTo>
                    <a:pt x="34352" y="9644"/>
                  </a:lnTo>
                  <a:cubicBezTo>
                    <a:pt x="34513" y="11830"/>
                    <a:pt x="38113" y="23113"/>
                    <a:pt x="38917" y="25588"/>
                  </a:cubicBezTo>
                  <a:cubicBezTo>
                    <a:pt x="39005" y="25853"/>
                    <a:pt x="39255" y="26010"/>
                    <a:pt x="39519" y="26010"/>
                  </a:cubicBezTo>
                  <a:cubicBezTo>
                    <a:pt x="39543" y="26010"/>
                    <a:pt x="39568" y="26008"/>
                    <a:pt x="39592" y="26006"/>
                  </a:cubicBezTo>
                  <a:cubicBezTo>
                    <a:pt x="39946" y="25941"/>
                    <a:pt x="40138" y="25620"/>
                    <a:pt x="40074" y="25299"/>
                  </a:cubicBezTo>
                  <a:cubicBezTo>
                    <a:pt x="39431" y="22373"/>
                    <a:pt x="36667" y="9741"/>
                    <a:pt x="35670" y="3408"/>
                  </a:cubicBezTo>
                  <a:cubicBezTo>
                    <a:pt x="35670" y="3408"/>
                    <a:pt x="27881" y="3771"/>
                    <a:pt x="20919" y="3771"/>
                  </a:cubicBezTo>
                  <a:cubicBezTo>
                    <a:pt x="16718" y="3771"/>
                    <a:pt x="12818" y="3639"/>
                    <a:pt x="11112" y="3215"/>
                  </a:cubicBezTo>
                  <a:cubicBezTo>
                    <a:pt x="6580" y="2090"/>
                    <a:pt x="3365" y="1"/>
                    <a:pt x="33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292;p64">
              <a:extLst>
                <a:ext uri="{FF2B5EF4-FFF2-40B4-BE49-F238E27FC236}">
                  <a16:creationId xmlns:a16="http://schemas.microsoft.com/office/drawing/2014/main" id="{0203902C-D665-B721-FC40-FA0C6A32A9A6}"/>
                </a:ext>
              </a:extLst>
            </p:cNvPr>
            <p:cNvSpPr/>
            <p:nvPr/>
          </p:nvSpPr>
          <p:spPr>
            <a:xfrm>
              <a:off x="1929525" y="3940350"/>
              <a:ext cx="1011775" cy="663000"/>
            </a:xfrm>
            <a:custGeom>
              <a:avLst/>
              <a:gdLst/>
              <a:ahLst/>
              <a:cxnLst/>
              <a:rect l="l" t="t" r="r" b="b"/>
              <a:pathLst>
                <a:path w="40471" h="26520" extrusionOk="0">
                  <a:moveTo>
                    <a:pt x="3416" y="543"/>
                  </a:moveTo>
                  <a:cubicBezTo>
                    <a:pt x="4004" y="894"/>
                    <a:pt x="7020" y="2689"/>
                    <a:pt x="11155" y="3729"/>
                  </a:cubicBezTo>
                  <a:cubicBezTo>
                    <a:pt x="12023" y="3954"/>
                    <a:pt x="13437" y="4083"/>
                    <a:pt x="15141" y="4180"/>
                  </a:cubicBezTo>
                  <a:cubicBezTo>
                    <a:pt x="16876" y="4276"/>
                    <a:pt x="18869" y="4308"/>
                    <a:pt x="20991" y="4308"/>
                  </a:cubicBezTo>
                  <a:cubicBezTo>
                    <a:pt x="27230" y="4308"/>
                    <a:pt x="34164" y="3999"/>
                    <a:pt x="35558" y="3934"/>
                  </a:cubicBezTo>
                  <a:lnTo>
                    <a:pt x="35558" y="3934"/>
                  </a:lnTo>
                  <a:cubicBezTo>
                    <a:pt x="36584" y="10340"/>
                    <a:pt x="39289" y="22699"/>
                    <a:pt x="39924" y="25588"/>
                  </a:cubicBezTo>
                  <a:lnTo>
                    <a:pt x="39924" y="25684"/>
                  </a:lnTo>
                  <a:cubicBezTo>
                    <a:pt x="39924" y="25813"/>
                    <a:pt x="39828" y="25973"/>
                    <a:pt x="39667" y="26006"/>
                  </a:cubicBezTo>
                  <a:lnTo>
                    <a:pt x="39603" y="26006"/>
                  </a:lnTo>
                  <a:cubicBezTo>
                    <a:pt x="39442" y="26006"/>
                    <a:pt x="39345" y="25909"/>
                    <a:pt x="39281" y="25781"/>
                  </a:cubicBezTo>
                  <a:cubicBezTo>
                    <a:pt x="38895" y="24527"/>
                    <a:pt x="37770" y="21088"/>
                    <a:pt x="36774" y="17680"/>
                  </a:cubicBezTo>
                  <a:cubicBezTo>
                    <a:pt x="36260" y="15977"/>
                    <a:pt x="35777" y="14305"/>
                    <a:pt x="35392" y="12891"/>
                  </a:cubicBezTo>
                  <a:cubicBezTo>
                    <a:pt x="35006" y="11508"/>
                    <a:pt x="34781" y="10383"/>
                    <a:pt x="34717" y="9869"/>
                  </a:cubicBezTo>
                  <a:lnTo>
                    <a:pt x="34717" y="9805"/>
                  </a:lnTo>
                  <a:cubicBezTo>
                    <a:pt x="34556" y="7715"/>
                    <a:pt x="32756" y="6140"/>
                    <a:pt x="30666" y="6140"/>
                  </a:cubicBezTo>
                  <a:lnTo>
                    <a:pt x="30506" y="6140"/>
                  </a:lnTo>
                  <a:cubicBezTo>
                    <a:pt x="27870" y="6269"/>
                    <a:pt x="23659" y="6462"/>
                    <a:pt x="19834" y="6687"/>
                  </a:cubicBezTo>
                  <a:cubicBezTo>
                    <a:pt x="17905" y="6783"/>
                    <a:pt x="16105" y="6912"/>
                    <a:pt x="14594" y="7040"/>
                  </a:cubicBezTo>
                  <a:cubicBezTo>
                    <a:pt x="13116" y="7137"/>
                    <a:pt x="11958" y="7265"/>
                    <a:pt x="11348" y="7362"/>
                  </a:cubicBezTo>
                  <a:cubicBezTo>
                    <a:pt x="8262" y="7940"/>
                    <a:pt x="7265" y="9130"/>
                    <a:pt x="7233" y="9162"/>
                  </a:cubicBezTo>
                  <a:lnTo>
                    <a:pt x="7169" y="9258"/>
                  </a:lnTo>
                  <a:lnTo>
                    <a:pt x="1897" y="25459"/>
                  </a:lnTo>
                  <a:cubicBezTo>
                    <a:pt x="1801" y="25716"/>
                    <a:pt x="1576" y="25909"/>
                    <a:pt x="1286" y="25941"/>
                  </a:cubicBezTo>
                  <a:lnTo>
                    <a:pt x="1222" y="25941"/>
                  </a:lnTo>
                  <a:cubicBezTo>
                    <a:pt x="1029" y="25941"/>
                    <a:pt x="869" y="25877"/>
                    <a:pt x="740" y="25748"/>
                  </a:cubicBezTo>
                  <a:cubicBezTo>
                    <a:pt x="611" y="25620"/>
                    <a:pt x="515" y="25427"/>
                    <a:pt x="515" y="25266"/>
                  </a:cubicBezTo>
                  <a:cubicBezTo>
                    <a:pt x="547" y="25202"/>
                    <a:pt x="547" y="25106"/>
                    <a:pt x="579" y="25041"/>
                  </a:cubicBezTo>
                  <a:cubicBezTo>
                    <a:pt x="1158" y="23113"/>
                    <a:pt x="2283" y="19512"/>
                    <a:pt x="3279" y="16202"/>
                  </a:cubicBezTo>
                  <a:cubicBezTo>
                    <a:pt x="3794" y="14562"/>
                    <a:pt x="4244" y="12987"/>
                    <a:pt x="4597" y="11733"/>
                  </a:cubicBezTo>
                  <a:cubicBezTo>
                    <a:pt x="4790" y="11123"/>
                    <a:pt x="4919" y="10576"/>
                    <a:pt x="5047" y="10126"/>
                  </a:cubicBezTo>
                  <a:cubicBezTo>
                    <a:pt x="5144" y="9708"/>
                    <a:pt x="5208" y="9387"/>
                    <a:pt x="5240" y="9162"/>
                  </a:cubicBezTo>
                  <a:cubicBezTo>
                    <a:pt x="5240" y="9098"/>
                    <a:pt x="5240" y="9033"/>
                    <a:pt x="5240" y="8969"/>
                  </a:cubicBezTo>
                  <a:cubicBezTo>
                    <a:pt x="5240" y="8423"/>
                    <a:pt x="5079" y="7780"/>
                    <a:pt x="4854" y="7073"/>
                  </a:cubicBezTo>
                  <a:cubicBezTo>
                    <a:pt x="4200" y="5140"/>
                    <a:pt x="2969" y="2794"/>
                    <a:pt x="2788" y="2454"/>
                  </a:cubicBezTo>
                  <a:lnTo>
                    <a:pt x="2788" y="2454"/>
                  </a:lnTo>
                  <a:cubicBezTo>
                    <a:pt x="2765" y="2311"/>
                    <a:pt x="2765" y="2172"/>
                    <a:pt x="2765" y="2058"/>
                  </a:cubicBezTo>
                  <a:cubicBezTo>
                    <a:pt x="2765" y="1190"/>
                    <a:pt x="2990" y="836"/>
                    <a:pt x="3151" y="676"/>
                  </a:cubicBezTo>
                  <a:cubicBezTo>
                    <a:pt x="3247" y="611"/>
                    <a:pt x="3344" y="547"/>
                    <a:pt x="3408" y="547"/>
                  </a:cubicBezTo>
                  <a:lnTo>
                    <a:pt x="3416" y="543"/>
                  </a:lnTo>
                  <a:close/>
                  <a:moveTo>
                    <a:pt x="3472" y="1"/>
                  </a:moveTo>
                  <a:cubicBezTo>
                    <a:pt x="3440" y="1"/>
                    <a:pt x="3119" y="1"/>
                    <a:pt x="2797" y="290"/>
                  </a:cubicBezTo>
                  <a:cubicBezTo>
                    <a:pt x="2476" y="579"/>
                    <a:pt x="2219" y="1094"/>
                    <a:pt x="2219" y="2058"/>
                  </a:cubicBezTo>
                  <a:cubicBezTo>
                    <a:pt x="2219" y="2187"/>
                    <a:pt x="2251" y="2379"/>
                    <a:pt x="2251" y="2540"/>
                  </a:cubicBezTo>
                  <a:lnTo>
                    <a:pt x="2283" y="2669"/>
                  </a:lnTo>
                  <a:cubicBezTo>
                    <a:pt x="2283" y="2669"/>
                    <a:pt x="2315" y="2733"/>
                    <a:pt x="2379" y="2862"/>
                  </a:cubicBezTo>
                  <a:cubicBezTo>
                    <a:pt x="2636" y="3312"/>
                    <a:pt x="3215" y="4437"/>
                    <a:pt x="3729" y="5690"/>
                  </a:cubicBezTo>
                  <a:cubicBezTo>
                    <a:pt x="3987" y="6301"/>
                    <a:pt x="4244" y="6944"/>
                    <a:pt x="4437" y="7523"/>
                  </a:cubicBezTo>
                  <a:cubicBezTo>
                    <a:pt x="4597" y="8069"/>
                    <a:pt x="4726" y="8615"/>
                    <a:pt x="4726" y="8969"/>
                  </a:cubicBezTo>
                  <a:cubicBezTo>
                    <a:pt x="4726" y="9001"/>
                    <a:pt x="4726" y="9065"/>
                    <a:pt x="4726" y="9130"/>
                  </a:cubicBezTo>
                  <a:cubicBezTo>
                    <a:pt x="4694" y="9258"/>
                    <a:pt x="4629" y="9580"/>
                    <a:pt x="4533" y="9998"/>
                  </a:cubicBezTo>
                  <a:cubicBezTo>
                    <a:pt x="3762" y="12987"/>
                    <a:pt x="1094" y="21538"/>
                    <a:pt x="65" y="24881"/>
                  </a:cubicBezTo>
                  <a:cubicBezTo>
                    <a:pt x="1" y="25009"/>
                    <a:pt x="1" y="25138"/>
                    <a:pt x="1" y="25266"/>
                  </a:cubicBezTo>
                  <a:cubicBezTo>
                    <a:pt x="1" y="25909"/>
                    <a:pt x="547" y="26488"/>
                    <a:pt x="1222" y="26488"/>
                  </a:cubicBezTo>
                  <a:lnTo>
                    <a:pt x="1351" y="26488"/>
                  </a:lnTo>
                  <a:cubicBezTo>
                    <a:pt x="1833" y="26424"/>
                    <a:pt x="2251" y="26102"/>
                    <a:pt x="2411" y="25620"/>
                  </a:cubicBezTo>
                  <a:lnTo>
                    <a:pt x="7654" y="9510"/>
                  </a:lnTo>
                  <a:lnTo>
                    <a:pt x="7654" y="9510"/>
                  </a:lnTo>
                  <a:cubicBezTo>
                    <a:pt x="7710" y="9419"/>
                    <a:pt x="8671" y="8407"/>
                    <a:pt x="11444" y="7908"/>
                  </a:cubicBezTo>
                  <a:cubicBezTo>
                    <a:pt x="12023" y="7780"/>
                    <a:pt x="13148" y="7683"/>
                    <a:pt x="14658" y="7555"/>
                  </a:cubicBezTo>
                  <a:cubicBezTo>
                    <a:pt x="19094" y="7201"/>
                    <a:pt x="26584" y="6848"/>
                    <a:pt x="30538" y="6687"/>
                  </a:cubicBezTo>
                  <a:lnTo>
                    <a:pt x="30666" y="6687"/>
                  </a:lnTo>
                  <a:cubicBezTo>
                    <a:pt x="32499" y="6687"/>
                    <a:pt x="34042" y="8037"/>
                    <a:pt x="34202" y="9837"/>
                  </a:cubicBezTo>
                  <a:lnTo>
                    <a:pt x="34202" y="9933"/>
                  </a:lnTo>
                  <a:cubicBezTo>
                    <a:pt x="34234" y="10512"/>
                    <a:pt x="34492" y="11605"/>
                    <a:pt x="34877" y="13019"/>
                  </a:cubicBezTo>
                  <a:cubicBezTo>
                    <a:pt x="36002" y="17262"/>
                    <a:pt x="38188" y="24077"/>
                    <a:pt x="38767" y="25941"/>
                  </a:cubicBezTo>
                  <a:cubicBezTo>
                    <a:pt x="38895" y="26295"/>
                    <a:pt x="39217" y="26520"/>
                    <a:pt x="39603" y="26520"/>
                  </a:cubicBezTo>
                  <a:lnTo>
                    <a:pt x="39731" y="26520"/>
                  </a:lnTo>
                  <a:cubicBezTo>
                    <a:pt x="40181" y="26456"/>
                    <a:pt x="40470" y="26102"/>
                    <a:pt x="40470" y="25684"/>
                  </a:cubicBezTo>
                  <a:cubicBezTo>
                    <a:pt x="40470" y="25620"/>
                    <a:pt x="40470" y="25556"/>
                    <a:pt x="40438" y="25491"/>
                  </a:cubicBezTo>
                  <a:cubicBezTo>
                    <a:pt x="39795" y="22566"/>
                    <a:pt x="37031" y="9933"/>
                    <a:pt x="36067" y="3633"/>
                  </a:cubicBezTo>
                  <a:cubicBezTo>
                    <a:pt x="36039" y="3493"/>
                    <a:pt x="35938" y="3402"/>
                    <a:pt x="35827" y="3402"/>
                  </a:cubicBezTo>
                  <a:cubicBezTo>
                    <a:pt x="35811" y="3402"/>
                    <a:pt x="35794" y="3404"/>
                    <a:pt x="35777" y="3408"/>
                  </a:cubicBezTo>
                  <a:cubicBezTo>
                    <a:pt x="35777" y="3408"/>
                    <a:pt x="35295" y="3408"/>
                    <a:pt x="34427" y="3440"/>
                  </a:cubicBezTo>
                  <a:cubicBezTo>
                    <a:pt x="31920" y="3569"/>
                    <a:pt x="26198" y="3762"/>
                    <a:pt x="20991" y="3762"/>
                  </a:cubicBezTo>
                  <a:cubicBezTo>
                    <a:pt x="18902" y="3762"/>
                    <a:pt x="16876" y="3729"/>
                    <a:pt x="15173" y="3633"/>
                  </a:cubicBezTo>
                  <a:cubicBezTo>
                    <a:pt x="13469" y="3569"/>
                    <a:pt x="12087" y="3408"/>
                    <a:pt x="11283" y="3215"/>
                  </a:cubicBezTo>
                  <a:cubicBezTo>
                    <a:pt x="9033" y="2637"/>
                    <a:pt x="7105" y="1865"/>
                    <a:pt x="5754" y="1190"/>
                  </a:cubicBezTo>
                  <a:cubicBezTo>
                    <a:pt x="5079" y="869"/>
                    <a:pt x="4533" y="579"/>
                    <a:pt x="4179" y="354"/>
                  </a:cubicBezTo>
                  <a:cubicBezTo>
                    <a:pt x="3987" y="258"/>
                    <a:pt x="3858" y="194"/>
                    <a:pt x="3762" y="129"/>
                  </a:cubicBezTo>
                  <a:cubicBezTo>
                    <a:pt x="3665" y="65"/>
                    <a:pt x="3601" y="33"/>
                    <a:pt x="3601" y="33"/>
                  </a:cubicBezTo>
                  <a:cubicBezTo>
                    <a:pt x="3569" y="1"/>
                    <a:pt x="3504" y="1"/>
                    <a:pt x="3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293;p64">
              <a:extLst>
                <a:ext uri="{FF2B5EF4-FFF2-40B4-BE49-F238E27FC236}">
                  <a16:creationId xmlns:a16="http://schemas.microsoft.com/office/drawing/2014/main" id="{516A9EE2-5669-ECDF-834D-CCBEAA535CFD}"/>
                </a:ext>
              </a:extLst>
            </p:cNvPr>
            <p:cNvSpPr/>
            <p:nvPr/>
          </p:nvSpPr>
          <p:spPr>
            <a:xfrm>
              <a:off x="1780050" y="3140675"/>
              <a:ext cx="339950" cy="886500"/>
            </a:xfrm>
            <a:custGeom>
              <a:avLst/>
              <a:gdLst/>
              <a:ahLst/>
              <a:cxnLst/>
              <a:rect l="l" t="t" r="r" b="b"/>
              <a:pathLst>
                <a:path w="13598" h="35460" extrusionOk="0">
                  <a:moveTo>
                    <a:pt x="7831" y="0"/>
                  </a:moveTo>
                  <a:cubicBezTo>
                    <a:pt x="7212" y="0"/>
                    <a:pt x="6783" y="1258"/>
                    <a:pt x="6783" y="1258"/>
                  </a:cubicBezTo>
                  <a:cubicBezTo>
                    <a:pt x="6783" y="1258"/>
                    <a:pt x="1" y="22602"/>
                    <a:pt x="1126" y="26395"/>
                  </a:cubicBezTo>
                  <a:cubicBezTo>
                    <a:pt x="2251" y="30155"/>
                    <a:pt x="7748" y="35459"/>
                    <a:pt x="9837" y="35459"/>
                  </a:cubicBezTo>
                  <a:cubicBezTo>
                    <a:pt x="11894" y="35459"/>
                    <a:pt x="13598" y="14662"/>
                    <a:pt x="13598" y="12765"/>
                  </a:cubicBezTo>
                  <a:cubicBezTo>
                    <a:pt x="13598" y="10901"/>
                    <a:pt x="9998" y="4086"/>
                    <a:pt x="8873" y="1258"/>
                  </a:cubicBezTo>
                  <a:cubicBezTo>
                    <a:pt x="8498" y="315"/>
                    <a:pt x="8140" y="0"/>
                    <a:pt x="7831" y="0"/>
                  </a:cubicBezTo>
                  <a:close/>
                </a:path>
              </a:pathLst>
            </a:custGeom>
            <a:solidFill>
              <a:schemeClr val="tx2">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454" name="Google Shape;4294;p64">
              <a:extLst>
                <a:ext uri="{FF2B5EF4-FFF2-40B4-BE49-F238E27FC236}">
                  <a16:creationId xmlns:a16="http://schemas.microsoft.com/office/drawing/2014/main" id="{D1AE2EED-0B7A-E0BD-19DF-348A418BE945}"/>
                </a:ext>
              </a:extLst>
            </p:cNvPr>
            <p:cNvSpPr/>
            <p:nvPr/>
          </p:nvSpPr>
          <p:spPr>
            <a:xfrm>
              <a:off x="1798550" y="3133525"/>
              <a:ext cx="327900" cy="900075"/>
            </a:xfrm>
            <a:custGeom>
              <a:avLst/>
              <a:gdLst/>
              <a:ahLst/>
              <a:cxnLst/>
              <a:rect l="l" t="t" r="r" b="b"/>
              <a:pathLst>
                <a:path w="13116" h="36003" extrusionOk="0">
                  <a:moveTo>
                    <a:pt x="7104" y="547"/>
                  </a:moveTo>
                  <a:cubicBezTo>
                    <a:pt x="7136" y="547"/>
                    <a:pt x="7233" y="579"/>
                    <a:pt x="7393" y="740"/>
                  </a:cubicBezTo>
                  <a:cubicBezTo>
                    <a:pt x="7522" y="901"/>
                    <a:pt x="7715" y="1190"/>
                    <a:pt x="7875" y="1640"/>
                  </a:cubicBezTo>
                  <a:cubicBezTo>
                    <a:pt x="8454" y="3054"/>
                    <a:pt x="9643" y="5465"/>
                    <a:pt x="10672" y="7780"/>
                  </a:cubicBezTo>
                  <a:cubicBezTo>
                    <a:pt x="11186" y="8905"/>
                    <a:pt x="11669" y="10030"/>
                    <a:pt x="12022" y="10962"/>
                  </a:cubicBezTo>
                  <a:cubicBezTo>
                    <a:pt x="12376" y="11894"/>
                    <a:pt x="12601" y="12666"/>
                    <a:pt x="12601" y="13051"/>
                  </a:cubicBezTo>
                  <a:cubicBezTo>
                    <a:pt x="12601" y="13501"/>
                    <a:pt x="12504" y="15173"/>
                    <a:pt x="12311" y="17391"/>
                  </a:cubicBezTo>
                  <a:cubicBezTo>
                    <a:pt x="12022" y="20702"/>
                    <a:pt x="11540" y="25298"/>
                    <a:pt x="10929" y="29027"/>
                  </a:cubicBezTo>
                  <a:cubicBezTo>
                    <a:pt x="10640" y="30892"/>
                    <a:pt x="10286" y="32563"/>
                    <a:pt x="9933" y="33752"/>
                  </a:cubicBezTo>
                  <a:cubicBezTo>
                    <a:pt x="9772" y="34331"/>
                    <a:pt x="9579" y="34813"/>
                    <a:pt x="9418" y="35102"/>
                  </a:cubicBezTo>
                  <a:cubicBezTo>
                    <a:pt x="9322" y="35263"/>
                    <a:pt x="9258" y="35360"/>
                    <a:pt x="9193" y="35424"/>
                  </a:cubicBezTo>
                  <a:cubicBezTo>
                    <a:pt x="9129" y="35488"/>
                    <a:pt x="9097" y="35488"/>
                    <a:pt x="9097" y="35488"/>
                  </a:cubicBezTo>
                  <a:cubicBezTo>
                    <a:pt x="8872" y="35488"/>
                    <a:pt x="8583" y="35424"/>
                    <a:pt x="8261" y="35263"/>
                  </a:cubicBezTo>
                  <a:cubicBezTo>
                    <a:pt x="7104" y="34781"/>
                    <a:pt x="5400" y="33399"/>
                    <a:pt x="3922" y="31759"/>
                  </a:cubicBezTo>
                  <a:cubicBezTo>
                    <a:pt x="2411" y="30120"/>
                    <a:pt x="1125" y="28191"/>
                    <a:pt x="643" y="26584"/>
                  </a:cubicBezTo>
                  <a:cubicBezTo>
                    <a:pt x="579" y="26359"/>
                    <a:pt x="514" y="25973"/>
                    <a:pt x="514" y="25523"/>
                  </a:cubicBezTo>
                  <a:cubicBezTo>
                    <a:pt x="514" y="24109"/>
                    <a:pt x="900" y="21891"/>
                    <a:pt x="1414" y="19384"/>
                  </a:cubicBezTo>
                  <a:cubicBezTo>
                    <a:pt x="2250" y="15623"/>
                    <a:pt x="3472" y="11187"/>
                    <a:pt x="4468" y="7683"/>
                  </a:cubicBezTo>
                  <a:cubicBezTo>
                    <a:pt x="4983" y="5915"/>
                    <a:pt x="5433" y="4404"/>
                    <a:pt x="5786" y="3344"/>
                  </a:cubicBezTo>
                  <a:cubicBezTo>
                    <a:pt x="6108" y="2251"/>
                    <a:pt x="6300" y="1608"/>
                    <a:pt x="6300" y="1608"/>
                  </a:cubicBezTo>
                  <a:lnTo>
                    <a:pt x="6333" y="1576"/>
                  </a:lnTo>
                  <a:cubicBezTo>
                    <a:pt x="6365" y="1447"/>
                    <a:pt x="6493" y="1190"/>
                    <a:pt x="6654" y="933"/>
                  </a:cubicBezTo>
                  <a:cubicBezTo>
                    <a:pt x="6718" y="804"/>
                    <a:pt x="6815" y="708"/>
                    <a:pt x="6879" y="644"/>
                  </a:cubicBezTo>
                  <a:cubicBezTo>
                    <a:pt x="6975" y="579"/>
                    <a:pt x="7040" y="547"/>
                    <a:pt x="7104" y="547"/>
                  </a:cubicBezTo>
                  <a:close/>
                  <a:moveTo>
                    <a:pt x="7104" y="1"/>
                  </a:moveTo>
                  <a:cubicBezTo>
                    <a:pt x="6847" y="1"/>
                    <a:pt x="6654" y="129"/>
                    <a:pt x="6493" y="290"/>
                  </a:cubicBezTo>
                  <a:cubicBezTo>
                    <a:pt x="6268" y="483"/>
                    <a:pt x="6108" y="772"/>
                    <a:pt x="5979" y="1029"/>
                  </a:cubicBezTo>
                  <a:cubicBezTo>
                    <a:pt x="5883" y="1254"/>
                    <a:pt x="5818" y="1447"/>
                    <a:pt x="5818" y="1447"/>
                  </a:cubicBezTo>
                  <a:cubicBezTo>
                    <a:pt x="5786" y="1447"/>
                    <a:pt x="4340" y="6012"/>
                    <a:pt x="2893" y="11283"/>
                  </a:cubicBezTo>
                  <a:cubicBezTo>
                    <a:pt x="2186" y="13919"/>
                    <a:pt x="1447" y="16748"/>
                    <a:pt x="900" y="19255"/>
                  </a:cubicBezTo>
                  <a:cubicBezTo>
                    <a:pt x="354" y="21795"/>
                    <a:pt x="0" y="24013"/>
                    <a:pt x="0" y="25523"/>
                  </a:cubicBezTo>
                  <a:cubicBezTo>
                    <a:pt x="0" y="26006"/>
                    <a:pt x="32" y="26423"/>
                    <a:pt x="129" y="26745"/>
                  </a:cubicBezTo>
                  <a:cubicBezTo>
                    <a:pt x="739" y="28706"/>
                    <a:pt x="2411" y="30988"/>
                    <a:pt x="4179" y="32820"/>
                  </a:cubicBezTo>
                  <a:cubicBezTo>
                    <a:pt x="5079" y="33720"/>
                    <a:pt x="6011" y="34524"/>
                    <a:pt x="6847" y="35070"/>
                  </a:cubicBezTo>
                  <a:cubicBezTo>
                    <a:pt x="7265" y="35360"/>
                    <a:pt x="7683" y="35585"/>
                    <a:pt x="8036" y="35745"/>
                  </a:cubicBezTo>
                  <a:cubicBezTo>
                    <a:pt x="8422" y="35906"/>
                    <a:pt x="8776" y="36002"/>
                    <a:pt x="9097" y="36002"/>
                  </a:cubicBezTo>
                  <a:cubicBezTo>
                    <a:pt x="9193" y="36002"/>
                    <a:pt x="9322" y="35970"/>
                    <a:pt x="9418" y="35906"/>
                  </a:cubicBezTo>
                  <a:cubicBezTo>
                    <a:pt x="9611" y="35810"/>
                    <a:pt x="9740" y="35617"/>
                    <a:pt x="9868" y="35392"/>
                  </a:cubicBezTo>
                  <a:cubicBezTo>
                    <a:pt x="10126" y="34942"/>
                    <a:pt x="10351" y="34331"/>
                    <a:pt x="10576" y="33527"/>
                  </a:cubicBezTo>
                  <a:cubicBezTo>
                    <a:pt x="11315" y="30763"/>
                    <a:pt x="11958" y="26038"/>
                    <a:pt x="12408" y="21795"/>
                  </a:cubicBezTo>
                  <a:cubicBezTo>
                    <a:pt x="12633" y="19705"/>
                    <a:pt x="12826" y="17712"/>
                    <a:pt x="12954" y="16137"/>
                  </a:cubicBezTo>
                  <a:cubicBezTo>
                    <a:pt x="13051" y="14562"/>
                    <a:pt x="13115" y="13469"/>
                    <a:pt x="13115" y="13051"/>
                  </a:cubicBezTo>
                  <a:cubicBezTo>
                    <a:pt x="13115" y="12505"/>
                    <a:pt x="12890" y="11733"/>
                    <a:pt x="12536" y="10769"/>
                  </a:cubicBezTo>
                  <a:cubicBezTo>
                    <a:pt x="11990" y="9323"/>
                    <a:pt x="11186" y="7522"/>
                    <a:pt x="10383" y="5819"/>
                  </a:cubicBezTo>
                  <a:cubicBezTo>
                    <a:pt x="9579" y="4115"/>
                    <a:pt x="8808" y="2476"/>
                    <a:pt x="8390" y="1447"/>
                  </a:cubicBezTo>
                  <a:cubicBezTo>
                    <a:pt x="8197" y="933"/>
                    <a:pt x="8004" y="611"/>
                    <a:pt x="7779" y="386"/>
                  </a:cubicBezTo>
                  <a:cubicBezTo>
                    <a:pt x="7586" y="129"/>
                    <a:pt x="7329" y="1"/>
                    <a:pt x="71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295;p64">
              <a:extLst>
                <a:ext uri="{FF2B5EF4-FFF2-40B4-BE49-F238E27FC236}">
                  <a16:creationId xmlns:a16="http://schemas.microsoft.com/office/drawing/2014/main" id="{6DD1E941-D55D-F341-FC06-EC4FBDED1F50}"/>
                </a:ext>
              </a:extLst>
            </p:cNvPr>
            <p:cNvSpPr/>
            <p:nvPr/>
          </p:nvSpPr>
          <p:spPr>
            <a:xfrm>
              <a:off x="2044450" y="3431675"/>
              <a:ext cx="838175" cy="676200"/>
            </a:xfrm>
            <a:custGeom>
              <a:avLst/>
              <a:gdLst/>
              <a:ahLst/>
              <a:cxnLst/>
              <a:rect l="l" t="t" r="r" b="b"/>
              <a:pathLst>
                <a:path w="33527" h="27048" extrusionOk="0">
                  <a:moveTo>
                    <a:pt x="27612" y="0"/>
                  </a:moveTo>
                  <a:cubicBezTo>
                    <a:pt x="23626" y="0"/>
                    <a:pt x="6622" y="193"/>
                    <a:pt x="3408" y="2090"/>
                  </a:cubicBezTo>
                  <a:cubicBezTo>
                    <a:pt x="193" y="3986"/>
                    <a:pt x="0" y="18162"/>
                    <a:pt x="0" y="21376"/>
                  </a:cubicBezTo>
                  <a:cubicBezTo>
                    <a:pt x="0" y="24591"/>
                    <a:pt x="3215" y="26841"/>
                    <a:pt x="7554" y="27034"/>
                  </a:cubicBezTo>
                  <a:cubicBezTo>
                    <a:pt x="7766" y="27043"/>
                    <a:pt x="8010" y="27048"/>
                    <a:pt x="8285" y="27048"/>
                  </a:cubicBezTo>
                  <a:cubicBezTo>
                    <a:pt x="13678" y="27048"/>
                    <a:pt x="30523" y="25330"/>
                    <a:pt x="32145" y="25330"/>
                  </a:cubicBezTo>
                  <a:cubicBezTo>
                    <a:pt x="33013" y="25330"/>
                    <a:pt x="33366" y="23691"/>
                    <a:pt x="33430" y="21537"/>
                  </a:cubicBezTo>
                  <a:cubicBezTo>
                    <a:pt x="33527" y="18162"/>
                    <a:pt x="32948" y="13597"/>
                    <a:pt x="32916" y="12633"/>
                  </a:cubicBezTo>
                  <a:cubicBezTo>
                    <a:pt x="32691" y="9451"/>
                    <a:pt x="32498" y="0"/>
                    <a:pt x="276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296;p64">
              <a:extLst>
                <a:ext uri="{FF2B5EF4-FFF2-40B4-BE49-F238E27FC236}">
                  <a16:creationId xmlns:a16="http://schemas.microsoft.com/office/drawing/2014/main" id="{97E4BD04-2506-44B0-FEA2-379690AC1E22}"/>
                </a:ext>
              </a:extLst>
            </p:cNvPr>
            <p:cNvSpPr/>
            <p:nvPr/>
          </p:nvSpPr>
          <p:spPr>
            <a:xfrm>
              <a:off x="2038025" y="3425250"/>
              <a:ext cx="849425" cy="689525"/>
            </a:xfrm>
            <a:custGeom>
              <a:avLst/>
              <a:gdLst/>
              <a:ahLst/>
              <a:cxnLst/>
              <a:rect l="l" t="t" r="r" b="b"/>
              <a:pathLst>
                <a:path w="33977" h="27581" extrusionOk="0">
                  <a:moveTo>
                    <a:pt x="27869" y="514"/>
                  </a:moveTo>
                  <a:cubicBezTo>
                    <a:pt x="28994" y="547"/>
                    <a:pt x="29830" y="1061"/>
                    <a:pt x="30505" y="1961"/>
                  </a:cubicBezTo>
                  <a:cubicBezTo>
                    <a:pt x="31534" y="3279"/>
                    <a:pt x="32080" y="5433"/>
                    <a:pt x="32402" y="7522"/>
                  </a:cubicBezTo>
                  <a:cubicBezTo>
                    <a:pt x="32723" y="9643"/>
                    <a:pt x="32820" y="11701"/>
                    <a:pt x="32884" y="12922"/>
                  </a:cubicBezTo>
                  <a:cubicBezTo>
                    <a:pt x="32916" y="13372"/>
                    <a:pt x="33045" y="14562"/>
                    <a:pt x="33173" y="16040"/>
                  </a:cubicBezTo>
                  <a:cubicBezTo>
                    <a:pt x="33302" y="17519"/>
                    <a:pt x="33430" y="19319"/>
                    <a:pt x="33430" y="20926"/>
                  </a:cubicBezTo>
                  <a:cubicBezTo>
                    <a:pt x="33430" y="21215"/>
                    <a:pt x="33430" y="21505"/>
                    <a:pt x="33430" y="21794"/>
                  </a:cubicBezTo>
                  <a:cubicBezTo>
                    <a:pt x="33398" y="22855"/>
                    <a:pt x="33270" y="23787"/>
                    <a:pt x="33077" y="24430"/>
                  </a:cubicBezTo>
                  <a:cubicBezTo>
                    <a:pt x="32980" y="24751"/>
                    <a:pt x="32884" y="24976"/>
                    <a:pt x="32755" y="25137"/>
                  </a:cubicBezTo>
                  <a:cubicBezTo>
                    <a:pt x="32627" y="25266"/>
                    <a:pt x="32530" y="25330"/>
                    <a:pt x="32402" y="25330"/>
                  </a:cubicBezTo>
                  <a:cubicBezTo>
                    <a:pt x="31952" y="25330"/>
                    <a:pt x="30602" y="25426"/>
                    <a:pt x="28705" y="25587"/>
                  </a:cubicBezTo>
                  <a:cubicBezTo>
                    <a:pt x="23016" y="26069"/>
                    <a:pt x="12536" y="27034"/>
                    <a:pt x="8518" y="27034"/>
                  </a:cubicBezTo>
                  <a:lnTo>
                    <a:pt x="7843" y="27034"/>
                  </a:lnTo>
                  <a:cubicBezTo>
                    <a:pt x="5690" y="26937"/>
                    <a:pt x="3857" y="26326"/>
                    <a:pt x="2572" y="25362"/>
                  </a:cubicBezTo>
                  <a:cubicBezTo>
                    <a:pt x="1286" y="24430"/>
                    <a:pt x="514" y="23144"/>
                    <a:pt x="514" y="21633"/>
                  </a:cubicBezTo>
                  <a:cubicBezTo>
                    <a:pt x="514" y="20026"/>
                    <a:pt x="579" y="15687"/>
                    <a:pt x="1029" y="11508"/>
                  </a:cubicBezTo>
                  <a:cubicBezTo>
                    <a:pt x="1254" y="9418"/>
                    <a:pt x="1575" y="7393"/>
                    <a:pt x="2025" y="5786"/>
                  </a:cubicBezTo>
                  <a:cubicBezTo>
                    <a:pt x="2250" y="4950"/>
                    <a:pt x="2540" y="4243"/>
                    <a:pt x="2829" y="3697"/>
                  </a:cubicBezTo>
                  <a:cubicBezTo>
                    <a:pt x="3118" y="3150"/>
                    <a:pt x="3472" y="2765"/>
                    <a:pt x="3793" y="2572"/>
                  </a:cubicBezTo>
                  <a:cubicBezTo>
                    <a:pt x="4147" y="2347"/>
                    <a:pt x="4758" y="2154"/>
                    <a:pt x="5529" y="1961"/>
                  </a:cubicBezTo>
                  <a:cubicBezTo>
                    <a:pt x="8229" y="1318"/>
                    <a:pt x="12954" y="964"/>
                    <a:pt x="17422" y="772"/>
                  </a:cubicBezTo>
                  <a:cubicBezTo>
                    <a:pt x="21890" y="579"/>
                    <a:pt x="26134" y="514"/>
                    <a:pt x="27869" y="514"/>
                  </a:cubicBezTo>
                  <a:close/>
                  <a:moveTo>
                    <a:pt x="27869" y="0"/>
                  </a:moveTo>
                  <a:cubicBezTo>
                    <a:pt x="25876" y="0"/>
                    <a:pt x="20605" y="32"/>
                    <a:pt x="15462" y="322"/>
                  </a:cubicBezTo>
                  <a:cubicBezTo>
                    <a:pt x="12890" y="482"/>
                    <a:pt x="10318" y="675"/>
                    <a:pt x="8197" y="964"/>
                  </a:cubicBezTo>
                  <a:cubicBezTo>
                    <a:pt x="7136" y="1093"/>
                    <a:pt x="6204" y="1254"/>
                    <a:pt x="5400" y="1447"/>
                  </a:cubicBezTo>
                  <a:cubicBezTo>
                    <a:pt x="4597" y="1639"/>
                    <a:pt x="3986" y="1864"/>
                    <a:pt x="3536" y="2122"/>
                  </a:cubicBezTo>
                  <a:cubicBezTo>
                    <a:pt x="3054" y="2379"/>
                    <a:pt x="2700" y="2861"/>
                    <a:pt x="2347" y="3440"/>
                  </a:cubicBezTo>
                  <a:cubicBezTo>
                    <a:pt x="1800" y="4500"/>
                    <a:pt x="1350" y="5979"/>
                    <a:pt x="1029" y="7650"/>
                  </a:cubicBezTo>
                  <a:cubicBezTo>
                    <a:pt x="64" y="12665"/>
                    <a:pt x="0" y="19512"/>
                    <a:pt x="0" y="21633"/>
                  </a:cubicBezTo>
                  <a:cubicBezTo>
                    <a:pt x="0" y="23305"/>
                    <a:pt x="836" y="24784"/>
                    <a:pt x="2250" y="25812"/>
                  </a:cubicBezTo>
                  <a:cubicBezTo>
                    <a:pt x="3665" y="26841"/>
                    <a:pt x="5593" y="27452"/>
                    <a:pt x="7811" y="27548"/>
                  </a:cubicBezTo>
                  <a:cubicBezTo>
                    <a:pt x="8004" y="27580"/>
                    <a:pt x="8261" y="27580"/>
                    <a:pt x="8518" y="27580"/>
                  </a:cubicBezTo>
                  <a:cubicBezTo>
                    <a:pt x="11219" y="27580"/>
                    <a:pt x="16780" y="27130"/>
                    <a:pt x="21890" y="26712"/>
                  </a:cubicBezTo>
                  <a:cubicBezTo>
                    <a:pt x="24430" y="26487"/>
                    <a:pt x="26873" y="26294"/>
                    <a:pt x="28769" y="26134"/>
                  </a:cubicBezTo>
                  <a:cubicBezTo>
                    <a:pt x="30634" y="25973"/>
                    <a:pt x="32016" y="25844"/>
                    <a:pt x="32402" y="25844"/>
                  </a:cubicBezTo>
                  <a:cubicBezTo>
                    <a:pt x="32691" y="25844"/>
                    <a:pt x="32980" y="25716"/>
                    <a:pt x="33173" y="25459"/>
                  </a:cubicBezTo>
                  <a:cubicBezTo>
                    <a:pt x="33462" y="25105"/>
                    <a:pt x="33623" y="24623"/>
                    <a:pt x="33752" y="23980"/>
                  </a:cubicBezTo>
                  <a:cubicBezTo>
                    <a:pt x="33848" y="23369"/>
                    <a:pt x="33912" y="22630"/>
                    <a:pt x="33945" y="21826"/>
                  </a:cubicBezTo>
                  <a:cubicBezTo>
                    <a:pt x="33945" y="21537"/>
                    <a:pt x="33977" y="21215"/>
                    <a:pt x="33977" y="20926"/>
                  </a:cubicBezTo>
                  <a:cubicBezTo>
                    <a:pt x="33977" y="19287"/>
                    <a:pt x="33848" y="17487"/>
                    <a:pt x="33720" y="15976"/>
                  </a:cubicBezTo>
                  <a:cubicBezTo>
                    <a:pt x="33591" y="14497"/>
                    <a:pt x="33462" y="13308"/>
                    <a:pt x="33430" y="12890"/>
                  </a:cubicBezTo>
                  <a:cubicBezTo>
                    <a:pt x="33334" y="11283"/>
                    <a:pt x="33205" y="8101"/>
                    <a:pt x="32530" y="5304"/>
                  </a:cubicBezTo>
                  <a:cubicBezTo>
                    <a:pt x="32177" y="3922"/>
                    <a:pt x="31662" y="2604"/>
                    <a:pt x="30923" y="1639"/>
                  </a:cubicBezTo>
                  <a:cubicBezTo>
                    <a:pt x="30184" y="643"/>
                    <a:pt x="29155" y="0"/>
                    <a:pt x="278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297;p64">
              <a:extLst>
                <a:ext uri="{FF2B5EF4-FFF2-40B4-BE49-F238E27FC236}">
                  <a16:creationId xmlns:a16="http://schemas.microsoft.com/office/drawing/2014/main" id="{98F41D9C-D773-4571-63C0-B5F9FAE22CD6}"/>
                </a:ext>
              </a:extLst>
            </p:cNvPr>
            <p:cNvSpPr/>
            <p:nvPr/>
          </p:nvSpPr>
          <p:spPr>
            <a:xfrm>
              <a:off x="2705825" y="3762375"/>
              <a:ext cx="401825" cy="213375"/>
            </a:xfrm>
            <a:custGeom>
              <a:avLst/>
              <a:gdLst/>
              <a:ahLst/>
              <a:cxnLst/>
              <a:rect l="l" t="t" r="r" b="b"/>
              <a:pathLst>
                <a:path w="16073" h="8535" extrusionOk="0">
                  <a:moveTo>
                    <a:pt x="7152" y="0"/>
                  </a:moveTo>
                  <a:cubicBezTo>
                    <a:pt x="3680" y="0"/>
                    <a:pt x="0" y="209"/>
                    <a:pt x="0" y="209"/>
                  </a:cubicBezTo>
                  <a:lnTo>
                    <a:pt x="2090" y="8502"/>
                  </a:lnTo>
                  <a:cubicBezTo>
                    <a:pt x="2090" y="8502"/>
                    <a:pt x="3100" y="8534"/>
                    <a:pt x="4560" y="8534"/>
                  </a:cubicBezTo>
                  <a:cubicBezTo>
                    <a:pt x="8149" y="8534"/>
                    <a:pt x="14455" y="8339"/>
                    <a:pt x="15140" y="6991"/>
                  </a:cubicBezTo>
                  <a:cubicBezTo>
                    <a:pt x="16072" y="5127"/>
                    <a:pt x="15140" y="1141"/>
                    <a:pt x="12665" y="402"/>
                  </a:cubicBezTo>
                  <a:cubicBezTo>
                    <a:pt x="11688" y="93"/>
                    <a:pt x="9466" y="0"/>
                    <a:pt x="715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298;p64">
              <a:extLst>
                <a:ext uri="{FF2B5EF4-FFF2-40B4-BE49-F238E27FC236}">
                  <a16:creationId xmlns:a16="http://schemas.microsoft.com/office/drawing/2014/main" id="{2C63B1AD-1DB1-05C1-5AC4-0A7675FD61DF}"/>
                </a:ext>
              </a:extLst>
            </p:cNvPr>
            <p:cNvSpPr/>
            <p:nvPr/>
          </p:nvSpPr>
          <p:spPr>
            <a:xfrm>
              <a:off x="2699375" y="3755525"/>
              <a:ext cx="400225" cy="227450"/>
            </a:xfrm>
            <a:custGeom>
              <a:avLst/>
              <a:gdLst/>
              <a:ahLst/>
              <a:cxnLst/>
              <a:rect l="l" t="t" r="r" b="b"/>
              <a:pathLst>
                <a:path w="16009" h="9098" extrusionOk="0">
                  <a:moveTo>
                    <a:pt x="7394" y="547"/>
                  </a:moveTo>
                  <a:cubicBezTo>
                    <a:pt x="8551" y="547"/>
                    <a:pt x="9709" y="547"/>
                    <a:pt x="10641" y="611"/>
                  </a:cubicBezTo>
                  <a:cubicBezTo>
                    <a:pt x="11605" y="676"/>
                    <a:pt x="12409" y="772"/>
                    <a:pt x="12859" y="901"/>
                  </a:cubicBezTo>
                  <a:cubicBezTo>
                    <a:pt x="13662" y="1158"/>
                    <a:pt x="14337" y="1833"/>
                    <a:pt x="14787" y="2701"/>
                  </a:cubicBezTo>
                  <a:cubicBezTo>
                    <a:pt x="15237" y="3536"/>
                    <a:pt x="15495" y="4565"/>
                    <a:pt x="15495" y="5497"/>
                  </a:cubicBezTo>
                  <a:cubicBezTo>
                    <a:pt x="15495" y="6140"/>
                    <a:pt x="15366" y="6719"/>
                    <a:pt x="15141" y="7169"/>
                  </a:cubicBezTo>
                  <a:cubicBezTo>
                    <a:pt x="15109" y="7233"/>
                    <a:pt x="14980" y="7362"/>
                    <a:pt x="14755" y="7490"/>
                  </a:cubicBezTo>
                  <a:cubicBezTo>
                    <a:pt x="14370" y="7715"/>
                    <a:pt x="13727" y="7876"/>
                    <a:pt x="12955" y="8037"/>
                  </a:cubicBezTo>
                  <a:cubicBezTo>
                    <a:pt x="10641" y="8454"/>
                    <a:pt x="7105" y="8551"/>
                    <a:pt x="4758" y="8551"/>
                  </a:cubicBezTo>
                  <a:lnTo>
                    <a:pt x="3023" y="8551"/>
                  </a:lnTo>
                  <a:cubicBezTo>
                    <a:pt x="2830" y="8536"/>
                    <a:pt x="2672" y="8528"/>
                    <a:pt x="2557" y="8524"/>
                  </a:cubicBezTo>
                  <a:lnTo>
                    <a:pt x="2557" y="8524"/>
                  </a:lnTo>
                  <a:lnTo>
                    <a:pt x="594" y="729"/>
                  </a:lnTo>
                  <a:lnTo>
                    <a:pt x="594" y="729"/>
                  </a:lnTo>
                  <a:cubicBezTo>
                    <a:pt x="680" y="724"/>
                    <a:pt x="783" y="718"/>
                    <a:pt x="901" y="708"/>
                  </a:cubicBezTo>
                  <a:cubicBezTo>
                    <a:pt x="2090" y="643"/>
                    <a:pt x="4823" y="547"/>
                    <a:pt x="7394" y="547"/>
                  </a:cubicBezTo>
                  <a:close/>
                  <a:moveTo>
                    <a:pt x="7394" y="0"/>
                  </a:moveTo>
                  <a:cubicBezTo>
                    <a:pt x="3923" y="0"/>
                    <a:pt x="258" y="193"/>
                    <a:pt x="258" y="193"/>
                  </a:cubicBezTo>
                  <a:cubicBezTo>
                    <a:pt x="162" y="193"/>
                    <a:pt x="97" y="258"/>
                    <a:pt x="65" y="322"/>
                  </a:cubicBezTo>
                  <a:cubicBezTo>
                    <a:pt x="1" y="386"/>
                    <a:pt x="1" y="451"/>
                    <a:pt x="1" y="547"/>
                  </a:cubicBezTo>
                  <a:lnTo>
                    <a:pt x="2090" y="8840"/>
                  </a:lnTo>
                  <a:cubicBezTo>
                    <a:pt x="2123" y="8969"/>
                    <a:pt x="2219" y="9065"/>
                    <a:pt x="2348" y="9065"/>
                  </a:cubicBezTo>
                  <a:cubicBezTo>
                    <a:pt x="2348" y="9065"/>
                    <a:pt x="3344" y="9097"/>
                    <a:pt x="4758" y="9097"/>
                  </a:cubicBezTo>
                  <a:cubicBezTo>
                    <a:pt x="6558" y="9097"/>
                    <a:pt x="9066" y="9033"/>
                    <a:pt x="11187" y="8808"/>
                  </a:cubicBezTo>
                  <a:cubicBezTo>
                    <a:pt x="12280" y="8712"/>
                    <a:pt x="13244" y="8551"/>
                    <a:pt x="14016" y="8358"/>
                  </a:cubicBezTo>
                  <a:cubicBezTo>
                    <a:pt x="14402" y="8229"/>
                    <a:pt x="14755" y="8101"/>
                    <a:pt x="15012" y="7972"/>
                  </a:cubicBezTo>
                  <a:cubicBezTo>
                    <a:pt x="15270" y="7812"/>
                    <a:pt x="15495" y="7651"/>
                    <a:pt x="15623" y="7394"/>
                  </a:cubicBezTo>
                  <a:cubicBezTo>
                    <a:pt x="15880" y="6847"/>
                    <a:pt x="16009" y="6204"/>
                    <a:pt x="16009" y="5497"/>
                  </a:cubicBezTo>
                  <a:cubicBezTo>
                    <a:pt x="16009" y="4469"/>
                    <a:pt x="15752" y="3376"/>
                    <a:pt x="15270" y="2443"/>
                  </a:cubicBezTo>
                  <a:cubicBezTo>
                    <a:pt x="14755" y="1511"/>
                    <a:pt x="14016" y="708"/>
                    <a:pt x="13019" y="418"/>
                  </a:cubicBezTo>
                  <a:cubicBezTo>
                    <a:pt x="12473" y="225"/>
                    <a:pt x="11669" y="129"/>
                    <a:pt x="10673" y="97"/>
                  </a:cubicBezTo>
                  <a:cubicBezTo>
                    <a:pt x="9709" y="33"/>
                    <a:pt x="8584" y="0"/>
                    <a:pt x="73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299;p64">
              <a:extLst>
                <a:ext uri="{FF2B5EF4-FFF2-40B4-BE49-F238E27FC236}">
                  <a16:creationId xmlns:a16="http://schemas.microsoft.com/office/drawing/2014/main" id="{2C65C7CC-E3AA-6F04-E193-A116C0CF7B14}"/>
                </a:ext>
              </a:extLst>
            </p:cNvPr>
            <p:cNvSpPr/>
            <p:nvPr/>
          </p:nvSpPr>
          <p:spPr>
            <a:xfrm>
              <a:off x="1997025" y="3365950"/>
              <a:ext cx="784350" cy="686200"/>
            </a:xfrm>
            <a:custGeom>
              <a:avLst/>
              <a:gdLst/>
              <a:ahLst/>
              <a:cxnLst/>
              <a:rect l="l" t="t" r="r" b="b"/>
              <a:pathLst>
                <a:path w="31374" h="27448" extrusionOk="0">
                  <a:moveTo>
                    <a:pt x="18186" y="0"/>
                  </a:moveTo>
                  <a:cubicBezTo>
                    <a:pt x="15605" y="0"/>
                    <a:pt x="13032" y="140"/>
                    <a:pt x="10962" y="540"/>
                  </a:cubicBezTo>
                  <a:cubicBezTo>
                    <a:pt x="4180" y="1890"/>
                    <a:pt x="1319" y="5844"/>
                    <a:pt x="1158" y="6615"/>
                  </a:cubicBezTo>
                  <a:cubicBezTo>
                    <a:pt x="1158" y="6615"/>
                    <a:pt x="1" y="10183"/>
                    <a:pt x="194" y="14362"/>
                  </a:cubicBezTo>
                  <a:cubicBezTo>
                    <a:pt x="387" y="18509"/>
                    <a:pt x="1512" y="22655"/>
                    <a:pt x="7201" y="26063"/>
                  </a:cubicBezTo>
                  <a:cubicBezTo>
                    <a:pt x="8905" y="27089"/>
                    <a:pt x="11774" y="27447"/>
                    <a:pt x="14953" y="27447"/>
                  </a:cubicBezTo>
                  <a:cubicBezTo>
                    <a:pt x="22331" y="27447"/>
                    <a:pt x="31374" y="25516"/>
                    <a:pt x="31374" y="25516"/>
                  </a:cubicBezTo>
                  <a:lnTo>
                    <a:pt x="30056" y="733"/>
                  </a:lnTo>
                  <a:cubicBezTo>
                    <a:pt x="30056" y="733"/>
                    <a:pt x="24102" y="0"/>
                    <a:pt x="18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300;p64">
              <a:extLst>
                <a:ext uri="{FF2B5EF4-FFF2-40B4-BE49-F238E27FC236}">
                  <a16:creationId xmlns:a16="http://schemas.microsoft.com/office/drawing/2014/main" id="{DA4C49D4-1515-808C-570C-96EF5FF2F0FF}"/>
                </a:ext>
              </a:extLst>
            </p:cNvPr>
            <p:cNvSpPr/>
            <p:nvPr/>
          </p:nvSpPr>
          <p:spPr>
            <a:xfrm>
              <a:off x="1994625" y="3359350"/>
              <a:ext cx="793975" cy="699150"/>
            </a:xfrm>
            <a:custGeom>
              <a:avLst/>
              <a:gdLst/>
              <a:ahLst/>
              <a:cxnLst/>
              <a:rect l="l" t="t" r="r" b="b"/>
              <a:pathLst>
                <a:path w="31759" h="27966" extrusionOk="0">
                  <a:moveTo>
                    <a:pt x="18291" y="547"/>
                  </a:moveTo>
                  <a:cubicBezTo>
                    <a:pt x="21248" y="547"/>
                    <a:pt x="24205" y="740"/>
                    <a:pt x="26423" y="900"/>
                  </a:cubicBezTo>
                  <a:cubicBezTo>
                    <a:pt x="27548" y="997"/>
                    <a:pt x="28448" y="1093"/>
                    <a:pt x="29123" y="1157"/>
                  </a:cubicBezTo>
                  <a:cubicBezTo>
                    <a:pt x="29474" y="1193"/>
                    <a:pt x="29738" y="1228"/>
                    <a:pt x="29907" y="1252"/>
                  </a:cubicBezTo>
                  <a:lnTo>
                    <a:pt x="29907" y="1252"/>
                  </a:lnTo>
                  <a:lnTo>
                    <a:pt x="31200" y="25544"/>
                  </a:lnTo>
                  <a:lnTo>
                    <a:pt x="31200" y="25544"/>
                  </a:lnTo>
                  <a:cubicBezTo>
                    <a:pt x="31147" y="25556"/>
                    <a:pt x="31087" y="25571"/>
                    <a:pt x="31020" y="25587"/>
                  </a:cubicBezTo>
                  <a:cubicBezTo>
                    <a:pt x="29187" y="25973"/>
                    <a:pt x="21441" y="27452"/>
                    <a:pt x="15012" y="27452"/>
                  </a:cubicBezTo>
                  <a:cubicBezTo>
                    <a:pt x="11862" y="27452"/>
                    <a:pt x="9033" y="27066"/>
                    <a:pt x="7426" y="26102"/>
                  </a:cubicBezTo>
                  <a:cubicBezTo>
                    <a:pt x="4629" y="24430"/>
                    <a:pt x="2958" y="22566"/>
                    <a:pt x="1961" y="20637"/>
                  </a:cubicBezTo>
                  <a:cubicBezTo>
                    <a:pt x="997" y="18708"/>
                    <a:pt x="643" y="16651"/>
                    <a:pt x="547" y="14594"/>
                  </a:cubicBezTo>
                  <a:cubicBezTo>
                    <a:pt x="547" y="14272"/>
                    <a:pt x="547" y="13983"/>
                    <a:pt x="547" y="13662"/>
                  </a:cubicBezTo>
                  <a:cubicBezTo>
                    <a:pt x="547" y="11829"/>
                    <a:pt x="772" y="10126"/>
                    <a:pt x="1029" y="8904"/>
                  </a:cubicBezTo>
                  <a:cubicBezTo>
                    <a:pt x="1125" y="8294"/>
                    <a:pt x="1254" y="7811"/>
                    <a:pt x="1350" y="7458"/>
                  </a:cubicBezTo>
                  <a:cubicBezTo>
                    <a:pt x="1383" y="7297"/>
                    <a:pt x="1415" y="7168"/>
                    <a:pt x="1447" y="7072"/>
                  </a:cubicBezTo>
                  <a:cubicBezTo>
                    <a:pt x="1479" y="6976"/>
                    <a:pt x="1479" y="6943"/>
                    <a:pt x="1479" y="6943"/>
                  </a:cubicBezTo>
                  <a:lnTo>
                    <a:pt x="1511" y="6943"/>
                  </a:lnTo>
                  <a:cubicBezTo>
                    <a:pt x="1511" y="6879"/>
                    <a:pt x="1575" y="6751"/>
                    <a:pt x="1672" y="6590"/>
                  </a:cubicBezTo>
                  <a:cubicBezTo>
                    <a:pt x="2025" y="5979"/>
                    <a:pt x="2925" y="4886"/>
                    <a:pt x="4468" y="3793"/>
                  </a:cubicBezTo>
                  <a:cubicBezTo>
                    <a:pt x="6011" y="2733"/>
                    <a:pt x="8165" y="1640"/>
                    <a:pt x="11122" y="1093"/>
                  </a:cubicBezTo>
                  <a:cubicBezTo>
                    <a:pt x="13147" y="675"/>
                    <a:pt x="15719" y="547"/>
                    <a:pt x="18291" y="547"/>
                  </a:cubicBezTo>
                  <a:close/>
                  <a:moveTo>
                    <a:pt x="18291" y="0"/>
                  </a:moveTo>
                  <a:cubicBezTo>
                    <a:pt x="15719" y="0"/>
                    <a:pt x="13115" y="161"/>
                    <a:pt x="11026" y="547"/>
                  </a:cubicBezTo>
                  <a:cubicBezTo>
                    <a:pt x="7586" y="1222"/>
                    <a:pt x="5111" y="2572"/>
                    <a:pt x="3504" y="3858"/>
                  </a:cubicBezTo>
                  <a:cubicBezTo>
                    <a:pt x="2700" y="4468"/>
                    <a:pt x="2090" y="5111"/>
                    <a:pt x="1704" y="5626"/>
                  </a:cubicBezTo>
                  <a:cubicBezTo>
                    <a:pt x="1479" y="5883"/>
                    <a:pt x="1318" y="6108"/>
                    <a:pt x="1222" y="6301"/>
                  </a:cubicBezTo>
                  <a:cubicBezTo>
                    <a:pt x="1093" y="6493"/>
                    <a:pt x="1029" y="6654"/>
                    <a:pt x="965" y="6815"/>
                  </a:cubicBezTo>
                  <a:lnTo>
                    <a:pt x="982" y="6819"/>
                  </a:lnTo>
                  <a:lnTo>
                    <a:pt x="982" y="6819"/>
                  </a:lnTo>
                  <a:cubicBezTo>
                    <a:pt x="855" y="7174"/>
                    <a:pt x="0" y="10090"/>
                    <a:pt x="0" y="13662"/>
                  </a:cubicBezTo>
                  <a:cubicBezTo>
                    <a:pt x="0" y="13983"/>
                    <a:pt x="0" y="14305"/>
                    <a:pt x="32" y="14626"/>
                  </a:cubicBezTo>
                  <a:cubicBezTo>
                    <a:pt x="129" y="16715"/>
                    <a:pt x="450" y="18837"/>
                    <a:pt x="1511" y="20894"/>
                  </a:cubicBezTo>
                  <a:cubicBezTo>
                    <a:pt x="2540" y="22919"/>
                    <a:pt x="4276" y="24848"/>
                    <a:pt x="7136" y="26552"/>
                  </a:cubicBezTo>
                  <a:cubicBezTo>
                    <a:pt x="8936" y="27645"/>
                    <a:pt x="11829" y="27966"/>
                    <a:pt x="15012" y="27966"/>
                  </a:cubicBezTo>
                  <a:cubicBezTo>
                    <a:pt x="22437" y="27966"/>
                    <a:pt x="31534" y="26037"/>
                    <a:pt x="31534" y="26037"/>
                  </a:cubicBezTo>
                  <a:cubicBezTo>
                    <a:pt x="31663" y="26005"/>
                    <a:pt x="31759" y="25877"/>
                    <a:pt x="31759" y="25748"/>
                  </a:cubicBezTo>
                  <a:lnTo>
                    <a:pt x="30441" y="997"/>
                  </a:lnTo>
                  <a:cubicBezTo>
                    <a:pt x="30409" y="868"/>
                    <a:pt x="30313" y="772"/>
                    <a:pt x="30184" y="740"/>
                  </a:cubicBezTo>
                  <a:cubicBezTo>
                    <a:pt x="30184" y="740"/>
                    <a:pt x="24237" y="0"/>
                    <a:pt x="182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301;p64">
              <a:extLst>
                <a:ext uri="{FF2B5EF4-FFF2-40B4-BE49-F238E27FC236}">
                  <a16:creationId xmlns:a16="http://schemas.microsoft.com/office/drawing/2014/main" id="{F41C1F65-3E3B-8D28-718B-0258C02233FC}"/>
                </a:ext>
              </a:extLst>
            </p:cNvPr>
            <p:cNvSpPr/>
            <p:nvPr/>
          </p:nvSpPr>
          <p:spPr>
            <a:xfrm>
              <a:off x="4052675" y="1352675"/>
              <a:ext cx="217625" cy="519725"/>
            </a:xfrm>
            <a:custGeom>
              <a:avLst/>
              <a:gdLst/>
              <a:ahLst/>
              <a:cxnLst/>
              <a:rect l="l" t="t" r="r" b="b"/>
              <a:pathLst>
                <a:path w="8705" h="20789" extrusionOk="0">
                  <a:moveTo>
                    <a:pt x="7541" y="0"/>
                  </a:moveTo>
                  <a:cubicBezTo>
                    <a:pt x="7524" y="0"/>
                    <a:pt x="7507" y="1"/>
                    <a:pt x="7490" y="2"/>
                  </a:cubicBezTo>
                  <a:cubicBezTo>
                    <a:pt x="7490" y="2"/>
                    <a:pt x="5368" y="2124"/>
                    <a:pt x="4340" y="4985"/>
                  </a:cubicBezTo>
                  <a:cubicBezTo>
                    <a:pt x="3343" y="7814"/>
                    <a:pt x="0" y="16332"/>
                    <a:pt x="97" y="17939"/>
                  </a:cubicBezTo>
                  <a:cubicBezTo>
                    <a:pt x="174" y="19229"/>
                    <a:pt x="1100" y="20788"/>
                    <a:pt x="2194" y="20788"/>
                  </a:cubicBezTo>
                  <a:cubicBezTo>
                    <a:pt x="2463" y="20788"/>
                    <a:pt x="2743" y="20694"/>
                    <a:pt x="3022" y="20478"/>
                  </a:cubicBezTo>
                  <a:cubicBezTo>
                    <a:pt x="4436" y="19353"/>
                    <a:pt x="7875" y="13375"/>
                    <a:pt x="8100" y="13085"/>
                  </a:cubicBezTo>
                  <a:cubicBezTo>
                    <a:pt x="8293" y="12764"/>
                    <a:pt x="8486" y="8521"/>
                    <a:pt x="8486" y="5885"/>
                  </a:cubicBezTo>
                  <a:cubicBezTo>
                    <a:pt x="8486" y="3286"/>
                    <a:pt x="8705" y="0"/>
                    <a:pt x="75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302;p64">
              <a:extLst>
                <a:ext uri="{FF2B5EF4-FFF2-40B4-BE49-F238E27FC236}">
                  <a16:creationId xmlns:a16="http://schemas.microsoft.com/office/drawing/2014/main" id="{C6205F2D-37D3-6876-02ED-D5B20E0B7750}"/>
                </a:ext>
              </a:extLst>
            </p:cNvPr>
            <p:cNvSpPr/>
            <p:nvPr/>
          </p:nvSpPr>
          <p:spPr>
            <a:xfrm>
              <a:off x="4047850" y="1346300"/>
              <a:ext cx="224225" cy="532825"/>
            </a:xfrm>
            <a:custGeom>
              <a:avLst/>
              <a:gdLst/>
              <a:ahLst/>
              <a:cxnLst/>
              <a:rect l="l" t="t" r="r" b="b"/>
              <a:pathLst>
                <a:path w="8969" h="21313" extrusionOk="0">
                  <a:moveTo>
                    <a:pt x="7777" y="548"/>
                  </a:moveTo>
                  <a:cubicBezTo>
                    <a:pt x="7808" y="551"/>
                    <a:pt x="7836" y="559"/>
                    <a:pt x="7876" y="579"/>
                  </a:cubicBezTo>
                  <a:cubicBezTo>
                    <a:pt x="7940" y="611"/>
                    <a:pt x="8036" y="740"/>
                    <a:pt x="8133" y="932"/>
                  </a:cubicBezTo>
                  <a:cubicBezTo>
                    <a:pt x="8261" y="1254"/>
                    <a:pt x="8326" y="1704"/>
                    <a:pt x="8390" y="2250"/>
                  </a:cubicBezTo>
                  <a:cubicBezTo>
                    <a:pt x="8422" y="2797"/>
                    <a:pt x="8422" y="3440"/>
                    <a:pt x="8422" y="4083"/>
                  </a:cubicBezTo>
                  <a:cubicBezTo>
                    <a:pt x="8422" y="4790"/>
                    <a:pt x="8422" y="5465"/>
                    <a:pt x="8422" y="6140"/>
                  </a:cubicBezTo>
                  <a:cubicBezTo>
                    <a:pt x="8422" y="7458"/>
                    <a:pt x="8358" y="9161"/>
                    <a:pt x="8293" y="10608"/>
                  </a:cubicBezTo>
                  <a:cubicBezTo>
                    <a:pt x="8261" y="11315"/>
                    <a:pt x="8197" y="11958"/>
                    <a:pt x="8165" y="12440"/>
                  </a:cubicBezTo>
                  <a:cubicBezTo>
                    <a:pt x="8133" y="12665"/>
                    <a:pt x="8101" y="12858"/>
                    <a:pt x="8101" y="12987"/>
                  </a:cubicBezTo>
                  <a:cubicBezTo>
                    <a:pt x="8068" y="13083"/>
                    <a:pt x="8068" y="13115"/>
                    <a:pt x="8068" y="13147"/>
                  </a:cubicBezTo>
                  <a:lnTo>
                    <a:pt x="8036" y="13212"/>
                  </a:lnTo>
                  <a:lnTo>
                    <a:pt x="8049" y="13215"/>
                  </a:lnTo>
                  <a:lnTo>
                    <a:pt x="8049" y="13215"/>
                  </a:lnTo>
                  <a:cubicBezTo>
                    <a:pt x="8006" y="13286"/>
                    <a:pt x="7925" y="13403"/>
                    <a:pt x="7843" y="13565"/>
                  </a:cubicBezTo>
                  <a:cubicBezTo>
                    <a:pt x="7426" y="14240"/>
                    <a:pt x="6526" y="15751"/>
                    <a:pt x="5561" y="17198"/>
                  </a:cubicBezTo>
                  <a:cubicBezTo>
                    <a:pt x="5111" y="17937"/>
                    <a:pt x="4597" y="18644"/>
                    <a:pt x="4179" y="19255"/>
                  </a:cubicBezTo>
                  <a:cubicBezTo>
                    <a:pt x="3729" y="19833"/>
                    <a:pt x="3311" y="20316"/>
                    <a:pt x="3054" y="20508"/>
                  </a:cubicBezTo>
                  <a:cubicBezTo>
                    <a:pt x="2797" y="20701"/>
                    <a:pt x="2572" y="20766"/>
                    <a:pt x="2379" y="20766"/>
                  </a:cubicBezTo>
                  <a:cubicBezTo>
                    <a:pt x="2154" y="20766"/>
                    <a:pt x="1961" y="20701"/>
                    <a:pt x="1736" y="20573"/>
                  </a:cubicBezTo>
                  <a:cubicBezTo>
                    <a:pt x="1447" y="20348"/>
                    <a:pt x="1157" y="19994"/>
                    <a:pt x="932" y="19544"/>
                  </a:cubicBezTo>
                  <a:cubicBezTo>
                    <a:pt x="707" y="19126"/>
                    <a:pt x="579" y="18612"/>
                    <a:pt x="547" y="18194"/>
                  </a:cubicBezTo>
                  <a:lnTo>
                    <a:pt x="547" y="18162"/>
                  </a:lnTo>
                  <a:lnTo>
                    <a:pt x="547" y="18130"/>
                  </a:lnTo>
                  <a:cubicBezTo>
                    <a:pt x="547" y="17937"/>
                    <a:pt x="579" y="17615"/>
                    <a:pt x="675" y="17230"/>
                  </a:cubicBezTo>
                  <a:cubicBezTo>
                    <a:pt x="997" y="15848"/>
                    <a:pt x="1800" y="13469"/>
                    <a:pt x="2636" y="11154"/>
                  </a:cubicBezTo>
                  <a:cubicBezTo>
                    <a:pt x="3472" y="8808"/>
                    <a:pt x="4340" y="6558"/>
                    <a:pt x="4790" y="5304"/>
                  </a:cubicBezTo>
                  <a:cubicBezTo>
                    <a:pt x="5272" y="3922"/>
                    <a:pt x="6043" y="2700"/>
                    <a:pt x="6686" y="1833"/>
                  </a:cubicBezTo>
                  <a:cubicBezTo>
                    <a:pt x="7008" y="1415"/>
                    <a:pt x="7329" y="1061"/>
                    <a:pt x="7522" y="836"/>
                  </a:cubicBezTo>
                  <a:cubicBezTo>
                    <a:pt x="7618" y="709"/>
                    <a:pt x="7713" y="613"/>
                    <a:pt x="7777" y="548"/>
                  </a:cubicBezTo>
                  <a:close/>
                  <a:moveTo>
                    <a:pt x="7651" y="0"/>
                  </a:moveTo>
                  <a:cubicBezTo>
                    <a:pt x="7586" y="0"/>
                    <a:pt x="7522" y="32"/>
                    <a:pt x="7490" y="65"/>
                  </a:cubicBezTo>
                  <a:cubicBezTo>
                    <a:pt x="7458" y="97"/>
                    <a:pt x="5336" y="2218"/>
                    <a:pt x="4275" y="5143"/>
                  </a:cubicBezTo>
                  <a:cubicBezTo>
                    <a:pt x="3793" y="6526"/>
                    <a:pt x="2733" y="9290"/>
                    <a:pt x="1768" y="11958"/>
                  </a:cubicBezTo>
                  <a:cubicBezTo>
                    <a:pt x="1318" y="13276"/>
                    <a:pt x="868" y="14594"/>
                    <a:pt x="547" y="15655"/>
                  </a:cubicBezTo>
                  <a:cubicBezTo>
                    <a:pt x="386" y="16201"/>
                    <a:pt x="257" y="16683"/>
                    <a:pt x="161" y="17101"/>
                  </a:cubicBezTo>
                  <a:cubicBezTo>
                    <a:pt x="65" y="17519"/>
                    <a:pt x="0" y="17840"/>
                    <a:pt x="0" y="18130"/>
                  </a:cubicBezTo>
                  <a:cubicBezTo>
                    <a:pt x="0" y="18130"/>
                    <a:pt x="0" y="18194"/>
                    <a:pt x="0" y="18226"/>
                  </a:cubicBezTo>
                  <a:cubicBezTo>
                    <a:pt x="65" y="18901"/>
                    <a:pt x="322" y="19673"/>
                    <a:pt x="740" y="20251"/>
                  </a:cubicBezTo>
                  <a:cubicBezTo>
                    <a:pt x="932" y="20541"/>
                    <a:pt x="1157" y="20830"/>
                    <a:pt x="1447" y="20991"/>
                  </a:cubicBezTo>
                  <a:cubicBezTo>
                    <a:pt x="1736" y="21183"/>
                    <a:pt x="2025" y="21312"/>
                    <a:pt x="2379" y="21312"/>
                  </a:cubicBezTo>
                  <a:cubicBezTo>
                    <a:pt x="2700" y="21312"/>
                    <a:pt x="3054" y="21183"/>
                    <a:pt x="3375" y="20926"/>
                  </a:cubicBezTo>
                  <a:cubicBezTo>
                    <a:pt x="3793" y="20637"/>
                    <a:pt x="4275" y="20026"/>
                    <a:pt x="4790" y="19287"/>
                  </a:cubicBezTo>
                  <a:cubicBezTo>
                    <a:pt x="5593" y="18194"/>
                    <a:pt x="6493" y="16812"/>
                    <a:pt x="7201" y="15655"/>
                  </a:cubicBezTo>
                  <a:cubicBezTo>
                    <a:pt x="7554" y="15076"/>
                    <a:pt x="7876" y="14562"/>
                    <a:pt x="8101" y="14176"/>
                  </a:cubicBezTo>
                  <a:cubicBezTo>
                    <a:pt x="8197" y="13983"/>
                    <a:pt x="8293" y="13822"/>
                    <a:pt x="8390" y="13694"/>
                  </a:cubicBezTo>
                  <a:cubicBezTo>
                    <a:pt x="8454" y="13565"/>
                    <a:pt x="8486" y="13501"/>
                    <a:pt x="8519" y="13469"/>
                  </a:cubicBezTo>
                  <a:cubicBezTo>
                    <a:pt x="8551" y="13405"/>
                    <a:pt x="8551" y="13372"/>
                    <a:pt x="8583" y="13308"/>
                  </a:cubicBezTo>
                  <a:cubicBezTo>
                    <a:pt x="8647" y="13083"/>
                    <a:pt x="8679" y="12697"/>
                    <a:pt x="8711" y="12183"/>
                  </a:cubicBezTo>
                  <a:cubicBezTo>
                    <a:pt x="8840" y="10640"/>
                    <a:pt x="8969" y="8004"/>
                    <a:pt x="8969" y="6140"/>
                  </a:cubicBezTo>
                  <a:cubicBezTo>
                    <a:pt x="8969" y="5497"/>
                    <a:pt x="8969" y="4790"/>
                    <a:pt x="8969" y="4083"/>
                  </a:cubicBezTo>
                  <a:cubicBezTo>
                    <a:pt x="8969" y="3086"/>
                    <a:pt x="8936" y="2122"/>
                    <a:pt x="8808" y="1382"/>
                  </a:cubicBezTo>
                  <a:cubicBezTo>
                    <a:pt x="8711" y="997"/>
                    <a:pt x="8615" y="675"/>
                    <a:pt x="8454" y="450"/>
                  </a:cubicBezTo>
                  <a:cubicBezTo>
                    <a:pt x="8390" y="322"/>
                    <a:pt x="8293" y="193"/>
                    <a:pt x="8165" y="129"/>
                  </a:cubicBezTo>
                  <a:cubicBezTo>
                    <a:pt x="8036" y="32"/>
                    <a:pt x="7876" y="0"/>
                    <a:pt x="77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303;p64">
              <a:extLst>
                <a:ext uri="{FF2B5EF4-FFF2-40B4-BE49-F238E27FC236}">
                  <a16:creationId xmlns:a16="http://schemas.microsoft.com/office/drawing/2014/main" id="{C4395482-4B59-16E7-2897-E126DFD46E3E}"/>
                </a:ext>
              </a:extLst>
            </p:cNvPr>
            <p:cNvSpPr/>
            <p:nvPr/>
          </p:nvSpPr>
          <p:spPr>
            <a:xfrm>
              <a:off x="4232675" y="1580025"/>
              <a:ext cx="750600" cy="670350"/>
            </a:xfrm>
            <a:custGeom>
              <a:avLst/>
              <a:gdLst/>
              <a:ahLst/>
              <a:cxnLst/>
              <a:rect l="l" t="t" r="r" b="b"/>
              <a:pathLst>
                <a:path w="30024" h="26814" extrusionOk="0">
                  <a:moveTo>
                    <a:pt x="3646" y="0"/>
                  </a:moveTo>
                  <a:cubicBezTo>
                    <a:pt x="3614" y="0"/>
                    <a:pt x="3588" y="2"/>
                    <a:pt x="3568" y="5"/>
                  </a:cubicBezTo>
                  <a:cubicBezTo>
                    <a:pt x="483" y="616"/>
                    <a:pt x="0" y="20385"/>
                    <a:pt x="0" y="20385"/>
                  </a:cubicBezTo>
                  <a:lnTo>
                    <a:pt x="24302" y="26814"/>
                  </a:lnTo>
                  <a:cubicBezTo>
                    <a:pt x="24302" y="26814"/>
                    <a:pt x="30023" y="11095"/>
                    <a:pt x="30023" y="8234"/>
                  </a:cubicBezTo>
                  <a:cubicBezTo>
                    <a:pt x="30023" y="5422"/>
                    <a:pt x="5546" y="0"/>
                    <a:pt x="364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304;p64">
              <a:extLst>
                <a:ext uri="{FF2B5EF4-FFF2-40B4-BE49-F238E27FC236}">
                  <a16:creationId xmlns:a16="http://schemas.microsoft.com/office/drawing/2014/main" id="{85D7820C-79FB-827B-079E-21E4C8775788}"/>
                </a:ext>
              </a:extLst>
            </p:cNvPr>
            <p:cNvSpPr/>
            <p:nvPr/>
          </p:nvSpPr>
          <p:spPr>
            <a:xfrm>
              <a:off x="4226250" y="1573725"/>
              <a:ext cx="763450" cy="683300"/>
            </a:xfrm>
            <a:custGeom>
              <a:avLst/>
              <a:gdLst/>
              <a:ahLst/>
              <a:cxnLst/>
              <a:rect l="l" t="t" r="r" b="b"/>
              <a:pathLst>
                <a:path w="30538" h="27332" extrusionOk="0">
                  <a:moveTo>
                    <a:pt x="3922" y="514"/>
                  </a:moveTo>
                  <a:cubicBezTo>
                    <a:pt x="4115" y="514"/>
                    <a:pt x="4726" y="611"/>
                    <a:pt x="5561" y="772"/>
                  </a:cubicBezTo>
                  <a:cubicBezTo>
                    <a:pt x="8551" y="1286"/>
                    <a:pt x="14690" y="2668"/>
                    <a:pt x="20123" y="4243"/>
                  </a:cubicBezTo>
                  <a:cubicBezTo>
                    <a:pt x="22823" y="5015"/>
                    <a:pt x="25330" y="5818"/>
                    <a:pt x="27162" y="6590"/>
                  </a:cubicBezTo>
                  <a:cubicBezTo>
                    <a:pt x="28062" y="6976"/>
                    <a:pt x="28802" y="7361"/>
                    <a:pt x="29316" y="7683"/>
                  </a:cubicBezTo>
                  <a:cubicBezTo>
                    <a:pt x="29541" y="7876"/>
                    <a:pt x="29734" y="8036"/>
                    <a:pt x="29862" y="8165"/>
                  </a:cubicBezTo>
                  <a:cubicBezTo>
                    <a:pt x="29959" y="8326"/>
                    <a:pt x="29991" y="8422"/>
                    <a:pt x="29991" y="8486"/>
                  </a:cubicBezTo>
                  <a:cubicBezTo>
                    <a:pt x="29991" y="8808"/>
                    <a:pt x="29927" y="9354"/>
                    <a:pt x="29766" y="10029"/>
                  </a:cubicBezTo>
                  <a:cubicBezTo>
                    <a:pt x="29220" y="12472"/>
                    <a:pt x="27837" y="16715"/>
                    <a:pt x="26616" y="20348"/>
                  </a:cubicBezTo>
                  <a:cubicBezTo>
                    <a:pt x="26005" y="22148"/>
                    <a:pt x="25427" y="23787"/>
                    <a:pt x="25009" y="25009"/>
                  </a:cubicBezTo>
                  <a:cubicBezTo>
                    <a:pt x="24703" y="25817"/>
                    <a:pt x="24486" y="26433"/>
                    <a:pt x="24378" y="26744"/>
                  </a:cubicBezTo>
                  <a:lnTo>
                    <a:pt x="24378" y="26744"/>
                  </a:lnTo>
                  <a:lnTo>
                    <a:pt x="547" y="20439"/>
                  </a:lnTo>
                  <a:lnTo>
                    <a:pt x="547" y="20439"/>
                  </a:lnTo>
                  <a:cubicBezTo>
                    <a:pt x="547" y="20291"/>
                    <a:pt x="547" y="20062"/>
                    <a:pt x="547" y="19769"/>
                  </a:cubicBezTo>
                  <a:cubicBezTo>
                    <a:pt x="611" y="17905"/>
                    <a:pt x="836" y="13147"/>
                    <a:pt x="1383" y="8840"/>
                  </a:cubicBezTo>
                  <a:cubicBezTo>
                    <a:pt x="1640" y="6654"/>
                    <a:pt x="1993" y="4597"/>
                    <a:pt x="2411" y="3086"/>
                  </a:cubicBezTo>
                  <a:cubicBezTo>
                    <a:pt x="2636" y="2315"/>
                    <a:pt x="2893" y="1672"/>
                    <a:pt x="3150" y="1222"/>
                  </a:cubicBezTo>
                  <a:cubicBezTo>
                    <a:pt x="3279" y="1029"/>
                    <a:pt x="3408" y="836"/>
                    <a:pt x="3536" y="739"/>
                  </a:cubicBezTo>
                  <a:cubicBezTo>
                    <a:pt x="3665" y="611"/>
                    <a:pt x="3793" y="547"/>
                    <a:pt x="3890" y="514"/>
                  </a:cubicBezTo>
                  <a:close/>
                  <a:moveTo>
                    <a:pt x="3793" y="0"/>
                  </a:moveTo>
                  <a:cubicBezTo>
                    <a:pt x="3536" y="64"/>
                    <a:pt x="3279" y="193"/>
                    <a:pt x="3086" y="418"/>
                  </a:cubicBezTo>
                  <a:cubicBezTo>
                    <a:pt x="2733" y="804"/>
                    <a:pt x="2443" y="1382"/>
                    <a:pt x="2154" y="2122"/>
                  </a:cubicBezTo>
                  <a:cubicBezTo>
                    <a:pt x="1222" y="4725"/>
                    <a:pt x="707" y="9354"/>
                    <a:pt x="386" y="13308"/>
                  </a:cubicBezTo>
                  <a:cubicBezTo>
                    <a:pt x="65" y="17294"/>
                    <a:pt x="0" y="20605"/>
                    <a:pt x="0" y="20605"/>
                  </a:cubicBezTo>
                  <a:cubicBezTo>
                    <a:pt x="0" y="20733"/>
                    <a:pt x="65" y="20862"/>
                    <a:pt x="193" y="20894"/>
                  </a:cubicBezTo>
                  <a:lnTo>
                    <a:pt x="24494" y="27323"/>
                  </a:lnTo>
                  <a:cubicBezTo>
                    <a:pt x="24516" y="27328"/>
                    <a:pt x="24537" y="27331"/>
                    <a:pt x="24558" y="27331"/>
                  </a:cubicBezTo>
                  <a:cubicBezTo>
                    <a:pt x="24664" y="27331"/>
                    <a:pt x="24762" y="27264"/>
                    <a:pt x="24816" y="27130"/>
                  </a:cubicBezTo>
                  <a:cubicBezTo>
                    <a:pt x="24816" y="27130"/>
                    <a:pt x="26230" y="23208"/>
                    <a:pt x="27677" y="18933"/>
                  </a:cubicBezTo>
                  <a:cubicBezTo>
                    <a:pt x="28384" y="16780"/>
                    <a:pt x="29091" y="14529"/>
                    <a:pt x="29637" y="12665"/>
                  </a:cubicBezTo>
                  <a:cubicBezTo>
                    <a:pt x="29895" y="11733"/>
                    <a:pt x="30120" y="10865"/>
                    <a:pt x="30280" y="10158"/>
                  </a:cubicBezTo>
                  <a:cubicBezTo>
                    <a:pt x="30441" y="9451"/>
                    <a:pt x="30537" y="8872"/>
                    <a:pt x="30537" y="8486"/>
                  </a:cubicBezTo>
                  <a:cubicBezTo>
                    <a:pt x="30537" y="8197"/>
                    <a:pt x="30377" y="7972"/>
                    <a:pt x="30184" y="7747"/>
                  </a:cubicBezTo>
                  <a:cubicBezTo>
                    <a:pt x="29798" y="7329"/>
                    <a:pt x="29155" y="6943"/>
                    <a:pt x="28287" y="6525"/>
                  </a:cubicBezTo>
                  <a:cubicBezTo>
                    <a:pt x="25266" y="5079"/>
                    <a:pt x="19608" y="3440"/>
                    <a:pt x="14497" y="2186"/>
                  </a:cubicBezTo>
                  <a:cubicBezTo>
                    <a:pt x="11926" y="1543"/>
                    <a:pt x="9483" y="997"/>
                    <a:pt x="7619" y="611"/>
                  </a:cubicBezTo>
                  <a:cubicBezTo>
                    <a:pt x="6654" y="418"/>
                    <a:pt x="5851" y="257"/>
                    <a:pt x="5240" y="161"/>
                  </a:cubicBezTo>
                  <a:cubicBezTo>
                    <a:pt x="4597" y="64"/>
                    <a:pt x="4179" y="0"/>
                    <a:pt x="39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305;p64">
              <a:extLst>
                <a:ext uri="{FF2B5EF4-FFF2-40B4-BE49-F238E27FC236}">
                  <a16:creationId xmlns:a16="http://schemas.microsoft.com/office/drawing/2014/main" id="{41081AC2-1184-D41F-3868-9F9A27C7138C}"/>
                </a:ext>
              </a:extLst>
            </p:cNvPr>
            <p:cNvSpPr/>
            <p:nvPr/>
          </p:nvSpPr>
          <p:spPr>
            <a:xfrm>
              <a:off x="4206950" y="1267500"/>
              <a:ext cx="706400" cy="822825"/>
            </a:xfrm>
            <a:custGeom>
              <a:avLst/>
              <a:gdLst/>
              <a:ahLst/>
              <a:cxnLst/>
              <a:rect l="l" t="t" r="r" b="b"/>
              <a:pathLst>
                <a:path w="28256" h="32913" extrusionOk="0">
                  <a:moveTo>
                    <a:pt x="14958" y="1"/>
                  </a:moveTo>
                  <a:cubicBezTo>
                    <a:pt x="13842" y="1"/>
                    <a:pt x="13148" y="163"/>
                    <a:pt x="13148" y="163"/>
                  </a:cubicBezTo>
                  <a:cubicBezTo>
                    <a:pt x="13148" y="163"/>
                    <a:pt x="12363" y="80"/>
                    <a:pt x="11180" y="80"/>
                  </a:cubicBezTo>
                  <a:cubicBezTo>
                    <a:pt x="9242" y="80"/>
                    <a:pt x="6234" y="303"/>
                    <a:pt x="3858" y="1481"/>
                  </a:cubicBezTo>
                  <a:cubicBezTo>
                    <a:pt x="1" y="3409"/>
                    <a:pt x="1" y="6656"/>
                    <a:pt x="194" y="9806"/>
                  </a:cubicBezTo>
                  <a:cubicBezTo>
                    <a:pt x="387" y="12924"/>
                    <a:pt x="1447" y="29864"/>
                    <a:pt x="1737" y="31086"/>
                  </a:cubicBezTo>
                  <a:cubicBezTo>
                    <a:pt x="2058" y="32307"/>
                    <a:pt x="9001" y="31986"/>
                    <a:pt x="13051" y="32789"/>
                  </a:cubicBezTo>
                  <a:cubicBezTo>
                    <a:pt x="13477" y="32874"/>
                    <a:pt x="13890" y="32913"/>
                    <a:pt x="14288" y="32913"/>
                  </a:cubicBezTo>
                  <a:cubicBezTo>
                    <a:pt x="17678" y="32913"/>
                    <a:pt x="20023" y="30112"/>
                    <a:pt x="20541" y="28932"/>
                  </a:cubicBezTo>
                  <a:cubicBezTo>
                    <a:pt x="21152" y="27614"/>
                    <a:pt x="28256" y="14756"/>
                    <a:pt x="28256" y="12024"/>
                  </a:cubicBezTo>
                  <a:cubicBezTo>
                    <a:pt x="28256" y="9292"/>
                    <a:pt x="25331" y="4117"/>
                    <a:pt x="21152" y="1706"/>
                  </a:cubicBezTo>
                  <a:cubicBezTo>
                    <a:pt x="18764" y="299"/>
                    <a:pt x="16473" y="1"/>
                    <a:pt x="149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306;p64">
              <a:extLst>
                <a:ext uri="{FF2B5EF4-FFF2-40B4-BE49-F238E27FC236}">
                  <a16:creationId xmlns:a16="http://schemas.microsoft.com/office/drawing/2014/main" id="{0619FE47-2D8D-7CE2-6798-91F08E5690CA}"/>
                </a:ext>
              </a:extLst>
            </p:cNvPr>
            <p:cNvSpPr/>
            <p:nvPr/>
          </p:nvSpPr>
          <p:spPr>
            <a:xfrm>
              <a:off x="4203750" y="1261100"/>
              <a:ext cx="716025" cy="835800"/>
            </a:xfrm>
            <a:custGeom>
              <a:avLst/>
              <a:gdLst/>
              <a:ahLst/>
              <a:cxnLst/>
              <a:rect l="l" t="t" r="r" b="b"/>
              <a:pathLst>
                <a:path w="28641" h="33432" extrusionOk="0">
                  <a:moveTo>
                    <a:pt x="15140" y="547"/>
                  </a:moveTo>
                  <a:cubicBezTo>
                    <a:pt x="16619" y="547"/>
                    <a:pt x="18837" y="837"/>
                    <a:pt x="21151" y="2187"/>
                  </a:cubicBezTo>
                  <a:cubicBezTo>
                    <a:pt x="23176" y="3376"/>
                    <a:pt x="24944" y="5241"/>
                    <a:pt x="26166" y="7137"/>
                  </a:cubicBezTo>
                  <a:cubicBezTo>
                    <a:pt x="27419" y="9066"/>
                    <a:pt x="28127" y="10994"/>
                    <a:pt x="28127" y="12280"/>
                  </a:cubicBezTo>
                  <a:cubicBezTo>
                    <a:pt x="28127" y="12569"/>
                    <a:pt x="27998" y="13052"/>
                    <a:pt x="27805" y="13662"/>
                  </a:cubicBezTo>
                  <a:cubicBezTo>
                    <a:pt x="27162" y="15784"/>
                    <a:pt x="25426" y="19352"/>
                    <a:pt x="23819" y="22534"/>
                  </a:cubicBezTo>
                  <a:cubicBezTo>
                    <a:pt x="23016" y="24109"/>
                    <a:pt x="22244" y="25620"/>
                    <a:pt x="21633" y="26777"/>
                  </a:cubicBezTo>
                  <a:cubicBezTo>
                    <a:pt x="21023" y="27935"/>
                    <a:pt x="20573" y="28770"/>
                    <a:pt x="20444" y="29092"/>
                  </a:cubicBezTo>
                  <a:cubicBezTo>
                    <a:pt x="20187" y="29638"/>
                    <a:pt x="19480" y="30603"/>
                    <a:pt x="18451" y="31406"/>
                  </a:cubicBezTo>
                  <a:cubicBezTo>
                    <a:pt x="17423" y="32242"/>
                    <a:pt x="16040" y="32917"/>
                    <a:pt x="14433" y="32917"/>
                  </a:cubicBezTo>
                  <a:cubicBezTo>
                    <a:pt x="14047" y="32917"/>
                    <a:pt x="13662" y="32853"/>
                    <a:pt x="13244" y="32788"/>
                  </a:cubicBezTo>
                  <a:cubicBezTo>
                    <a:pt x="11186" y="32370"/>
                    <a:pt x="8422" y="32242"/>
                    <a:pt x="6140" y="32081"/>
                  </a:cubicBezTo>
                  <a:cubicBezTo>
                    <a:pt x="5015" y="31985"/>
                    <a:pt x="3986" y="31888"/>
                    <a:pt x="3247" y="31760"/>
                  </a:cubicBezTo>
                  <a:cubicBezTo>
                    <a:pt x="2893" y="31663"/>
                    <a:pt x="2604" y="31599"/>
                    <a:pt x="2411" y="31503"/>
                  </a:cubicBezTo>
                  <a:cubicBezTo>
                    <a:pt x="2315" y="31438"/>
                    <a:pt x="2250" y="31406"/>
                    <a:pt x="2186" y="31374"/>
                  </a:cubicBezTo>
                  <a:lnTo>
                    <a:pt x="2154" y="31278"/>
                  </a:lnTo>
                  <a:cubicBezTo>
                    <a:pt x="2122" y="31213"/>
                    <a:pt x="2090" y="31085"/>
                    <a:pt x="2090" y="30892"/>
                  </a:cubicBezTo>
                  <a:cubicBezTo>
                    <a:pt x="1897" y="29477"/>
                    <a:pt x="1575" y="25009"/>
                    <a:pt x="1286" y="20509"/>
                  </a:cubicBezTo>
                  <a:cubicBezTo>
                    <a:pt x="965" y="16009"/>
                    <a:pt x="675" y="11509"/>
                    <a:pt x="579" y="10030"/>
                  </a:cubicBezTo>
                  <a:cubicBezTo>
                    <a:pt x="547" y="9451"/>
                    <a:pt x="515" y="8873"/>
                    <a:pt x="515" y="8294"/>
                  </a:cubicBezTo>
                  <a:cubicBezTo>
                    <a:pt x="515" y="7041"/>
                    <a:pt x="675" y="5851"/>
                    <a:pt x="1190" y="4758"/>
                  </a:cubicBezTo>
                  <a:cubicBezTo>
                    <a:pt x="1704" y="3698"/>
                    <a:pt x="2572" y="2765"/>
                    <a:pt x="4083" y="1994"/>
                  </a:cubicBezTo>
                  <a:cubicBezTo>
                    <a:pt x="6397" y="837"/>
                    <a:pt x="9322" y="612"/>
                    <a:pt x="11251" y="612"/>
                  </a:cubicBezTo>
                  <a:cubicBezTo>
                    <a:pt x="11862" y="612"/>
                    <a:pt x="12344" y="644"/>
                    <a:pt x="12697" y="644"/>
                  </a:cubicBezTo>
                  <a:cubicBezTo>
                    <a:pt x="12890" y="676"/>
                    <a:pt x="13019" y="676"/>
                    <a:pt x="13115" y="676"/>
                  </a:cubicBezTo>
                  <a:cubicBezTo>
                    <a:pt x="13212" y="708"/>
                    <a:pt x="13244" y="708"/>
                    <a:pt x="13244" y="708"/>
                  </a:cubicBezTo>
                  <a:lnTo>
                    <a:pt x="13340" y="708"/>
                  </a:lnTo>
                  <a:lnTo>
                    <a:pt x="13372" y="676"/>
                  </a:lnTo>
                  <a:cubicBezTo>
                    <a:pt x="13501" y="644"/>
                    <a:pt x="14176" y="547"/>
                    <a:pt x="15140" y="547"/>
                  </a:cubicBezTo>
                  <a:close/>
                  <a:moveTo>
                    <a:pt x="15140" y="1"/>
                  </a:moveTo>
                  <a:cubicBezTo>
                    <a:pt x="14118" y="1"/>
                    <a:pt x="13422" y="126"/>
                    <a:pt x="13251" y="156"/>
                  </a:cubicBezTo>
                  <a:lnTo>
                    <a:pt x="13251" y="156"/>
                  </a:lnTo>
                  <a:cubicBezTo>
                    <a:pt x="13044" y="134"/>
                    <a:pt x="12286" y="65"/>
                    <a:pt x="11251" y="65"/>
                  </a:cubicBezTo>
                  <a:cubicBezTo>
                    <a:pt x="9290" y="65"/>
                    <a:pt x="6268" y="290"/>
                    <a:pt x="3858" y="1512"/>
                  </a:cubicBezTo>
                  <a:cubicBezTo>
                    <a:pt x="2250" y="2315"/>
                    <a:pt x="1254" y="3376"/>
                    <a:pt x="707" y="4533"/>
                  </a:cubicBezTo>
                  <a:cubicBezTo>
                    <a:pt x="129" y="5723"/>
                    <a:pt x="0" y="7008"/>
                    <a:pt x="0" y="8294"/>
                  </a:cubicBezTo>
                  <a:cubicBezTo>
                    <a:pt x="0" y="8873"/>
                    <a:pt x="32" y="9484"/>
                    <a:pt x="65" y="10062"/>
                  </a:cubicBezTo>
                  <a:cubicBezTo>
                    <a:pt x="161" y="11637"/>
                    <a:pt x="482" y="16652"/>
                    <a:pt x="804" y="21441"/>
                  </a:cubicBezTo>
                  <a:cubicBezTo>
                    <a:pt x="965" y="23820"/>
                    <a:pt x="1125" y="26167"/>
                    <a:pt x="1254" y="27967"/>
                  </a:cubicBezTo>
                  <a:cubicBezTo>
                    <a:pt x="1350" y="28867"/>
                    <a:pt x="1415" y="29638"/>
                    <a:pt x="1479" y="30249"/>
                  </a:cubicBezTo>
                  <a:cubicBezTo>
                    <a:pt x="1511" y="30538"/>
                    <a:pt x="1511" y="30763"/>
                    <a:pt x="1543" y="30988"/>
                  </a:cubicBezTo>
                  <a:cubicBezTo>
                    <a:pt x="1575" y="31181"/>
                    <a:pt x="1607" y="31310"/>
                    <a:pt x="1607" y="31406"/>
                  </a:cubicBezTo>
                  <a:cubicBezTo>
                    <a:pt x="1640" y="31535"/>
                    <a:pt x="1736" y="31663"/>
                    <a:pt x="1832" y="31760"/>
                  </a:cubicBezTo>
                  <a:cubicBezTo>
                    <a:pt x="1993" y="31920"/>
                    <a:pt x="2250" y="32017"/>
                    <a:pt x="2540" y="32113"/>
                  </a:cubicBezTo>
                  <a:cubicBezTo>
                    <a:pt x="3086" y="32274"/>
                    <a:pt x="3793" y="32403"/>
                    <a:pt x="4597" y="32467"/>
                  </a:cubicBezTo>
                  <a:cubicBezTo>
                    <a:pt x="7104" y="32756"/>
                    <a:pt x="10672" y="32820"/>
                    <a:pt x="13147" y="33303"/>
                  </a:cubicBezTo>
                  <a:cubicBezTo>
                    <a:pt x="13597" y="33399"/>
                    <a:pt x="14015" y="33431"/>
                    <a:pt x="14433" y="33431"/>
                  </a:cubicBezTo>
                  <a:cubicBezTo>
                    <a:pt x="16201" y="33431"/>
                    <a:pt x="17680" y="32724"/>
                    <a:pt x="18773" y="31824"/>
                  </a:cubicBezTo>
                  <a:cubicBezTo>
                    <a:pt x="19898" y="30956"/>
                    <a:pt x="20637" y="29960"/>
                    <a:pt x="20926" y="29317"/>
                  </a:cubicBezTo>
                  <a:cubicBezTo>
                    <a:pt x="21055" y="28995"/>
                    <a:pt x="21633" y="27935"/>
                    <a:pt x="22373" y="26520"/>
                  </a:cubicBezTo>
                  <a:cubicBezTo>
                    <a:pt x="23498" y="24366"/>
                    <a:pt x="25073" y="21345"/>
                    <a:pt x="26359" y="18613"/>
                  </a:cubicBezTo>
                  <a:cubicBezTo>
                    <a:pt x="27002" y="17230"/>
                    <a:pt x="27548" y="15945"/>
                    <a:pt x="27966" y="14852"/>
                  </a:cubicBezTo>
                  <a:cubicBezTo>
                    <a:pt x="28384" y="13759"/>
                    <a:pt x="28641" y="12891"/>
                    <a:pt x="28641" y="12280"/>
                  </a:cubicBezTo>
                  <a:cubicBezTo>
                    <a:pt x="28641" y="10834"/>
                    <a:pt x="27902" y="8841"/>
                    <a:pt x="26616" y="6848"/>
                  </a:cubicBezTo>
                  <a:cubicBezTo>
                    <a:pt x="25330" y="4887"/>
                    <a:pt x="23562" y="2958"/>
                    <a:pt x="21441" y="1737"/>
                  </a:cubicBezTo>
                  <a:cubicBezTo>
                    <a:pt x="18998" y="290"/>
                    <a:pt x="16683" y="1"/>
                    <a:pt x="151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307;p64">
              <a:extLst>
                <a:ext uri="{FF2B5EF4-FFF2-40B4-BE49-F238E27FC236}">
                  <a16:creationId xmlns:a16="http://schemas.microsoft.com/office/drawing/2014/main" id="{08D0924F-97D9-4AA3-FA1C-3B0E21172773}"/>
                </a:ext>
              </a:extLst>
            </p:cNvPr>
            <p:cNvSpPr/>
            <p:nvPr/>
          </p:nvSpPr>
          <p:spPr>
            <a:xfrm>
              <a:off x="4358850" y="1471650"/>
              <a:ext cx="194500" cy="575425"/>
            </a:xfrm>
            <a:custGeom>
              <a:avLst/>
              <a:gdLst/>
              <a:ahLst/>
              <a:cxnLst/>
              <a:rect l="l" t="t" r="r" b="b"/>
              <a:pathLst>
                <a:path w="7780" h="23017" extrusionOk="0">
                  <a:moveTo>
                    <a:pt x="6686" y="1"/>
                  </a:moveTo>
                  <a:lnTo>
                    <a:pt x="3247" y="2444"/>
                  </a:lnTo>
                  <a:lnTo>
                    <a:pt x="4340" y="4887"/>
                  </a:lnTo>
                  <a:lnTo>
                    <a:pt x="0" y="20059"/>
                  </a:lnTo>
                  <a:lnTo>
                    <a:pt x="997" y="23016"/>
                  </a:lnTo>
                  <a:lnTo>
                    <a:pt x="3954" y="20766"/>
                  </a:lnTo>
                  <a:lnTo>
                    <a:pt x="5561" y="5176"/>
                  </a:lnTo>
                  <a:lnTo>
                    <a:pt x="7779" y="2733"/>
                  </a:lnTo>
                  <a:lnTo>
                    <a:pt x="668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308;p64">
              <a:extLst>
                <a:ext uri="{FF2B5EF4-FFF2-40B4-BE49-F238E27FC236}">
                  <a16:creationId xmlns:a16="http://schemas.microsoft.com/office/drawing/2014/main" id="{82EDADCD-77A9-621F-5511-564FFA7069E9}"/>
                </a:ext>
              </a:extLst>
            </p:cNvPr>
            <p:cNvSpPr/>
            <p:nvPr/>
          </p:nvSpPr>
          <p:spPr>
            <a:xfrm>
              <a:off x="4351600" y="1465225"/>
              <a:ext cx="208975" cy="588275"/>
            </a:xfrm>
            <a:custGeom>
              <a:avLst/>
              <a:gdLst/>
              <a:ahLst/>
              <a:cxnLst/>
              <a:rect l="l" t="t" r="r" b="b"/>
              <a:pathLst>
                <a:path w="8359" h="23531" extrusionOk="0">
                  <a:moveTo>
                    <a:pt x="6848" y="676"/>
                  </a:moveTo>
                  <a:lnTo>
                    <a:pt x="7780" y="2958"/>
                  </a:lnTo>
                  <a:lnTo>
                    <a:pt x="5658" y="5240"/>
                  </a:lnTo>
                  <a:cubicBezTo>
                    <a:pt x="5626" y="5304"/>
                    <a:pt x="5594" y="5337"/>
                    <a:pt x="5594" y="5401"/>
                  </a:cubicBezTo>
                  <a:lnTo>
                    <a:pt x="3987" y="20895"/>
                  </a:lnTo>
                  <a:lnTo>
                    <a:pt x="1415" y="22823"/>
                  </a:lnTo>
                  <a:lnTo>
                    <a:pt x="579" y="20316"/>
                  </a:lnTo>
                  <a:lnTo>
                    <a:pt x="4887" y="5208"/>
                  </a:lnTo>
                  <a:cubicBezTo>
                    <a:pt x="4919" y="5144"/>
                    <a:pt x="4919" y="5079"/>
                    <a:pt x="4887" y="5015"/>
                  </a:cubicBezTo>
                  <a:lnTo>
                    <a:pt x="3851" y="2795"/>
                  </a:lnTo>
                  <a:lnTo>
                    <a:pt x="6848" y="676"/>
                  </a:lnTo>
                  <a:close/>
                  <a:moveTo>
                    <a:pt x="7040" y="1"/>
                  </a:moveTo>
                  <a:cubicBezTo>
                    <a:pt x="6976" y="1"/>
                    <a:pt x="6880" y="1"/>
                    <a:pt x="6815" y="65"/>
                  </a:cubicBezTo>
                  <a:lnTo>
                    <a:pt x="3376" y="2476"/>
                  </a:lnTo>
                  <a:cubicBezTo>
                    <a:pt x="3280" y="2572"/>
                    <a:pt x="3215" y="2701"/>
                    <a:pt x="3280" y="2797"/>
                  </a:cubicBezTo>
                  <a:lnTo>
                    <a:pt x="4340" y="5144"/>
                  </a:lnTo>
                  <a:lnTo>
                    <a:pt x="33" y="20252"/>
                  </a:lnTo>
                  <a:cubicBezTo>
                    <a:pt x="1" y="20316"/>
                    <a:pt x="1" y="20348"/>
                    <a:pt x="33" y="20412"/>
                  </a:cubicBezTo>
                  <a:lnTo>
                    <a:pt x="1029" y="23338"/>
                  </a:lnTo>
                  <a:cubicBezTo>
                    <a:pt x="1062" y="23434"/>
                    <a:pt x="1126" y="23498"/>
                    <a:pt x="1222" y="23530"/>
                  </a:cubicBezTo>
                  <a:cubicBezTo>
                    <a:pt x="1287" y="23530"/>
                    <a:pt x="1383" y="23530"/>
                    <a:pt x="1447" y="23466"/>
                  </a:cubicBezTo>
                  <a:lnTo>
                    <a:pt x="4405" y="21248"/>
                  </a:lnTo>
                  <a:cubicBezTo>
                    <a:pt x="4469" y="21216"/>
                    <a:pt x="4501" y="21152"/>
                    <a:pt x="4501" y="21055"/>
                  </a:cubicBezTo>
                  <a:lnTo>
                    <a:pt x="6108" y="5562"/>
                  </a:lnTo>
                  <a:lnTo>
                    <a:pt x="8294" y="3183"/>
                  </a:lnTo>
                  <a:cubicBezTo>
                    <a:pt x="8358" y="3119"/>
                    <a:pt x="8358" y="2990"/>
                    <a:pt x="8326" y="2894"/>
                  </a:cubicBezTo>
                  <a:lnTo>
                    <a:pt x="7233" y="161"/>
                  </a:lnTo>
                  <a:cubicBezTo>
                    <a:pt x="7201" y="97"/>
                    <a:pt x="7137" y="33"/>
                    <a:pt x="70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309;p64">
              <a:extLst>
                <a:ext uri="{FF2B5EF4-FFF2-40B4-BE49-F238E27FC236}">
                  <a16:creationId xmlns:a16="http://schemas.microsoft.com/office/drawing/2014/main" id="{CE6E9271-79B6-3FC0-8F9F-D1CB8F14EDEB}"/>
                </a:ext>
              </a:extLst>
            </p:cNvPr>
            <p:cNvSpPr/>
            <p:nvPr/>
          </p:nvSpPr>
          <p:spPr>
            <a:xfrm>
              <a:off x="4399025" y="1330225"/>
              <a:ext cx="261200" cy="301375"/>
            </a:xfrm>
            <a:custGeom>
              <a:avLst/>
              <a:gdLst/>
              <a:ahLst/>
              <a:cxnLst/>
              <a:rect l="l" t="t" r="r" b="b"/>
              <a:pathLst>
                <a:path w="10448" h="12055" extrusionOk="0">
                  <a:moveTo>
                    <a:pt x="5079" y="0"/>
                  </a:moveTo>
                  <a:cubicBezTo>
                    <a:pt x="2829" y="0"/>
                    <a:pt x="1929" y="1833"/>
                    <a:pt x="1929" y="1833"/>
                  </a:cubicBezTo>
                  <a:cubicBezTo>
                    <a:pt x="1929" y="1833"/>
                    <a:pt x="804" y="3954"/>
                    <a:pt x="418" y="5369"/>
                  </a:cubicBezTo>
                  <a:cubicBezTo>
                    <a:pt x="0" y="6783"/>
                    <a:pt x="0" y="9419"/>
                    <a:pt x="0" y="9419"/>
                  </a:cubicBezTo>
                  <a:cubicBezTo>
                    <a:pt x="0" y="9419"/>
                    <a:pt x="3247" y="7908"/>
                    <a:pt x="4147" y="7908"/>
                  </a:cubicBezTo>
                  <a:cubicBezTo>
                    <a:pt x="5079" y="7908"/>
                    <a:pt x="6911" y="12055"/>
                    <a:pt x="6911" y="12055"/>
                  </a:cubicBezTo>
                  <a:cubicBezTo>
                    <a:pt x="6911" y="12055"/>
                    <a:pt x="9644" y="8004"/>
                    <a:pt x="10029" y="5047"/>
                  </a:cubicBezTo>
                  <a:cubicBezTo>
                    <a:pt x="10447" y="2122"/>
                    <a:pt x="7297" y="0"/>
                    <a:pt x="50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310;p64">
              <a:extLst>
                <a:ext uri="{FF2B5EF4-FFF2-40B4-BE49-F238E27FC236}">
                  <a16:creationId xmlns:a16="http://schemas.microsoft.com/office/drawing/2014/main" id="{0FBCE8D7-2455-C75F-3B03-BD757EC07453}"/>
                </a:ext>
              </a:extLst>
            </p:cNvPr>
            <p:cNvSpPr/>
            <p:nvPr/>
          </p:nvSpPr>
          <p:spPr>
            <a:xfrm>
              <a:off x="4392600" y="1323800"/>
              <a:ext cx="265200" cy="314225"/>
            </a:xfrm>
            <a:custGeom>
              <a:avLst/>
              <a:gdLst/>
              <a:ahLst/>
              <a:cxnLst/>
              <a:rect l="l" t="t" r="r" b="b"/>
              <a:pathLst>
                <a:path w="10608" h="12569" extrusionOk="0">
                  <a:moveTo>
                    <a:pt x="5336" y="515"/>
                  </a:moveTo>
                  <a:cubicBezTo>
                    <a:pt x="6300" y="515"/>
                    <a:pt x="7490" y="965"/>
                    <a:pt x="8454" y="1736"/>
                  </a:cubicBezTo>
                  <a:cubicBezTo>
                    <a:pt x="9386" y="2507"/>
                    <a:pt x="10061" y="3568"/>
                    <a:pt x="10061" y="4790"/>
                  </a:cubicBezTo>
                  <a:cubicBezTo>
                    <a:pt x="10061" y="4950"/>
                    <a:pt x="10061" y="5111"/>
                    <a:pt x="10029" y="5272"/>
                  </a:cubicBezTo>
                  <a:cubicBezTo>
                    <a:pt x="9836" y="6686"/>
                    <a:pt x="9065" y="8422"/>
                    <a:pt x="8326" y="9804"/>
                  </a:cubicBezTo>
                  <a:cubicBezTo>
                    <a:pt x="7972" y="10479"/>
                    <a:pt x="7618" y="11058"/>
                    <a:pt x="7361" y="11476"/>
                  </a:cubicBezTo>
                  <a:cubicBezTo>
                    <a:pt x="7300" y="11583"/>
                    <a:pt x="7246" y="11675"/>
                    <a:pt x="7196" y="11756"/>
                  </a:cubicBezTo>
                  <a:lnTo>
                    <a:pt x="7196" y="11756"/>
                  </a:lnTo>
                  <a:cubicBezTo>
                    <a:pt x="7011" y="11351"/>
                    <a:pt x="6711" y="10728"/>
                    <a:pt x="6365" y="10094"/>
                  </a:cubicBezTo>
                  <a:cubicBezTo>
                    <a:pt x="6075" y="9579"/>
                    <a:pt x="5754" y="9065"/>
                    <a:pt x="5433" y="8647"/>
                  </a:cubicBezTo>
                  <a:cubicBezTo>
                    <a:pt x="5272" y="8422"/>
                    <a:pt x="5143" y="8261"/>
                    <a:pt x="4983" y="8133"/>
                  </a:cubicBezTo>
                  <a:cubicBezTo>
                    <a:pt x="4822" y="8004"/>
                    <a:pt x="4629" y="7876"/>
                    <a:pt x="4404" y="7876"/>
                  </a:cubicBezTo>
                  <a:cubicBezTo>
                    <a:pt x="4115" y="7876"/>
                    <a:pt x="3761" y="8004"/>
                    <a:pt x="3311" y="8133"/>
                  </a:cubicBezTo>
                  <a:cubicBezTo>
                    <a:pt x="2365" y="8456"/>
                    <a:pt x="1155" y="8977"/>
                    <a:pt x="547" y="9246"/>
                  </a:cubicBezTo>
                  <a:lnTo>
                    <a:pt x="547" y="9246"/>
                  </a:lnTo>
                  <a:cubicBezTo>
                    <a:pt x="548" y="8437"/>
                    <a:pt x="644" y="6713"/>
                    <a:pt x="932" y="5690"/>
                  </a:cubicBezTo>
                  <a:cubicBezTo>
                    <a:pt x="1125" y="5015"/>
                    <a:pt x="1511" y="4147"/>
                    <a:pt x="1832" y="3440"/>
                  </a:cubicBezTo>
                  <a:cubicBezTo>
                    <a:pt x="1993" y="3086"/>
                    <a:pt x="2154" y="2765"/>
                    <a:pt x="2250" y="2540"/>
                  </a:cubicBezTo>
                  <a:cubicBezTo>
                    <a:pt x="2347" y="2347"/>
                    <a:pt x="2443" y="2218"/>
                    <a:pt x="2443" y="2186"/>
                  </a:cubicBezTo>
                  <a:cubicBezTo>
                    <a:pt x="2443" y="2154"/>
                    <a:pt x="2668" y="1736"/>
                    <a:pt x="3150" y="1318"/>
                  </a:cubicBezTo>
                  <a:cubicBezTo>
                    <a:pt x="3632" y="900"/>
                    <a:pt x="4308" y="515"/>
                    <a:pt x="5336" y="515"/>
                  </a:cubicBezTo>
                  <a:close/>
                  <a:moveTo>
                    <a:pt x="5336" y="0"/>
                  </a:moveTo>
                  <a:cubicBezTo>
                    <a:pt x="4147" y="0"/>
                    <a:pt x="3279" y="482"/>
                    <a:pt x="2732" y="965"/>
                  </a:cubicBezTo>
                  <a:cubicBezTo>
                    <a:pt x="2218" y="1447"/>
                    <a:pt x="1961" y="1929"/>
                    <a:pt x="1961" y="1961"/>
                  </a:cubicBezTo>
                  <a:cubicBezTo>
                    <a:pt x="1961" y="1961"/>
                    <a:pt x="836" y="4083"/>
                    <a:pt x="418" y="5561"/>
                  </a:cubicBezTo>
                  <a:cubicBezTo>
                    <a:pt x="193" y="6301"/>
                    <a:pt x="97" y="7329"/>
                    <a:pt x="64" y="8165"/>
                  </a:cubicBezTo>
                  <a:cubicBezTo>
                    <a:pt x="0" y="9001"/>
                    <a:pt x="0" y="9676"/>
                    <a:pt x="0" y="9676"/>
                  </a:cubicBezTo>
                  <a:cubicBezTo>
                    <a:pt x="0" y="9772"/>
                    <a:pt x="32" y="9836"/>
                    <a:pt x="129" y="9901"/>
                  </a:cubicBezTo>
                  <a:cubicBezTo>
                    <a:pt x="166" y="9938"/>
                    <a:pt x="215" y="9954"/>
                    <a:pt x="268" y="9954"/>
                  </a:cubicBezTo>
                  <a:cubicBezTo>
                    <a:pt x="306" y="9954"/>
                    <a:pt x="346" y="9946"/>
                    <a:pt x="386" y="9933"/>
                  </a:cubicBezTo>
                  <a:cubicBezTo>
                    <a:pt x="386" y="9933"/>
                    <a:pt x="579" y="9836"/>
                    <a:pt x="900" y="9676"/>
                  </a:cubicBezTo>
                  <a:cubicBezTo>
                    <a:pt x="1382" y="9483"/>
                    <a:pt x="2090" y="9161"/>
                    <a:pt x="2797" y="8872"/>
                  </a:cubicBezTo>
                  <a:cubicBezTo>
                    <a:pt x="3150" y="8744"/>
                    <a:pt x="3472" y="8647"/>
                    <a:pt x="3761" y="8551"/>
                  </a:cubicBezTo>
                  <a:cubicBezTo>
                    <a:pt x="4050" y="8454"/>
                    <a:pt x="4308" y="8422"/>
                    <a:pt x="4404" y="8422"/>
                  </a:cubicBezTo>
                  <a:cubicBezTo>
                    <a:pt x="4436" y="8422"/>
                    <a:pt x="4500" y="8454"/>
                    <a:pt x="4629" y="8551"/>
                  </a:cubicBezTo>
                  <a:cubicBezTo>
                    <a:pt x="4822" y="8711"/>
                    <a:pt x="5079" y="9033"/>
                    <a:pt x="5336" y="9451"/>
                  </a:cubicBezTo>
                  <a:cubicBezTo>
                    <a:pt x="5722" y="10029"/>
                    <a:pt x="6140" y="10769"/>
                    <a:pt x="6429" y="11379"/>
                  </a:cubicBezTo>
                  <a:cubicBezTo>
                    <a:pt x="6558" y="11669"/>
                    <a:pt x="6686" y="11926"/>
                    <a:pt x="6783" y="12119"/>
                  </a:cubicBezTo>
                  <a:cubicBezTo>
                    <a:pt x="6847" y="12312"/>
                    <a:pt x="6911" y="12408"/>
                    <a:pt x="6911" y="12408"/>
                  </a:cubicBezTo>
                  <a:cubicBezTo>
                    <a:pt x="6943" y="12504"/>
                    <a:pt x="7040" y="12569"/>
                    <a:pt x="7136" y="12569"/>
                  </a:cubicBezTo>
                  <a:cubicBezTo>
                    <a:pt x="7233" y="12569"/>
                    <a:pt x="7329" y="12537"/>
                    <a:pt x="7361" y="12472"/>
                  </a:cubicBezTo>
                  <a:cubicBezTo>
                    <a:pt x="7393" y="12440"/>
                    <a:pt x="8068" y="11444"/>
                    <a:pt x="8808" y="10029"/>
                  </a:cubicBezTo>
                  <a:cubicBezTo>
                    <a:pt x="9547" y="8647"/>
                    <a:pt x="10351" y="6879"/>
                    <a:pt x="10544" y="5368"/>
                  </a:cubicBezTo>
                  <a:cubicBezTo>
                    <a:pt x="10576" y="5175"/>
                    <a:pt x="10608" y="4983"/>
                    <a:pt x="10608" y="4790"/>
                  </a:cubicBezTo>
                  <a:cubicBezTo>
                    <a:pt x="10608" y="3375"/>
                    <a:pt x="9804" y="2154"/>
                    <a:pt x="8776" y="1318"/>
                  </a:cubicBezTo>
                  <a:cubicBezTo>
                    <a:pt x="7747" y="482"/>
                    <a:pt x="6461" y="0"/>
                    <a:pt x="53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311;p64">
              <a:extLst>
                <a:ext uri="{FF2B5EF4-FFF2-40B4-BE49-F238E27FC236}">
                  <a16:creationId xmlns:a16="http://schemas.microsoft.com/office/drawing/2014/main" id="{AEE8A875-2895-C033-010A-4BD4DBDCEEFD}"/>
                </a:ext>
              </a:extLst>
            </p:cNvPr>
            <p:cNvSpPr/>
            <p:nvPr/>
          </p:nvSpPr>
          <p:spPr>
            <a:xfrm>
              <a:off x="4693150" y="1284575"/>
              <a:ext cx="77975" cy="92900"/>
            </a:xfrm>
            <a:custGeom>
              <a:avLst/>
              <a:gdLst/>
              <a:ahLst/>
              <a:cxnLst/>
              <a:rect l="l" t="t" r="r" b="b"/>
              <a:pathLst>
                <a:path w="3119" h="3716" extrusionOk="0">
                  <a:moveTo>
                    <a:pt x="2546" y="0"/>
                  </a:moveTo>
                  <a:cubicBezTo>
                    <a:pt x="2181" y="0"/>
                    <a:pt x="1704" y="701"/>
                    <a:pt x="1704" y="701"/>
                  </a:cubicBezTo>
                  <a:lnTo>
                    <a:pt x="0" y="3530"/>
                  </a:lnTo>
                  <a:cubicBezTo>
                    <a:pt x="0" y="3530"/>
                    <a:pt x="229" y="3716"/>
                    <a:pt x="591" y="3716"/>
                  </a:cubicBezTo>
                  <a:cubicBezTo>
                    <a:pt x="772" y="3716"/>
                    <a:pt x="986" y="3669"/>
                    <a:pt x="1222" y="3530"/>
                  </a:cubicBezTo>
                  <a:cubicBezTo>
                    <a:pt x="1929" y="3144"/>
                    <a:pt x="3118" y="2019"/>
                    <a:pt x="2925" y="605"/>
                  </a:cubicBezTo>
                  <a:cubicBezTo>
                    <a:pt x="2864" y="154"/>
                    <a:pt x="2717" y="0"/>
                    <a:pt x="25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312;p64">
              <a:extLst>
                <a:ext uri="{FF2B5EF4-FFF2-40B4-BE49-F238E27FC236}">
                  <a16:creationId xmlns:a16="http://schemas.microsoft.com/office/drawing/2014/main" id="{2EA91CAC-F9EE-71D8-8590-84F8A2E131FD}"/>
                </a:ext>
              </a:extLst>
            </p:cNvPr>
            <p:cNvSpPr/>
            <p:nvPr/>
          </p:nvSpPr>
          <p:spPr>
            <a:xfrm>
              <a:off x="4685100" y="1277975"/>
              <a:ext cx="88425" cy="106125"/>
            </a:xfrm>
            <a:custGeom>
              <a:avLst/>
              <a:gdLst/>
              <a:ahLst/>
              <a:cxnLst/>
              <a:rect l="l" t="t" r="r" b="b"/>
              <a:pathLst>
                <a:path w="3537" h="4245" extrusionOk="0">
                  <a:moveTo>
                    <a:pt x="2862" y="1"/>
                  </a:moveTo>
                  <a:cubicBezTo>
                    <a:pt x="2701" y="1"/>
                    <a:pt x="2540" y="65"/>
                    <a:pt x="2444" y="162"/>
                  </a:cubicBezTo>
                  <a:cubicBezTo>
                    <a:pt x="2090" y="419"/>
                    <a:pt x="1833" y="805"/>
                    <a:pt x="1801" y="837"/>
                  </a:cubicBezTo>
                  <a:cubicBezTo>
                    <a:pt x="1737" y="933"/>
                    <a:pt x="1769" y="1126"/>
                    <a:pt x="1897" y="1190"/>
                  </a:cubicBezTo>
                  <a:cubicBezTo>
                    <a:pt x="1948" y="1228"/>
                    <a:pt x="2004" y="1246"/>
                    <a:pt x="2057" y="1246"/>
                  </a:cubicBezTo>
                  <a:cubicBezTo>
                    <a:pt x="2138" y="1246"/>
                    <a:pt x="2212" y="1204"/>
                    <a:pt x="2251" y="1126"/>
                  </a:cubicBezTo>
                  <a:lnTo>
                    <a:pt x="2283" y="1094"/>
                  </a:lnTo>
                  <a:cubicBezTo>
                    <a:pt x="2315" y="1030"/>
                    <a:pt x="2444" y="869"/>
                    <a:pt x="2572" y="740"/>
                  </a:cubicBezTo>
                  <a:cubicBezTo>
                    <a:pt x="2637" y="676"/>
                    <a:pt x="2701" y="612"/>
                    <a:pt x="2765" y="580"/>
                  </a:cubicBezTo>
                  <a:cubicBezTo>
                    <a:pt x="2829" y="547"/>
                    <a:pt x="2862" y="547"/>
                    <a:pt x="2862" y="547"/>
                  </a:cubicBezTo>
                  <a:cubicBezTo>
                    <a:pt x="2894" y="580"/>
                    <a:pt x="2958" y="676"/>
                    <a:pt x="2990" y="901"/>
                  </a:cubicBezTo>
                  <a:cubicBezTo>
                    <a:pt x="2990" y="997"/>
                    <a:pt x="2990" y="1094"/>
                    <a:pt x="3022" y="1190"/>
                  </a:cubicBezTo>
                  <a:cubicBezTo>
                    <a:pt x="3022" y="1737"/>
                    <a:pt x="2765" y="2251"/>
                    <a:pt x="2444" y="2669"/>
                  </a:cubicBezTo>
                  <a:cubicBezTo>
                    <a:pt x="2122" y="3087"/>
                    <a:pt x="1704" y="3408"/>
                    <a:pt x="1383" y="3569"/>
                  </a:cubicBezTo>
                  <a:cubicBezTo>
                    <a:pt x="1190" y="3698"/>
                    <a:pt x="1029" y="3730"/>
                    <a:pt x="901" y="3730"/>
                  </a:cubicBezTo>
                  <a:cubicBezTo>
                    <a:pt x="772" y="3730"/>
                    <a:pt x="644" y="3698"/>
                    <a:pt x="579" y="3665"/>
                  </a:cubicBezTo>
                  <a:lnTo>
                    <a:pt x="515" y="3601"/>
                  </a:lnTo>
                  <a:lnTo>
                    <a:pt x="483" y="3601"/>
                  </a:lnTo>
                  <a:cubicBezTo>
                    <a:pt x="429" y="3561"/>
                    <a:pt x="370" y="3543"/>
                    <a:pt x="312" y="3543"/>
                  </a:cubicBezTo>
                  <a:cubicBezTo>
                    <a:pt x="231" y="3543"/>
                    <a:pt x="153" y="3577"/>
                    <a:pt x="97" y="3633"/>
                  </a:cubicBezTo>
                  <a:cubicBezTo>
                    <a:pt x="1" y="3762"/>
                    <a:pt x="33" y="3923"/>
                    <a:pt x="161" y="4019"/>
                  </a:cubicBezTo>
                  <a:cubicBezTo>
                    <a:pt x="161" y="4051"/>
                    <a:pt x="451" y="4244"/>
                    <a:pt x="901" y="4244"/>
                  </a:cubicBezTo>
                  <a:cubicBezTo>
                    <a:pt x="1126" y="4244"/>
                    <a:pt x="1383" y="4212"/>
                    <a:pt x="1672" y="4051"/>
                  </a:cubicBezTo>
                  <a:cubicBezTo>
                    <a:pt x="2026" y="3826"/>
                    <a:pt x="2476" y="3473"/>
                    <a:pt x="2862" y="2990"/>
                  </a:cubicBezTo>
                  <a:cubicBezTo>
                    <a:pt x="3247" y="2508"/>
                    <a:pt x="3537" y="1898"/>
                    <a:pt x="3537" y="1190"/>
                  </a:cubicBezTo>
                  <a:cubicBezTo>
                    <a:pt x="3537" y="1062"/>
                    <a:pt x="3537" y="965"/>
                    <a:pt x="3504" y="837"/>
                  </a:cubicBezTo>
                  <a:cubicBezTo>
                    <a:pt x="3472" y="580"/>
                    <a:pt x="3408" y="387"/>
                    <a:pt x="3312" y="258"/>
                  </a:cubicBezTo>
                  <a:cubicBezTo>
                    <a:pt x="3215" y="97"/>
                    <a:pt x="3054" y="1"/>
                    <a:pt x="28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313;p64">
              <a:extLst>
                <a:ext uri="{FF2B5EF4-FFF2-40B4-BE49-F238E27FC236}">
                  <a16:creationId xmlns:a16="http://schemas.microsoft.com/office/drawing/2014/main" id="{4951665A-8149-C7A5-C2C8-2614582228AB}"/>
                </a:ext>
              </a:extLst>
            </p:cNvPr>
            <p:cNvSpPr/>
            <p:nvPr/>
          </p:nvSpPr>
          <p:spPr>
            <a:xfrm>
              <a:off x="4422325" y="1150100"/>
              <a:ext cx="55475" cy="116650"/>
            </a:xfrm>
            <a:custGeom>
              <a:avLst/>
              <a:gdLst/>
              <a:ahLst/>
              <a:cxnLst/>
              <a:rect l="l" t="t" r="r" b="b"/>
              <a:pathLst>
                <a:path w="2219" h="4666" extrusionOk="0">
                  <a:moveTo>
                    <a:pt x="1642" y="1"/>
                  </a:moveTo>
                  <a:cubicBezTo>
                    <a:pt x="1310" y="1"/>
                    <a:pt x="903" y="206"/>
                    <a:pt x="611" y="1034"/>
                  </a:cubicBezTo>
                  <a:cubicBezTo>
                    <a:pt x="1" y="2641"/>
                    <a:pt x="997" y="4666"/>
                    <a:pt x="997" y="4666"/>
                  </a:cubicBezTo>
                  <a:lnTo>
                    <a:pt x="2026" y="2544"/>
                  </a:lnTo>
                  <a:lnTo>
                    <a:pt x="2218" y="198"/>
                  </a:lnTo>
                  <a:cubicBezTo>
                    <a:pt x="2218" y="198"/>
                    <a:pt x="1966" y="1"/>
                    <a:pt x="164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314;p64">
              <a:extLst>
                <a:ext uri="{FF2B5EF4-FFF2-40B4-BE49-F238E27FC236}">
                  <a16:creationId xmlns:a16="http://schemas.microsoft.com/office/drawing/2014/main" id="{B218E4F0-6164-B3AA-BFDD-290948BB5CB5}"/>
                </a:ext>
              </a:extLst>
            </p:cNvPr>
            <p:cNvSpPr/>
            <p:nvPr/>
          </p:nvSpPr>
          <p:spPr>
            <a:xfrm>
              <a:off x="4425550" y="1143775"/>
              <a:ext cx="59475" cy="129425"/>
            </a:xfrm>
            <a:custGeom>
              <a:avLst/>
              <a:gdLst/>
              <a:ahLst/>
              <a:cxnLst/>
              <a:rect l="l" t="t" r="r" b="b"/>
              <a:pathLst>
                <a:path w="2379" h="5177" extrusionOk="0">
                  <a:moveTo>
                    <a:pt x="1511" y="1"/>
                  </a:moveTo>
                  <a:cubicBezTo>
                    <a:pt x="1286" y="1"/>
                    <a:pt x="1029" y="65"/>
                    <a:pt x="804" y="258"/>
                  </a:cubicBezTo>
                  <a:cubicBezTo>
                    <a:pt x="579" y="451"/>
                    <a:pt x="386" y="740"/>
                    <a:pt x="225" y="1190"/>
                  </a:cubicBezTo>
                  <a:cubicBezTo>
                    <a:pt x="64" y="1608"/>
                    <a:pt x="0" y="2026"/>
                    <a:pt x="0" y="2444"/>
                  </a:cubicBezTo>
                  <a:cubicBezTo>
                    <a:pt x="0" y="3794"/>
                    <a:pt x="611" y="5015"/>
                    <a:pt x="643" y="5048"/>
                  </a:cubicBezTo>
                  <a:cubicBezTo>
                    <a:pt x="675" y="5144"/>
                    <a:pt x="772" y="5176"/>
                    <a:pt x="868" y="5176"/>
                  </a:cubicBezTo>
                  <a:cubicBezTo>
                    <a:pt x="964" y="5176"/>
                    <a:pt x="1061" y="5144"/>
                    <a:pt x="1125" y="5048"/>
                  </a:cubicBezTo>
                  <a:lnTo>
                    <a:pt x="2122" y="2926"/>
                  </a:lnTo>
                  <a:cubicBezTo>
                    <a:pt x="2186" y="2765"/>
                    <a:pt x="2122" y="2605"/>
                    <a:pt x="1993" y="2540"/>
                  </a:cubicBezTo>
                  <a:cubicBezTo>
                    <a:pt x="1959" y="2523"/>
                    <a:pt x="1922" y="2515"/>
                    <a:pt x="1885" y="2515"/>
                  </a:cubicBezTo>
                  <a:cubicBezTo>
                    <a:pt x="1785" y="2515"/>
                    <a:pt x="1687" y="2575"/>
                    <a:pt x="1639" y="2669"/>
                  </a:cubicBezTo>
                  <a:lnTo>
                    <a:pt x="899" y="4268"/>
                  </a:lnTo>
                  <a:lnTo>
                    <a:pt x="899" y="4268"/>
                  </a:lnTo>
                  <a:cubicBezTo>
                    <a:pt x="739" y="3818"/>
                    <a:pt x="547" y="3138"/>
                    <a:pt x="547" y="2444"/>
                  </a:cubicBezTo>
                  <a:cubicBezTo>
                    <a:pt x="547" y="2058"/>
                    <a:pt x="579" y="1705"/>
                    <a:pt x="707" y="1383"/>
                  </a:cubicBezTo>
                  <a:cubicBezTo>
                    <a:pt x="868" y="997"/>
                    <a:pt x="1029" y="772"/>
                    <a:pt x="1157" y="676"/>
                  </a:cubicBezTo>
                  <a:cubicBezTo>
                    <a:pt x="1286" y="547"/>
                    <a:pt x="1382" y="547"/>
                    <a:pt x="1511" y="547"/>
                  </a:cubicBezTo>
                  <a:cubicBezTo>
                    <a:pt x="1529" y="541"/>
                    <a:pt x="1549" y="539"/>
                    <a:pt x="1569" y="539"/>
                  </a:cubicBezTo>
                  <a:cubicBezTo>
                    <a:pt x="1654" y="539"/>
                    <a:pt x="1748" y="586"/>
                    <a:pt x="1800" y="612"/>
                  </a:cubicBezTo>
                  <a:lnTo>
                    <a:pt x="1897" y="644"/>
                  </a:lnTo>
                  <a:lnTo>
                    <a:pt x="1929" y="676"/>
                  </a:lnTo>
                  <a:cubicBezTo>
                    <a:pt x="1969" y="716"/>
                    <a:pt x="2026" y="734"/>
                    <a:pt x="2084" y="734"/>
                  </a:cubicBezTo>
                  <a:cubicBezTo>
                    <a:pt x="2164" y="734"/>
                    <a:pt x="2245" y="700"/>
                    <a:pt x="2282" y="644"/>
                  </a:cubicBezTo>
                  <a:cubicBezTo>
                    <a:pt x="2379" y="515"/>
                    <a:pt x="2379" y="354"/>
                    <a:pt x="2250" y="258"/>
                  </a:cubicBezTo>
                  <a:cubicBezTo>
                    <a:pt x="2218" y="258"/>
                    <a:pt x="1961" y="1"/>
                    <a:pt x="151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315;p64">
              <a:extLst>
                <a:ext uri="{FF2B5EF4-FFF2-40B4-BE49-F238E27FC236}">
                  <a16:creationId xmlns:a16="http://schemas.microsoft.com/office/drawing/2014/main" id="{E0A90732-E3A6-A46D-3260-D85F1BF326D6}"/>
                </a:ext>
              </a:extLst>
            </p:cNvPr>
            <p:cNvSpPr/>
            <p:nvPr/>
          </p:nvSpPr>
          <p:spPr>
            <a:xfrm>
              <a:off x="4469750" y="1442050"/>
              <a:ext cx="140350" cy="85950"/>
            </a:xfrm>
            <a:custGeom>
              <a:avLst/>
              <a:gdLst/>
              <a:ahLst/>
              <a:cxnLst/>
              <a:rect l="l" t="t" r="r" b="b"/>
              <a:pathLst>
                <a:path w="5614" h="3438" extrusionOk="0">
                  <a:moveTo>
                    <a:pt x="5483" y="0"/>
                  </a:moveTo>
                  <a:cubicBezTo>
                    <a:pt x="4710" y="0"/>
                    <a:pt x="321" y="2117"/>
                    <a:pt x="321" y="2117"/>
                  </a:cubicBezTo>
                  <a:cubicBezTo>
                    <a:pt x="321" y="2117"/>
                    <a:pt x="0" y="3338"/>
                    <a:pt x="1318" y="3435"/>
                  </a:cubicBezTo>
                  <a:cubicBezTo>
                    <a:pt x="1340" y="3437"/>
                    <a:pt x="1362" y="3437"/>
                    <a:pt x="1385" y="3437"/>
                  </a:cubicBezTo>
                  <a:cubicBezTo>
                    <a:pt x="2728" y="3437"/>
                    <a:pt x="5404" y="692"/>
                    <a:pt x="5593" y="92"/>
                  </a:cubicBezTo>
                  <a:cubicBezTo>
                    <a:pt x="5613" y="28"/>
                    <a:pt x="5572" y="0"/>
                    <a:pt x="54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316;p64">
              <a:extLst>
                <a:ext uri="{FF2B5EF4-FFF2-40B4-BE49-F238E27FC236}">
                  <a16:creationId xmlns:a16="http://schemas.microsoft.com/office/drawing/2014/main" id="{E5F7259B-06E2-FA57-BCF4-B4A13D9929A6}"/>
                </a:ext>
              </a:extLst>
            </p:cNvPr>
            <p:cNvSpPr/>
            <p:nvPr/>
          </p:nvSpPr>
          <p:spPr>
            <a:xfrm>
              <a:off x="4470550" y="1435500"/>
              <a:ext cx="145475" cy="98875"/>
            </a:xfrm>
            <a:custGeom>
              <a:avLst/>
              <a:gdLst/>
              <a:ahLst/>
              <a:cxnLst/>
              <a:rect l="l" t="t" r="r" b="b"/>
              <a:pathLst>
                <a:path w="5819" h="3955" extrusionOk="0">
                  <a:moveTo>
                    <a:pt x="5072" y="614"/>
                  </a:moveTo>
                  <a:cubicBezTo>
                    <a:pt x="4748" y="1047"/>
                    <a:pt x="4092" y="1750"/>
                    <a:pt x="3407" y="2315"/>
                  </a:cubicBezTo>
                  <a:cubicBezTo>
                    <a:pt x="3022" y="2636"/>
                    <a:pt x="2636" y="2925"/>
                    <a:pt x="2282" y="3118"/>
                  </a:cubicBezTo>
                  <a:cubicBezTo>
                    <a:pt x="1937" y="3291"/>
                    <a:pt x="1642" y="3413"/>
                    <a:pt x="1446" y="3413"/>
                  </a:cubicBezTo>
                  <a:cubicBezTo>
                    <a:pt x="1424" y="3413"/>
                    <a:pt x="1402" y="3411"/>
                    <a:pt x="1382" y="3408"/>
                  </a:cubicBezTo>
                  <a:lnTo>
                    <a:pt x="1318" y="3408"/>
                  </a:lnTo>
                  <a:cubicBezTo>
                    <a:pt x="932" y="3375"/>
                    <a:pt x="772" y="3247"/>
                    <a:pt x="643" y="3118"/>
                  </a:cubicBezTo>
                  <a:cubicBezTo>
                    <a:pt x="547" y="2990"/>
                    <a:pt x="514" y="2797"/>
                    <a:pt x="514" y="2668"/>
                  </a:cubicBezTo>
                  <a:cubicBezTo>
                    <a:pt x="514" y="2623"/>
                    <a:pt x="530" y="2578"/>
                    <a:pt x="540" y="2544"/>
                  </a:cubicBezTo>
                  <a:lnTo>
                    <a:pt x="540" y="2544"/>
                  </a:lnTo>
                  <a:cubicBezTo>
                    <a:pt x="654" y="2489"/>
                    <a:pt x="846" y="2397"/>
                    <a:pt x="1093" y="2283"/>
                  </a:cubicBezTo>
                  <a:cubicBezTo>
                    <a:pt x="1736" y="1993"/>
                    <a:pt x="2700" y="1543"/>
                    <a:pt x="3568" y="1158"/>
                  </a:cubicBezTo>
                  <a:cubicBezTo>
                    <a:pt x="4018" y="997"/>
                    <a:pt x="4436" y="804"/>
                    <a:pt x="4790" y="707"/>
                  </a:cubicBezTo>
                  <a:cubicBezTo>
                    <a:pt x="4894" y="666"/>
                    <a:pt x="4985" y="637"/>
                    <a:pt x="5072" y="614"/>
                  </a:cubicBezTo>
                  <a:close/>
                  <a:moveTo>
                    <a:pt x="5433" y="0"/>
                  </a:moveTo>
                  <a:cubicBezTo>
                    <a:pt x="5304" y="0"/>
                    <a:pt x="5143" y="32"/>
                    <a:pt x="4918" y="97"/>
                  </a:cubicBezTo>
                  <a:cubicBezTo>
                    <a:pt x="4211" y="290"/>
                    <a:pt x="3054" y="804"/>
                    <a:pt x="2025" y="1254"/>
                  </a:cubicBezTo>
                  <a:cubicBezTo>
                    <a:pt x="1029" y="1736"/>
                    <a:pt x="161" y="2122"/>
                    <a:pt x="161" y="2122"/>
                  </a:cubicBezTo>
                  <a:cubicBezTo>
                    <a:pt x="97" y="2154"/>
                    <a:pt x="32" y="2218"/>
                    <a:pt x="32" y="2315"/>
                  </a:cubicBezTo>
                  <a:cubicBezTo>
                    <a:pt x="32" y="2315"/>
                    <a:pt x="0" y="2443"/>
                    <a:pt x="0" y="2668"/>
                  </a:cubicBezTo>
                  <a:cubicBezTo>
                    <a:pt x="0" y="2861"/>
                    <a:pt x="32" y="3183"/>
                    <a:pt x="225" y="3440"/>
                  </a:cubicBezTo>
                  <a:cubicBezTo>
                    <a:pt x="418" y="3729"/>
                    <a:pt x="772" y="3922"/>
                    <a:pt x="1286" y="3954"/>
                  </a:cubicBezTo>
                  <a:lnTo>
                    <a:pt x="1382" y="3954"/>
                  </a:lnTo>
                  <a:cubicBezTo>
                    <a:pt x="1800" y="3954"/>
                    <a:pt x="2250" y="3761"/>
                    <a:pt x="2700" y="3472"/>
                  </a:cubicBezTo>
                  <a:cubicBezTo>
                    <a:pt x="3375" y="3054"/>
                    <a:pt x="4115" y="2443"/>
                    <a:pt x="4693" y="1865"/>
                  </a:cubicBezTo>
                  <a:cubicBezTo>
                    <a:pt x="4983" y="1575"/>
                    <a:pt x="5240" y="1286"/>
                    <a:pt x="5433" y="1029"/>
                  </a:cubicBezTo>
                  <a:cubicBezTo>
                    <a:pt x="5625" y="804"/>
                    <a:pt x="5754" y="611"/>
                    <a:pt x="5818" y="418"/>
                  </a:cubicBezTo>
                  <a:lnTo>
                    <a:pt x="5818" y="322"/>
                  </a:lnTo>
                  <a:cubicBezTo>
                    <a:pt x="5818" y="257"/>
                    <a:pt x="5818" y="193"/>
                    <a:pt x="5786" y="129"/>
                  </a:cubicBezTo>
                  <a:cubicBezTo>
                    <a:pt x="5722" y="65"/>
                    <a:pt x="5658" y="32"/>
                    <a:pt x="55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317;p64">
              <a:extLst>
                <a:ext uri="{FF2B5EF4-FFF2-40B4-BE49-F238E27FC236}">
                  <a16:creationId xmlns:a16="http://schemas.microsoft.com/office/drawing/2014/main" id="{BBE53EA3-FED0-BCAD-83C2-ACC977CAC18E}"/>
                </a:ext>
              </a:extLst>
            </p:cNvPr>
            <p:cNvSpPr/>
            <p:nvPr/>
          </p:nvSpPr>
          <p:spPr>
            <a:xfrm>
              <a:off x="4434375" y="979525"/>
              <a:ext cx="393000" cy="529650"/>
            </a:xfrm>
            <a:custGeom>
              <a:avLst/>
              <a:gdLst/>
              <a:ahLst/>
              <a:cxnLst/>
              <a:rect l="l" t="t" r="r" b="b"/>
              <a:pathLst>
                <a:path w="15720" h="21186" extrusionOk="0">
                  <a:moveTo>
                    <a:pt x="9216" y="1"/>
                  </a:moveTo>
                  <a:cubicBezTo>
                    <a:pt x="8300" y="1"/>
                    <a:pt x="7368" y="253"/>
                    <a:pt x="6494" y="849"/>
                  </a:cubicBezTo>
                  <a:cubicBezTo>
                    <a:pt x="6494" y="849"/>
                    <a:pt x="2958" y="2489"/>
                    <a:pt x="2154" y="4996"/>
                  </a:cubicBezTo>
                  <a:cubicBezTo>
                    <a:pt x="1319" y="7535"/>
                    <a:pt x="1" y="12710"/>
                    <a:pt x="1" y="14639"/>
                  </a:cubicBezTo>
                  <a:cubicBezTo>
                    <a:pt x="1" y="16568"/>
                    <a:pt x="611" y="20522"/>
                    <a:pt x="1929" y="21100"/>
                  </a:cubicBezTo>
                  <a:cubicBezTo>
                    <a:pt x="2056" y="21159"/>
                    <a:pt x="2211" y="21186"/>
                    <a:pt x="2389" y="21186"/>
                  </a:cubicBezTo>
                  <a:cubicBezTo>
                    <a:pt x="4059" y="21186"/>
                    <a:pt x="7736" y="18805"/>
                    <a:pt x="8840" y="18079"/>
                  </a:cubicBezTo>
                  <a:cubicBezTo>
                    <a:pt x="10030" y="17275"/>
                    <a:pt x="11444" y="14125"/>
                    <a:pt x="12987" y="12293"/>
                  </a:cubicBezTo>
                  <a:cubicBezTo>
                    <a:pt x="14498" y="10492"/>
                    <a:pt x="15719" y="7149"/>
                    <a:pt x="15109" y="4417"/>
                  </a:cubicBezTo>
                  <a:cubicBezTo>
                    <a:pt x="14649" y="2336"/>
                    <a:pt x="12004" y="1"/>
                    <a:pt x="921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318;p64">
              <a:extLst>
                <a:ext uri="{FF2B5EF4-FFF2-40B4-BE49-F238E27FC236}">
                  <a16:creationId xmlns:a16="http://schemas.microsoft.com/office/drawing/2014/main" id="{44D15BEA-F076-7CC7-6F39-49AD5161D28F}"/>
                </a:ext>
              </a:extLst>
            </p:cNvPr>
            <p:cNvSpPr/>
            <p:nvPr/>
          </p:nvSpPr>
          <p:spPr>
            <a:xfrm>
              <a:off x="4427950" y="972625"/>
              <a:ext cx="394600" cy="543250"/>
            </a:xfrm>
            <a:custGeom>
              <a:avLst/>
              <a:gdLst/>
              <a:ahLst/>
              <a:cxnLst/>
              <a:rect l="l" t="t" r="r" b="b"/>
              <a:pathLst>
                <a:path w="15784" h="21730" extrusionOk="0">
                  <a:moveTo>
                    <a:pt x="9483" y="547"/>
                  </a:moveTo>
                  <a:cubicBezTo>
                    <a:pt x="10801" y="547"/>
                    <a:pt x="12119" y="1093"/>
                    <a:pt x="13115" y="1929"/>
                  </a:cubicBezTo>
                  <a:cubicBezTo>
                    <a:pt x="14144" y="2732"/>
                    <a:pt x="14883" y="3793"/>
                    <a:pt x="15108" y="4725"/>
                  </a:cubicBezTo>
                  <a:cubicBezTo>
                    <a:pt x="15205" y="5207"/>
                    <a:pt x="15269" y="5690"/>
                    <a:pt x="15269" y="6204"/>
                  </a:cubicBezTo>
                  <a:cubicBezTo>
                    <a:pt x="15269" y="8486"/>
                    <a:pt x="14240" y="10961"/>
                    <a:pt x="13019" y="12408"/>
                  </a:cubicBezTo>
                  <a:cubicBezTo>
                    <a:pt x="12248" y="13340"/>
                    <a:pt x="11508" y="14594"/>
                    <a:pt x="10833" y="15719"/>
                  </a:cubicBezTo>
                  <a:cubicBezTo>
                    <a:pt x="10126" y="16812"/>
                    <a:pt x="9451" y="17776"/>
                    <a:pt x="8937" y="18130"/>
                  </a:cubicBezTo>
                  <a:cubicBezTo>
                    <a:pt x="8390" y="18483"/>
                    <a:pt x="7201" y="19287"/>
                    <a:pt x="5947" y="19962"/>
                  </a:cubicBezTo>
                  <a:cubicBezTo>
                    <a:pt x="5337" y="20283"/>
                    <a:pt x="4694" y="20605"/>
                    <a:pt x="4115" y="20830"/>
                  </a:cubicBezTo>
                  <a:cubicBezTo>
                    <a:pt x="3536" y="21087"/>
                    <a:pt x="2990" y="21215"/>
                    <a:pt x="2636" y="21215"/>
                  </a:cubicBezTo>
                  <a:cubicBezTo>
                    <a:pt x="2508" y="21215"/>
                    <a:pt x="2379" y="21183"/>
                    <a:pt x="2315" y="21151"/>
                  </a:cubicBezTo>
                  <a:cubicBezTo>
                    <a:pt x="2058" y="21055"/>
                    <a:pt x="1801" y="20733"/>
                    <a:pt x="1576" y="20283"/>
                  </a:cubicBezTo>
                  <a:cubicBezTo>
                    <a:pt x="1222" y="19576"/>
                    <a:pt x="965" y="18580"/>
                    <a:pt x="804" y="17615"/>
                  </a:cubicBezTo>
                  <a:cubicBezTo>
                    <a:pt x="611" y="16619"/>
                    <a:pt x="547" y="15622"/>
                    <a:pt x="547" y="14915"/>
                  </a:cubicBezTo>
                  <a:cubicBezTo>
                    <a:pt x="547" y="14015"/>
                    <a:pt x="868" y="12215"/>
                    <a:pt x="1286" y="10383"/>
                  </a:cubicBezTo>
                  <a:cubicBezTo>
                    <a:pt x="1704" y="8551"/>
                    <a:pt x="2251" y="6622"/>
                    <a:pt x="2636" y="5368"/>
                  </a:cubicBezTo>
                  <a:cubicBezTo>
                    <a:pt x="3022" y="4179"/>
                    <a:pt x="4083" y="3182"/>
                    <a:pt x="5047" y="2475"/>
                  </a:cubicBezTo>
                  <a:cubicBezTo>
                    <a:pt x="5529" y="2122"/>
                    <a:pt x="5979" y="1832"/>
                    <a:pt x="6301" y="1672"/>
                  </a:cubicBezTo>
                  <a:cubicBezTo>
                    <a:pt x="6494" y="1575"/>
                    <a:pt x="6622" y="1511"/>
                    <a:pt x="6719" y="1447"/>
                  </a:cubicBezTo>
                  <a:lnTo>
                    <a:pt x="6815" y="1382"/>
                  </a:lnTo>
                  <a:lnTo>
                    <a:pt x="6879" y="1382"/>
                  </a:lnTo>
                  <a:lnTo>
                    <a:pt x="6912" y="1350"/>
                  </a:lnTo>
                  <a:cubicBezTo>
                    <a:pt x="7747" y="772"/>
                    <a:pt x="8615" y="547"/>
                    <a:pt x="9483" y="547"/>
                  </a:cubicBezTo>
                  <a:close/>
                  <a:moveTo>
                    <a:pt x="9483" y="0"/>
                  </a:moveTo>
                  <a:cubicBezTo>
                    <a:pt x="8519" y="0"/>
                    <a:pt x="7522" y="289"/>
                    <a:pt x="6590" y="900"/>
                  </a:cubicBezTo>
                  <a:lnTo>
                    <a:pt x="6604" y="919"/>
                  </a:lnTo>
                  <a:lnTo>
                    <a:pt x="6604" y="919"/>
                  </a:lnTo>
                  <a:cubicBezTo>
                    <a:pt x="6397" y="1009"/>
                    <a:pt x="5599" y="1410"/>
                    <a:pt x="4726" y="2057"/>
                  </a:cubicBezTo>
                  <a:cubicBezTo>
                    <a:pt x="3697" y="2797"/>
                    <a:pt x="2572" y="3857"/>
                    <a:pt x="2154" y="5207"/>
                  </a:cubicBezTo>
                  <a:cubicBezTo>
                    <a:pt x="1736" y="6493"/>
                    <a:pt x="1190" y="8422"/>
                    <a:pt x="772" y="10254"/>
                  </a:cubicBezTo>
                  <a:cubicBezTo>
                    <a:pt x="322" y="12119"/>
                    <a:pt x="1" y="13886"/>
                    <a:pt x="1" y="14915"/>
                  </a:cubicBezTo>
                  <a:cubicBezTo>
                    <a:pt x="1" y="15912"/>
                    <a:pt x="161" y="17390"/>
                    <a:pt x="483" y="18708"/>
                  </a:cubicBezTo>
                  <a:cubicBezTo>
                    <a:pt x="643" y="19383"/>
                    <a:pt x="836" y="19994"/>
                    <a:pt x="1093" y="20508"/>
                  </a:cubicBezTo>
                  <a:cubicBezTo>
                    <a:pt x="1351" y="21023"/>
                    <a:pt x="1672" y="21440"/>
                    <a:pt x="2090" y="21633"/>
                  </a:cubicBezTo>
                  <a:cubicBezTo>
                    <a:pt x="2251" y="21730"/>
                    <a:pt x="2444" y="21730"/>
                    <a:pt x="2636" y="21730"/>
                  </a:cubicBezTo>
                  <a:cubicBezTo>
                    <a:pt x="3119" y="21730"/>
                    <a:pt x="3697" y="21569"/>
                    <a:pt x="4308" y="21344"/>
                  </a:cubicBezTo>
                  <a:cubicBezTo>
                    <a:pt x="6140" y="20605"/>
                    <a:pt x="8390" y="19126"/>
                    <a:pt x="9226" y="18580"/>
                  </a:cubicBezTo>
                  <a:cubicBezTo>
                    <a:pt x="9933" y="18097"/>
                    <a:pt x="10576" y="17101"/>
                    <a:pt x="11283" y="15976"/>
                  </a:cubicBezTo>
                  <a:cubicBezTo>
                    <a:pt x="11958" y="14883"/>
                    <a:pt x="12698" y="13629"/>
                    <a:pt x="13437" y="12761"/>
                  </a:cubicBezTo>
                  <a:cubicBezTo>
                    <a:pt x="14723" y="11186"/>
                    <a:pt x="15783" y="8647"/>
                    <a:pt x="15783" y="6204"/>
                  </a:cubicBezTo>
                  <a:cubicBezTo>
                    <a:pt x="15783" y="5658"/>
                    <a:pt x="15751" y="5143"/>
                    <a:pt x="15623" y="4629"/>
                  </a:cubicBezTo>
                  <a:cubicBezTo>
                    <a:pt x="15366" y="3504"/>
                    <a:pt x="14562" y="2379"/>
                    <a:pt x="13469" y="1511"/>
                  </a:cubicBezTo>
                  <a:cubicBezTo>
                    <a:pt x="12344" y="611"/>
                    <a:pt x="10962" y="0"/>
                    <a:pt x="94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319;p64">
              <a:extLst>
                <a:ext uri="{FF2B5EF4-FFF2-40B4-BE49-F238E27FC236}">
                  <a16:creationId xmlns:a16="http://schemas.microsoft.com/office/drawing/2014/main" id="{51050091-EF10-1E16-1D7B-31DD2B6F711C}"/>
                </a:ext>
              </a:extLst>
            </p:cNvPr>
            <p:cNvSpPr/>
            <p:nvPr/>
          </p:nvSpPr>
          <p:spPr>
            <a:xfrm>
              <a:off x="4455275" y="979525"/>
              <a:ext cx="372100" cy="369200"/>
            </a:xfrm>
            <a:custGeom>
              <a:avLst/>
              <a:gdLst/>
              <a:ahLst/>
              <a:cxnLst/>
              <a:rect l="l" t="t" r="r" b="b"/>
              <a:pathLst>
                <a:path w="14884" h="14768" extrusionOk="0">
                  <a:moveTo>
                    <a:pt x="8380" y="1"/>
                  </a:moveTo>
                  <a:cubicBezTo>
                    <a:pt x="7464" y="1"/>
                    <a:pt x="6532" y="253"/>
                    <a:pt x="5658" y="849"/>
                  </a:cubicBezTo>
                  <a:cubicBezTo>
                    <a:pt x="5658" y="849"/>
                    <a:pt x="2122" y="2489"/>
                    <a:pt x="1318" y="4996"/>
                  </a:cubicBezTo>
                  <a:cubicBezTo>
                    <a:pt x="933" y="6217"/>
                    <a:pt x="418" y="8017"/>
                    <a:pt x="0" y="9785"/>
                  </a:cubicBezTo>
                  <a:cubicBezTo>
                    <a:pt x="708" y="8692"/>
                    <a:pt x="1833" y="6860"/>
                    <a:pt x="1897" y="6442"/>
                  </a:cubicBezTo>
                  <a:cubicBezTo>
                    <a:pt x="2026" y="5832"/>
                    <a:pt x="2026" y="5735"/>
                    <a:pt x="2733" y="5735"/>
                  </a:cubicBezTo>
                  <a:cubicBezTo>
                    <a:pt x="3440" y="5735"/>
                    <a:pt x="4758" y="7760"/>
                    <a:pt x="6558" y="8146"/>
                  </a:cubicBezTo>
                  <a:cubicBezTo>
                    <a:pt x="8390" y="8564"/>
                    <a:pt x="10833" y="8242"/>
                    <a:pt x="10833" y="9271"/>
                  </a:cubicBezTo>
                  <a:cubicBezTo>
                    <a:pt x="10833" y="10267"/>
                    <a:pt x="9419" y="11907"/>
                    <a:pt x="10319" y="12389"/>
                  </a:cubicBezTo>
                  <a:cubicBezTo>
                    <a:pt x="11026" y="12807"/>
                    <a:pt x="10383" y="14157"/>
                    <a:pt x="10447" y="14768"/>
                  </a:cubicBezTo>
                  <a:cubicBezTo>
                    <a:pt x="10994" y="13900"/>
                    <a:pt x="11572" y="13000"/>
                    <a:pt x="12151" y="12293"/>
                  </a:cubicBezTo>
                  <a:cubicBezTo>
                    <a:pt x="13662" y="10492"/>
                    <a:pt x="14883" y="7149"/>
                    <a:pt x="14273" y="4417"/>
                  </a:cubicBezTo>
                  <a:cubicBezTo>
                    <a:pt x="13813" y="2336"/>
                    <a:pt x="11168" y="1"/>
                    <a:pt x="83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320;p64">
              <a:extLst>
                <a:ext uri="{FF2B5EF4-FFF2-40B4-BE49-F238E27FC236}">
                  <a16:creationId xmlns:a16="http://schemas.microsoft.com/office/drawing/2014/main" id="{5338BA84-66DB-3B65-CFD5-808EBC309074}"/>
                </a:ext>
              </a:extLst>
            </p:cNvPr>
            <p:cNvSpPr/>
            <p:nvPr/>
          </p:nvSpPr>
          <p:spPr>
            <a:xfrm>
              <a:off x="4448050" y="972625"/>
              <a:ext cx="374500" cy="382750"/>
            </a:xfrm>
            <a:custGeom>
              <a:avLst/>
              <a:gdLst/>
              <a:ahLst/>
              <a:cxnLst/>
              <a:rect l="l" t="t" r="r" b="b"/>
              <a:pathLst>
                <a:path w="14980" h="15310" extrusionOk="0">
                  <a:moveTo>
                    <a:pt x="8679" y="547"/>
                  </a:moveTo>
                  <a:cubicBezTo>
                    <a:pt x="9997" y="547"/>
                    <a:pt x="11315" y="1093"/>
                    <a:pt x="12311" y="1929"/>
                  </a:cubicBezTo>
                  <a:cubicBezTo>
                    <a:pt x="13340" y="2732"/>
                    <a:pt x="14079" y="3793"/>
                    <a:pt x="14304" y="4725"/>
                  </a:cubicBezTo>
                  <a:cubicBezTo>
                    <a:pt x="14401" y="5207"/>
                    <a:pt x="14465" y="5690"/>
                    <a:pt x="14465" y="6204"/>
                  </a:cubicBezTo>
                  <a:cubicBezTo>
                    <a:pt x="14465" y="8486"/>
                    <a:pt x="13436" y="10961"/>
                    <a:pt x="12215" y="12408"/>
                  </a:cubicBezTo>
                  <a:cubicBezTo>
                    <a:pt x="11868" y="12832"/>
                    <a:pt x="11520" y="13327"/>
                    <a:pt x="11180" y="13842"/>
                  </a:cubicBezTo>
                  <a:lnTo>
                    <a:pt x="11180" y="13842"/>
                  </a:lnTo>
                  <a:cubicBezTo>
                    <a:pt x="11203" y="13696"/>
                    <a:pt x="11219" y="13546"/>
                    <a:pt x="11219" y="13404"/>
                  </a:cubicBezTo>
                  <a:cubicBezTo>
                    <a:pt x="11219" y="13244"/>
                    <a:pt x="11186" y="13051"/>
                    <a:pt x="11122" y="12890"/>
                  </a:cubicBezTo>
                  <a:cubicBezTo>
                    <a:pt x="11058" y="12697"/>
                    <a:pt x="10929" y="12536"/>
                    <a:pt x="10736" y="12440"/>
                  </a:cubicBezTo>
                  <a:cubicBezTo>
                    <a:pt x="10672" y="12408"/>
                    <a:pt x="10640" y="12376"/>
                    <a:pt x="10608" y="12311"/>
                  </a:cubicBezTo>
                  <a:cubicBezTo>
                    <a:pt x="10576" y="12279"/>
                    <a:pt x="10576" y="12215"/>
                    <a:pt x="10576" y="12151"/>
                  </a:cubicBezTo>
                  <a:cubicBezTo>
                    <a:pt x="10576" y="11894"/>
                    <a:pt x="10736" y="11411"/>
                    <a:pt x="10961" y="10961"/>
                  </a:cubicBezTo>
                  <a:cubicBezTo>
                    <a:pt x="11154" y="10511"/>
                    <a:pt x="11379" y="10029"/>
                    <a:pt x="11379" y="9547"/>
                  </a:cubicBezTo>
                  <a:cubicBezTo>
                    <a:pt x="11379" y="9354"/>
                    <a:pt x="11315" y="9193"/>
                    <a:pt x="11219" y="9065"/>
                  </a:cubicBezTo>
                  <a:cubicBezTo>
                    <a:pt x="11026" y="8808"/>
                    <a:pt x="10769" y="8711"/>
                    <a:pt x="10447" y="8615"/>
                  </a:cubicBezTo>
                  <a:cubicBezTo>
                    <a:pt x="9965" y="8486"/>
                    <a:pt x="9386" y="8454"/>
                    <a:pt x="8776" y="8390"/>
                  </a:cubicBezTo>
                  <a:cubicBezTo>
                    <a:pt x="8133" y="8358"/>
                    <a:pt x="7490" y="8293"/>
                    <a:pt x="6911" y="8165"/>
                  </a:cubicBezTo>
                  <a:cubicBezTo>
                    <a:pt x="6075" y="7972"/>
                    <a:pt x="5336" y="7393"/>
                    <a:pt x="4693" y="6847"/>
                  </a:cubicBezTo>
                  <a:cubicBezTo>
                    <a:pt x="4372" y="6590"/>
                    <a:pt x="4082" y="6300"/>
                    <a:pt x="3825" y="6108"/>
                  </a:cubicBezTo>
                  <a:cubicBezTo>
                    <a:pt x="3536" y="5915"/>
                    <a:pt x="3311" y="5722"/>
                    <a:pt x="3022" y="5722"/>
                  </a:cubicBezTo>
                  <a:cubicBezTo>
                    <a:pt x="2829" y="5722"/>
                    <a:pt x="2668" y="5722"/>
                    <a:pt x="2540" y="5754"/>
                  </a:cubicBezTo>
                  <a:cubicBezTo>
                    <a:pt x="2443" y="5786"/>
                    <a:pt x="2347" y="5818"/>
                    <a:pt x="2282" y="5850"/>
                  </a:cubicBezTo>
                  <a:cubicBezTo>
                    <a:pt x="2122" y="5947"/>
                    <a:pt x="2057" y="6108"/>
                    <a:pt x="2025" y="6236"/>
                  </a:cubicBezTo>
                  <a:cubicBezTo>
                    <a:pt x="1993" y="6365"/>
                    <a:pt x="1961" y="6493"/>
                    <a:pt x="1929" y="6654"/>
                  </a:cubicBezTo>
                  <a:cubicBezTo>
                    <a:pt x="1929" y="6686"/>
                    <a:pt x="1929" y="6750"/>
                    <a:pt x="1865" y="6815"/>
                  </a:cubicBezTo>
                  <a:cubicBezTo>
                    <a:pt x="1768" y="7104"/>
                    <a:pt x="1447" y="7650"/>
                    <a:pt x="1093" y="8229"/>
                  </a:cubicBezTo>
                  <a:cubicBezTo>
                    <a:pt x="1052" y="8303"/>
                    <a:pt x="1009" y="8377"/>
                    <a:pt x="966" y="8452"/>
                  </a:cubicBezTo>
                  <a:lnTo>
                    <a:pt x="966" y="8452"/>
                  </a:lnTo>
                  <a:cubicBezTo>
                    <a:pt x="1275" y="7276"/>
                    <a:pt x="1591" y="6180"/>
                    <a:pt x="1832" y="5368"/>
                  </a:cubicBezTo>
                  <a:cubicBezTo>
                    <a:pt x="2218" y="4179"/>
                    <a:pt x="3279" y="3182"/>
                    <a:pt x="4243" y="2475"/>
                  </a:cubicBezTo>
                  <a:cubicBezTo>
                    <a:pt x="4725" y="2122"/>
                    <a:pt x="5175" y="1832"/>
                    <a:pt x="5497" y="1672"/>
                  </a:cubicBezTo>
                  <a:cubicBezTo>
                    <a:pt x="5690" y="1575"/>
                    <a:pt x="5818" y="1511"/>
                    <a:pt x="5915" y="1447"/>
                  </a:cubicBezTo>
                  <a:lnTo>
                    <a:pt x="6011" y="1382"/>
                  </a:lnTo>
                  <a:lnTo>
                    <a:pt x="6075" y="1382"/>
                  </a:lnTo>
                  <a:lnTo>
                    <a:pt x="6108" y="1350"/>
                  </a:lnTo>
                  <a:cubicBezTo>
                    <a:pt x="6943" y="772"/>
                    <a:pt x="7811" y="547"/>
                    <a:pt x="8679" y="547"/>
                  </a:cubicBezTo>
                  <a:close/>
                  <a:moveTo>
                    <a:pt x="8679" y="0"/>
                  </a:moveTo>
                  <a:cubicBezTo>
                    <a:pt x="7715" y="0"/>
                    <a:pt x="6718" y="289"/>
                    <a:pt x="5786" y="900"/>
                  </a:cubicBezTo>
                  <a:lnTo>
                    <a:pt x="5800" y="919"/>
                  </a:lnTo>
                  <a:lnTo>
                    <a:pt x="5800" y="919"/>
                  </a:lnTo>
                  <a:cubicBezTo>
                    <a:pt x="5593" y="1009"/>
                    <a:pt x="4795" y="1410"/>
                    <a:pt x="3922" y="2057"/>
                  </a:cubicBezTo>
                  <a:cubicBezTo>
                    <a:pt x="2893" y="2797"/>
                    <a:pt x="1768" y="3857"/>
                    <a:pt x="1350" y="5207"/>
                  </a:cubicBezTo>
                  <a:cubicBezTo>
                    <a:pt x="964" y="6429"/>
                    <a:pt x="450" y="8229"/>
                    <a:pt x="32" y="9997"/>
                  </a:cubicBezTo>
                  <a:cubicBezTo>
                    <a:pt x="0" y="10126"/>
                    <a:pt x="64" y="10254"/>
                    <a:pt x="193" y="10286"/>
                  </a:cubicBezTo>
                  <a:cubicBezTo>
                    <a:pt x="236" y="10308"/>
                    <a:pt x="279" y="10318"/>
                    <a:pt x="319" y="10318"/>
                  </a:cubicBezTo>
                  <a:cubicBezTo>
                    <a:pt x="400" y="10318"/>
                    <a:pt x="472" y="10276"/>
                    <a:pt x="514" y="10190"/>
                  </a:cubicBezTo>
                  <a:cubicBezTo>
                    <a:pt x="868" y="9643"/>
                    <a:pt x="1318" y="8904"/>
                    <a:pt x="1704" y="8261"/>
                  </a:cubicBezTo>
                  <a:cubicBezTo>
                    <a:pt x="1897" y="7940"/>
                    <a:pt x="2090" y="7618"/>
                    <a:pt x="2218" y="7361"/>
                  </a:cubicBezTo>
                  <a:cubicBezTo>
                    <a:pt x="2282" y="7233"/>
                    <a:pt x="2315" y="7136"/>
                    <a:pt x="2379" y="7040"/>
                  </a:cubicBezTo>
                  <a:cubicBezTo>
                    <a:pt x="2411" y="6911"/>
                    <a:pt x="2443" y="6847"/>
                    <a:pt x="2475" y="6750"/>
                  </a:cubicBezTo>
                  <a:cubicBezTo>
                    <a:pt x="2475" y="6590"/>
                    <a:pt x="2507" y="6493"/>
                    <a:pt x="2540" y="6397"/>
                  </a:cubicBezTo>
                  <a:cubicBezTo>
                    <a:pt x="2540" y="6365"/>
                    <a:pt x="2572" y="6333"/>
                    <a:pt x="2572" y="6300"/>
                  </a:cubicBezTo>
                  <a:lnTo>
                    <a:pt x="2636" y="6300"/>
                  </a:lnTo>
                  <a:cubicBezTo>
                    <a:pt x="2700" y="6268"/>
                    <a:pt x="2829" y="6268"/>
                    <a:pt x="3022" y="6268"/>
                  </a:cubicBezTo>
                  <a:cubicBezTo>
                    <a:pt x="3054" y="6268"/>
                    <a:pt x="3247" y="6333"/>
                    <a:pt x="3504" y="6525"/>
                  </a:cubicBezTo>
                  <a:cubicBezTo>
                    <a:pt x="3857" y="6815"/>
                    <a:pt x="4307" y="7265"/>
                    <a:pt x="4854" y="7683"/>
                  </a:cubicBezTo>
                  <a:cubicBezTo>
                    <a:pt x="5400" y="8133"/>
                    <a:pt x="6043" y="8518"/>
                    <a:pt x="6815" y="8679"/>
                  </a:cubicBezTo>
                  <a:cubicBezTo>
                    <a:pt x="7747" y="8904"/>
                    <a:pt x="8808" y="8936"/>
                    <a:pt x="9643" y="9033"/>
                  </a:cubicBezTo>
                  <a:cubicBezTo>
                    <a:pt x="10061" y="9065"/>
                    <a:pt x="10383" y="9129"/>
                    <a:pt x="10608" y="9226"/>
                  </a:cubicBezTo>
                  <a:cubicBezTo>
                    <a:pt x="10704" y="9290"/>
                    <a:pt x="10769" y="9354"/>
                    <a:pt x="10801" y="9386"/>
                  </a:cubicBezTo>
                  <a:cubicBezTo>
                    <a:pt x="10833" y="9418"/>
                    <a:pt x="10833" y="9483"/>
                    <a:pt x="10833" y="9547"/>
                  </a:cubicBezTo>
                  <a:cubicBezTo>
                    <a:pt x="10865" y="9836"/>
                    <a:pt x="10672" y="10286"/>
                    <a:pt x="10447" y="10736"/>
                  </a:cubicBezTo>
                  <a:cubicBezTo>
                    <a:pt x="10254" y="11219"/>
                    <a:pt x="10029" y="11669"/>
                    <a:pt x="10029" y="12151"/>
                  </a:cubicBezTo>
                  <a:cubicBezTo>
                    <a:pt x="10029" y="12279"/>
                    <a:pt x="10061" y="12440"/>
                    <a:pt x="10126" y="12569"/>
                  </a:cubicBezTo>
                  <a:cubicBezTo>
                    <a:pt x="10222" y="12729"/>
                    <a:pt x="10318" y="12826"/>
                    <a:pt x="10479" y="12922"/>
                  </a:cubicBezTo>
                  <a:cubicBezTo>
                    <a:pt x="10544" y="12954"/>
                    <a:pt x="10576" y="13019"/>
                    <a:pt x="10640" y="13083"/>
                  </a:cubicBezTo>
                  <a:cubicBezTo>
                    <a:pt x="10672" y="13179"/>
                    <a:pt x="10672" y="13276"/>
                    <a:pt x="10672" y="13404"/>
                  </a:cubicBezTo>
                  <a:cubicBezTo>
                    <a:pt x="10672" y="13629"/>
                    <a:pt x="10640" y="13919"/>
                    <a:pt x="10576" y="14176"/>
                  </a:cubicBezTo>
                  <a:cubicBezTo>
                    <a:pt x="10511" y="14433"/>
                    <a:pt x="10479" y="14690"/>
                    <a:pt x="10479" y="14947"/>
                  </a:cubicBezTo>
                  <a:cubicBezTo>
                    <a:pt x="10479" y="14979"/>
                    <a:pt x="10479" y="15044"/>
                    <a:pt x="10479" y="15076"/>
                  </a:cubicBezTo>
                  <a:cubicBezTo>
                    <a:pt x="10511" y="15204"/>
                    <a:pt x="10576" y="15269"/>
                    <a:pt x="10704" y="15301"/>
                  </a:cubicBezTo>
                  <a:cubicBezTo>
                    <a:pt x="10721" y="15307"/>
                    <a:pt x="10738" y="15309"/>
                    <a:pt x="10755" y="15309"/>
                  </a:cubicBezTo>
                  <a:cubicBezTo>
                    <a:pt x="10834" y="15309"/>
                    <a:pt x="10908" y="15252"/>
                    <a:pt x="10961" y="15172"/>
                  </a:cubicBezTo>
                  <a:cubicBezTo>
                    <a:pt x="11508" y="14304"/>
                    <a:pt x="12086" y="13436"/>
                    <a:pt x="12633" y="12761"/>
                  </a:cubicBezTo>
                  <a:cubicBezTo>
                    <a:pt x="13919" y="11186"/>
                    <a:pt x="14979" y="8647"/>
                    <a:pt x="14979" y="6204"/>
                  </a:cubicBezTo>
                  <a:cubicBezTo>
                    <a:pt x="14979" y="5658"/>
                    <a:pt x="14947" y="5143"/>
                    <a:pt x="14819" y="4629"/>
                  </a:cubicBezTo>
                  <a:cubicBezTo>
                    <a:pt x="14562" y="3504"/>
                    <a:pt x="13758" y="2379"/>
                    <a:pt x="12665" y="1511"/>
                  </a:cubicBezTo>
                  <a:cubicBezTo>
                    <a:pt x="11540" y="611"/>
                    <a:pt x="10158" y="0"/>
                    <a:pt x="86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321;p64">
              <a:extLst>
                <a:ext uri="{FF2B5EF4-FFF2-40B4-BE49-F238E27FC236}">
                  <a16:creationId xmlns:a16="http://schemas.microsoft.com/office/drawing/2014/main" id="{E431D2A9-4B73-0345-A44F-6FA2FE866223}"/>
                </a:ext>
              </a:extLst>
            </p:cNvPr>
            <p:cNvSpPr/>
            <p:nvPr/>
          </p:nvSpPr>
          <p:spPr>
            <a:xfrm>
              <a:off x="4414300" y="1239600"/>
              <a:ext cx="283700" cy="158775"/>
            </a:xfrm>
            <a:custGeom>
              <a:avLst/>
              <a:gdLst/>
              <a:ahLst/>
              <a:cxnLst/>
              <a:rect l="l" t="t" r="r" b="b"/>
              <a:pathLst>
                <a:path w="11348" h="6351" extrusionOk="0">
                  <a:moveTo>
                    <a:pt x="1289" y="0"/>
                  </a:moveTo>
                  <a:cubicBezTo>
                    <a:pt x="777" y="0"/>
                    <a:pt x="292" y="174"/>
                    <a:pt x="193" y="797"/>
                  </a:cubicBezTo>
                  <a:cubicBezTo>
                    <a:pt x="0" y="2211"/>
                    <a:pt x="1414" y="4236"/>
                    <a:pt x="2732" y="4236"/>
                  </a:cubicBezTo>
                  <a:cubicBezTo>
                    <a:pt x="4004" y="4236"/>
                    <a:pt x="4527" y="3010"/>
                    <a:pt x="5198" y="3010"/>
                  </a:cubicBezTo>
                  <a:cubicBezTo>
                    <a:pt x="5222" y="3010"/>
                    <a:pt x="5247" y="3011"/>
                    <a:pt x="5272" y="3015"/>
                  </a:cubicBezTo>
                  <a:cubicBezTo>
                    <a:pt x="5979" y="3111"/>
                    <a:pt x="5690" y="5650"/>
                    <a:pt x="6879" y="6165"/>
                  </a:cubicBezTo>
                  <a:cubicBezTo>
                    <a:pt x="7198" y="6291"/>
                    <a:pt x="7572" y="6351"/>
                    <a:pt x="7962" y="6351"/>
                  </a:cubicBezTo>
                  <a:cubicBezTo>
                    <a:pt x="9063" y="6351"/>
                    <a:pt x="10285" y="5871"/>
                    <a:pt x="10736" y="5040"/>
                  </a:cubicBezTo>
                  <a:cubicBezTo>
                    <a:pt x="11347" y="3915"/>
                    <a:pt x="9643" y="3207"/>
                    <a:pt x="7908" y="2597"/>
                  </a:cubicBezTo>
                  <a:cubicBezTo>
                    <a:pt x="6172" y="1986"/>
                    <a:pt x="2636" y="282"/>
                    <a:pt x="2636" y="282"/>
                  </a:cubicBezTo>
                  <a:cubicBezTo>
                    <a:pt x="2636" y="282"/>
                    <a:pt x="1940" y="0"/>
                    <a:pt x="128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322;p64">
              <a:extLst>
                <a:ext uri="{FF2B5EF4-FFF2-40B4-BE49-F238E27FC236}">
                  <a16:creationId xmlns:a16="http://schemas.microsoft.com/office/drawing/2014/main" id="{98F58963-3D87-1B98-23BD-C1E87E52285A}"/>
                </a:ext>
              </a:extLst>
            </p:cNvPr>
            <p:cNvSpPr/>
            <p:nvPr/>
          </p:nvSpPr>
          <p:spPr>
            <a:xfrm>
              <a:off x="4412675" y="1232975"/>
              <a:ext cx="279700" cy="172000"/>
            </a:xfrm>
            <a:custGeom>
              <a:avLst/>
              <a:gdLst/>
              <a:ahLst/>
              <a:cxnLst/>
              <a:rect l="l" t="t" r="r" b="b"/>
              <a:pathLst>
                <a:path w="11188" h="6880" extrusionOk="0">
                  <a:moveTo>
                    <a:pt x="1351" y="515"/>
                  </a:moveTo>
                  <a:cubicBezTo>
                    <a:pt x="1640" y="515"/>
                    <a:pt x="1962" y="579"/>
                    <a:pt x="2187" y="644"/>
                  </a:cubicBezTo>
                  <a:cubicBezTo>
                    <a:pt x="2315" y="708"/>
                    <a:pt x="2412" y="740"/>
                    <a:pt x="2508" y="740"/>
                  </a:cubicBezTo>
                  <a:lnTo>
                    <a:pt x="2572" y="772"/>
                  </a:lnTo>
                  <a:cubicBezTo>
                    <a:pt x="2572" y="772"/>
                    <a:pt x="2572" y="772"/>
                    <a:pt x="2572" y="772"/>
                  </a:cubicBezTo>
                  <a:lnTo>
                    <a:pt x="2572" y="772"/>
                  </a:lnTo>
                  <a:lnTo>
                    <a:pt x="2604" y="805"/>
                  </a:lnTo>
                  <a:lnTo>
                    <a:pt x="2610" y="789"/>
                  </a:lnTo>
                  <a:lnTo>
                    <a:pt x="2610" y="789"/>
                  </a:lnTo>
                  <a:cubicBezTo>
                    <a:pt x="2999" y="965"/>
                    <a:pt x="6239" y="2543"/>
                    <a:pt x="7876" y="3119"/>
                  </a:cubicBezTo>
                  <a:cubicBezTo>
                    <a:pt x="8615" y="3376"/>
                    <a:pt x="9355" y="3665"/>
                    <a:pt x="9869" y="3955"/>
                  </a:cubicBezTo>
                  <a:cubicBezTo>
                    <a:pt x="10126" y="4115"/>
                    <a:pt x="10351" y="4276"/>
                    <a:pt x="10480" y="4437"/>
                  </a:cubicBezTo>
                  <a:cubicBezTo>
                    <a:pt x="10608" y="4598"/>
                    <a:pt x="10673" y="4726"/>
                    <a:pt x="10673" y="4855"/>
                  </a:cubicBezTo>
                  <a:cubicBezTo>
                    <a:pt x="10673" y="4951"/>
                    <a:pt x="10641" y="5048"/>
                    <a:pt x="10576" y="5176"/>
                  </a:cubicBezTo>
                  <a:cubicBezTo>
                    <a:pt x="10383" y="5530"/>
                    <a:pt x="10030" y="5819"/>
                    <a:pt x="9548" y="6012"/>
                  </a:cubicBezTo>
                  <a:cubicBezTo>
                    <a:pt x="9098" y="6237"/>
                    <a:pt x="8551" y="6333"/>
                    <a:pt x="8037" y="6333"/>
                  </a:cubicBezTo>
                  <a:cubicBezTo>
                    <a:pt x="7683" y="6333"/>
                    <a:pt x="7330" y="6301"/>
                    <a:pt x="7073" y="6173"/>
                  </a:cubicBezTo>
                  <a:cubicBezTo>
                    <a:pt x="6848" y="6076"/>
                    <a:pt x="6655" y="5883"/>
                    <a:pt x="6526" y="5626"/>
                  </a:cubicBezTo>
                  <a:cubicBezTo>
                    <a:pt x="6333" y="5208"/>
                    <a:pt x="6205" y="4630"/>
                    <a:pt x="6108" y="4115"/>
                  </a:cubicBezTo>
                  <a:cubicBezTo>
                    <a:pt x="6044" y="3858"/>
                    <a:pt x="5980" y="3633"/>
                    <a:pt x="5883" y="3440"/>
                  </a:cubicBezTo>
                  <a:cubicBezTo>
                    <a:pt x="5851" y="3344"/>
                    <a:pt x="5787" y="3247"/>
                    <a:pt x="5690" y="3183"/>
                  </a:cubicBezTo>
                  <a:cubicBezTo>
                    <a:pt x="5626" y="3087"/>
                    <a:pt x="5497" y="3022"/>
                    <a:pt x="5369" y="3022"/>
                  </a:cubicBezTo>
                  <a:lnTo>
                    <a:pt x="5272" y="2990"/>
                  </a:lnTo>
                  <a:cubicBezTo>
                    <a:pt x="5015" y="3022"/>
                    <a:pt x="4790" y="3119"/>
                    <a:pt x="4630" y="3247"/>
                  </a:cubicBezTo>
                  <a:cubicBezTo>
                    <a:pt x="4340" y="3440"/>
                    <a:pt x="4083" y="3698"/>
                    <a:pt x="3794" y="3890"/>
                  </a:cubicBezTo>
                  <a:cubicBezTo>
                    <a:pt x="3537" y="4083"/>
                    <a:pt x="3215" y="4212"/>
                    <a:pt x="2797" y="4212"/>
                  </a:cubicBezTo>
                  <a:cubicBezTo>
                    <a:pt x="2779" y="4213"/>
                    <a:pt x="2760" y="4214"/>
                    <a:pt x="2741" y="4214"/>
                  </a:cubicBezTo>
                  <a:cubicBezTo>
                    <a:pt x="2270" y="4214"/>
                    <a:pt x="1719" y="3836"/>
                    <a:pt x="1287" y="3280"/>
                  </a:cubicBezTo>
                  <a:cubicBezTo>
                    <a:pt x="837" y="2701"/>
                    <a:pt x="515" y="1930"/>
                    <a:pt x="515" y="1319"/>
                  </a:cubicBezTo>
                  <a:cubicBezTo>
                    <a:pt x="515" y="1255"/>
                    <a:pt x="515" y="1158"/>
                    <a:pt x="547" y="1094"/>
                  </a:cubicBezTo>
                  <a:cubicBezTo>
                    <a:pt x="579" y="837"/>
                    <a:pt x="676" y="740"/>
                    <a:pt x="804" y="644"/>
                  </a:cubicBezTo>
                  <a:cubicBezTo>
                    <a:pt x="933" y="579"/>
                    <a:pt x="1126" y="515"/>
                    <a:pt x="1351" y="515"/>
                  </a:cubicBezTo>
                  <a:close/>
                  <a:moveTo>
                    <a:pt x="1351" y="1"/>
                  </a:moveTo>
                  <a:cubicBezTo>
                    <a:pt x="1062" y="1"/>
                    <a:pt x="772" y="33"/>
                    <a:pt x="515" y="194"/>
                  </a:cubicBezTo>
                  <a:cubicBezTo>
                    <a:pt x="258" y="354"/>
                    <a:pt x="65" y="644"/>
                    <a:pt x="1" y="997"/>
                  </a:cubicBezTo>
                  <a:cubicBezTo>
                    <a:pt x="1" y="1126"/>
                    <a:pt x="1" y="1222"/>
                    <a:pt x="1" y="1319"/>
                  </a:cubicBezTo>
                  <a:cubicBezTo>
                    <a:pt x="1" y="2122"/>
                    <a:pt x="354" y="2926"/>
                    <a:pt x="869" y="3601"/>
                  </a:cubicBezTo>
                  <a:cubicBezTo>
                    <a:pt x="1383" y="4244"/>
                    <a:pt x="2058" y="4758"/>
                    <a:pt x="2797" y="4758"/>
                  </a:cubicBezTo>
                  <a:cubicBezTo>
                    <a:pt x="3537" y="4758"/>
                    <a:pt x="4051" y="4405"/>
                    <a:pt x="4437" y="4083"/>
                  </a:cubicBezTo>
                  <a:cubicBezTo>
                    <a:pt x="4630" y="3923"/>
                    <a:pt x="4790" y="3794"/>
                    <a:pt x="4919" y="3698"/>
                  </a:cubicBezTo>
                  <a:cubicBezTo>
                    <a:pt x="5080" y="3569"/>
                    <a:pt x="5176" y="3537"/>
                    <a:pt x="5272" y="3537"/>
                  </a:cubicBezTo>
                  <a:lnTo>
                    <a:pt x="5305" y="3537"/>
                  </a:lnTo>
                  <a:lnTo>
                    <a:pt x="5337" y="3601"/>
                  </a:lnTo>
                  <a:cubicBezTo>
                    <a:pt x="5401" y="3665"/>
                    <a:pt x="5497" y="3858"/>
                    <a:pt x="5562" y="4115"/>
                  </a:cubicBezTo>
                  <a:cubicBezTo>
                    <a:pt x="5658" y="4533"/>
                    <a:pt x="5755" y="5048"/>
                    <a:pt x="5915" y="5530"/>
                  </a:cubicBezTo>
                  <a:cubicBezTo>
                    <a:pt x="6012" y="5755"/>
                    <a:pt x="6108" y="5980"/>
                    <a:pt x="6269" y="6173"/>
                  </a:cubicBezTo>
                  <a:cubicBezTo>
                    <a:pt x="6398" y="6398"/>
                    <a:pt x="6590" y="6558"/>
                    <a:pt x="6848" y="6655"/>
                  </a:cubicBezTo>
                  <a:cubicBezTo>
                    <a:pt x="7201" y="6816"/>
                    <a:pt x="7619" y="6880"/>
                    <a:pt x="8037" y="6880"/>
                  </a:cubicBezTo>
                  <a:cubicBezTo>
                    <a:pt x="8648" y="6880"/>
                    <a:pt x="9258" y="6751"/>
                    <a:pt x="9773" y="6526"/>
                  </a:cubicBezTo>
                  <a:cubicBezTo>
                    <a:pt x="10319" y="6269"/>
                    <a:pt x="10769" y="5915"/>
                    <a:pt x="11026" y="5433"/>
                  </a:cubicBezTo>
                  <a:lnTo>
                    <a:pt x="11058" y="5433"/>
                  </a:lnTo>
                  <a:cubicBezTo>
                    <a:pt x="11155" y="5240"/>
                    <a:pt x="11187" y="5048"/>
                    <a:pt x="11187" y="4855"/>
                  </a:cubicBezTo>
                  <a:cubicBezTo>
                    <a:pt x="11187" y="4565"/>
                    <a:pt x="11058" y="4308"/>
                    <a:pt x="10866" y="4083"/>
                  </a:cubicBezTo>
                  <a:cubicBezTo>
                    <a:pt x="10576" y="3762"/>
                    <a:pt x="10158" y="3505"/>
                    <a:pt x="9676" y="3247"/>
                  </a:cubicBezTo>
                  <a:cubicBezTo>
                    <a:pt x="9194" y="3022"/>
                    <a:pt x="8615" y="2830"/>
                    <a:pt x="8069" y="2637"/>
                  </a:cubicBezTo>
                  <a:cubicBezTo>
                    <a:pt x="7233" y="2315"/>
                    <a:pt x="5915" y="1737"/>
                    <a:pt x="4790" y="1222"/>
                  </a:cubicBezTo>
                  <a:cubicBezTo>
                    <a:pt x="4244" y="997"/>
                    <a:pt x="3762" y="740"/>
                    <a:pt x="3408" y="579"/>
                  </a:cubicBezTo>
                  <a:cubicBezTo>
                    <a:pt x="3055" y="419"/>
                    <a:pt x="2829" y="290"/>
                    <a:pt x="2829" y="290"/>
                  </a:cubicBezTo>
                  <a:lnTo>
                    <a:pt x="2797" y="290"/>
                  </a:lnTo>
                  <a:cubicBezTo>
                    <a:pt x="2797" y="290"/>
                    <a:pt x="2058" y="1"/>
                    <a:pt x="13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323;p64">
              <a:extLst>
                <a:ext uri="{FF2B5EF4-FFF2-40B4-BE49-F238E27FC236}">
                  <a16:creationId xmlns:a16="http://schemas.microsoft.com/office/drawing/2014/main" id="{C3982BE8-3071-DFAA-4C0A-C6BF067B8535}"/>
                </a:ext>
              </a:extLst>
            </p:cNvPr>
            <p:cNvSpPr/>
            <p:nvPr/>
          </p:nvSpPr>
          <p:spPr>
            <a:xfrm>
              <a:off x="4690725" y="1282000"/>
              <a:ext cx="57900" cy="58700"/>
            </a:xfrm>
            <a:custGeom>
              <a:avLst/>
              <a:gdLst/>
              <a:ahLst/>
              <a:cxnLst/>
              <a:rect l="l" t="t" r="r" b="b"/>
              <a:pathLst>
                <a:path w="2316" h="2348" extrusionOk="0">
                  <a:moveTo>
                    <a:pt x="1" y="2347"/>
                  </a:moveTo>
                  <a:lnTo>
                    <a:pt x="2315"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324;p64">
              <a:extLst>
                <a:ext uri="{FF2B5EF4-FFF2-40B4-BE49-F238E27FC236}">
                  <a16:creationId xmlns:a16="http://schemas.microsoft.com/office/drawing/2014/main" id="{A366DF4C-37C2-EECD-F1B3-BBA80EEC44CF}"/>
                </a:ext>
              </a:extLst>
            </p:cNvPr>
            <p:cNvSpPr/>
            <p:nvPr/>
          </p:nvSpPr>
          <p:spPr>
            <a:xfrm>
              <a:off x="4682700" y="1275375"/>
              <a:ext cx="73150" cy="71750"/>
            </a:xfrm>
            <a:custGeom>
              <a:avLst/>
              <a:gdLst/>
              <a:ahLst/>
              <a:cxnLst/>
              <a:rect l="l" t="t" r="r" b="b"/>
              <a:pathLst>
                <a:path w="2926" h="2870" extrusionOk="0">
                  <a:moveTo>
                    <a:pt x="2636" y="1"/>
                  </a:moveTo>
                  <a:cubicBezTo>
                    <a:pt x="2564" y="1"/>
                    <a:pt x="2491" y="25"/>
                    <a:pt x="2443" y="73"/>
                  </a:cubicBezTo>
                  <a:lnTo>
                    <a:pt x="129" y="2419"/>
                  </a:lnTo>
                  <a:cubicBezTo>
                    <a:pt x="0" y="2516"/>
                    <a:pt x="0" y="2677"/>
                    <a:pt x="129" y="2773"/>
                  </a:cubicBezTo>
                  <a:cubicBezTo>
                    <a:pt x="177" y="2837"/>
                    <a:pt x="241" y="2869"/>
                    <a:pt x="310" y="2869"/>
                  </a:cubicBezTo>
                  <a:cubicBezTo>
                    <a:pt x="378" y="2869"/>
                    <a:pt x="450" y="2837"/>
                    <a:pt x="515" y="2773"/>
                  </a:cubicBezTo>
                  <a:lnTo>
                    <a:pt x="2829" y="459"/>
                  </a:lnTo>
                  <a:cubicBezTo>
                    <a:pt x="2925" y="362"/>
                    <a:pt x="2925" y="169"/>
                    <a:pt x="2829" y="73"/>
                  </a:cubicBezTo>
                  <a:cubicBezTo>
                    <a:pt x="2781" y="25"/>
                    <a:pt x="2708" y="1"/>
                    <a:pt x="2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325;p64">
              <a:extLst>
                <a:ext uri="{FF2B5EF4-FFF2-40B4-BE49-F238E27FC236}">
                  <a16:creationId xmlns:a16="http://schemas.microsoft.com/office/drawing/2014/main" id="{33C9B080-7F47-ABBE-5670-F8AA85D36E77}"/>
                </a:ext>
              </a:extLst>
            </p:cNvPr>
            <p:cNvSpPr/>
            <p:nvPr/>
          </p:nvSpPr>
          <p:spPr>
            <a:xfrm>
              <a:off x="4434375" y="1175925"/>
              <a:ext cx="30575" cy="68325"/>
            </a:xfrm>
            <a:custGeom>
              <a:avLst/>
              <a:gdLst/>
              <a:ahLst/>
              <a:cxnLst/>
              <a:rect l="l" t="t" r="r" b="b"/>
              <a:pathLst>
                <a:path w="1223" h="2733" extrusionOk="0">
                  <a:moveTo>
                    <a:pt x="1" y="2733"/>
                  </a:moveTo>
                  <a:lnTo>
                    <a:pt x="1222"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326;p64">
              <a:extLst>
                <a:ext uri="{FF2B5EF4-FFF2-40B4-BE49-F238E27FC236}">
                  <a16:creationId xmlns:a16="http://schemas.microsoft.com/office/drawing/2014/main" id="{FFD41ED5-D577-65DD-DFBC-E0C41613199C}"/>
                </a:ext>
              </a:extLst>
            </p:cNvPr>
            <p:cNvSpPr/>
            <p:nvPr/>
          </p:nvSpPr>
          <p:spPr>
            <a:xfrm>
              <a:off x="4427150" y="1168875"/>
              <a:ext cx="45825" cy="81650"/>
            </a:xfrm>
            <a:custGeom>
              <a:avLst/>
              <a:gdLst/>
              <a:ahLst/>
              <a:cxnLst/>
              <a:rect l="l" t="t" r="r" b="b"/>
              <a:pathLst>
                <a:path w="1833" h="3266" extrusionOk="0">
                  <a:moveTo>
                    <a:pt x="1513" y="0"/>
                  </a:moveTo>
                  <a:cubicBezTo>
                    <a:pt x="1402" y="0"/>
                    <a:pt x="1310" y="60"/>
                    <a:pt x="1286" y="154"/>
                  </a:cubicBezTo>
                  <a:lnTo>
                    <a:pt x="65" y="2886"/>
                  </a:lnTo>
                  <a:cubicBezTo>
                    <a:pt x="0" y="3047"/>
                    <a:pt x="65" y="3208"/>
                    <a:pt x="193" y="3240"/>
                  </a:cubicBezTo>
                  <a:cubicBezTo>
                    <a:pt x="228" y="3257"/>
                    <a:pt x="264" y="3265"/>
                    <a:pt x="301" y="3265"/>
                  </a:cubicBezTo>
                  <a:cubicBezTo>
                    <a:pt x="401" y="3265"/>
                    <a:pt x="500" y="3205"/>
                    <a:pt x="547" y="3111"/>
                  </a:cubicBezTo>
                  <a:lnTo>
                    <a:pt x="1768" y="379"/>
                  </a:lnTo>
                  <a:cubicBezTo>
                    <a:pt x="1833" y="250"/>
                    <a:pt x="1768" y="90"/>
                    <a:pt x="1640" y="25"/>
                  </a:cubicBezTo>
                  <a:cubicBezTo>
                    <a:pt x="1597" y="8"/>
                    <a:pt x="1554" y="0"/>
                    <a:pt x="1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327;p64">
              <a:extLst>
                <a:ext uri="{FF2B5EF4-FFF2-40B4-BE49-F238E27FC236}">
                  <a16:creationId xmlns:a16="http://schemas.microsoft.com/office/drawing/2014/main" id="{5C215C90-2F2E-3693-4620-15B36CEAEB23}"/>
                </a:ext>
              </a:extLst>
            </p:cNvPr>
            <p:cNvSpPr/>
            <p:nvPr/>
          </p:nvSpPr>
          <p:spPr>
            <a:xfrm>
              <a:off x="4885200" y="1781050"/>
              <a:ext cx="310225" cy="341175"/>
            </a:xfrm>
            <a:custGeom>
              <a:avLst/>
              <a:gdLst/>
              <a:ahLst/>
              <a:cxnLst/>
              <a:rect l="l" t="t" r="r" b="b"/>
              <a:pathLst>
                <a:path w="12409" h="13647" extrusionOk="0">
                  <a:moveTo>
                    <a:pt x="10255" y="0"/>
                  </a:moveTo>
                  <a:cubicBezTo>
                    <a:pt x="10255" y="1"/>
                    <a:pt x="3537" y="5979"/>
                    <a:pt x="1801" y="7715"/>
                  </a:cubicBezTo>
                  <a:cubicBezTo>
                    <a:pt x="65" y="9451"/>
                    <a:pt x="1" y="12762"/>
                    <a:pt x="1640" y="13533"/>
                  </a:cubicBezTo>
                  <a:cubicBezTo>
                    <a:pt x="1817" y="13612"/>
                    <a:pt x="2033" y="13647"/>
                    <a:pt x="2280" y="13647"/>
                  </a:cubicBezTo>
                  <a:cubicBezTo>
                    <a:pt x="4365" y="13647"/>
                    <a:pt x="8607" y="11119"/>
                    <a:pt x="9355" y="10544"/>
                  </a:cubicBezTo>
                  <a:cubicBezTo>
                    <a:pt x="10190" y="9869"/>
                    <a:pt x="12408" y="418"/>
                    <a:pt x="102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328;p64">
              <a:extLst>
                <a:ext uri="{FF2B5EF4-FFF2-40B4-BE49-F238E27FC236}">
                  <a16:creationId xmlns:a16="http://schemas.microsoft.com/office/drawing/2014/main" id="{C084491D-9D12-760B-7D9A-D68B85E25A61}"/>
                </a:ext>
              </a:extLst>
            </p:cNvPr>
            <p:cNvSpPr/>
            <p:nvPr/>
          </p:nvSpPr>
          <p:spPr>
            <a:xfrm>
              <a:off x="4890025" y="1774300"/>
              <a:ext cx="281300" cy="353925"/>
            </a:xfrm>
            <a:custGeom>
              <a:avLst/>
              <a:gdLst/>
              <a:ahLst/>
              <a:cxnLst/>
              <a:rect l="l" t="t" r="r" b="b"/>
              <a:pathLst>
                <a:path w="11252" h="14157" extrusionOk="0">
                  <a:moveTo>
                    <a:pt x="10139" y="568"/>
                  </a:moveTo>
                  <a:lnTo>
                    <a:pt x="10139" y="568"/>
                  </a:lnTo>
                  <a:cubicBezTo>
                    <a:pt x="10196" y="594"/>
                    <a:pt x="10247" y="629"/>
                    <a:pt x="10287" y="688"/>
                  </a:cubicBezTo>
                  <a:cubicBezTo>
                    <a:pt x="10415" y="849"/>
                    <a:pt x="10544" y="1106"/>
                    <a:pt x="10608" y="1460"/>
                  </a:cubicBezTo>
                  <a:cubicBezTo>
                    <a:pt x="10672" y="1781"/>
                    <a:pt x="10705" y="2231"/>
                    <a:pt x="10705" y="2713"/>
                  </a:cubicBezTo>
                  <a:cubicBezTo>
                    <a:pt x="10705" y="4160"/>
                    <a:pt x="10415" y="6056"/>
                    <a:pt x="10030" y="7632"/>
                  </a:cubicBezTo>
                  <a:cubicBezTo>
                    <a:pt x="9837" y="8435"/>
                    <a:pt x="9644" y="9142"/>
                    <a:pt x="9451" y="9657"/>
                  </a:cubicBezTo>
                  <a:cubicBezTo>
                    <a:pt x="9355" y="9946"/>
                    <a:pt x="9258" y="10171"/>
                    <a:pt x="9162" y="10332"/>
                  </a:cubicBezTo>
                  <a:cubicBezTo>
                    <a:pt x="9097" y="10492"/>
                    <a:pt x="9001" y="10589"/>
                    <a:pt x="9001" y="10589"/>
                  </a:cubicBezTo>
                  <a:cubicBezTo>
                    <a:pt x="8840" y="10717"/>
                    <a:pt x="8422" y="11007"/>
                    <a:pt x="7908" y="11296"/>
                  </a:cubicBezTo>
                  <a:cubicBezTo>
                    <a:pt x="7104" y="11778"/>
                    <a:pt x="6012" y="12357"/>
                    <a:pt x="4951" y="12839"/>
                  </a:cubicBezTo>
                  <a:cubicBezTo>
                    <a:pt x="3858" y="13289"/>
                    <a:pt x="2797" y="13643"/>
                    <a:pt x="2090" y="13643"/>
                  </a:cubicBezTo>
                  <a:cubicBezTo>
                    <a:pt x="1865" y="13643"/>
                    <a:pt x="1704" y="13610"/>
                    <a:pt x="1576" y="13546"/>
                  </a:cubicBezTo>
                  <a:cubicBezTo>
                    <a:pt x="1222" y="13385"/>
                    <a:pt x="965" y="13128"/>
                    <a:pt x="804" y="12743"/>
                  </a:cubicBezTo>
                  <a:cubicBezTo>
                    <a:pt x="611" y="12357"/>
                    <a:pt x="515" y="11907"/>
                    <a:pt x="515" y="11392"/>
                  </a:cubicBezTo>
                  <a:cubicBezTo>
                    <a:pt x="515" y="10267"/>
                    <a:pt x="965" y="9014"/>
                    <a:pt x="1801" y="8178"/>
                  </a:cubicBezTo>
                  <a:cubicBezTo>
                    <a:pt x="2669" y="7310"/>
                    <a:pt x="4790" y="5381"/>
                    <a:pt x="6687" y="3678"/>
                  </a:cubicBezTo>
                  <a:cubicBezTo>
                    <a:pt x="7619" y="2810"/>
                    <a:pt x="8519" y="2006"/>
                    <a:pt x="9162" y="1428"/>
                  </a:cubicBezTo>
                  <a:cubicBezTo>
                    <a:pt x="9628" y="1028"/>
                    <a:pt x="9971" y="721"/>
                    <a:pt x="10139" y="568"/>
                  </a:cubicBezTo>
                  <a:close/>
                  <a:moveTo>
                    <a:pt x="10055" y="1"/>
                  </a:moveTo>
                  <a:cubicBezTo>
                    <a:pt x="9995" y="1"/>
                    <a:pt x="9948" y="31"/>
                    <a:pt x="9901" y="78"/>
                  </a:cubicBezTo>
                  <a:cubicBezTo>
                    <a:pt x="9901" y="78"/>
                    <a:pt x="8230" y="1556"/>
                    <a:pt x="6333" y="3292"/>
                  </a:cubicBezTo>
                  <a:cubicBezTo>
                    <a:pt x="4436" y="4996"/>
                    <a:pt x="2315" y="6924"/>
                    <a:pt x="1415" y="7792"/>
                  </a:cubicBezTo>
                  <a:cubicBezTo>
                    <a:pt x="483" y="8757"/>
                    <a:pt x="1" y="10139"/>
                    <a:pt x="1" y="11392"/>
                  </a:cubicBezTo>
                  <a:cubicBezTo>
                    <a:pt x="1" y="11971"/>
                    <a:pt x="97" y="12517"/>
                    <a:pt x="322" y="12968"/>
                  </a:cubicBezTo>
                  <a:cubicBezTo>
                    <a:pt x="547" y="13450"/>
                    <a:pt x="868" y="13835"/>
                    <a:pt x="1351" y="14028"/>
                  </a:cubicBezTo>
                  <a:cubicBezTo>
                    <a:pt x="1576" y="14125"/>
                    <a:pt x="1833" y="14157"/>
                    <a:pt x="2090" y="14157"/>
                  </a:cubicBezTo>
                  <a:cubicBezTo>
                    <a:pt x="2669" y="14157"/>
                    <a:pt x="3344" y="13996"/>
                    <a:pt x="4051" y="13771"/>
                  </a:cubicBezTo>
                  <a:cubicBezTo>
                    <a:pt x="5144" y="13385"/>
                    <a:pt x="6301" y="12807"/>
                    <a:pt x="7265" y="12292"/>
                  </a:cubicBezTo>
                  <a:cubicBezTo>
                    <a:pt x="7779" y="12003"/>
                    <a:pt x="8197" y="11746"/>
                    <a:pt x="8551" y="11521"/>
                  </a:cubicBezTo>
                  <a:cubicBezTo>
                    <a:pt x="8905" y="11328"/>
                    <a:pt x="9162" y="11135"/>
                    <a:pt x="9322" y="11007"/>
                  </a:cubicBezTo>
                  <a:cubicBezTo>
                    <a:pt x="9451" y="10910"/>
                    <a:pt x="9547" y="10750"/>
                    <a:pt x="9644" y="10557"/>
                  </a:cubicBezTo>
                  <a:cubicBezTo>
                    <a:pt x="9965" y="9914"/>
                    <a:pt x="10383" y="8628"/>
                    <a:pt x="10705" y="7149"/>
                  </a:cubicBezTo>
                  <a:cubicBezTo>
                    <a:pt x="10994" y="5671"/>
                    <a:pt x="11251" y="4031"/>
                    <a:pt x="11251" y="2713"/>
                  </a:cubicBezTo>
                  <a:cubicBezTo>
                    <a:pt x="11251" y="2038"/>
                    <a:pt x="11187" y="1428"/>
                    <a:pt x="11026" y="945"/>
                  </a:cubicBezTo>
                  <a:cubicBezTo>
                    <a:pt x="10962" y="720"/>
                    <a:pt x="10833" y="528"/>
                    <a:pt x="10705" y="335"/>
                  </a:cubicBezTo>
                  <a:cubicBezTo>
                    <a:pt x="10544" y="174"/>
                    <a:pt x="10351" y="45"/>
                    <a:pt x="10126" y="13"/>
                  </a:cubicBezTo>
                  <a:cubicBezTo>
                    <a:pt x="10100" y="5"/>
                    <a:pt x="10077" y="1"/>
                    <a:pt x="100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329;p64">
              <a:extLst>
                <a:ext uri="{FF2B5EF4-FFF2-40B4-BE49-F238E27FC236}">
                  <a16:creationId xmlns:a16="http://schemas.microsoft.com/office/drawing/2014/main" id="{23E7990B-8069-D59D-5BB0-977A85A861A1}"/>
                </a:ext>
              </a:extLst>
            </p:cNvPr>
            <p:cNvSpPr/>
            <p:nvPr/>
          </p:nvSpPr>
          <p:spPr>
            <a:xfrm>
              <a:off x="5182550" y="2154725"/>
              <a:ext cx="605125" cy="595500"/>
            </a:xfrm>
            <a:custGeom>
              <a:avLst/>
              <a:gdLst/>
              <a:ahLst/>
              <a:cxnLst/>
              <a:rect l="l" t="t" r="r" b="b"/>
              <a:pathLst>
                <a:path w="24205" h="23820" extrusionOk="0">
                  <a:moveTo>
                    <a:pt x="15172" y="1"/>
                  </a:moveTo>
                  <a:lnTo>
                    <a:pt x="0" y="9740"/>
                  </a:lnTo>
                  <a:lnTo>
                    <a:pt x="3247" y="23820"/>
                  </a:lnTo>
                  <a:cubicBezTo>
                    <a:pt x="3247" y="23820"/>
                    <a:pt x="20573" y="14819"/>
                    <a:pt x="22405" y="11926"/>
                  </a:cubicBezTo>
                  <a:cubicBezTo>
                    <a:pt x="24205" y="9033"/>
                    <a:pt x="15172" y="1"/>
                    <a:pt x="151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330;p64">
              <a:extLst>
                <a:ext uri="{FF2B5EF4-FFF2-40B4-BE49-F238E27FC236}">
                  <a16:creationId xmlns:a16="http://schemas.microsoft.com/office/drawing/2014/main" id="{1BD0844D-A6E4-8829-C33E-DA2DA8DEDCB7}"/>
                </a:ext>
              </a:extLst>
            </p:cNvPr>
            <p:cNvSpPr/>
            <p:nvPr/>
          </p:nvSpPr>
          <p:spPr>
            <a:xfrm>
              <a:off x="5175300" y="2147975"/>
              <a:ext cx="579425" cy="609275"/>
            </a:xfrm>
            <a:custGeom>
              <a:avLst/>
              <a:gdLst/>
              <a:ahLst/>
              <a:cxnLst/>
              <a:rect l="l" t="t" r="r" b="b"/>
              <a:pathLst>
                <a:path w="23177" h="24371" extrusionOk="0">
                  <a:moveTo>
                    <a:pt x="15415" y="609"/>
                  </a:moveTo>
                  <a:cubicBezTo>
                    <a:pt x="15464" y="658"/>
                    <a:pt x="15523" y="718"/>
                    <a:pt x="15591" y="785"/>
                  </a:cubicBezTo>
                  <a:cubicBezTo>
                    <a:pt x="16298" y="1524"/>
                    <a:pt x="18066" y="3421"/>
                    <a:pt x="19673" y="5478"/>
                  </a:cubicBezTo>
                  <a:cubicBezTo>
                    <a:pt x="20477" y="6539"/>
                    <a:pt x="21216" y="7632"/>
                    <a:pt x="21763" y="8628"/>
                  </a:cubicBezTo>
                  <a:cubicBezTo>
                    <a:pt x="22309" y="9625"/>
                    <a:pt x="22663" y="10557"/>
                    <a:pt x="22663" y="11264"/>
                  </a:cubicBezTo>
                  <a:cubicBezTo>
                    <a:pt x="22663" y="11586"/>
                    <a:pt x="22598" y="11843"/>
                    <a:pt x="22470" y="12036"/>
                  </a:cubicBezTo>
                  <a:cubicBezTo>
                    <a:pt x="22277" y="12357"/>
                    <a:pt x="21795" y="12807"/>
                    <a:pt x="21184" y="13321"/>
                  </a:cubicBezTo>
                  <a:cubicBezTo>
                    <a:pt x="18934" y="15121"/>
                    <a:pt x="14498" y="17757"/>
                    <a:pt x="10608" y="19943"/>
                  </a:cubicBezTo>
                  <a:cubicBezTo>
                    <a:pt x="8680" y="21036"/>
                    <a:pt x="6880" y="22032"/>
                    <a:pt x="5562" y="22740"/>
                  </a:cubicBezTo>
                  <a:cubicBezTo>
                    <a:pt x="4919" y="23093"/>
                    <a:pt x="4372" y="23350"/>
                    <a:pt x="3987" y="23543"/>
                  </a:cubicBezTo>
                  <a:cubicBezTo>
                    <a:pt x="3884" y="23608"/>
                    <a:pt x="3796" y="23663"/>
                    <a:pt x="3721" y="23707"/>
                  </a:cubicBezTo>
                  <a:lnTo>
                    <a:pt x="3721" y="23707"/>
                  </a:lnTo>
                  <a:lnTo>
                    <a:pt x="612" y="10139"/>
                  </a:lnTo>
                  <a:lnTo>
                    <a:pt x="15415" y="609"/>
                  </a:lnTo>
                  <a:close/>
                  <a:moveTo>
                    <a:pt x="15472" y="1"/>
                  </a:moveTo>
                  <a:cubicBezTo>
                    <a:pt x="15417" y="1"/>
                    <a:pt x="15359" y="17"/>
                    <a:pt x="15302" y="46"/>
                  </a:cubicBezTo>
                  <a:lnTo>
                    <a:pt x="162" y="9785"/>
                  </a:lnTo>
                  <a:cubicBezTo>
                    <a:pt x="65" y="9850"/>
                    <a:pt x="1" y="9978"/>
                    <a:pt x="33" y="10075"/>
                  </a:cubicBezTo>
                  <a:lnTo>
                    <a:pt x="3280" y="24154"/>
                  </a:lnTo>
                  <a:cubicBezTo>
                    <a:pt x="3312" y="24250"/>
                    <a:pt x="3376" y="24315"/>
                    <a:pt x="3440" y="24347"/>
                  </a:cubicBezTo>
                  <a:cubicBezTo>
                    <a:pt x="3472" y="24363"/>
                    <a:pt x="3513" y="24371"/>
                    <a:pt x="3553" y="24371"/>
                  </a:cubicBezTo>
                  <a:cubicBezTo>
                    <a:pt x="3593" y="24371"/>
                    <a:pt x="3633" y="24363"/>
                    <a:pt x="3665" y="24347"/>
                  </a:cubicBezTo>
                  <a:cubicBezTo>
                    <a:pt x="3665" y="24347"/>
                    <a:pt x="8005" y="22065"/>
                    <a:pt x="12569" y="19461"/>
                  </a:cubicBezTo>
                  <a:cubicBezTo>
                    <a:pt x="14852" y="18143"/>
                    <a:pt x="17198" y="16761"/>
                    <a:pt x="19095" y="15475"/>
                  </a:cubicBezTo>
                  <a:cubicBezTo>
                    <a:pt x="20027" y="14864"/>
                    <a:pt x="20863" y="14253"/>
                    <a:pt x="21505" y="13739"/>
                  </a:cubicBezTo>
                  <a:cubicBezTo>
                    <a:pt x="22180" y="13193"/>
                    <a:pt x="22663" y="12743"/>
                    <a:pt x="22920" y="12325"/>
                  </a:cubicBezTo>
                  <a:cubicBezTo>
                    <a:pt x="23113" y="12003"/>
                    <a:pt x="23177" y="11650"/>
                    <a:pt x="23177" y="11264"/>
                  </a:cubicBezTo>
                  <a:cubicBezTo>
                    <a:pt x="23177" y="10268"/>
                    <a:pt x="22695" y="9143"/>
                    <a:pt x="21988" y="7921"/>
                  </a:cubicBezTo>
                  <a:cubicBezTo>
                    <a:pt x="19866" y="4289"/>
                    <a:pt x="15655" y="78"/>
                    <a:pt x="15655" y="78"/>
                  </a:cubicBezTo>
                  <a:cubicBezTo>
                    <a:pt x="15602" y="25"/>
                    <a:pt x="15539" y="1"/>
                    <a:pt x="154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331;p64">
              <a:extLst>
                <a:ext uri="{FF2B5EF4-FFF2-40B4-BE49-F238E27FC236}">
                  <a16:creationId xmlns:a16="http://schemas.microsoft.com/office/drawing/2014/main" id="{2AE2A5B5-0DDE-C554-517F-5DE7F053D0BF}"/>
                </a:ext>
              </a:extLst>
            </p:cNvPr>
            <p:cNvSpPr/>
            <p:nvPr/>
          </p:nvSpPr>
          <p:spPr>
            <a:xfrm>
              <a:off x="5052350" y="1761925"/>
              <a:ext cx="615600" cy="969125"/>
            </a:xfrm>
            <a:custGeom>
              <a:avLst/>
              <a:gdLst/>
              <a:ahLst/>
              <a:cxnLst/>
              <a:rect l="l" t="t" r="r" b="b"/>
              <a:pathLst>
                <a:path w="24624" h="38765" extrusionOk="0">
                  <a:moveTo>
                    <a:pt x="10210" y="0"/>
                  </a:moveTo>
                  <a:cubicBezTo>
                    <a:pt x="9375" y="0"/>
                    <a:pt x="8808" y="187"/>
                    <a:pt x="8808" y="187"/>
                  </a:cubicBezTo>
                  <a:cubicBezTo>
                    <a:pt x="8808" y="187"/>
                    <a:pt x="8144" y="131"/>
                    <a:pt x="7267" y="131"/>
                  </a:cubicBezTo>
                  <a:cubicBezTo>
                    <a:pt x="6039" y="131"/>
                    <a:pt x="4394" y="240"/>
                    <a:pt x="3569" y="765"/>
                  </a:cubicBezTo>
                  <a:cubicBezTo>
                    <a:pt x="2187" y="1698"/>
                    <a:pt x="1190" y="10152"/>
                    <a:pt x="933" y="15198"/>
                  </a:cubicBezTo>
                  <a:cubicBezTo>
                    <a:pt x="676" y="20245"/>
                    <a:pt x="1" y="24327"/>
                    <a:pt x="354" y="25324"/>
                  </a:cubicBezTo>
                  <a:cubicBezTo>
                    <a:pt x="676" y="26288"/>
                    <a:pt x="9290" y="37153"/>
                    <a:pt x="10544" y="38664"/>
                  </a:cubicBezTo>
                  <a:cubicBezTo>
                    <a:pt x="10602" y="38732"/>
                    <a:pt x="10678" y="38765"/>
                    <a:pt x="10771" y="38765"/>
                  </a:cubicBezTo>
                  <a:cubicBezTo>
                    <a:pt x="12703" y="38765"/>
                    <a:pt x="21892" y="24764"/>
                    <a:pt x="23241" y="21820"/>
                  </a:cubicBezTo>
                  <a:cubicBezTo>
                    <a:pt x="24623" y="18766"/>
                    <a:pt x="23723" y="15938"/>
                    <a:pt x="21891" y="11727"/>
                  </a:cubicBezTo>
                  <a:cubicBezTo>
                    <a:pt x="20091" y="7484"/>
                    <a:pt x="16169" y="3594"/>
                    <a:pt x="13855" y="1440"/>
                  </a:cubicBezTo>
                  <a:cubicBezTo>
                    <a:pt x="12594" y="267"/>
                    <a:pt x="11210" y="0"/>
                    <a:pt x="10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332;p64">
              <a:extLst>
                <a:ext uri="{FF2B5EF4-FFF2-40B4-BE49-F238E27FC236}">
                  <a16:creationId xmlns:a16="http://schemas.microsoft.com/office/drawing/2014/main" id="{B8B51B55-B65E-BDD4-BFD5-724F58238E43}"/>
                </a:ext>
              </a:extLst>
            </p:cNvPr>
            <p:cNvSpPr/>
            <p:nvPr/>
          </p:nvSpPr>
          <p:spPr>
            <a:xfrm>
              <a:off x="5052350" y="1755325"/>
              <a:ext cx="604350" cy="982050"/>
            </a:xfrm>
            <a:custGeom>
              <a:avLst/>
              <a:gdLst/>
              <a:ahLst/>
              <a:cxnLst/>
              <a:rect l="l" t="t" r="r" b="b"/>
              <a:pathLst>
                <a:path w="24174" h="39282" extrusionOk="0">
                  <a:moveTo>
                    <a:pt x="10223" y="515"/>
                  </a:moveTo>
                  <a:cubicBezTo>
                    <a:pt x="11187" y="547"/>
                    <a:pt x="12473" y="772"/>
                    <a:pt x="13694" y="1897"/>
                  </a:cubicBezTo>
                  <a:cubicBezTo>
                    <a:pt x="15976" y="4051"/>
                    <a:pt x="19866" y="7908"/>
                    <a:pt x="21666" y="12087"/>
                  </a:cubicBezTo>
                  <a:cubicBezTo>
                    <a:pt x="22855" y="14884"/>
                    <a:pt x="23659" y="17037"/>
                    <a:pt x="23659" y="18998"/>
                  </a:cubicBezTo>
                  <a:cubicBezTo>
                    <a:pt x="23659" y="19995"/>
                    <a:pt x="23434" y="20959"/>
                    <a:pt x="22984" y="21988"/>
                  </a:cubicBezTo>
                  <a:cubicBezTo>
                    <a:pt x="22663" y="22695"/>
                    <a:pt x="21827" y="24109"/>
                    <a:pt x="20766" y="25813"/>
                  </a:cubicBezTo>
                  <a:cubicBezTo>
                    <a:pt x="19127" y="28417"/>
                    <a:pt x="16941" y="31663"/>
                    <a:pt x="14980" y="34267"/>
                  </a:cubicBezTo>
                  <a:cubicBezTo>
                    <a:pt x="14016" y="35585"/>
                    <a:pt x="13083" y="36710"/>
                    <a:pt x="12312" y="37513"/>
                  </a:cubicBezTo>
                  <a:cubicBezTo>
                    <a:pt x="11958" y="37931"/>
                    <a:pt x="11605" y="38253"/>
                    <a:pt x="11316" y="38446"/>
                  </a:cubicBezTo>
                  <a:cubicBezTo>
                    <a:pt x="11058" y="38671"/>
                    <a:pt x="10833" y="38767"/>
                    <a:pt x="10769" y="38767"/>
                  </a:cubicBezTo>
                  <a:lnTo>
                    <a:pt x="10737" y="38735"/>
                  </a:lnTo>
                  <a:cubicBezTo>
                    <a:pt x="10126" y="37996"/>
                    <a:pt x="7651" y="34910"/>
                    <a:pt x="5305" y="31888"/>
                  </a:cubicBezTo>
                  <a:cubicBezTo>
                    <a:pt x="4147" y="30377"/>
                    <a:pt x="2990" y="28899"/>
                    <a:pt x="2122" y="27709"/>
                  </a:cubicBezTo>
                  <a:cubicBezTo>
                    <a:pt x="1672" y="27131"/>
                    <a:pt x="1319" y="26616"/>
                    <a:pt x="1061" y="26231"/>
                  </a:cubicBezTo>
                  <a:cubicBezTo>
                    <a:pt x="933" y="26038"/>
                    <a:pt x="804" y="25845"/>
                    <a:pt x="740" y="25716"/>
                  </a:cubicBezTo>
                  <a:cubicBezTo>
                    <a:pt x="644" y="25620"/>
                    <a:pt x="611" y="25491"/>
                    <a:pt x="611" y="25491"/>
                  </a:cubicBezTo>
                  <a:cubicBezTo>
                    <a:pt x="547" y="25363"/>
                    <a:pt x="515" y="25074"/>
                    <a:pt x="515" y="24656"/>
                  </a:cubicBezTo>
                  <a:cubicBezTo>
                    <a:pt x="515" y="23016"/>
                    <a:pt x="997" y="19577"/>
                    <a:pt x="1190" y="15462"/>
                  </a:cubicBezTo>
                  <a:cubicBezTo>
                    <a:pt x="1319" y="12955"/>
                    <a:pt x="1640" y="9580"/>
                    <a:pt x="2090" y="6719"/>
                  </a:cubicBezTo>
                  <a:cubicBezTo>
                    <a:pt x="2315" y="5305"/>
                    <a:pt x="2572" y="4019"/>
                    <a:pt x="2862" y="3022"/>
                  </a:cubicBezTo>
                  <a:cubicBezTo>
                    <a:pt x="3022" y="2540"/>
                    <a:pt x="3151" y="2122"/>
                    <a:pt x="3312" y="1833"/>
                  </a:cubicBezTo>
                  <a:cubicBezTo>
                    <a:pt x="3472" y="1512"/>
                    <a:pt x="3633" y="1319"/>
                    <a:pt x="3729" y="1254"/>
                  </a:cubicBezTo>
                  <a:cubicBezTo>
                    <a:pt x="4083" y="1029"/>
                    <a:pt x="4662" y="869"/>
                    <a:pt x="5305" y="772"/>
                  </a:cubicBezTo>
                  <a:cubicBezTo>
                    <a:pt x="5947" y="676"/>
                    <a:pt x="6622" y="676"/>
                    <a:pt x="7233" y="676"/>
                  </a:cubicBezTo>
                  <a:lnTo>
                    <a:pt x="8326" y="676"/>
                  </a:lnTo>
                  <a:cubicBezTo>
                    <a:pt x="8615" y="708"/>
                    <a:pt x="8776" y="708"/>
                    <a:pt x="8776" y="708"/>
                  </a:cubicBezTo>
                  <a:lnTo>
                    <a:pt x="8905" y="708"/>
                  </a:lnTo>
                  <a:cubicBezTo>
                    <a:pt x="9001" y="676"/>
                    <a:pt x="9515" y="515"/>
                    <a:pt x="10223" y="515"/>
                  </a:cubicBezTo>
                  <a:close/>
                  <a:moveTo>
                    <a:pt x="10223" y="1"/>
                  </a:moveTo>
                  <a:cubicBezTo>
                    <a:pt x="9425" y="1"/>
                    <a:pt x="8880" y="152"/>
                    <a:pt x="8744" y="187"/>
                  </a:cubicBezTo>
                  <a:lnTo>
                    <a:pt x="8744" y="187"/>
                  </a:lnTo>
                  <a:cubicBezTo>
                    <a:pt x="8523" y="170"/>
                    <a:pt x="7949" y="129"/>
                    <a:pt x="7233" y="129"/>
                  </a:cubicBezTo>
                  <a:cubicBezTo>
                    <a:pt x="6622" y="129"/>
                    <a:pt x="5915" y="162"/>
                    <a:pt x="5208" y="258"/>
                  </a:cubicBezTo>
                  <a:cubicBezTo>
                    <a:pt x="4533" y="354"/>
                    <a:pt x="3890" y="515"/>
                    <a:pt x="3440" y="804"/>
                  </a:cubicBezTo>
                  <a:cubicBezTo>
                    <a:pt x="3183" y="965"/>
                    <a:pt x="3022" y="1254"/>
                    <a:pt x="2829" y="1576"/>
                  </a:cubicBezTo>
                  <a:cubicBezTo>
                    <a:pt x="2540" y="2187"/>
                    <a:pt x="2283" y="3087"/>
                    <a:pt x="2026" y="4147"/>
                  </a:cubicBezTo>
                  <a:cubicBezTo>
                    <a:pt x="1319" y="7330"/>
                    <a:pt x="836" y="12119"/>
                    <a:pt x="676" y="15430"/>
                  </a:cubicBezTo>
                  <a:cubicBezTo>
                    <a:pt x="451" y="19513"/>
                    <a:pt x="1" y="22920"/>
                    <a:pt x="1" y="24656"/>
                  </a:cubicBezTo>
                  <a:cubicBezTo>
                    <a:pt x="1" y="25074"/>
                    <a:pt x="1" y="25395"/>
                    <a:pt x="97" y="25652"/>
                  </a:cubicBezTo>
                  <a:cubicBezTo>
                    <a:pt x="129" y="25749"/>
                    <a:pt x="194" y="25877"/>
                    <a:pt x="290" y="26006"/>
                  </a:cubicBezTo>
                  <a:cubicBezTo>
                    <a:pt x="579" y="26520"/>
                    <a:pt x="1286" y="27517"/>
                    <a:pt x="2219" y="28738"/>
                  </a:cubicBezTo>
                  <a:cubicBezTo>
                    <a:pt x="4951" y="32370"/>
                    <a:pt x="9451" y="38028"/>
                    <a:pt x="10351" y="39089"/>
                  </a:cubicBezTo>
                  <a:cubicBezTo>
                    <a:pt x="10448" y="39217"/>
                    <a:pt x="10608" y="39281"/>
                    <a:pt x="10769" y="39281"/>
                  </a:cubicBezTo>
                  <a:cubicBezTo>
                    <a:pt x="10962" y="39281"/>
                    <a:pt x="11155" y="39217"/>
                    <a:pt x="11348" y="39089"/>
                  </a:cubicBezTo>
                  <a:cubicBezTo>
                    <a:pt x="11701" y="38864"/>
                    <a:pt x="12151" y="38510"/>
                    <a:pt x="12633" y="37996"/>
                  </a:cubicBezTo>
                  <a:cubicBezTo>
                    <a:pt x="14305" y="36228"/>
                    <a:pt x="16716" y="32917"/>
                    <a:pt x="18869" y="29702"/>
                  </a:cubicBezTo>
                  <a:cubicBezTo>
                    <a:pt x="19962" y="28095"/>
                    <a:pt x="20959" y="26520"/>
                    <a:pt x="21762" y="25202"/>
                  </a:cubicBezTo>
                  <a:cubicBezTo>
                    <a:pt x="22566" y="23884"/>
                    <a:pt x="23177" y="22823"/>
                    <a:pt x="23466" y="22213"/>
                  </a:cubicBezTo>
                  <a:cubicBezTo>
                    <a:pt x="23948" y="21120"/>
                    <a:pt x="24173" y="20091"/>
                    <a:pt x="24173" y="18998"/>
                  </a:cubicBezTo>
                  <a:cubicBezTo>
                    <a:pt x="24173" y="16877"/>
                    <a:pt x="23370" y="14659"/>
                    <a:pt x="22148" y="11862"/>
                  </a:cubicBezTo>
                  <a:cubicBezTo>
                    <a:pt x="20284" y="7587"/>
                    <a:pt x="16362" y="3665"/>
                    <a:pt x="14048" y="1512"/>
                  </a:cubicBezTo>
                  <a:cubicBezTo>
                    <a:pt x="12730" y="290"/>
                    <a:pt x="11283" y="1"/>
                    <a:pt x="102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333;p64">
              <a:extLst>
                <a:ext uri="{FF2B5EF4-FFF2-40B4-BE49-F238E27FC236}">
                  <a16:creationId xmlns:a16="http://schemas.microsoft.com/office/drawing/2014/main" id="{164B0A8D-EE84-5650-D892-28A67FF07FAE}"/>
                </a:ext>
              </a:extLst>
            </p:cNvPr>
            <p:cNvSpPr/>
            <p:nvPr/>
          </p:nvSpPr>
          <p:spPr>
            <a:xfrm>
              <a:off x="5250050" y="1875925"/>
              <a:ext cx="257500" cy="356775"/>
            </a:xfrm>
            <a:custGeom>
              <a:avLst/>
              <a:gdLst/>
              <a:ahLst/>
              <a:cxnLst/>
              <a:rect l="l" t="t" r="r" b="b"/>
              <a:pathLst>
                <a:path w="10300" h="14271" extrusionOk="0">
                  <a:moveTo>
                    <a:pt x="8583" y="0"/>
                  </a:moveTo>
                  <a:cubicBezTo>
                    <a:pt x="6000" y="0"/>
                    <a:pt x="1287" y="3931"/>
                    <a:pt x="804" y="5656"/>
                  </a:cubicBezTo>
                  <a:cubicBezTo>
                    <a:pt x="804" y="5656"/>
                    <a:pt x="804" y="5785"/>
                    <a:pt x="740" y="5977"/>
                  </a:cubicBezTo>
                  <a:cubicBezTo>
                    <a:pt x="643" y="6588"/>
                    <a:pt x="418" y="7938"/>
                    <a:pt x="225" y="9481"/>
                  </a:cubicBezTo>
                  <a:cubicBezTo>
                    <a:pt x="0" y="11538"/>
                    <a:pt x="65" y="14271"/>
                    <a:pt x="740" y="14271"/>
                  </a:cubicBezTo>
                  <a:cubicBezTo>
                    <a:pt x="1382" y="14271"/>
                    <a:pt x="10094" y="7970"/>
                    <a:pt x="10254" y="2249"/>
                  </a:cubicBezTo>
                  <a:cubicBezTo>
                    <a:pt x="10300" y="621"/>
                    <a:pt x="9610" y="0"/>
                    <a:pt x="85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334;p64">
              <a:extLst>
                <a:ext uri="{FF2B5EF4-FFF2-40B4-BE49-F238E27FC236}">
                  <a16:creationId xmlns:a16="http://schemas.microsoft.com/office/drawing/2014/main" id="{F7DBD4A9-733E-E400-BB53-ABD9998A376A}"/>
                </a:ext>
              </a:extLst>
            </p:cNvPr>
            <p:cNvSpPr/>
            <p:nvPr/>
          </p:nvSpPr>
          <p:spPr>
            <a:xfrm>
              <a:off x="5246025" y="1869450"/>
              <a:ext cx="267625" cy="370475"/>
            </a:xfrm>
            <a:custGeom>
              <a:avLst/>
              <a:gdLst/>
              <a:ahLst/>
              <a:cxnLst/>
              <a:rect l="l" t="t" r="r" b="b"/>
              <a:pathLst>
                <a:path w="10705" h="14819" extrusionOk="0">
                  <a:moveTo>
                    <a:pt x="8744" y="547"/>
                  </a:moveTo>
                  <a:cubicBezTo>
                    <a:pt x="9194" y="547"/>
                    <a:pt x="9515" y="675"/>
                    <a:pt x="9772" y="933"/>
                  </a:cubicBezTo>
                  <a:cubicBezTo>
                    <a:pt x="9997" y="1190"/>
                    <a:pt x="10158" y="1640"/>
                    <a:pt x="10158" y="2379"/>
                  </a:cubicBezTo>
                  <a:cubicBezTo>
                    <a:pt x="10158" y="2411"/>
                    <a:pt x="10158" y="2475"/>
                    <a:pt x="10158" y="2508"/>
                  </a:cubicBezTo>
                  <a:cubicBezTo>
                    <a:pt x="10094" y="5240"/>
                    <a:pt x="7908" y="8229"/>
                    <a:pt x="5658" y="10479"/>
                  </a:cubicBezTo>
                  <a:cubicBezTo>
                    <a:pt x="4533" y="11637"/>
                    <a:pt x="3376" y="12569"/>
                    <a:pt x="2476" y="13244"/>
                  </a:cubicBezTo>
                  <a:cubicBezTo>
                    <a:pt x="2026" y="13597"/>
                    <a:pt x="1640" y="13855"/>
                    <a:pt x="1351" y="14015"/>
                  </a:cubicBezTo>
                  <a:cubicBezTo>
                    <a:pt x="1190" y="14112"/>
                    <a:pt x="1093" y="14176"/>
                    <a:pt x="997" y="14240"/>
                  </a:cubicBezTo>
                  <a:lnTo>
                    <a:pt x="901" y="14272"/>
                  </a:lnTo>
                  <a:lnTo>
                    <a:pt x="868" y="14240"/>
                  </a:lnTo>
                  <a:cubicBezTo>
                    <a:pt x="772" y="14144"/>
                    <a:pt x="676" y="13822"/>
                    <a:pt x="611" y="13405"/>
                  </a:cubicBezTo>
                  <a:cubicBezTo>
                    <a:pt x="547" y="12987"/>
                    <a:pt x="547" y="12472"/>
                    <a:pt x="547" y="11894"/>
                  </a:cubicBezTo>
                  <a:cubicBezTo>
                    <a:pt x="547" y="11187"/>
                    <a:pt x="579" y="10447"/>
                    <a:pt x="676" y="9772"/>
                  </a:cubicBezTo>
                  <a:cubicBezTo>
                    <a:pt x="836" y="8229"/>
                    <a:pt x="1061" y="6879"/>
                    <a:pt x="1190" y="6301"/>
                  </a:cubicBezTo>
                  <a:cubicBezTo>
                    <a:pt x="1222" y="6076"/>
                    <a:pt x="1222" y="5979"/>
                    <a:pt x="1222" y="5979"/>
                  </a:cubicBezTo>
                  <a:cubicBezTo>
                    <a:pt x="1318" y="5626"/>
                    <a:pt x="1672" y="5079"/>
                    <a:pt x="2218" y="4501"/>
                  </a:cubicBezTo>
                  <a:cubicBezTo>
                    <a:pt x="3022" y="3601"/>
                    <a:pt x="4211" y="2604"/>
                    <a:pt x="5433" y="1833"/>
                  </a:cubicBezTo>
                  <a:cubicBezTo>
                    <a:pt x="6622" y="1061"/>
                    <a:pt x="7876" y="547"/>
                    <a:pt x="8744" y="547"/>
                  </a:cubicBezTo>
                  <a:close/>
                  <a:moveTo>
                    <a:pt x="8744" y="0"/>
                  </a:moveTo>
                  <a:cubicBezTo>
                    <a:pt x="8037" y="0"/>
                    <a:pt x="7233" y="257"/>
                    <a:pt x="6397" y="675"/>
                  </a:cubicBezTo>
                  <a:cubicBezTo>
                    <a:pt x="5144" y="1286"/>
                    <a:pt x="3826" y="2218"/>
                    <a:pt x="2765" y="3183"/>
                  </a:cubicBezTo>
                  <a:cubicBezTo>
                    <a:pt x="2251" y="3665"/>
                    <a:pt x="1801" y="4147"/>
                    <a:pt x="1447" y="4597"/>
                  </a:cubicBezTo>
                  <a:cubicBezTo>
                    <a:pt x="1093" y="5047"/>
                    <a:pt x="836" y="5465"/>
                    <a:pt x="708" y="5851"/>
                  </a:cubicBezTo>
                  <a:lnTo>
                    <a:pt x="708" y="5883"/>
                  </a:lnTo>
                  <a:cubicBezTo>
                    <a:pt x="708" y="5883"/>
                    <a:pt x="676" y="5979"/>
                    <a:pt x="643" y="6204"/>
                  </a:cubicBezTo>
                  <a:cubicBezTo>
                    <a:pt x="547" y="6783"/>
                    <a:pt x="322" y="8165"/>
                    <a:pt x="129" y="9708"/>
                  </a:cubicBezTo>
                  <a:cubicBezTo>
                    <a:pt x="33" y="10415"/>
                    <a:pt x="1" y="11187"/>
                    <a:pt x="1" y="11894"/>
                  </a:cubicBezTo>
                  <a:cubicBezTo>
                    <a:pt x="1" y="12633"/>
                    <a:pt x="33" y="13308"/>
                    <a:pt x="161" y="13822"/>
                  </a:cubicBezTo>
                  <a:cubicBezTo>
                    <a:pt x="193" y="14080"/>
                    <a:pt x="258" y="14272"/>
                    <a:pt x="386" y="14465"/>
                  </a:cubicBezTo>
                  <a:cubicBezTo>
                    <a:pt x="418" y="14562"/>
                    <a:pt x="483" y="14626"/>
                    <a:pt x="579" y="14690"/>
                  </a:cubicBezTo>
                  <a:cubicBezTo>
                    <a:pt x="643" y="14755"/>
                    <a:pt x="772" y="14819"/>
                    <a:pt x="901" y="14819"/>
                  </a:cubicBezTo>
                  <a:cubicBezTo>
                    <a:pt x="965" y="14819"/>
                    <a:pt x="997" y="14787"/>
                    <a:pt x="1061" y="14787"/>
                  </a:cubicBezTo>
                  <a:cubicBezTo>
                    <a:pt x="1254" y="14723"/>
                    <a:pt x="1511" y="14562"/>
                    <a:pt x="1833" y="14337"/>
                  </a:cubicBezTo>
                  <a:cubicBezTo>
                    <a:pt x="3022" y="13597"/>
                    <a:pt x="5176" y="11894"/>
                    <a:pt x="7072" y="9772"/>
                  </a:cubicBezTo>
                  <a:cubicBezTo>
                    <a:pt x="8969" y="7619"/>
                    <a:pt x="10608" y="5079"/>
                    <a:pt x="10705" y="2540"/>
                  </a:cubicBezTo>
                  <a:cubicBezTo>
                    <a:pt x="10705" y="2475"/>
                    <a:pt x="10705" y="2411"/>
                    <a:pt x="10705" y="2379"/>
                  </a:cubicBezTo>
                  <a:cubicBezTo>
                    <a:pt x="10705" y="1575"/>
                    <a:pt x="10512" y="965"/>
                    <a:pt x="10158" y="579"/>
                  </a:cubicBezTo>
                  <a:cubicBezTo>
                    <a:pt x="9805" y="161"/>
                    <a:pt x="9290" y="0"/>
                    <a:pt x="87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335;p64">
              <a:extLst>
                <a:ext uri="{FF2B5EF4-FFF2-40B4-BE49-F238E27FC236}">
                  <a16:creationId xmlns:a16="http://schemas.microsoft.com/office/drawing/2014/main" id="{D53694FA-1649-BD0A-184F-2E6FBC036A55}"/>
                </a:ext>
              </a:extLst>
            </p:cNvPr>
            <p:cNvSpPr/>
            <p:nvPr/>
          </p:nvSpPr>
          <p:spPr>
            <a:xfrm>
              <a:off x="5212275" y="1713975"/>
              <a:ext cx="317450" cy="378150"/>
            </a:xfrm>
            <a:custGeom>
              <a:avLst/>
              <a:gdLst/>
              <a:ahLst/>
              <a:cxnLst/>
              <a:rect l="l" t="t" r="r" b="b"/>
              <a:pathLst>
                <a:path w="12698" h="15126" extrusionOk="0">
                  <a:moveTo>
                    <a:pt x="4510" y="1"/>
                  </a:moveTo>
                  <a:cubicBezTo>
                    <a:pt x="3445" y="1"/>
                    <a:pt x="2503" y="245"/>
                    <a:pt x="1897" y="851"/>
                  </a:cubicBezTo>
                  <a:cubicBezTo>
                    <a:pt x="1897" y="851"/>
                    <a:pt x="1093" y="3937"/>
                    <a:pt x="1093" y="4419"/>
                  </a:cubicBezTo>
                  <a:cubicBezTo>
                    <a:pt x="1093" y="4934"/>
                    <a:pt x="1415" y="6155"/>
                    <a:pt x="1415" y="6155"/>
                  </a:cubicBezTo>
                  <a:cubicBezTo>
                    <a:pt x="1415" y="6155"/>
                    <a:pt x="0" y="8405"/>
                    <a:pt x="161" y="8662"/>
                  </a:cubicBezTo>
                  <a:cubicBezTo>
                    <a:pt x="322" y="8919"/>
                    <a:pt x="836" y="9305"/>
                    <a:pt x="836" y="9305"/>
                  </a:cubicBezTo>
                  <a:cubicBezTo>
                    <a:pt x="836" y="9305"/>
                    <a:pt x="675" y="12455"/>
                    <a:pt x="1318" y="13130"/>
                  </a:cubicBezTo>
                  <a:cubicBezTo>
                    <a:pt x="1620" y="13432"/>
                    <a:pt x="2332" y="13515"/>
                    <a:pt x="3028" y="13515"/>
                  </a:cubicBezTo>
                  <a:cubicBezTo>
                    <a:pt x="3889" y="13515"/>
                    <a:pt x="4726" y="13388"/>
                    <a:pt x="4726" y="13388"/>
                  </a:cubicBezTo>
                  <a:lnTo>
                    <a:pt x="4726" y="13388"/>
                  </a:lnTo>
                  <a:cubicBezTo>
                    <a:pt x="4726" y="13388"/>
                    <a:pt x="3408" y="15027"/>
                    <a:pt x="4886" y="15123"/>
                  </a:cubicBezTo>
                  <a:cubicBezTo>
                    <a:pt x="4908" y="15125"/>
                    <a:pt x="4930" y="15125"/>
                    <a:pt x="4952" y="15125"/>
                  </a:cubicBezTo>
                  <a:cubicBezTo>
                    <a:pt x="6509" y="15125"/>
                    <a:pt x="10368" y="11850"/>
                    <a:pt x="11540" y="9980"/>
                  </a:cubicBezTo>
                  <a:cubicBezTo>
                    <a:pt x="12697" y="8084"/>
                    <a:pt x="12601" y="4580"/>
                    <a:pt x="11540" y="2844"/>
                  </a:cubicBezTo>
                  <a:cubicBezTo>
                    <a:pt x="10755" y="1597"/>
                    <a:pt x="7230" y="1"/>
                    <a:pt x="4510"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336;p64">
              <a:extLst>
                <a:ext uri="{FF2B5EF4-FFF2-40B4-BE49-F238E27FC236}">
                  <a16:creationId xmlns:a16="http://schemas.microsoft.com/office/drawing/2014/main" id="{07531A74-9BDD-F19D-E6E0-4EB1A2DC00FA}"/>
                </a:ext>
              </a:extLst>
            </p:cNvPr>
            <p:cNvSpPr/>
            <p:nvPr/>
          </p:nvSpPr>
          <p:spPr>
            <a:xfrm>
              <a:off x="5209050" y="1707925"/>
              <a:ext cx="319075" cy="390575"/>
            </a:xfrm>
            <a:custGeom>
              <a:avLst/>
              <a:gdLst/>
              <a:ahLst/>
              <a:cxnLst/>
              <a:rect l="l" t="t" r="r" b="b"/>
              <a:pathLst>
                <a:path w="12763" h="15623" extrusionOk="0">
                  <a:moveTo>
                    <a:pt x="4662" y="515"/>
                  </a:moveTo>
                  <a:cubicBezTo>
                    <a:pt x="5948" y="515"/>
                    <a:pt x="7491" y="900"/>
                    <a:pt x="8776" y="1447"/>
                  </a:cubicBezTo>
                  <a:cubicBezTo>
                    <a:pt x="9419" y="1736"/>
                    <a:pt x="9998" y="2025"/>
                    <a:pt x="10480" y="2347"/>
                  </a:cubicBezTo>
                  <a:cubicBezTo>
                    <a:pt x="10930" y="2668"/>
                    <a:pt x="11284" y="2990"/>
                    <a:pt x="11412" y="3247"/>
                  </a:cubicBezTo>
                  <a:cubicBezTo>
                    <a:pt x="11926" y="4051"/>
                    <a:pt x="12216" y="5368"/>
                    <a:pt x="12216" y="6686"/>
                  </a:cubicBezTo>
                  <a:cubicBezTo>
                    <a:pt x="12216" y="7940"/>
                    <a:pt x="11959" y="9226"/>
                    <a:pt x="11412" y="10094"/>
                  </a:cubicBezTo>
                  <a:cubicBezTo>
                    <a:pt x="10898" y="10962"/>
                    <a:pt x="9644" y="12247"/>
                    <a:pt x="8358" y="13308"/>
                  </a:cubicBezTo>
                  <a:cubicBezTo>
                    <a:pt x="7683" y="13822"/>
                    <a:pt x="7040" y="14272"/>
                    <a:pt x="6462" y="14594"/>
                  </a:cubicBezTo>
                  <a:cubicBezTo>
                    <a:pt x="5883" y="14915"/>
                    <a:pt x="5369" y="15108"/>
                    <a:pt x="5080" y="15108"/>
                  </a:cubicBezTo>
                  <a:lnTo>
                    <a:pt x="5048" y="15108"/>
                  </a:lnTo>
                  <a:cubicBezTo>
                    <a:pt x="4790" y="15076"/>
                    <a:pt x="4694" y="15012"/>
                    <a:pt x="4630" y="14980"/>
                  </a:cubicBezTo>
                  <a:cubicBezTo>
                    <a:pt x="4598" y="14947"/>
                    <a:pt x="4598" y="14915"/>
                    <a:pt x="4565" y="14819"/>
                  </a:cubicBezTo>
                  <a:cubicBezTo>
                    <a:pt x="4565" y="14658"/>
                    <a:pt x="4694" y="14369"/>
                    <a:pt x="4823" y="14176"/>
                  </a:cubicBezTo>
                  <a:cubicBezTo>
                    <a:pt x="4887" y="14047"/>
                    <a:pt x="4951" y="13951"/>
                    <a:pt x="4983" y="13887"/>
                  </a:cubicBezTo>
                  <a:lnTo>
                    <a:pt x="5048" y="13822"/>
                  </a:lnTo>
                  <a:lnTo>
                    <a:pt x="5080" y="13790"/>
                  </a:lnTo>
                  <a:cubicBezTo>
                    <a:pt x="5144" y="13694"/>
                    <a:pt x="5144" y="13597"/>
                    <a:pt x="5080" y="13501"/>
                  </a:cubicBezTo>
                  <a:cubicBezTo>
                    <a:pt x="5053" y="13422"/>
                    <a:pt x="4961" y="13364"/>
                    <a:pt x="4876" y="13364"/>
                  </a:cubicBezTo>
                  <a:cubicBezTo>
                    <a:pt x="4858" y="13364"/>
                    <a:pt x="4840" y="13367"/>
                    <a:pt x="4823" y="13372"/>
                  </a:cubicBezTo>
                  <a:lnTo>
                    <a:pt x="4662" y="13372"/>
                  </a:lnTo>
                  <a:cubicBezTo>
                    <a:pt x="4405" y="13405"/>
                    <a:pt x="3762" y="13469"/>
                    <a:pt x="3151" y="13469"/>
                  </a:cubicBezTo>
                  <a:cubicBezTo>
                    <a:pt x="2797" y="13469"/>
                    <a:pt x="2476" y="13469"/>
                    <a:pt x="2219" y="13405"/>
                  </a:cubicBezTo>
                  <a:cubicBezTo>
                    <a:pt x="1930" y="13372"/>
                    <a:pt x="1737" y="13276"/>
                    <a:pt x="1640" y="13180"/>
                  </a:cubicBezTo>
                  <a:cubicBezTo>
                    <a:pt x="1576" y="13115"/>
                    <a:pt x="1512" y="12987"/>
                    <a:pt x="1447" y="12794"/>
                  </a:cubicBezTo>
                  <a:cubicBezTo>
                    <a:pt x="1255" y="12183"/>
                    <a:pt x="1222" y="11122"/>
                    <a:pt x="1222" y="10415"/>
                  </a:cubicBezTo>
                  <a:cubicBezTo>
                    <a:pt x="1222" y="10158"/>
                    <a:pt x="1222" y="9965"/>
                    <a:pt x="1222" y="9804"/>
                  </a:cubicBezTo>
                  <a:cubicBezTo>
                    <a:pt x="1222" y="9676"/>
                    <a:pt x="1222" y="9579"/>
                    <a:pt x="1222" y="9579"/>
                  </a:cubicBezTo>
                  <a:cubicBezTo>
                    <a:pt x="1222" y="9483"/>
                    <a:pt x="1190" y="9419"/>
                    <a:pt x="1126" y="9354"/>
                  </a:cubicBezTo>
                  <a:lnTo>
                    <a:pt x="1062" y="9290"/>
                  </a:lnTo>
                  <a:cubicBezTo>
                    <a:pt x="997" y="9226"/>
                    <a:pt x="869" y="9129"/>
                    <a:pt x="772" y="9033"/>
                  </a:cubicBezTo>
                  <a:cubicBezTo>
                    <a:pt x="699" y="8960"/>
                    <a:pt x="608" y="8868"/>
                    <a:pt x="554" y="8800"/>
                  </a:cubicBezTo>
                  <a:lnTo>
                    <a:pt x="554" y="8800"/>
                  </a:lnTo>
                  <a:cubicBezTo>
                    <a:pt x="577" y="8707"/>
                    <a:pt x="658" y="8517"/>
                    <a:pt x="740" y="8326"/>
                  </a:cubicBezTo>
                  <a:cubicBezTo>
                    <a:pt x="933" y="7972"/>
                    <a:pt x="1190" y="7522"/>
                    <a:pt x="1383" y="7169"/>
                  </a:cubicBezTo>
                  <a:cubicBezTo>
                    <a:pt x="1608" y="6815"/>
                    <a:pt x="1769" y="6558"/>
                    <a:pt x="1769" y="6558"/>
                  </a:cubicBezTo>
                  <a:cubicBezTo>
                    <a:pt x="1801" y="6493"/>
                    <a:pt x="1833" y="6429"/>
                    <a:pt x="1801" y="6333"/>
                  </a:cubicBezTo>
                  <a:cubicBezTo>
                    <a:pt x="1801" y="6333"/>
                    <a:pt x="1769" y="6268"/>
                    <a:pt x="1737" y="6140"/>
                  </a:cubicBezTo>
                  <a:cubicBezTo>
                    <a:pt x="1705" y="5947"/>
                    <a:pt x="1640" y="5658"/>
                    <a:pt x="1576" y="5401"/>
                  </a:cubicBezTo>
                  <a:cubicBezTo>
                    <a:pt x="1512" y="5111"/>
                    <a:pt x="1480" y="4822"/>
                    <a:pt x="1480" y="4661"/>
                  </a:cubicBezTo>
                  <a:cubicBezTo>
                    <a:pt x="1480" y="4629"/>
                    <a:pt x="1480" y="4533"/>
                    <a:pt x="1512" y="4436"/>
                  </a:cubicBezTo>
                  <a:cubicBezTo>
                    <a:pt x="1576" y="3986"/>
                    <a:pt x="1769" y="3150"/>
                    <a:pt x="1962" y="2475"/>
                  </a:cubicBezTo>
                  <a:cubicBezTo>
                    <a:pt x="2122" y="1888"/>
                    <a:pt x="2238" y="1390"/>
                    <a:pt x="2272" y="1237"/>
                  </a:cubicBezTo>
                  <a:lnTo>
                    <a:pt x="2272" y="1237"/>
                  </a:lnTo>
                  <a:cubicBezTo>
                    <a:pt x="2821" y="756"/>
                    <a:pt x="3666" y="515"/>
                    <a:pt x="4662" y="515"/>
                  </a:cubicBezTo>
                  <a:close/>
                  <a:moveTo>
                    <a:pt x="4662" y="0"/>
                  </a:moveTo>
                  <a:cubicBezTo>
                    <a:pt x="3537" y="0"/>
                    <a:pt x="2540" y="225"/>
                    <a:pt x="1833" y="932"/>
                  </a:cubicBezTo>
                  <a:lnTo>
                    <a:pt x="1769" y="1029"/>
                  </a:lnTo>
                  <a:cubicBezTo>
                    <a:pt x="1769" y="1029"/>
                    <a:pt x="1576" y="1800"/>
                    <a:pt x="1351" y="2636"/>
                  </a:cubicBezTo>
                  <a:cubicBezTo>
                    <a:pt x="1255" y="3054"/>
                    <a:pt x="1158" y="3472"/>
                    <a:pt x="1062" y="3858"/>
                  </a:cubicBezTo>
                  <a:cubicBezTo>
                    <a:pt x="1029" y="4018"/>
                    <a:pt x="997" y="4179"/>
                    <a:pt x="965" y="4340"/>
                  </a:cubicBezTo>
                  <a:cubicBezTo>
                    <a:pt x="965" y="4468"/>
                    <a:pt x="933" y="4565"/>
                    <a:pt x="933" y="4661"/>
                  </a:cubicBezTo>
                  <a:cubicBezTo>
                    <a:pt x="933" y="4983"/>
                    <a:pt x="1029" y="5401"/>
                    <a:pt x="1126" y="5786"/>
                  </a:cubicBezTo>
                  <a:cubicBezTo>
                    <a:pt x="1166" y="6029"/>
                    <a:pt x="1219" y="6246"/>
                    <a:pt x="1253" y="6374"/>
                  </a:cubicBezTo>
                  <a:lnTo>
                    <a:pt x="1253" y="6374"/>
                  </a:lnTo>
                  <a:cubicBezTo>
                    <a:pt x="1143" y="6552"/>
                    <a:pt x="910" y="6932"/>
                    <a:pt x="676" y="7329"/>
                  </a:cubicBezTo>
                  <a:cubicBezTo>
                    <a:pt x="515" y="7619"/>
                    <a:pt x="354" y="7908"/>
                    <a:pt x="226" y="8165"/>
                  </a:cubicBezTo>
                  <a:cubicBezTo>
                    <a:pt x="162" y="8294"/>
                    <a:pt x="129" y="8422"/>
                    <a:pt x="97" y="8519"/>
                  </a:cubicBezTo>
                  <a:cubicBezTo>
                    <a:pt x="33" y="8647"/>
                    <a:pt x="33" y="8711"/>
                    <a:pt x="1" y="8840"/>
                  </a:cubicBezTo>
                  <a:cubicBezTo>
                    <a:pt x="1" y="8868"/>
                    <a:pt x="1" y="8947"/>
                    <a:pt x="67" y="9032"/>
                  </a:cubicBezTo>
                  <a:lnTo>
                    <a:pt x="67" y="9032"/>
                  </a:lnTo>
                  <a:lnTo>
                    <a:pt x="65" y="9033"/>
                  </a:lnTo>
                  <a:cubicBezTo>
                    <a:pt x="194" y="9226"/>
                    <a:pt x="354" y="9386"/>
                    <a:pt x="515" y="9515"/>
                  </a:cubicBezTo>
                  <a:cubicBezTo>
                    <a:pt x="580" y="9596"/>
                    <a:pt x="644" y="9660"/>
                    <a:pt x="697" y="9705"/>
                  </a:cubicBezTo>
                  <a:lnTo>
                    <a:pt x="697" y="9705"/>
                  </a:lnTo>
                  <a:cubicBezTo>
                    <a:pt x="687" y="9856"/>
                    <a:pt x="676" y="10106"/>
                    <a:pt x="676" y="10415"/>
                  </a:cubicBezTo>
                  <a:cubicBezTo>
                    <a:pt x="676" y="10897"/>
                    <a:pt x="708" y="11540"/>
                    <a:pt x="772" y="12119"/>
                  </a:cubicBezTo>
                  <a:cubicBezTo>
                    <a:pt x="804" y="12408"/>
                    <a:pt x="869" y="12697"/>
                    <a:pt x="933" y="12955"/>
                  </a:cubicBezTo>
                  <a:cubicBezTo>
                    <a:pt x="997" y="13180"/>
                    <a:pt x="1094" y="13405"/>
                    <a:pt x="1255" y="13565"/>
                  </a:cubicBezTo>
                  <a:cubicBezTo>
                    <a:pt x="1480" y="13790"/>
                    <a:pt x="1769" y="13887"/>
                    <a:pt x="2090" y="13951"/>
                  </a:cubicBezTo>
                  <a:cubicBezTo>
                    <a:pt x="2444" y="14015"/>
                    <a:pt x="2797" y="14015"/>
                    <a:pt x="3151" y="14015"/>
                  </a:cubicBezTo>
                  <a:cubicBezTo>
                    <a:pt x="3578" y="14015"/>
                    <a:pt x="3990" y="13986"/>
                    <a:pt x="4306" y="13956"/>
                  </a:cubicBezTo>
                  <a:lnTo>
                    <a:pt x="4306" y="13956"/>
                  </a:lnTo>
                  <a:cubicBezTo>
                    <a:pt x="4185" y="14201"/>
                    <a:pt x="4051" y="14496"/>
                    <a:pt x="4051" y="14819"/>
                  </a:cubicBezTo>
                  <a:cubicBezTo>
                    <a:pt x="4051" y="15012"/>
                    <a:pt x="4115" y="15237"/>
                    <a:pt x="4276" y="15398"/>
                  </a:cubicBezTo>
                  <a:cubicBezTo>
                    <a:pt x="4469" y="15526"/>
                    <a:pt x="4694" y="15623"/>
                    <a:pt x="5015" y="15623"/>
                  </a:cubicBezTo>
                  <a:lnTo>
                    <a:pt x="5080" y="15623"/>
                  </a:lnTo>
                  <a:cubicBezTo>
                    <a:pt x="5562" y="15623"/>
                    <a:pt x="6108" y="15398"/>
                    <a:pt x="6719" y="15076"/>
                  </a:cubicBezTo>
                  <a:cubicBezTo>
                    <a:pt x="7651" y="14530"/>
                    <a:pt x="8712" y="13726"/>
                    <a:pt x="9644" y="12890"/>
                  </a:cubicBezTo>
                  <a:cubicBezTo>
                    <a:pt x="10609" y="12022"/>
                    <a:pt x="11412" y="11122"/>
                    <a:pt x="11894" y="10351"/>
                  </a:cubicBezTo>
                  <a:cubicBezTo>
                    <a:pt x="12505" y="9354"/>
                    <a:pt x="12762" y="8004"/>
                    <a:pt x="12762" y="6686"/>
                  </a:cubicBezTo>
                  <a:cubicBezTo>
                    <a:pt x="12762" y="5272"/>
                    <a:pt x="12473" y="3922"/>
                    <a:pt x="11894" y="2958"/>
                  </a:cubicBezTo>
                  <a:cubicBezTo>
                    <a:pt x="11669" y="2604"/>
                    <a:pt x="11251" y="2250"/>
                    <a:pt x="10769" y="1897"/>
                  </a:cubicBezTo>
                  <a:cubicBezTo>
                    <a:pt x="9258" y="900"/>
                    <a:pt x="6783" y="0"/>
                    <a:pt x="46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337;p64">
              <a:extLst>
                <a:ext uri="{FF2B5EF4-FFF2-40B4-BE49-F238E27FC236}">
                  <a16:creationId xmlns:a16="http://schemas.microsoft.com/office/drawing/2014/main" id="{64DB9848-AE70-593E-0953-2D4359DEE746}"/>
                </a:ext>
              </a:extLst>
            </p:cNvPr>
            <p:cNvSpPr/>
            <p:nvPr/>
          </p:nvSpPr>
          <p:spPr>
            <a:xfrm>
              <a:off x="5222725" y="1583375"/>
              <a:ext cx="422725" cy="376150"/>
            </a:xfrm>
            <a:custGeom>
              <a:avLst/>
              <a:gdLst/>
              <a:ahLst/>
              <a:cxnLst/>
              <a:rect l="l" t="t" r="r" b="b"/>
              <a:pathLst>
                <a:path w="16909" h="15046" extrusionOk="0">
                  <a:moveTo>
                    <a:pt x="9753" y="1"/>
                  </a:moveTo>
                  <a:cubicBezTo>
                    <a:pt x="9390" y="1"/>
                    <a:pt x="9038" y="42"/>
                    <a:pt x="8711" y="128"/>
                  </a:cubicBezTo>
                  <a:cubicBezTo>
                    <a:pt x="8711" y="128"/>
                    <a:pt x="2315" y="964"/>
                    <a:pt x="1158" y="3439"/>
                  </a:cubicBezTo>
                  <a:cubicBezTo>
                    <a:pt x="0" y="5914"/>
                    <a:pt x="2668" y="9000"/>
                    <a:pt x="4565" y="9418"/>
                  </a:cubicBezTo>
                  <a:cubicBezTo>
                    <a:pt x="5987" y="9708"/>
                    <a:pt x="7048" y="9744"/>
                    <a:pt x="7489" y="9744"/>
                  </a:cubicBezTo>
                  <a:cubicBezTo>
                    <a:pt x="7637" y="9744"/>
                    <a:pt x="7715" y="9740"/>
                    <a:pt x="7715" y="9740"/>
                  </a:cubicBezTo>
                  <a:lnTo>
                    <a:pt x="7715" y="9740"/>
                  </a:lnTo>
                  <a:cubicBezTo>
                    <a:pt x="7715" y="9740"/>
                    <a:pt x="5722" y="11475"/>
                    <a:pt x="6976" y="11893"/>
                  </a:cubicBezTo>
                  <a:cubicBezTo>
                    <a:pt x="8197" y="12311"/>
                    <a:pt x="8776" y="12054"/>
                    <a:pt x="8776" y="12472"/>
                  </a:cubicBezTo>
                  <a:cubicBezTo>
                    <a:pt x="8776" y="12890"/>
                    <a:pt x="7554" y="14208"/>
                    <a:pt x="8615" y="14304"/>
                  </a:cubicBezTo>
                  <a:cubicBezTo>
                    <a:pt x="8633" y="14305"/>
                    <a:pt x="8651" y="14306"/>
                    <a:pt x="8669" y="14306"/>
                  </a:cubicBezTo>
                  <a:cubicBezTo>
                    <a:pt x="9613" y="14306"/>
                    <a:pt x="9968" y="12830"/>
                    <a:pt x="10512" y="12830"/>
                  </a:cubicBezTo>
                  <a:cubicBezTo>
                    <a:pt x="10574" y="12830"/>
                    <a:pt x="10637" y="12848"/>
                    <a:pt x="10704" y="12890"/>
                  </a:cubicBezTo>
                  <a:cubicBezTo>
                    <a:pt x="11347" y="13308"/>
                    <a:pt x="10447" y="14947"/>
                    <a:pt x="10769" y="15044"/>
                  </a:cubicBezTo>
                  <a:cubicBezTo>
                    <a:pt x="10774" y="15045"/>
                    <a:pt x="10779" y="15046"/>
                    <a:pt x="10785" y="15046"/>
                  </a:cubicBezTo>
                  <a:cubicBezTo>
                    <a:pt x="11211" y="15046"/>
                    <a:pt x="14291" y="11748"/>
                    <a:pt x="15590" y="8325"/>
                  </a:cubicBezTo>
                  <a:cubicBezTo>
                    <a:pt x="16908" y="4854"/>
                    <a:pt x="15076" y="2700"/>
                    <a:pt x="13758" y="1543"/>
                  </a:cubicBezTo>
                  <a:cubicBezTo>
                    <a:pt x="12714" y="600"/>
                    <a:pt x="11144" y="1"/>
                    <a:pt x="97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338;p64">
              <a:extLst>
                <a:ext uri="{FF2B5EF4-FFF2-40B4-BE49-F238E27FC236}">
                  <a16:creationId xmlns:a16="http://schemas.microsoft.com/office/drawing/2014/main" id="{B3F724FA-C815-0781-69AA-A9BFADB0A549}"/>
                </a:ext>
              </a:extLst>
            </p:cNvPr>
            <p:cNvSpPr/>
            <p:nvPr/>
          </p:nvSpPr>
          <p:spPr>
            <a:xfrm>
              <a:off x="5238000" y="1576925"/>
              <a:ext cx="392975" cy="388975"/>
            </a:xfrm>
            <a:custGeom>
              <a:avLst/>
              <a:gdLst/>
              <a:ahLst/>
              <a:cxnLst/>
              <a:rect l="l" t="t" r="r" b="b"/>
              <a:pathLst>
                <a:path w="15719" h="15559" extrusionOk="0">
                  <a:moveTo>
                    <a:pt x="8071" y="119"/>
                  </a:moveTo>
                  <a:lnTo>
                    <a:pt x="8071" y="119"/>
                  </a:lnTo>
                  <a:cubicBezTo>
                    <a:pt x="8071" y="119"/>
                    <a:pt x="8071" y="119"/>
                    <a:pt x="8071" y="119"/>
                  </a:cubicBezTo>
                  <a:lnTo>
                    <a:pt x="8071" y="119"/>
                  </a:lnTo>
                  <a:lnTo>
                    <a:pt x="8071" y="119"/>
                  </a:lnTo>
                  <a:close/>
                  <a:moveTo>
                    <a:pt x="9129" y="515"/>
                  </a:moveTo>
                  <a:cubicBezTo>
                    <a:pt x="10447" y="515"/>
                    <a:pt x="11990" y="1094"/>
                    <a:pt x="12986" y="1994"/>
                  </a:cubicBezTo>
                  <a:cubicBezTo>
                    <a:pt x="13469" y="2412"/>
                    <a:pt x="14015" y="2990"/>
                    <a:pt x="14433" y="3665"/>
                  </a:cubicBezTo>
                  <a:cubicBezTo>
                    <a:pt x="14851" y="4372"/>
                    <a:pt x="15172" y="5240"/>
                    <a:pt x="15172" y="6269"/>
                  </a:cubicBezTo>
                  <a:cubicBezTo>
                    <a:pt x="15172" y="6912"/>
                    <a:pt x="15044" y="7651"/>
                    <a:pt x="14722" y="8487"/>
                  </a:cubicBezTo>
                  <a:cubicBezTo>
                    <a:pt x="14079" y="10158"/>
                    <a:pt x="12986" y="11830"/>
                    <a:pt x="12022" y="13051"/>
                  </a:cubicBezTo>
                  <a:cubicBezTo>
                    <a:pt x="11540" y="13694"/>
                    <a:pt x="11090" y="14209"/>
                    <a:pt x="10736" y="14530"/>
                  </a:cubicBezTo>
                  <a:cubicBezTo>
                    <a:pt x="10612" y="14654"/>
                    <a:pt x="10502" y="14751"/>
                    <a:pt x="10413" y="14831"/>
                  </a:cubicBezTo>
                  <a:lnTo>
                    <a:pt x="10413" y="14831"/>
                  </a:lnTo>
                  <a:cubicBezTo>
                    <a:pt x="10433" y="14747"/>
                    <a:pt x="10456" y="14655"/>
                    <a:pt x="10479" y="14562"/>
                  </a:cubicBezTo>
                  <a:cubicBezTo>
                    <a:pt x="10543" y="14305"/>
                    <a:pt x="10608" y="14016"/>
                    <a:pt x="10608" y="13726"/>
                  </a:cubicBezTo>
                  <a:cubicBezTo>
                    <a:pt x="10608" y="13566"/>
                    <a:pt x="10576" y="13437"/>
                    <a:pt x="10511" y="13276"/>
                  </a:cubicBezTo>
                  <a:cubicBezTo>
                    <a:pt x="10479" y="13148"/>
                    <a:pt x="10383" y="13019"/>
                    <a:pt x="10222" y="12923"/>
                  </a:cubicBezTo>
                  <a:cubicBezTo>
                    <a:pt x="10126" y="12859"/>
                    <a:pt x="9997" y="12826"/>
                    <a:pt x="9901" y="12826"/>
                  </a:cubicBezTo>
                  <a:cubicBezTo>
                    <a:pt x="9772" y="12826"/>
                    <a:pt x="9643" y="12859"/>
                    <a:pt x="9547" y="12923"/>
                  </a:cubicBezTo>
                  <a:cubicBezTo>
                    <a:pt x="9386" y="13019"/>
                    <a:pt x="9290" y="13180"/>
                    <a:pt x="9161" y="13341"/>
                  </a:cubicBezTo>
                  <a:cubicBezTo>
                    <a:pt x="9000" y="13566"/>
                    <a:pt x="8808" y="13823"/>
                    <a:pt x="8647" y="13984"/>
                  </a:cubicBezTo>
                  <a:cubicBezTo>
                    <a:pt x="8454" y="14176"/>
                    <a:pt x="8293" y="14273"/>
                    <a:pt x="8068" y="14273"/>
                  </a:cubicBezTo>
                  <a:lnTo>
                    <a:pt x="8036" y="14273"/>
                  </a:lnTo>
                  <a:cubicBezTo>
                    <a:pt x="7908" y="14273"/>
                    <a:pt x="7843" y="14241"/>
                    <a:pt x="7843" y="14241"/>
                  </a:cubicBezTo>
                  <a:lnTo>
                    <a:pt x="7843" y="14209"/>
                  </a:lnTo>
                  <a:cubicBezTo>
                    <a:pt x="7843" y="14144"/>
                    <a:pt x="7875" y="14048"/>
                    <a:pt x="7908" y="13919"/>
                  </a:cubicBezTo>
                  <a:cubicBezTo>
                    <a:pt x="7972" y="13759"/>
                    <a:pt x="8100" y="13534"/>
                    <a:pt x="8229" y="13341"/>
                  </a:cubicBezTo>
                  <a:cubicBezTo>
                    <a:pt x="8261" y="13244"/>
                    <a:pt x="8325" y="13148"/>
                    <a:pt x="8358" y="13051"/>
                  </a:cubicBezTo>
                  <a:cubicBezTo>
                    <a:pt x="8422" y="12955"/>
                    <a:pt x="8454" y="12859"/>
                    <a:pt x="8454" y="12730"/>
                  </a:cubicBezTo>
                  <a:cubicBezTo>
                    <a:pt x="8454" y="12634"/>
                    <a:pt x="8422" y="12569"/>
                    <a:pt x="8390" y="12473"/>
                  </a:cubicBezTo>
                  <a:cubicBezTo>
                    <a:pt x="8358" y="12409"/>
                    <a:pt x="8293" y="12344"/>
                    <a:pt x="8229" y="12312"/>
                  </a:cubicBezTo>
                  <a:cubicBezTo>
                    <a:pt x="8100" y="12248"/>
                    <a:pt x="8004" y="12216"/>
                    <a:pt x="7908" y="12184"/>
                  </a:cubicBezTo>
                  <a:cubicBezTo>
                    <a:pt x="7586" y="12151"/>
                    <a:pt x="7136" y="12119"/>
                    <a:pt x="6429" y="11894"/>
                  </a:cubicBezTo>
                  <a:cubicBezTo>
                    <a:pt x="6333" y="11862"/>
                    <a:pt x="6268" y="11798"/>
                    <a:pt x="6236" y="11798"/>
                  </a:cubicBezTo>
                  <a:cubicBezTo>
                    <a:pt x="6236" y="11766"/>
                    <a:pt x="6204" y="11733"/>
                    <a:pt x="6204" y="11669"/>
                  </a:cubicBezTo>
                  <a:cubicBezTo>
                    <a:pt x="6204" y="11573"/>
                    <a:pt x="6268" y="11412"/>
                    <a:pt x="6365" y="11251"/>
                  </a:cubicBezTo>
                  <a:cubicBezTo>
                    <a:pt x="6493" y="10994"/>
                    <a:pt x="6718" y="10737"/>
                    <a:pt x="6911" y="10544"/>
                  </a:cubicBezTo>
                  <a:cubicBezTo>
                    <a:pt x="7008" y="10416"/>
                    <a:pt x="7104" y="10351"/>
                    <a:pt x="7168" y="10287"/>
                  </a:cubicBezTo>
                  <a:lnTo>
                    <a:pt x="7265" y="10223"/>
                  </a:lnTo>
                  <a:lnTo>
                    <a:pt x="7265" y="10191"/>
                  </a:lnTo>
                  <a:cubicBezTo>
                    <a:pt x="7361" y="10126"/>
                    <a:pt x="7393" y="9998"/>
                    <a:pt x="7361" y="9901"/>
                  </a:cubicBezTo>
                  <a:cubicBezTo>
                    <a:pt x="7308" y="9795"/>
                    <a:pt x="7233" y="9732"/>
                    <a:pt x="7135" y="9732"/>
                  </a:cubicBezTo>
                  <a:cubicBezTo>
                    <a:pt x="7115" y="9732"/>
                    <a:pt x="7094" y="9735"/>
                    <a:pt x="7072" y="9741"/>
                  </a:cubicBezTo>
                  <a:lnTo>
                    <a:pt x="6815" y="9741"/>
                  </a:lnTo>
                  <a:cubicBezTo>
                    <a:pt x="6365" y="9741"/>
                    <a:pt x="5336" y="9676"/>
                    <a:pt x="4018" y="9387"/>
                  </a:cubicBezTo>
                  <a:cubicBezTo>
                    <a:pt x="3311" y="9258"/>
                    <a:pt x="2411" y="8648"/>
                    <a:pt x="1704" y="7844"/>
                  </a:cubicBezTo>
                  <a:cubicBezTo>
                    <a:pt x="1029" y="7008"/>
                    <a:pt x="514" y="5980"/>
                    <a:pt x="547" y="4983"/>
                  </a:cubicBezTo>
                  <a:cubicBezTo>
                    <a:pt x="547" y="4597"/>
                    <a:pt x="611" y="4180"/>
                    <a:pt x="804" y="3794"/>
                  </a:cubicBezTo>
                  <a:cubicBezTo>
                    <a:pt x="1029" y="3279"/>
                    <a:pt x="1607" y="2765"/>
                    <a:pt x="2347" y="2347"/>
                  </a:cubicBezTo>
                  <a:cubicBezTo>
                    <a:pt x="3440" y="1737"/>
                    <a:pt x="4918" y="1319"/>
                    <a:pt x="6075" y="1029"/>
                  </a:cubicBezTo>
                  <a:cubicBezTo>
                    <a:pt x="6654" y="901"/>
                    <a:pt x="7168" y="804"/>
                    <a:pt x="7554" y="740"/>
                  </a:cubicBezTo>
                  <a:cubicBezTo>
                    <a:pt x="7715" y="708"/>
                    <a:pt x="7875" y="676"/>
                    <a:pt x="7972" y="676"/>
                  </a:cubicBezTo>
                  <a:cubicBezTo>
                    <a:pt x="8068" y="644"/>
                    <a:pt x="8133" y="644"/>
                    <a:pt x="8133" y="644"/>
                  </a:cubicBezTo>
                  <a:lnTo>
                    <a:pt x="8165" y="644"/>
                  </a:lnTo>
                  <a:cubicBezTo>
                    <a:pt x="8454" y="547"/>
                    <a:pt x="8775" y="515"/>
                    <a:pt x="9129" y="515"/>
                  </a:cubicBezTo>
                  <a:close/>
                  <a:moveTo>
                    <a:pt x="9129" y="1"/>
                  </a:moveTo>
                  <a:cubicBezTo>
                    <a:pt x="8757" y="1"/>
                    <a:pt x="8385" y="31"/>
                    <a:pt x="8071" y="119"/>
                  </a:cubicBezTo>
                  <a:lnTo>
                    <a:pt x="8071" y="119"/>
                  </a:lnTo>
                  <a:lnTo>
                    <a:pt x="8068" y="97"/>
                  </a:lnTo>
                  <a:cubicBezTo>
                    <a:pt x="8036" y="97"/>
                    <a:pt x="6429" y="322"/>
                    <a:pt x="4693" y="836"/>
                  </a:cubicBezTo>
                  <a:cubicBezTo>
                    <a:pt x="3793" y="1094"/>
                    <a:pt x="2861" y="1447"/>
                    <a:pt x="2089" y="1897"/>
                  </a:cubicBezTo>
                  <a:cubicBezTo>
                    <a:pt x="1286" y="2347"/>
                    <a:pt x="643" y="2862"/>
                    <a:pt x="322" y="3569"/>
                  </a:cubicBezTo>
                  <a:cubicBezTo>
                    <a:pt x="97" y="4051"/>
                    <a:pt x="0" y="4501"/>
                    <a:pt x="0" y="4983"/>
                  </a:cubicBezTo>
                  <a:cubicBezTo>
                    <a:pt x="0" y="6140"/>
                    <a:pt x="547" y="7298"/>
                    <a:pt x="1318" y="8165"/>
                  </a:cubicBezTo>
                  <a:cubicBezTo>
                    <a:pt x="2057" y="9065"/>
                    <a:pt x="3022" y="9741"/>
                    <a:pt x="3890" y="9933"/>
                  </a:cubicBezTo>
                  <a:cubicBezTo>
                    <a:pt x="5006" y="10167"/>
                    <a:pt x="5912" y="10233"/>
                    <a:pt x="6474" y="10250"/>
                  </a:cubicBezTo>
                  <a:lnTo>
                    <a:pt x="6474" y="10250"/>
                  </a:lnTo>
                  <a:cubicBezTo>
                    <a:pt x="6428" y="10302"/>
                    <a:pt x="6380" y="10357"/>
                    <a:pt x="6333" y="10416"/>
                  </a:cubicBezTo>
                  <a:cubicBezTo>
                    <a:pt x="6172" y="10576"/>
                    <a:pt x="6011" y="10769"/>
                    <a:pt x="5882" y="10994"/>
                  </a:cubicBezTo>
                  <a:cubicBezTo>
                    <a:pt x="5786" y="11219"/>
                    <a:pt x="5690" y="11412"/>
                    <a:pt x="5690" y="11669"/>
                  </a:cubicBezTo>
                  <a:cubicBezTo>
                    <a:pt x="5690" y="11830"/>
                    <a:pt x="5722" y="11991"/>
                    <a:pt x="5818" y="12119"/>
                  </a:cubicBezTo>
                  <a:cubicBezTo>
                    <a:pt x="5947" y="12248"/>
                    <a:pt x="6075" y="12344"/>
                    <a:pt x="6268" y="12409"/>
                  </a:cubicBezTo>
                  <a:cubicBezTo>
                    <a:pt x="6911" y="12634"/>
                    <a:pt x="7393" y="12666"/>
                    <a:pt x="7683" y="12698"/>
                  </a:cubicBezTo>
                  <a:cubicBezTo>
                    <a:pt x="7783" y="12718"/>
                    <a:pt x="7858" y="12738"/>
                    <a:pt x="7900" y="12750"/>
                  </a:cubicBezTo>
                  <a:lnTo>
                    <a:pt x="7900" y="12750"/>
                  </a:lnTo>
                  <a:cubicBezTo>
                    <a:pt x="7887" y="12783"/>
                    <a:pt x="7858" y="12853"/>
                    <a:pt x="7811" y="12923"/>
                  </a:cubicBezTo>
                  <a:cubicBezTo>
                    <a:pt x="7747" y="13084"/>
                    <a:pt x="7618" y="13309"/>
                    <a:pt x="7522" y="13501"/>
                  </a:cubicBezTo>
                  <a:cubicBezTo>
                    <a:pt x="7393" y="13726"/>
                    <a:pt x="7297" y="13951"/>
                    <a:pt x="7297" y="14209"/>
                  </a:cubicBezTo>
                  <a:cubicBezTo>
                    <a:pt x="7297" y="14337"/>
                    <a:pt x="7361" y="14530"/>
                    <a:pt x="7490" y="14626"/>
                  </a:cubicBezTo>
                  <a:cubicBezTo>
                    <a:pt x="7618" y="14755"/>
                    <a:pt x="7779" y="14819"/>
                    <a:pt x="8004" y="14819"/>
                  </a:cubicBezTo>
                  <a:lnTo>
                    <a:pt x="8068" y="14819"/>
                  </a:lnTo>
                  <a:cubicBezTo>
                    <a:pt x="8390" y="14819"/>
                    <a:pt x="8647" y="14691"/>
                    <a:pt x="8840" y="14530"/>
                  </a:cubicBezTo>
                  <a:cubicBezTo>
                    <a:pt x="9161" y="14273"/>
                    <a:pt x="9354" y="13951"/>
                    <a:pt x="9547" y="13694"/>
                  </a:cubicBezTo>
                  <a:cubicBezTo>
                    <a:pt x="9643" y="13598"/>
                    <a:pt x="9708" y="13469"/>
                    <a:pt x="9772" y="13405"/>
                  </a:cubicBezTo>
                  <a:cubicBezTo>
                    <a:pt x="9868" y="13341"/>
                    <a:pt x="9901" y="13341"/>
                    <a:pt x="9901" y="13341"/>
                  </a:cubicBezTo>
                  <a:lnTo>
                    <a:pt x="9933" y="13373"/>
                  </a:lnTo>
                  <a:cubicBezTo>
                    <a:pt x="9997" y="13405"/>
                    <a:pt x="9997" y="13437"/>
                    <a:pt x="10029" y="13469"/>
                  </a:cubicBezTo>
                  <a:cubicBezTo>
                    <a:pt x="10061" y="13534"/>
                    <a:pt x="10061" y="13630"/>
                    <a:pt x="10061" y="13726"/>
                  </a:cubicBezTo>
                  <a:cubicBezTo>
                    <a:pt x="10061" y="13919"/>
                    <a:pt x="9997" y="14209"/>
                    <a:pt x="9933" y="14466"/>
                  </a:cubicBezTo>
                  <a:cubicBezTo>
                    <a:pt x="9901" y="14691"/>
                    <a:pt x="9836" y="14948"/>
                    <a:pt x="9836" y="15141"/>
                  </a:cubicBezTo>
                  <a:cubicBezTo>
                    <a:pt x="9836" y="15205"/>
                    <a:pt x="9836" y="15269"/>
                    <a:pt x="9868" y="15366"/>
                  </a:cubicBezTo>
                  <a:cubicBezTo>
                    <a:pt x="9901" y="15430"/>
                    <a:pt x="9997" y="15527"/>
                    <a:pt x="10093" y="15559"/>
                  </a:cubicBezTo>
                  <a:lnTo>
                    <a:pt x="10190" y="15559"/>
                  </a:lnTo>
                  <a:cubicBezTo>
                    <a:pt x="10286" y="15559"/>
                    <a:pt x="10351" y="15527"/>
                    <a:pt x="10415" y="15494"/>
                  </a:cubicBezTo>
                  <a:cubicBezTo>
                    <a:pt x="10543" y="15430"/>
                    <a:pt x="10640" y="15334"/>
                    <a:pt x="10801" y="15205"/>
                  </a:cubicBezTo>
                  <a:cubicBezTo>
                    <a:pt x="11315" y="14723"/>
                    <a:pt x="12151" y="13823"/>
                    <a:pt x="12986" y="12666"/>
                  </a:cubicBezTo>
                  <a:cubicBezTo>
                    <a:pt x="13822" y="11508"/>
                    <a:pt x="14658" y="10126"/>
                    <a:pt x="15237" y="8680"/>
                  </a:cubicBezTo>
                  <a:cubicBezTo>
                    <a:pt x="15558" y="7812"/>
                    <a:pt x="15719" y="6976"/>
                    <a:pt x="15687" y="6269"/>
                  </a:cubicBezTo>
                  <a:cubicBezTo>
                    <a:pt x="15719" y="5112"/>
                    <a:pt x="15365" y="4180"/>
                    <a:pt x="14883" y="3408"/>
                  </a:cubicBezTo>
                  <a:cubicBezTo>
                    <a:pt x="14433" y="2637"/>
                    <a:pt x="13822" y="2026"/>
                    <a:pt x="13340" y="1576"/>
                  </a:cubicBezTo>
                  <a:cubicBezTo>
                    <a:pt x="12215" y="611"/>
                    <a:pt x="10576" y="1"/>
                    <a:pt x="91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339;p64">
              <a:extLst>
                <a:ext uri="{FF2B5EF4-FFF2-40B4-BE49-F238E27FC236}">
                  <a16:creationId xmlns:a16="http://schemas.microsoft.com/office/drawing/2014/main" id="{5C357D23-38C2-36A6-CFDE-4FEF7C2134C1}"/>
                </a:ext>
              </a:extLst>
            </p:cNvPr>
            <p:cNvSpPr/>
            <p:nvPr/>
          </p:nvSpPr>
          <p:spPr>
            <a:xfrm>
              <a:off x="5419600" y="1895500"/>
              <a:ext cx="86825" cy="87425"/>
            </a:xfrm>
            <a:custGeom>
              <a:avLst/>
              <a:gdLst/>
              <a:ahLst/>
              <a:cxnLst/>
              <a:rect l="l" t="t" r="r" b="b"/>
              <a:pathLst>
                <a:path w="3473" h="3497" extrusionOk="0">
                  <a:moveTo>
                    <a:pt x="2503" y="0"/>
                  </a:moveTo>
                  <a:cubicBezTo>
                    <a:pt x="1776" y="0"/>
                    <a:pt x="836" y="2141"/>
                    <a:pt x="836" y="2141"/>
                  </a:cubicBezTo>
                  <a:lnTo>
                    <a:pt x="1" y="3137"/>
                  </a:lnTo>
                  <a:cubicBezTo>
                    <a:pt x="1" y="3137"/>
                    <a:pt x="766" y="3496"/>
                    <a:pt x="1512" y="3496"/>
                  </a:cubicBezTo>
                  <a:cubicBezTo>
                    <a:pt x="1837" y="3496"/>
                    <a:pt x="2158" y="3428"/>
                    <a:pt x="2412" y="3234"/>
                  </a:cubicBezTo>
                  <a:cubicBezTo>
                    <a:pt x="3247" y="2559"/>
                    <a:pt x="3472" y="662"/>
                    <a:pt x="2733" y="83"/>
                  </a:cubicBezTo>
                  <a:cubicBezTo>
                    <a:pt x="2660" y="26"/>
                    <a:pt x="2583" y="0"/>
                    <a:pt x="2503"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4340;p64">
              <a:extLst>
                <a:ext uri="{FF2B5EF4-FFF2-40B4-BE49-F238E27FC236}">
                  <a16:creationId xmlns:a16="http://schemas.microsoft.com/office/drawing/2014/main" id="{6F7ECB83-5602-4024-6A78-6267843761EB}"/>
                </a:ext>
              </a:extLst>
            </p:cNvPr>
            <p:cNvSpPr/>
            <p:nvPr/>
          </p:nvSpPr>
          <p:spPr>
            <a:xfrm>
              <a:off x="5411575" y="1888725"/>
              <a:ext cx="94050" cy="100475"/>
            </a:xfrm>
            <a:custGeom>
              <a:avLst/>
              <a:gdLst/>
              <a:ahLst/>
              <a:cxnLst/>
              <a:rect l="l" t="t" r="r" b="b"/>
              <a:pathLst>
                <a:path w="3762" h="4019" extrusionOk="0">
                  <a:moveTo>
                    <a:pt x="2829" y="1"/>
                  </a:moveTo>
                  <a:cubicBezTo>
                    <a:pt x="2668" y="1"/>
                    <a:pt x="2540" y="33"/>
                    <a:pt x="2411" y="129"/>
                  </a:cubicBezTo>
                  <a:cubicBezTo>
                    <a:pt x="2186" y="258"/>
                    <a:pt x="1993" y="451"/>
                    <a:pt x="1832" y="676"/>
                  </a:cubicBezTo>
                  <a:cubicBezTo>
                    <a:pt x="1318" y="1351"/>
                    <a:pt x="900" y="2283"/>
                    <a:pt x="900" y="2315"/>
                  </a:cubicBezTo>
                  <a:cubicBezTo>
                    <a:pt x="836" y="2444"/>
                    <a:pt x="900" y="2605"/>
                    <a:pt x="1029" y="2669"/>
                  </a:cubicBezTo>
                  <a:cubicBezTo>
                    <a:pt x="1070" y="2685"/>
                    <a:pt x="1112" y="2693"/>
                    <a:pt x="1151" y="2693"/>
                  </a:cubicBezTo>
                  <a:cubicBezTo>
                    <a:pt x="1264" y="2693"/>
                    <a:pt x="1359" y="2627"/>
                    <a:pt x="1382" y="2508"/>
                  </a:cubicBezTo>
                  <a:cubicBezTo>
                    <a:pt x="1382" y="2508"/>
                    <a:pt x="1415" y="2476"/>
                    <a:pt x="1447" y="2444"/>
                  </a:cubicBezTo>
                  <a:cubicBezTo>
                    <a:pt x="1543" y="2219"/>
                    <a:pt x="1768" y="1737"/>
                    <a:pt x="2057" y="1287"/>
                  </a:cubicBezTo>
                  <a:cubicBezTo>
                    <a:pt x="2218" y="1062"/>
                    <a:pt x="2379" y="869"/>
                    <a:pt x="2508" y="708"/>
                  </a:cubicBezTo>
                  <a:cubicBezTo>
                    <a:pt x="2668" y="579"/>
                    <a:pt x="2797" y="515"/>
                    <a:pt x="2829" y="515"/>
                  </a:cubicBezTo>
                  <a:lnTo>
                    <a:pt x="2893" y="547"/>
                  </a:lnTo>
                  <a:cubicBezTo>
                    <a:pt x="3086" y="708"/>
                    <a:pt x="3247" y="1094"/>
                    <a:pt x="3247" y="1544"/>
                  </a:cubicBezTo>
                  <a:cubicBezTo>
                    <a:pt x="3247" y="1865"/>
                    <a:pt x="3183" y="2251"/>
                    <a:pt x="3054" y="2540"/>
                  </a:cubicBezTo>
                  <a:cubicBezTo>
                    <a:pt x="2925" y="2862"/>
                    <a:pt x="2765" y="3119"/>
                    <a:pt x="2572" y="3280"/>
                  </a:cubicBezTo>
                  <a:cubicBezTo>
                    <a:pt x="2379" y="3440"/>
                    <a:pt x="2122" y="3505"/>
                    <a:pt x="1800" y="3505"/>
                  </a:cubicBezTo>
                  <a:cubicBezTo>
                    <a:pt x="1479" y="3505"/>
                    <a:pt x="1125" y="3408"/>
                    <a:pt x="868" y="3344"/>
                  </a:cubicBezTo>
                  <a:cubicBezTo>
                    <a:pt x="740" y="3280"/>
                    <a:pt x="643" y="3247"/>
                    <a:pt x="547" y="3215"/>
                  </a:cubicBezTo>
                  <a:lnTo>
                    <a:pt x="450" y="3183"/>
                  </a:lnTo>
                  <a:lnTo>
                    <a:pt x="450" y="3151"/>
                  </a:lnTo>
                  <a:cubicBezTo>
                    <a:pt x="407" y="3134"/>
                    <a:pt x="364" y="3126"/>
                    <a:pt x="323" y="3126"/>
                  </a:cubicBezTo>
                  <a:cubicBezTo>
                    <a:pt x="210" y="3126"/>
                    <a:pt x="112" y="3185"/>
                    <a:pt x="65" y="3280"/>
                  </a:cubicBezTo>
                  <a:cubicBezTo>
                    <a:pt x="0" y="3440"/>
                    <a:pt x="65" y="3601"/>
                    <a:pt x="193" y="3665"/>
                  </a:cubicBezTo>
                  <a:cubicBezTo>
                    <a:pt x="225" y="3665"/>
                    <a:pt x="997" y="4019"/>
                    <a:pt x="1800" y="4019"/>
                  </a:cubicBezTo>
                  <a:cubicBezTo>
                    <a:pt x="2186" y="4019"/>
                    <a:pt x="2572" y="3955"/>
                    <a:pt x="2893" y="3697"/>
                  </a:cubicBezTo>
                  <a:cubicBezTo>
                    <a:pt x="3183" y="3472"/>
                    <a:pt x="3408" y="3119"/>
                    <a:pt x="3536" y="2733"/>
                  </a:cubicBezTo>
                  <a:cubicBezTo>
                    <a:pt x="3697" y="2347"/>
                    <a:pt x="3761" y="1962"/>
                    <a:pt x="3761" y="1544"/>
                  </a:cubicBezTo>
                  <a:cubicBezTo>
                    <a:pt x="3761" y="997"/>
                    <a:pt x="3633" y="451"/>
                    <a:pt x="3215" y="129"/>
                  </a:cubicBezTo>
                  <a:cubicBezTo>
                    <a:pt x="3118" y="33"/>
                    <a:pt x="2958" y="1"/>
                    <a:pt x="28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4341;p64">
              <a:extLst>
                <a:ext uri="{FF2B5EF4-FFF2-40B4-BE49-F238E27FC236}">
                  <a16:creationId xmlns:a16="http://schemas.microsoft.com/office/drawing/2014/main" id="{F267E0F4-D433-F8A7-46BA-5AA648B2C63B}"/>
                </a:ext>
              </a:extLst>
            </p:cNvPr>
            <p:cNvSpPr/>
            <p:nvPr/>
          </p:nvSpPr>
          <p:spPr>
            <a:xfrm>
              <a:off x="5255675" y="2098475"/>
              <a:ext cx="66725" cy="99675"/>
            </a:xfrm>
            <a:custGeom>
              <a:avLst/>
              <a:gdLst/>
              <a:ahLst/>
              <a:cxnLst/>
              <a:rect l="l" t="t" r="r" b="b"/>
              <a:pathLst>
                <a:path w="2669" h="3987" extrusionOk="0">
                  <a:moveTo>
                    <a:pt x="2668" y="1"/>
                  </a:moveTo>
                  <a:lnTo>
                    <a:pt x="0" y="1318"/>
                  </a:lnTo>
                  <a:lnTo>
                    <a:pt x="2250" y="3986"/>
                  </a:lnTo>
                  <a:lnTo>
                    <a:pt x="266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4342;p64">
              <a:extLst>
                <a:ext uri="{FF2B5EF4-FFF2-40B4-BE49-F238E27FC236}">
                  <a16:creationId xmlns:a16="http://schemas.microsoft.com/office/drawing/2014/main" id="{5608304C-1C42-D7EF-021B-6BA481153B82}"/>
                </a:ext>
              </a:extLst>
            </p:cNvPr>
            <p:cNvSpPr/>
            <p:nvPr/>
          </p:nvSpPr>
          <p:spPr>
            <a:xfrm>
              <a:off x="5248425" y="2091525"/>
              <a:ext cx="80400" cy="113050"/>
            </a:xfrm>
            <a:custGeom>
              <a:avLst/>
              <a:gdLst/>
              <a:ahLst/>
              <a:cxnLst/>
              <a:rect l="l" t="t" r="r" b="b"/>
              <a:pathLst>
                <a:path w="3216" h="4522" extrusionOk="0">
                  <a:moveTo>
                    <a:pt x="2949" y="0"/>
                  </a:moveTo>
                  <a:cubicBezTo>
                    <a:pt x="2910" y="0"/>
                    <a:pt x="2870" y="8"/>
                    <a:pt x="2830" y="21"/>
                  </a:cubicBezTo>
                  <a:lnTo>
                    <a:pt x="194" y="1371"/>
                  </a:lnTo>
                  <a:cubicBezTo>
                    <a:pt x="33" y="1436"/>
                    <a:pt x="1" y="1596"/>
                    <a:pt x="65" y="1725"/>
                  </a:cubicBezTo>
                  <a:cubicBezTo>
                    <a:pt x="108" y="1811"/>
                    <a:pt x="194" y="1868"/>
                    <a:pt x="284" y="1868"/>
                  </a:cubicBezTo>
                  <a:cubicBezTo>
                    <a:pt x="330" y="1868"/>
                    <a:pt x="376" y="1854"/>
                    <a:pt x="419" y="1821"/>
                  </a:cubicBezTo>
                  <a:lnTo>
                    <a:pt x="2637" y="729"/>
                  </a:lnTo>
                  <a:lnTo>
                    <a:pt x="2637" y="729"/>
                  </a:lnTo>
                  <a:lnTo>
                    <a:pt x="2283" y="4232"/>
                  </a:lnTo>
                  <a:cubicBezTo>
                    <a:pt x="2251" y="4361"/>
                    <a:pt x="2347" y="4489"/>
                    <a:pt x="2508" y="4522"/>
                  </a:cubicBezTo>
                  <a:cubicBezTo>
                    <a:pt x="2669" y="4522"/>
                    <a:pt x="2798" y="4425"/>
                    <a:pt x="2798" y="4264"/>
                  </a:cubicBezTo>
                  <a:lnTo>
                    <a:pt x="3215" y="311"/>
                  </a:lnTo>
                  <a:cubicBezTo>
                    <a:pt x="3215" y="214"/>
                    <a:pt x="3183" y="118"/>
                    <a:pt x="3119" y="54"/>
                  </a:cubicBezTo>
                  <a:cubicBezTo>
                    <a:pt x="3062" y="16"/>
                    <a:pt x="3006" y="0"/>
                    <a:pt x="29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4343;p64">
              <a:extLst>
                <a:ext uri="{FF2B5EF4-FFF2-40B4-BE49-F238E27FC236}">
                  <a16:creationId xmlns:a16="http://schemas.microsoft.com/office/drawing/2014/main" id="{3AC2973C-D579-EA1E-C271-01C854F38413}"/>
                </a:ext>
              </a:extLst>
            </p:cNvPr>
            <p:cNvSpPr/>
            <p:nvPr/>
          </p:nvSpPr>
          <p:spPr>
            <a:xfrm>
              <a:off x="4787175" y="3835075"/>
              <a:ext cx="1003450" cy="761950"/>
            </a:xfrm>
            <a:custGeom>
              <a:avLst/>
              <a:gdLst/>
              <a:ahLst/>
              <a:cxnLst/>
              <a:rect l="l" t="t" r="r" b="b"/>
              <a:pathLst>
                <a:path w="40138" h="30478" extrusionOk="0">
                  <a:moveTo>
                    <a:pt x="38895" y="1"/>
                  </a:moveTo>
                  <a:cubicBezTo>
                    <a:pt x="38895" y="1"/>
                    <a:pt x="33559" y="6558"/>
                    <a:pt x="29026" y="7683"/>
                  </a:cubicBezTo>
                  <a:cubicBezTo>
                    <a:pt x="27321" y="8107"/>
                    <a:pt x="23421" y="8239"/>
                    <a:pt x="19219" y="8239"/>
                  </a:cubicBezTo>
                  <a:cubicBezTo>
                    <a:pt x="12257" y="8239"/>
                    <a:pt x="4468" y="7876"/>
                    <a:pt x="4468" y="7876"/>
                  </a:cubicBezTo>
                  <a:cubicBezTo>
                    <a:pt x="3472" y="14209"/>
                    <a:pt x="707" y="26841"/>
                    <a:pt x="64" y="29767"/>
                  </a:cubicBezTo>
                  <a:cubicBezTo>
                    <a:pt x="0" y="30088"/>
                    <a:pt x="193" y="30409"/>
                    <a:pt x="547" y="30474"/>
                  </a:cubicBezTo>
                  <a:cubicBezTo>
                    <a:pt x="571" y="30476"/>
                    <a:pt x="595" y="30478"/>
                    <a:pt x="620" y="30478"/>
                  </a:cubicBezTo>
                  <a:cubicBezTo>
                    <a:pt x="883" y="30478"/>
                    <a:pt x="1133" y="30321"/>
                    <a:pt x="1222" y="30056"/>
                  </a:cubicBezTo>
                  <a:cubicBezTo>
                    <a:pt x="2025" y="27581"/>
                    <a:pt x="5625" y="16298"/>
                    <a:pt x="5786" y="14112"/>
                  </a:cubicBezTo>
                  <a:lnTo>
                    <a:pt x="5786" y="14048"/>
                  </a:lnTo>
                  <a:cubicBezTo>
                    <a:pt x="5942" y="12085"/>
                    <a:pt x="7607" y="10636"/>
                    <a:pt x="9553" y="10636"/>
                  </a:cubicBezTo>
                  <a:cubicBezTo>
                    <a:pt x="9615" y="10636"/>
                    <a:pt x="9677" y="10638"/>
                    <a:pt x="9740" y="10641"/>
                  </a:cubicBezTo>
                  <a:cubicBezTo>
                    <a:pt x="15011" y="10866"/>
                    <a:pt x="26519" y="11412"/>
                    <a:pt x="28834" y="11830"/>
                  </a:cubicBezTo>
                  <a:cubicBezTo>
                    <a:pt x="31855" y="12409"/>
                    <a:pt x="32819" y="13534"/>
                    <a:pt x="32819" y="13534"/>
                  </a:cubicBezTo>
                  <a:lnTo>
                    <a:pt x="38091" y="29767"/>
                  </a:lnTo>
                  <a:cubicBezTo>
                    <a:pt x="38220" y="30120"/>
                    <a:pt x="38541" y="30377"/>
                    <a:pt x="38927" y="30409"/>
                  </a:cubicBezTo>
                  <a:cubicBezTo>
                    <a:pt x="38958" y="30412"/>
                    <a:pt x="38989" y="30414"/>
                    <a:pt x="39020" y="30414"/>
                  </a:cubicBezTo>
                  <a:cubicBezTo>
                    <a:pt x="39651" y="30414"/>
                    <a:pt x="40138" y="29801"/>
                    <a:pt x="39923" y="29188"/>
                  </a:cubicBezTo>
                  <a:cubicBezTo>
                    <a:pt x="38734" y="25331"/>
                    <a:pt x="35423" y="14755"/>
                    <a:pt x="35262" y="13341"/>
                  </a:cubicBezTo>
                  <a:cubicBezTo>
                    <a:pt x="35070" y="11669"/>
                    <a:pt x="39859" y="2251"/>
                    <a:pt x="39859" y="2251"/>
                  </a:cubicBezTo>
                  <a:cubicBezTo>
                    <a:pt x="40020" y="1"/>
                    <a:pt x="38895" y="1"/>
                    <a:pt x="388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4344;p64">
              <a:extLst>
                <a:ext uri="{FF2B5EF4-FFF2-40B4-BE49-F238E27FC236}">
                  <a16:creationId xmlns:a16="http://schemas.microsoft.com/office/drawing/2014/main" id="{1172A2AE-E8D8-96A1-C38C-CBEDA27D8D09}"/>
                </a:ext>
              </a:extLst>
            </p:cNvPr>
            <p:cNvSpPr/>
            <p:nvPr/>
          </p:nvSpPr>
          <p:spPr>
            <a:xfrm>
              <a:off x="4781550" y="3828650"/>
              <a:ext cx="1011750" cy="774700"/>
            </a:xfrm>
            <a:custGeom>
              <a:avLst/>
              <a:gdLst/>
              <a:ahLst/>
              <a:cxnLst/>
              <a:rect l="l" t="t" r="r" b="b"/>
              <a:pathLst>
                <a:path w="40470" h="30988" extrusionOk="0">
                  <a:moveTo>
                    <a:pt x="39231" y="554"/>
                  </a:moveTo>
                  <a:cubicBezTo>
                    <a:pt x="39295" y="583"/>
                    <a:pt x="39380" y="630"/>
                    <a:pt x="39473" y="708"/>
                  </a:cubicBezTo>
                  <a:cubicBezTo>
                    <a:pt x="39634" y="869"/>
                    <a:pt x="39827" y="1254"/>
                    <a:pt x="39827" y="2026"/>
                  </a:cubicBezTo>
                  <a:cubicBezTo>
                    <a:pt x="39827" y="2169"/>
                    <a:pt x="39827" y="2313"/>
                    <a:pt x="39804" y="2456"/>
                  </a:cubicBezTo>
                  <a:lnTo>
                    <a:pt x="39804" y="2456"/>
                  </a:lnTo>
                  <a:cubicBezTo>
                    <a:pt x="39637" y="2784"/>
                    <a:pt x="38577" y="4868"/>
                    <a:pt x="37545" y="7169"/>
                  </a:cubicBezTo>
                  <a:cubicBezTo>
                    <a:pt x="36966" y="8422"/>
                    <a:pt x="36388" y="9740"/>
                    <a:pt x="35970" y="10865"/>
                  </a:cubicBezTo>
                  <a:cubicBezTo>
                    <a:pt x="35745" y="11444"/>
                    <a:pt x="35552" y="11958"/>
                    <a:pt x="35423" y="12408"/>
                  </a:cubicBezTo>
                  <a:cubicBezTo>
                    <a:pt x="35295" y="12826"/>
                    <a:pt x="35230" y="13212"/>
                    <a:pt x="35230" y="13501"/>
                  </a:cubicBezTo>
                  <a:cubicBezTo>
                    <a:pt x="35230" y="13533"/>
                    <a:pt x="35230" y="13598"/>
                    <a:pt x="35230" y="13662"/>
                  </a:cubicBezTo>
                  <a:lnTo>
                    <a:pt x="35235" y="13661"/>
                  </a:lnTo>
                  <a:lnTo>
                    <a:pt x="35235" y="13661"/>
                  </a:lnTo>
                  <a:cubicBezTo>
                    <a:pt x="35268" y="13884"/>
                    <a:pt x="35331" y="14195"/>
                    <a:pt x="35423" y="14594"/>
                  </a:cubicBezTo>
                  <a:cubicBezTo>
                    <a:pt x="36195" y="17616"/>
                    <a:pt x="38863" y="26166"/>
                    <a:pt x="39891" y="29509"/>
                  </a:cubicBezTo>
                  <a:cubicBezTo>
                    <a:pt x="39923" y="29574"/>
                    <a:pt x="39923" y="29638"/>
                    <a:pt x="39923" y="29734"/>
                  </a:cubicBezTo>
                  <a:cubicBezTo>
                    <a:pt x="39923" y="29895"/>
                    <a:pt x="39859" y="30088"/>
                    <a:pt x="39731" y="30216"/>
                  </a:cubicBezTo>
                  <a:cubicBezTo>
                    <a:pt x="39602" y="30345"/>
                    <a:pt x="39441" y="30409"/>
                    <a:pt x="39248" y="30409"/>
                  </a:cubicBezTo>
                  <a:lnTo>
                    <a:pt x="39184" y="30409"/>
                  </a:lnTo>
                  <a:cubicBezTo>
                    <a:pt x="38895" y="30377"/>
                    <a:pt x="38670" y="30184"/>
                    <a:pt x="38573" y="29927"/>
                  </a:cubicBezTo>
                  <a:lnTo>
                    <a:pt x="33302" y="13726"/>
                  </a:lnTo>
                  <a:lnTo>
                    <a:pt x="33237" y="13630"/>
                  </a:lnTo>
                  <a:cubicBezTo>
                    <a:pt x="33205" y="13598"/>
                    <a:pt x="32209" y="12408"/>
                    <a:pt x="29123" y="11830"/>
                  </a:cubicBezTo>
                  <a:cubicBezTo>
                    <a:pt x="28512" y="11733"/>
                    <a:pt x="27355" y="11605"/>
                    <a:pt x="25876" y="11508"/>
                  </a:cubicBezTo>
                  <a:cubicBezTo>
                    <a:pt x="21376" y="11155"/>
                    <a:pt x="13919" y="10801"/>
                    <a:pt x="9965" y="10608"/>
                  </a:cubicBezTo>
                  <a:lnTo>
                    <a:pt x="9804" y="10608"/>
                  </a:lnTo>
                  <a:cubicBezTo>
                    <a:pt x="7715" y="10608"/>
                    <a:pt x="5915" y="12183"/>
                    <a:pt x="5754" y="14273"/>
                  </a:cubicBezTo>
                  <a:lnTo>
                    <a:pt x="5754" y="14337"/>
                  </a:lnTo>
                  <a:cubicBezTo>
                    <a:pt x="5690" y="14851"/>
                    <a:pt x="5465" y="15976"/>
                    <a:pt x="5079" y="17359"/>
                  </a:cubicBezTo>
                  <a:cubicBezTo>
                    <a:pt x="3954" y="21570"/>
                    <a:pt x="1800" y="28384"/>
                    <a:pt x="1189" y="30249"/>
                  </a:cubicBezTo>
                  <a:cubicBezTo>
                    <a:pt x="1125" y="30377"/>
                    <a:pt x="1029" y="30474"/>
                    <a:pt x="868" y="30474"/>
                  </a:cubicBezTo>
                  <a:lnTo>
                    <a:pt x="804" y="30474"/>
                  </a:lnTo>
                  <a:cubicBezTo>
                    <a:pt x="643" y="30441"/>
                    <a:pt x="547" y="30281"/>
                    <a:pt x="547" y="30152"/>
                  </a:cubicBezTo>
                  <a:lnTo>
                    <a:pt x="547" y="30088"/>
                  </a:lnTo>
                  <a:lnTo>
                    <a:pt x="547" y="30056"/>
                  </a:lnTo>
                  <a:cubicBezTo>
                    <a:pt x="1181" y="27167"/>
                    <a:pt x="3886" y="14808"/>
                    <a:pt x="4913" y="8402"/>
                  </a:cubicBezTo>
                  <a:lnTo>
                    <a:pt x="4913" y="8402"/>
                  </a:lnTo>
                  <a:cubicBezTo>
                    <a:pt x="6306" y="8467"/>
                    <a:pt x="13240" y="8776"/>
                    <a:pt x="19480" y="8776"/>
                  </a:cubicBezTo>
                  <a:cubicBezTo>
                    <a:pt x="21569" y="8776"/>
                    <a:pt x="23594" y="8744"/>
                    <a:pt x="25330" y="8648"/>
                  </a:cubicBezTo>
                  <a:cubicBezTo>
                    <a:pt x="27033" y="8551"/>
                    <a:pt x="28448" y="8422"/>
                    <a:pt x="29316" y="8197"/>
                  </a:cubicBezTo>
                  <a:cubicBezTo>
                    <a:pt x="31694" y="7619"/>
                    <a:pt x="34170" y="5658"/>
                    <a:pt x="36066" y="3858"/>
                  </a:cubicBezTo>
                  <a:cubicBezTo>
                    <a:pt x="37666" y="2365"/>
                    <a:pt x="38868" y="982"/>
                    <a:pt x="39231" y="554"/>
                  </a:cubicBezTo>
                  <a:close/>
                  <a:moveTo>
                    <a:pt x="39120" y="1"/>
                  </a:moveTo>
                  <a:cubicBezTo>
                    <a:pt x="39055" y="1"/>
                    <a:pt x="38959" y="33"/>
                    <a:pt x="38927" y="97"/>
                  </a:cubicBezTo>
                  <a:cubicBezTo>
                    <a:pt x="38927" y="97"/>
                    <a:pt x="38830" y="194"/>
                    <a:pt x="38670" y="354"/>
                  </a:cubicBezTo>
                  <a:cubicBezTo>
                    <a:pt x="38155" y="997"/>
                    <a:pt x="36741" y="2572"/>
                    <a:pt x="34973" y="4147"/>
                  </a:cubicBezTo>
                  <a:cubicBezTo>
                    <a:pt x="33205" y="5690"/>
                    <a:pt x="31084" y="7201"/>
                    <a:pt x="29187" y="7683"/>
                  </a:cubicBezTo>
                  <a:cubicBezTo>
                    <a:pt x="28384" y="7876"/>
                    <a:pt x="27001" y="8037"/>
                    <a:pt x="25298" y="8101"/>
                  </a:cubicBezTo>
                  <a:cubicBezTo>
                    <a:pt x="23594" y="8197"/>
                    <a:pt x="21569" y="8230"/>
                    <a:pt x="19480" y="8230"/>
                  </a:cubicBezTo>
                  <a:cubicBezTo>
                    <a:pt x="16008" y="8230"/>
                    <a:pt x="12311" y="8133"/>
                    <a:pt x="9483" y="8037"/>
                  </a:cubicBezTo>
                  <a:cubicBezTo>
                    <a:pt x="8068" y="8005"/>
                    <a:pt x="6879" y="7940"/>
                    <a:pt x="6043" y="7908"/>
                  </a:cubicBezTo>
                  <a:cubicBezTo>
                    <a:pt x="5175" y="7876"/>
                    <a:pt x="4693" y="7876"/>
                    <a:pt x="4693" y="7876"/>
                  </a:cubicBezTo>
                  <a:cubicBezTo>
                    <a:pt x="4677" y="7872"/>
                    <a:pt x="4660" y="7870"/>
                    <a:pt x="4644" y="7870"/>
                  </a:cubicBezTo>
                  <a:cubicBezTo>
                    <a:pt x="4533" y="7870"/>
                    <a:pt x="4436" y="7961"/>
                    <a:pt x="4436" y="8101"/>
                  </a:cubicBezTo>
                  <a:cubicBezTo>
                    <a:pt x="3443" y="14380"/>
                    <a:pt x="694" y="26950"/>
                    <a:pt x="39" y="29930"/>
                  </a:cubicBezTo>
                  <a:lnTo>
                    <a:pt x="39" y="29930"/>
                  </a:lnTo>
                  <a:lnTo>
                    <a:pt x="32" y="29927"/>
                  </a:lnTo>
                  <a:cubicBezTo>
                    <a:pt x="0" y="30024"/>
                    <a:pt x="0" y="30088"/>
                    <a:pt x="0" y="30152"/>
                  </a:cubicBezTo>
                  <a:cubicBezTo>
                    <a:pt x="0" y="30570"/>
                    <a:pt x="289" y="30924"/>
                    <a:pt x="739" y="30988"/>
                  </a:cubicBezTo>
                  <a:lnTo>
                    <a:pt x="868" y="30988"/>
                  </a:lnTo>
                  <a:cubicBezTo>
                    <a:pt x="1254" y="30988"/>
                    <a:pt x="1575" y="30763"/>
                    <a:pt x="1704" y="30409"/>
                  </a:cubicBezTo>
                  <a:cubicBezTo>
                    <a:pt x="2089" y="29156"/>
                    <a:pt x="3182" y="25716"/>
                    <a:pt x="4211" y="22309"/>
                  </a:cubicBezTo>
                  <a:cubicBezTo>
                    <a:pt x="4725" y="20605"/>
                    <a:pt x="5207" y="18902"/>
                    <a:pt x="5593" y="17487"/>
                  </a:cubicBezTo>
                  <a:cubicBezTo>
                    <a:pt x="5979" y="16073"/>
                    <a:pt x="6236" y="14980"/>
                    <a:pt x="6268" y="14401"/>
                  </a:cubicBezTo>
                  <a:lnTo>
                    <a:pt x="6268" y="14305"/>
                  </a:lnTo>
                  <a:cubicBezTo>
                    <a:pt x="6429" y="12505"/>
                    <a:pt x="7972" y="11155"/>
                    <a:pt x="9804" y="11155"/>
                  </a:cubicBezTo>
                  <a:lnTo>
                    <a:pt x="9933" y="11155"/>
                  </a:lnTo>
                  <a:cubicBezTo>
                    <a:pt x="12569" y="11283"/>
                    <a:pt x="16779" y="11476"/>
                    <a:pt x="20605" y="11701"/>
                  </a:cubicBezTo>
                  <a:cubicBezTo>
                    <a:pt x="22501" y="11798"/>
                    <a:pt x="24333" y="11926"/>
                    <a:pt x="25812" y="12023"/>
                  </a:cubicBezTo>
                  <a:cubicBezTo>
                    <a:pt x="27323" y="12151"/>
                    <a:pt x="28448" y="12248"/>
                    <a:pt x="29026" y="12376"/>
                  </a:cubicBezTo>
                  <a:cubicBezTo>
                    <a:pt x="30505" y="12633"/>
                    <a:pt x="31469" y="13051"/>
                    <a:pt x="32048" y="13405"/>
                  </a:cubicBezTo>
                  <a:cubicBezTo>
                    <a:pt x="32337" y="13566"/>
                    <a:pt x="32530" y="13726"/>
                    <a:pt x="32659" y="13823"/>
                  </a:cubicBezTo>
                  <a:cubicBezTo>
                    <a:pt x="32723" y="13887"/>
                    <a:pt x="32787" y="13919"/>
                    <a:pt x="32787" y="13951"/>
                  </a:cubicBezTo>
                  <a:lnTo>
                    <a:pt x="32818" y="13982"/>
                  </a:lnTo>
                  <a:lnTo>
                    <a:pt x="32818" y="13982"/>
                  </a:lnTo>
                  <a:lnTo>
                    <a:pt x="38059" y="30088"/>
                  </a:lnTo>
                  <a:cubicBezTo>
                    <a:pt x="38220" y="30570"/>
                    <a:pt x="38638" y="30892"/>
                    <a:pt x="39120" y="30956"/>
                  </a:cubicBezTo>
                  <a:lnTo>
                    <a:pt x="39248" y="30956"/>
                  </a:lnTo>
                  <a:cubicBezTo>
                    <a:pt x="39923" y="30956"/>
                    <a:pt x="40470" y="30377"/>
                    <a:pt x="40470" y="29734"/>
                  </a:cubicBezTo>
                  <a:cubicBezTo>
                    <a:pt x="40470" y="29606"/>
                    <a:pt x="40470" y="29477"/>
                    <a:pt x="40406" y="29349"/>
                  </a:cubicBezTo>
                  <a:cubicBezTo>
                    <a:pt x="39827" y="27420"/>
                    <a:pt x="38670" y="23820"/>
                    <a:pt x="37705" y="20541"/>
                  </a:cubicBezTo>
                  <a:cubicBezTo>
                    <a:pt x="37191" y="18869"/>
                    <a:pt x="36741" y="17294"/>
                    <a:pt x="36388" y="16073"/>
                  </a:cubicBezTo>
                  <a:cubicBezTo>
                    <a:pt x="36195" y="15430"/>
                    <a:pt x="36066" y="14884"/>
                    <a:pt x="35937" y="14466"/>
                  </a:cubicBezTo>
                  <a:cubicBezTo>
                    <a:pt x="35841" y="14048"/>
                    <a:pt x="35777" y="13726"/>
                    <a:pt x="35745" y="13598"/>
                  </a:cubicBezTo>
                  <a:lnTo>
                    <a:pt x="35745" y="13566"/>
                  </a:lnTo>
                  <a:lnTo>
                    <a:pt x="35745" y="13501"/>
                  </a:lnTo>
                  <a:cubicBezTo>
                    <a:pt x="35745" y="13308"/>
                    <a:pt x="35809" y="12955"/>
                    <a:pt x="35937" y="12537"/>
                  </a:cubicBezTo>
                  <a:cubicBezTo>
                    <a:pt x="36355" y="11058"/>
                    <a:pt x="37480" y="8583"/>
                    <a:pt x="38445" y="6462"/>
                  </a:cubicBezTo>
                  <a:cubicBezTo>
                    <a:pt x="38927" y="5433"/>
                    <a:pt x="39409" y="4469"/>
                    <a:pt x="39763" y="3762"/>
                  </a:cubicBezTo>
                  <a:cubicBezTo>
                    <a:pt x="40084" y="3087"/>
                    <a:pt x="40309" y="2636"/>
                    <a:pt x="40309" y="2636"/>
                  </a:cubicBezTo>
                  <a:lnTo>
                    <a:pt x="40341" y="2540"/>
                  </a:lnTo>
                  <a:cubicBezTo>
                    <a:pt x="40341" y="2347"/>
                    <a:pt x="40373" y="2186"/>
                    <a:pt x="40373" y="2026"/>
                  </a:cubicBezTo>
                  <a:cubicBezTo>
                    <a:pt x="40373" y="1094"/>
                    <a:pt x="40116" y="579"/>
                    <a:pt x="39795" y="290"/>
                  </a:cubicBezTo>
                  <a:cubicBezTo>
                    <a:pt x="39473" y="1"/>
                    <a:pt x="39152" y="1"/>
                    <a:pt x="391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4345;p64">
              <a:extLst>
                <a:ext uri="{FF2B5EF4-FFF2-40B4-BE49-F238E27FC236}">
                  <a16:creationId xmlns:a16="http://schemas.microsoft.com/office/drawing/2014/main" id="{C851D6D3-9540-13DF-B279-538CDCF8033C}"/>
                </a:ext>
              </a:extLst>
            </p:cNvPr>
            <p:cNvSpPr/>
            <p:nvPr/>
          </p:nvSpPr>
          <p:spPr>
            <a:xfrm>
              <a:off x="5668725" y="3080325"/>
              <a:ext cx="325475" cy="881050"/>
            </a:xfrm>
            <a:custGeom>
              <a:avLst/>
              <a:gdLst/>
              <a:ahLst/>
              <a:cxnLst/>
              <a:rect l="l" t="t" r="r" b="b"/>
              <a:pathLst>
                <a:path w="13019" h="35242" extrusionOk="0">
                  <a:moveTo>
                    <a:pt x="6814" y="0"/>
                  </a:moveTo>
                  <a:cubicBezTo>
                    <a:pt x="6514" y="0"/>
                    <a:pt x="6148" y="303"/>
                    <a:pt x="5722" y="1196"/>
                  </a:cubicBezTo>
                  <a:cubicBezTo>
                    <a:pt x="4372" y="3929"/>
                    <a:pt x="290" y="10454"/>
                    <a:pt x="161" y="12318"/>
                  </a:cubicBezTo>
                  <a:cubicBezTo>
                    <a:pt x="0" y="14215"/>
                    <a:pt x="193" y="35077"/>
                    <a:pt x="2251" y="35237"/>
                  </a:cubicBezTo>
                  <a:cubicBezTo>
                    <a:pt x="2284" y="35240"/>
                    <a:pt x="2319" y="35241"/>
                    <a:pt x="2354" y="35241"/>
                  </a:cubicBezTo>
                  <a:cubicBezTo>
                    <a:pt x="4527" y="35241"/>
                    <a:pt x="10213" y="30453"/>
                    <a:pt x="11605" y="26816"/>
                  </a:cubicBezTo>
                  <a:cubicBezTo>
                    <a:pt x="13019" y="23119"/>
                    <a:pt x="7779" y="1325"/>
                    <a:pt x="7779" y="1325"/>
                  </a:cubicBezTo>
                  <a:cubicBezTo>
                    <a:pt x="7779" y="1325"/>
                    <a:pt x="7441" y="0"/>
                    <a:pt x="6814" y="0"/>
                  </a:cubicBezTo>
                  <a:close/>
                </a:path>
              </a:pathLst>
            </a:custGeom>
            <a:solidFill>
              <a:schemeClr val="accent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6" name="Google Shape;4346;p64">
              <a:extLst>
                <a:ext uri="{FF2B5EF4-FFF2-40B4-BE49-F238E27FC236}">
                  <a16:creationId xmlns:a16="http://schemas.microsoft.com/office/drawing/2014/main" id="{ADE53E10-048C-5279-C597-D9E931555666}"/>
                </a:ext>
              </a:extLst>
            </p:cNvPr>
            <p:cNvSpPr/>
            <p:nvPr/>
          </p:nvSpPr>
          <p:spPr>
            <a:xfrm>
              <a:off x="5664700" y="3073250"/>
              <a:ext cx="307000" cy="894450"/>
            </a:xfrm>
            <a:custGeom>
              <a:avLst/>
              <a:gdLst/>
              <a:ahLst/>
              <a:cxnLst/>
              <a:rect l="l" t="t" r="r" b="b"/>
              <a:pathLst>
                <a:path w="12280" h="35778" extrusionOk="0">
                  <a:moveTo>
                    <a:pt x="6976" y="547"/>
                  </a:moveTo>
                  <a:cubicBezTo>
                    <a:pt x="7040" y="547"/>
                    <a:pt x="7105" y="579"/>
                    <a:pt x="7201" y="676"/>
                  </a:cubicBezTo>
                  <a:cubicBezTo>
                    <a:pt x="7330" y="804"/>
                    <a:pt x="7458" y="1062"/>
                    <a:pt x="7555" y="1287"/>
                  </a:cubicBezTo>
                  <a:cubicBezTo>
                    <a:pt x="7587" y="1415"/>
                    <a:pt x="7619" y="1512"/>
                    <a:pt x="7651" y="1576"/>
                  </a:cubicBezTo>
                  <a:lnTo>
                    <a:pt x="7683" y="1640"/>
                  </a:lnTo>
                  <a:lnTo>
                    <a:pt x="7683" y="1672"/>
                  </a:lnTo>
                  <a:cubicBezTo>
                    <a:pt x="7683" y="1672"/>
                    <a:pt x="7748" y="1929"/>
                    <a:pt x="7844" y="2412"/>
                  </a:cubicBezTo>
                  <a:cubicBezTo>
                    <a:pt x="8230" y="4083"/>
                    <a:pt x="9226" y="8326"/>
                    <a:pt x="10094" y="12859"/>
                  </a:cubicBezTo>
                  <a:cubicBezTo>
                    <a:pt x="10962" y="17423"/>
                    <a:pt x="11733" y="22277"/>
                    <a:pt x="11733" y="25074"/>
                  </a:cubicBezTo>
                  <a:cubicBezTo>
                    <a:pt x="11733" y="25941"/>
                    <a:pt x="11637" y="26616"/>
                    <a:pt x="11508" y="27002"/>
                  </a:cubicBezTo>
                  <a:cubicBezTo>
                    <a:pt x="10833" y="28738"/>
                    <a:pt x="9098" y="30827"/>
                    <a:pt x="7233" y="32467"/>
                  </a:cubicBezTo>
                  <a:cubicBezTo>
                    <a:pt x="6333" y="33270"/>
                    <a:pt x="5369" y="33978"/>
                    <a:pt x="4533" y="34492"/>
                  </a:cubicBezTo>
                  <a:cubicBezTo>
                    <a:pt x="3697" y="34974"/>
                    <a:pt x="2958" y="35263"/>
                    <a:pt x="2508" y="35263"/>
                  </a:cubicBezTo>
                  <a:lnTo>
                    <a:pt x="2444" y="35231"/>
                  </a:lnTo>
                  <a:cubicBezTo>
                    <a:pt x="2444" y="35231"/>
                    <a:pt x="2379" y="35231"/>
                    <a:pt x="2315" y="35167"/>
                  </a:cubicBezTo>
                  <a:cubicBezTo>
                    <a:pt x="2187" y="35006"/>
                    <a:pt x="1994" y="34620"/>
                    <a:pt x="1865" y="34074"/>
                  </a:cubicBezTo>
                  <a:cubicBezTo>
                    <a:pt x="1351" y="32242"/>
                    <a:pt x="997" y="28577"/>
                    <a:pt x="804" y="24816"/>
                  </a:cubicBezTo>
                  <a:cubicBezTo>
                    <a:pt x="611" y="21055"/>
                    <a:pt x="547" y="17134"/>
                    <a:pt x="547" y="14787"/>
                  </a:cubicBezTo>
                  <a:cubicBezTo>
                    <a:pt x="547" y="13694"/>
                    <a:pt x="547" y="12923"/>
                    <a:pt x="579" y="12634"/>
                  </a:cubicBezTo>
                  <a:cubicBezTo>
                    <a:pt x="611" y="12248"/>
                    <a:pt x="869" y="11476"/>
                    <a:pt x="1287" y="10576"/>
                  </a:cubicBezTo>
                  <a:cubicBezTo>
                    <a:pt x="1929" y="9226"/>
                    <a:pt x="2862" y="7490"/>
                    <a:pt x="3794" y="5819"/>
                  </a:cubicBezTo>
                  <a:cubicBezTo>
                    <a:pt x="4726" y="4180"/>
                    <a:pt x="5594" y="2637"/>
                    <a:pt x="6108" y="1576"/>
                  </a:cubicBezTo>
                  <a:cubicBezTo>
                    <a:pt x="6301" y="1158"/>
                    <a:pt x="6494" y="869"/>
                    <a:pt x="6655" y="740"/>
                  </a:cubicBezTo>
                  <a:cubicBezTo>
                    <a:pt x="6815" y="579"/>
                    <a:pt x="6912" y="547"/>
                    <a:pt x="6976" y="547"/>
                  </a:cubicBezTo>
                  <a:close/>
                  <a:moveTo>
                    <a:pt x="6976" y="1"/>
                  </a:moveTo>
                  <a:cubicBezTo>
                    <a:pt x="6719" y="1"/>
                    <a:pt x="6494" y="129"/>
                    <a:pt x="6269" y="354"/>
                  </a:cubicBezTo>
                  <a:cubicBezTo>
                    <a:pt x="6076" y="579"/>
                    <a:pt x="5851" y="901"/>
                    <a:pt x="5626" y="1351"/>
                  </a:cubicBezTo>
                  <a:cubicBezTo>
                    <a:pt x="4983" y="2701"/>
                    <a:pt x="3601" y="5015"/>
                    <a:pt x="2412" y="7233"/>
                  </a:cubicBezTo>
                  <a:cubicBezTo>
                    <a:pt x="1801" y="8326"/>
                    <a:pt x="1222" y="9419"/>
                    <a:pt x="804" y="10351"/>
                  </a:cubicBezTo>
                  <a:cubicBezTo>
                    <a:pt x="386" y="11284"/>
                    <a:pt x="97" y="12055"/>
                    <a:pt x="33" y="12601"/>
                  </a:cubicBezTo>
                  <a:cubicBezTo>
                    <a:pt x="33" y="12923"/>
                    <a:pt x="1" y="13694"/>
                    <a:pt x="1" y="14787"/>
                  </a:cubicBezTo>
                  <a:cubicBezTo>
                    <a:pt x="1" y="17680"/>
                    <a:pt x="97" y="22823"/>
                    <a:pt x="419" y="27291"/>
                  </a:cubicBezTo>
                  <a:cubicBezTo>
                    <a:pt x="579" y="29509"/>
                    <a:pt x="804" y="31567"/>
                    <a:pt x="1094" y="33077"/>
                  </a:cubicBezTo>
                  <a:cubicBezTo>
                    <a:pt x="1222" y="33849"/>
                    <a:pt x="1383" y="34460"/>
                    <a:pt x="1576" y="34942"/>
                  </a:cubicBezTo>
                  <a:cubicBezTo>
                    <a:pt x="1672" y="35167"/>
                    <a:pt x="1769" y="35360"/>
                    <a:pt x="1897" y="35488"/>
                  </a:cubicBezTo>
                  <a:cubicBezTo>
                    <a:pt x="2026" y="35649"/>
                    <a:pt x="2187" y="35778"/>
                    <a:pt x="2412" y="35778"/>
                  </a:cubicBezTo>
                  <a:lnTo>
                    <a:pt x="2508" y="35778"/>
                  </a:lnTo>
                  <a:cubicBezTo>
                    <a:pt x="3151" y="35778"/>
                    <a:pt x="3922" y="35456"/>
                    <a:pt x="4822" y="34942"/>
                  </a:cubicBezTo>
                  <a:cubicBezTo>
                    <a:pt x="6140" y="34170"/>
                    <a:pt x="7651" y="32949"/>
                    <a:pt x="8969" y="31535"/>
                  </a:cubicBezTo>
                  <a:cubicBezTo>
                    <a:pt x="10319" y="30152"/>
                    <a:pt x="11476" y="28609"/>
                    <a:pt x="11991" y="27195"/>
                  </a:cubicBezTo>
                  <a:cubicBezTo>
                    <a:pt x="12183" y="26713"/>
                    <a:pt x="12248" y="25974"/>
                    <a:pt x="12280" y="25074"/>
                  </a:cubicBezTo>
                  <a:cubicBezTo>
                    <a:pt x="12248" y="21763"/>
                    <a:pt x="11251" y="15912"/>
                    <a:pt x="10223" y="10834"/>
                  </a:cubicBezTo>
                  <a:cubicBezTo>
                    <a:pt x="9226" y="5787"/>
                    <a:pt x="8198" y="1544"/>
                    <a:pt x="8198" y="1544"/>
                  </a:cubicBezTo>
                  <a:cubicBezTo>
                    <a:pt x="8198" y="1544"/>
                    <a:pt x="8101" y="1190"/>
                    <a:pt x="7940" y="837"/>
                  </a:cubicBezTo>
                  <a:cubicBezTo>
                    <a:pt x="7844" y="644"/>
                    <a:pt x="7715" y="451"/>
                    <a:pt x="7587" y="290"/>
                  </a:cubicBezTo>
                  <a:cubicBezTo>
                    <a:pt x="7426" y="162"/>
                    <a:pt x="7233" y="1"/>
                    <a:pt x="69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4347;p64">
              <a:extLst>
                <a:ext uri="{FF2B5EF4-FFF2-40B4-BE49-F238E27FC236}">
                  <a16:creationId xmlns:a16="http://schemas.microsoft.com/office/drawing/2014/main" id="{EA9FF1ED-C2A9-FC7A-6F41-286A2D32E42F}"/>
                </a:ext>
              </a:extLst>
            </p:cNvPr>
            <p:cNvSpPr/>
            <p:nvPr/>
          </p:nvSpPr>
          <p:spPr>
            <a:xfrm>
              <a:off x="4840200" y="3431675"/>
              <a:ext cx="838200" cy="676200"/>
            </a:xfrm>
            <a:custGeom>
              <a:avLst/>
              <a:gdLst/>
              <a:ahLst/>
              <a:cxnLst/>
              <a:rect l="l" t="t" r="r" b="b"/>
              <a:pathLst>
                <a:path w="33528" h="27048" extrusionOk="0">
                  <a:moveTo>
                    <a:pt x="5915" y="0"/>
                  </a:moveTo>
                  <a:cubicBezTo>
                    <a:pt x="1029" y="0"/>
                    <a:pt x="836" y="9451"/>
                    <a:pt x="611" y="12633"/>
                  </a:cubicBezTo>
                  <a:cubicBezTo>
                    <a:pt x="579" y="13597"/>
                    <a:pt x="1" y="18162"/>
                    <a:pt x="97" y="21537"/>
                  </a:cubicBezTo>
                  <a:cubicBezTo>
                    <a:pt x="161" y="23691"/>
                    <a:pt x="515" y="25330"/>
                    <a:pt x="1383" y="25330"/>
                  </a:cubicBezTo>
                  <a:cubicBezTo>
                    <a:pt x="3004" y="25330"/>
                    <a:pt x="19878" y="27048"/>
                    <a:pt x="25247" y="27048"/>
                  </a:cubicBezTo>
                  <a:cubicBezTo>
                    <a:pt x="25520" y="27048"/>
                    <a:pt x="25763" y="27043"/>
                    <a:pt x="25973" y="27034"/>
                  </a:cubicBezTo>
                  <a:cubicBezTo>
                    <a:pt x="30313" y="26841"/>
                    <a:pt x="33527" y="24591"/>
                    <a:pt x="33527" y="21376"/>
                  </a:cubicBezTo>
                  <a:cubicBezTo>
                    <a:pt x="33527" y="18162"/>
                    <a:pt x="33334" y="3986"/>
                    <a:pt x="30120" y="2090"/>
                  </a:cubicBezTo>
                  <a:cubicBezTo>
                    <a:pt x="26905" y="193"/>
                    <a:pt x="9901" y="0"/>
                    <a:pt x="5915" y="0"/>
                  </a:cubicBezTo>
                  <a:close/>
                </a:path>
              </a:pathLst>
            </a:custGeom>
            <a:solidFill>
              <a:schemeClr val="accent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08" name="Google Shape;4348;p64">
              <a:extLst>
                <a:ext uri="{FF2B5EF4-FFF2-40B4-BE49-F238E27FC236}">
                  <a16:creationId xmlns:a16="http://schemas.microsoft.com/office/drawing/2014/main" id="{F32CAAF9-C5CE-0C19-7551-07F685F6A35B}"/>
                </a:ext>
              </a:extLst>
            </p:cNvPr>
            <p:cNvSpPr/>
            <p:nvPr/>
          </p:nvSpPr>
          <p:spPr>
            <a:xfrm>
              <a:off x="4835375" y="3425250"/>
              <a:ext cx="849450" cy="689525"/>
            </a:xfrm>
            <a:custGeom>
              <a:avLst/>
              <a:gdLst/>
              <a:ahLst/>
              <a:cxnLst/>
              <a:rect l="l" t="t" r="r" b="b"/>
              <a:pathLst>
                <a:path w="33978" h="27581" extrusionOk="0">
                  <a:moveTo>
                    <a:pt x="6108" y="514"/>
                  </a:moveTo>
                  <a:cubicBezTo>
                    <a:pt x="8101" y="514"/>
                    <a:pt x="13341" y="579"/>
                    <a:pt x="18484" y="868"/>
                  </a:cubicBezTo>
                  <a:cubicBezTo>
                    <a:pt x="21055" y="997"/>
                    <a:pt x="23595" y="1189"/>
                    <a:pt x="25716" y="1479"/>
                  </a:cubicBezTo>
                  <a:cubicBezTo>
                    <a:pt x="26745" y="1639"/>
                    <a:pt x="27677" y="1800"/>
                    <a:pt x="28449" y="1961"/>
                  </a:cubicBezTo>
                  <a:cubicBezTo>
                    <a:pt x="29220" y="2154"/>
                    <a:pt x="29831" y="2347"/>
                    <a:pt x="30184" y="2572"/>
                  </a:cubicBezTo>
                  <a:cubicBezTo>
                    <a:pt x="30506" y="2765"/>
                    <a:pt x="30859" y="3150"/>
                    <a:pt x="31149" y="3697"/>
                  </a:cubicBezTo>
                  <a:cubicBezTo>
                    <a:pt x="31663" y="4661"/>
                    <a:pt x="32081" y="6108"/>
                    <a:pt x="32402" y="7747"/>
                  </a:cubicBezTo>
                  <a:cubicBezTo>
                    <a:pt x="33367" y="12697"/>
                    <a:pt x="33463" y="19512"/>
                    <a:pt x="33463" y="21633"/>
                  </a:cubicBezTo>
                  <a:cubicBezTo>
                    <a:pt x="33463" y="23144"/>
                    <a:pt x="32692" y="24430"/>
                    <a:pt x="31406" y="25362"/>
                  </a:cubicBezTo>
                  <a:cubicBezTo>
                    <a:pt x="30120" y="26326"/>
                    <a:pt x="28288" y="26937"/>
                    <a:pt x="26134" y="27034"/>
                  </a:cubicBezTo>
                  <a:lnTo>
                    <a:pt x="25459" y="27034"/>
                  </a:lnTo>
                  <a:cubicBezTo>
                    <a:pt x="22791" y="27034"/>
                    <a:pt x="17230" y="26616"/>
                    <a:pt x="12151" y="26166"/>
                  </a:cubicBezTo>
                  <a:cubicBezTo>
                    <a:pt x="9580" y="25973"/>
                    <a:pt x="7169" y="25748"/>
                    <a:pt x="5272" y="25587"/>
                  </a:cubicBezTo>
                  <a:cubicBezTo>
                    <a:pt x="3376" y="25426"/>
                    <a:pt x="2026" y="25330"/>
                    <a:pt x="1576" y="25330"/>
                  </a:cubicBezTo>
                  <a:cubicBezTo>
                    <a:pt x="1447" y="25330"/>
                    <a:pt x="1351" y="25266"/>
                    <a:pt x="1222" y="25137"/>
                  </a:cubicBezTo>
                  <a:cubicBezTo>
                    <a:pt x="1029" y="24912"/>
                    <a:pt x="869" y="24462"/>
                    <a:pt x="772" y="23883"/>
                  </a:cubicBezTo>
                  <a:cubicBezTo>
                    <a:pt x="644" y="23305"/>
                    <a:pt x="579" y="22598"/>
                    <a:pt x="547" y="21794"/>
                  </a:cubicBezTo>
                  <a:cubicBezTo>
                    <a:pt x="547" y="21505"/>
                    <a:pt x="547" y="21215"/>
                    <a:pt x="547" y="20926"/>
                  </a:cubicBezTo>
                  <a:cubicBezTo>
                    <a:pt x="547" y="19319"/>
                    <a:pt x="676" y="17519"/>
                    <a:pt x="804" y="16040"/>
                  </a:cubicBezTo>
                  <a:cubicBezTo>
                    <a:pt x="933" y="14562"/>
                    <a:pt x="1062" y="13372"/>
                    <a:pt x="1094" y="12922"/>
                  </a:cubicBezTo>
                  <a:cubicBezTo>
                    <a:pt x="1190" y="11315"/>
                    <a:pt x="1287" y="8165"/>
                    <a:pt x="1962" y="5433"/>
                  </a:cubicBezTo>
                  <a:cubicBezTo>
                    <a:pt x="2315" y="4082"/>
                    <a:pt x="2797" y="2829"/>
                    <a:pt x="3472" y="1961"/>
                  </a:cubicBezTo>
                  <a:cubicBezTo>
                    <a:pt x="4147" y="1061"/>
                    <a:pt x="4983" y="547"/>
                    <a:pt x="6108" y="514"/>
                  </a:cubicBezTo>
                  <a:close/>
                  <a:moveTo>
                    <a:pt x="6108" y="0"/>
                  </a:moveTo>
                  <a:cubicBezTo>
                    <a:pt x="4822" y="0"/>
                    <a:pt x="3794" y="643"/>
                    <a:pt x="3054" y="1639"/>
                  </a:cubicBezTo>
                  <a:cubicBezTo>
                    <a:pt x="1929" y="3086"/>
                    <a:pt x="1351" y="5304"/>
                    <a:pt x="1029" y="7458"/>
                  </a:cubicBezTo>
                  <a:cubicBezTo>
                    <a:pt x="708" y="9611"/>
                    <a:pt x="611" y="11701"/>
                    <a:pt x="547" y="12890"/>
                  </a:cubicBezTo>
                  <a:cubicBezTo>
                    <a:pt x="515" y="13308"/>
                    <a:pt x="386" y="14497"/>
                    <a:pt x="258" y="15976"/>
                  </a:cubicBezTo>
                  <a:cubicBezTo>
                    <a:pt x="129" y="17487"/>
                    <a:pt x="1" y="19287"/>
                    <a:pt x="1" y="20926"/>
                  </a:cubicBezTo>
                  <a:cubicBezTo>
                    <a:pt x="1" y="21215"/>
                    <a:pt x="1" y="21537"/>
                    <a:pt x="33" y="21826"/>
                  </a:cubicBezTo>
                  <a:cubicBezTo>
                    <a:pt x="65" y="22887"/>
                    <a:pt x="161" y="23851"/>
                    <a:pt x="386" y="24558"/>
                  </a:cubicBezTo>
                  <a:cubicBezTo>
                    <a:pt x="483" y="24944"/>
                    <a:pt x="611" y="25234"/>
                    <a:pt x="804" y="25459"/>
                  </a:cubicBezTo>
                  <a:cubicBezTo>
                    <a:pt x="997" y="25716"/>
                    <a:pt x="1287" y="25844"/>
                    <a:pt x="1576" y="25844"/>
                  </a:cubicBezTo>
                  <a:cubicBezTo>
                    <a:pt x="1962" y="25844"/>
                    <a:pt x="3344" y="25973"/>
                    <a:pt x="5208" y="26134"/>
                  </a:cubicBezTo>
                  <a:cubicBezTo>
                    <a:pt x="10898" y="26616"/>
                    <a:pt x="21409" y="27580"/>
                    <a:pt x="25459" y="27580"/>
                  </a:cubicBezTo>
                  <a:cubicBezTo>
                    <a:pt x="25716" y="27580"/>
                    <a:pt x="25941" y="27580"/>
                    <a:pt x="26166" y="27548"/>
                  </a:cubicBezTo>
                  <a:cubicBezTo>
                    <a:pt x="28384" y="27452"/>
                    <a:pt x="30313" y="26841"/>
                    <a:pt x="31727" y="25812"/>
                  </a:cubicBezTo>
                  <a:cubicBezTo>
                    <a:pt x="33142" y="24784"/>
                    <a:pt x="33977" y="23305"/>
                    <a:pt x="33977" y="21633"/>
                  </a:cubicBezTo>
                  <a:cubicBezTo>
                    <a:pt x="33977" y="19994"/>
                    <a:pt x="33945" y="15654"/>
                    <a:pt x="33495" y="11444"/>
                  </a:cubicBezTo>
                  <a:cubicBezTo>
                    <a:pt x="33270" y="9354"/>
                    <a:pt x="32949" y="7297"/>
                    <a:pt x="32467" y="5625"/>
                  </a:cubicBezTo>
                  <a:cubicBezTo>
                    <a:pt x="32209" y="4790"/>
                    <a:pt x="31952" y="4050"/>
                    <a:pt x="31631" y="3440"/>
                  </a:cubicBezTo>
                  <a:cubicBezTo>
                    <a:pt x="31309" y="2861"/>
                    <a:pt x="30924" y="2379"/>
                    <a:pt x="30441" y="2122"/>
                  </a:cubicBezTo>
                  <a:cubicBezTo>
                    <a:pt x="29991" y="1864"/>
                    <a:pt x="29381" y="1639"/>
                    <a:pt x="28577" y="1447"/>
                  </a:cubicBezTo>
                  <a:cubicBezTo>
                    <a:pt x="25813" y="804"/>
                    <a:pt x="21087" y="418"/>
                    <a:pt x="16587" y="225"/>
                  </a:cubicBezTo>
                  <a:cubicBezTo>
                    <a:pt x="12087" y="32"/>
                    <a:pt x="7876" y="0"/>
                    <a:pt x="61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4349;p64">
              <a:extLst>
                <a:ext uri="{FF2B5EF4-FFF2-40B4-BE49-F238E27FC236}">
                  <a16:creationId xmlns:a16="http://schemas.microsoft.com/office/drawing/2014/main" id="{C51FBC65-9FB5-7E63-7309-2F36DAE05A15}"/>
                </a:ext>
              </a:extLst>
            </p:cNvPr>
            <p:cNvSpPr/>
            <p:nvPr/>
          </p:nvSpPr>
          <p:spPr>
            <a:xfrm>
              <a:off x="4808050" y="3370700"/>
              <a:ext cx="836600" cy="657375"/>
            </a:xfrm>
            <a:custGeom>
              <a:avLst/>
              <a:gdLst/>
              <a:ahLst/>
              <a:cxnLst/>
              <a:rect l="l" t="t" r="r" b="b"/>
              <a:pathLst>
                <a:path w="33464" h="26295" extrusionOk="0">
                  <a:moveTo>
                    <a:pt x="26653" y="0"/>
                  </a:moveTo>
                  <a:cubicBezTo>
                    <a:pt x="23914" y="0"/>
                    <a:pt x="21166" y="1011"/>
                    <a:pt x="20155" y="2021"/>
                  </a:cubicBezTo>
                  <a:cubicBezTo>
                    <a:pt x="17905" y="4271"/>
                    <a:pt x="16941" y="7582"/>
                    <a:pt x="14080" y="11600"/>
                  </a:cubicBezTo>
                  <a:cubicBezTo>
                    <a:pt x="11251" y="15618"/>
                    <a:pt x="1" y="23622"/>
                    <a:pt x="1" y="23622"/>
                  </a:cubicBezTo>
                  <a:cubicBezTo>
                    <a:pt x="1" y="23622"/>
                    <a:pt x="10962" y="25390"/>
                    <a:pt x="15944" y="26065"/>
                  </a:cubicBezTo>
                  <a:cubicBezTo>
                    <a:pt x="17045" y="26222"/>
                    <a:pt x="18070" y="26295"/>
                    <a:pt x="19032" y="26295"/>
                  </a:cubicBezTo>
                  <a:cubicBezTo>
                    <a:pt x="22426" y="26295"/>
                    <a:pt x="25034" y="25386"/>
                    <a:pt x="27388" y="24008"/>
                  </a:cubicBezTo>
                  <a:cubicBezTo>
                    <a:pt x="30442" y="22272"/>
                    <a:pt x="31888" y="16294"/>
                    <a:pt x="31888" y="13272"/>
                  </a:cubicBezTo>
                  <a:cubicBezTo>
                    <a:pt x="31888" y="10218"/>
                    <a:pt x="33463" y="6425"/>
                    <a:pt x="33463" y="6425"/>
                  </a:cubicBezTo>
                  <a:cubicBezTo>
                    <a:pt x="33357" y="1520"/>
                    <a:pt x="30012" y="0"/>
                    <a:pt x="266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4350;p64">
              <a:extLst>
                <a:ext uri="{FF2B5EF4-FFF2-40B4-BE49-F238E27FC236}">
                  <a16:creationId xmlns:a16="http://schemas.microsoft.com/office/drawing/2014/main" id="{551395D9-5CB6-ACBD-E8B2-262D3E77A81A}"/>
                </a:ext>
              </a:extLst>
            </p:cNvPr>
            <p:cNvSpPr/>
            <p:nvPr/>
          </p:nvSpPr>
          <p:spPr>
            <a:xfrm>
              <a:off x="4800825" y="3363350"/>
              <a:ext cx="850250" cy="671050"/>
            </a:xfrm>
            <a:custGeom>
              <a:avLst/>
              <a:gdLst/>
              <a:ahLst/>
              <a:cxnLst/>
              <a:rect l="l" t="t" r="r" b="b"/>
              <a:pathLst>
                <a:path w="34010" h="26842" extrusionOk="0">
                  <a:moveTo>
                    <a:pt x="26938" y="547"/>
                  </a:moveTo>
                  <a:cubicBezTo>
                    <a:pt x="28577" y="547"/>
                    <a:pt x="30184" y="933"/>
                    <a:pt x="31406" y="1865"/>
                  </a:cubicBezTo>
                  <a:cubicBezTo>
                    <a:pt x="32576" y="2783"/>
                    <a:pt x="33404" y="4260"/>
                    <a:pt x="33491" y="6605"/>
                  </a:cubicBezTo>
                  <a:lnTo>
                    <a:pt x="33491" y="6605"/>
                  </a:lnTo>
                  <a:cubicBezTo>
                    <a:pt x="33451" y="6730"/>
                    <a:pt x="33087" y="7632"/>
                    <a:pt x="32724" y="8905"/>
                  </a:cubicBezTo>
                  <a:cubicBezTo>
                    <a:pt x="32306" y="10255"/>
                    <a:pt x="31920" y="11991"/>
                    <a:pt x="31920" y="13566"/>
                  </a:cubicBezTo>
                  <a:cubicBezTo>
                    <a:pt x="31920" y="15012"/>
                    <a:pt x="31566" y="17263"/>
                    <a:pt x="30827" y="19320"/>
                  </a:cubicBezTo>
                  <a:cubicBezTo>
                    <a:pt x="30088" y="21377"/>
                    <a:pt x="28963" y="23274"/>
                    <a:pt x="27548" y="24077"/>
                  </a:cubicBezTo>
                  <a:cubicBezTo>
                    <a:pt x="25202" y="25427"/>
                    <a:pt x="22662" y="26327"/>
                    <a:pt x="19287" y="26327"/>
                  </a:cubicBezTo>
                  <a:cubicBezTo>
                    <a:pt x="18355" y="26327"/>
                    <a:pt x="17358" y="26263"/>
                    <a:pt x="16266" y="26102"/>
                  </a:cubicBezTo>
                  <a:cubicBezTo>
                    <a:pt x="13790" y="25749"/>
                    <a:pt x="9805" y="25138"/>
                    <a:pt x="6429" y="24624"/>
                  </a:cubicBezTo>
                  <a:cubicBezTo>
                    <a:pt x="4758" y="24367"/>
                    <a:pt x="3215" y="24109"/>
                    <a:pt x="2122" y="23949"/>
                  </a:cubicBezTo>
                  <a:cubicBezTo>
                    <a:pt x="1667" y="23868"/>
                    <a:pt x="1278" y="23805"/>
                    <a:pt x="980" y="23758"/>
                  </a:cubicBezTo>
                  <a:lnTo>
                    <a:pt x="980" y="23758"/>
                  </a:lnTo>
                  <a:cubicBezTo>
                    <a:pt x="1943" y="23056"/>
                    <a:pt x="4098" y="21464"/>
                    <a:pt x="6429" y="19609"/>
                  </a:cubicBezTo>
                  <a:cubicBezTo>
                    <a:pt x="8037" y="18355"/>
                    <a:pt x="9708" y="16973"/>
                    <a:pt x="11155" y="15655"/>
                  </a:cubicBezTo>
                  <a:cubicBezTo>
                    <a:pt x="12633" y="14337"/>
                    <a:pt x="13855" y="13084"/>
                    <a:pt x="14594" y="12055"/>
                  </a:cubicBezTo>
                  <a:cubicBezTo>
                    <a:pt x="16041" y="10030"/>
                    <a:pt x="16973" y="8166"/>
                    <a:pt x="17873" y="6558"/>
                  </a:cubicBezTo>
                  <a:cubicBezTo>
                    <a:pt x="18741" y="4951"/>
                    <a:pt x="19544" y="3569"/>
                    <a:pt x="20637" y="2476"/>
                  </a:cubicBezTo>
                  <a:cubicBezTo>
                    <a:pt x="21087" y="2026"/>
                    <a:pt x="21987" y="1544"/>
                    <a:pt x="23112" y="1158"/>
                  </a:cubicBezTo>
                  <a:cubicBezTo>
                    <a:pt x="24270" y="805"/>
                    <a:pt x="25620" y="547"/>
                    <a:pt x="26938" y="547"/>
                  </a:cubicBezTo>
                  <a:close/>
                  <a:moveTo>
                    <a:pt x="26938" y="1"/>
                  </a:moveTo>
                  <a:cubicBezTo>
                    <a:pt x="25523" y="1"/>
                    <a:pt x="24141" y="258"/>
                    <a:pt x="22952" y="644"/>
                  </a:cubicBezTo>
                  <a:cubicBezTo>
                    <a:pt x="21794" y="1062"/>
                    <a:pt x="20830" y="1544"/>
                    <a:pt x="20251" y="2123"/>
                  </a:cubicBezTo>
                  <a:cubicBezTo>
                    <a:pt x="19094" y="3280"/>
                    <a:pt x="18291" y="4694"/>
                    <a:pt x="17391" y="6301"/>
                  </a:cubicBezTo>
                  <a:cubicBezTo>
                    <a:pt x="16523" y="7941"/>
                    <a:pt x="15558" y="9741"/>
                    <a:pt x="14176" y="11734"/>
                  </a:cubicBezTo>
                  <a:cubicBezTo>
                    <a:pt x="13469" y="12698"/>
                    <a:pt x="12248" y="13952"/>
                    <a:pt x="10801" y="15270"/>
                  </a:cubicBezTo>
                  <a:cubicBezTo>
                    <a:pt x="8647" y="17230"/>
                    <a:pt x="5947" y="19352"/>
                    <a:pt x="3826" y="20959"/>
                  </a:cubicBezTo>
                  <a:cubicBezTo>
                    <a:pt x="2765" y="21763"/>
                    <a:pt x="1865" y="22470"/>
                    <a:pt x="1190" y="22952"/>
                  </a:cubicBezTo>
                  <a:cubicBezTo>
                    <a:pt x="547" y="23434"/>
                    <a:pt x="129" y="23691"/>
                    <a:pt x="129" y="23691"/>
                  </a:cubicBezTo>
                  <a:cubicBezTo>
                    <a:pt x="33" y="23756"/>
                    <a:pt x="1" y="23884"/>
                    <a:pt x="33" y="23981"/>
                  </a:cubicBezTo>
                  <a:cubicBezTo>
                    <a:pt x="65" y="24077"/>
                    <a:pt x="129" y="24174"/>
                    <a:pt x="258" y="24174"/>
                  </a:cubicBezTo>
                  <a:cubicBezTo>
                    <a:pt x="258" y="24174"/>
                    <a:pt x="11219" y="25942"/>
                    <a:pt x="16201" y="26649"/>
                  </a:cubicBezTo>
                  <a:cubicBezTo>
                    <a:pt x="17294" y="26777"/>
                    <a:pt x="18323" y="26842"/>
                    <a:pt x="19287" y="26842"/>
                  </a:cubicBezTo>
                  <a:cubicBezTo>
                    <a:pt x="22759" y="26842"/>
                    <a:pt x="25427" y="25942"/>
                    <a:pt x="27805" y="24559"/>
                  </a:cubicBezTo>
                  <a:cubicBezTo>
                    <a:pt x="29445" y="23595"/>
                    <a:pt x="30570" y="21634"/>
                    <a:pt x="31309" y="19513"/>
                  </a:cubicBezTo>
                  <a:cubicBezTo>
                    <a:pt x="32081" y="17391"/>
                    <a:pt x="32466" y="15109"/>
                    <a:pt x="32466" y="13566"/>
                  </a:cubicBezTo>
                  <a:cubicBezTo>
                    <a:pt x="32466" y="12087"/>
                    <a:pt x="32852" y="10384"/>
                    <a:pt x="33238" y="9066"/>
                  </a:cubicBezTo>
                  <a:cubicBezTo>
                    <a:pt x="33431" y="8391"/>
                    <a:pt x="33624" y="7844"/>
                    <a:pt x="33752" y="7426"/>
                  </a:cubicBezTo>
                  <a:cubicBezTo>
                    <a:pt x="33816" y="7233"/>
                    <a:pt x="33881" y="7073"/>
                    <a:pt x="33945" y="6976"/>
                  </a:cubicBezTo>
                  <a:cubicBezTo>
                    <a:pt x="33977" y="6848"/>
                    <a:pt x="34009" y="6816"/>
                    <a:pt x="34009" y="6816"/>
                  </a:cubicBezTo>
                  <a:lnTo>
                    <a:pt x="34009" y="6687"/>
                  </a:lnTo>
                  <a:cubicBezTo>
                    <a:pt x="33977" y="4180"/>
                    <a:pt x="33077" y="2476"/>
                    <a:pt x="31727" y="1447"/>
                  </a:cubicBezTo>
                  <a:cubicBezTo>
                    <a:pt x="30377" y="387"/>
                    <a:pt x="28673" y="1"/>
                    <a:pt x="269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4351;p64">
              <a:extLst>
                <a:ext uri="{FF2B5EF4-FFF2-40B4-BE49-F238E27FC236}">
                  <a16:creationId xmlns:a16="http://schemas.microsoft.com/office/drawing/2014/main" id="{38964E4E-7372-2BF5-7DAB-9B7012F99021}"/>
                </a:ext>
              </a:extLst>
            </p:cNvPr>
            <p:cNvSpPr/>
            <p:nvPr/>
          </p:nvSpPr>
          <p:spPr>
            <a:xfrm>
              <a:off x="2458300" y="1966675"/>
              <a:ext cx="3007125" cy="2323275"/>
            </a:xfrm>
            <a:custGeom>
              <a:avLst/>
              <a:gdLst/>
              <a:ahLst/>
              <a:cxnLst/>
              <a:rect l="l" t="t" r="r" b="b"/>
              <a:pathLst>
                <a:path w="120285" h="92931" extrusionOk="0">
                  <a:moveTo>
                    <a:pt x="60143" y="1"/>
                  </a:moveTo>
                  <a:cubicBezTo>
                    <a:pt x="26906" y="1"/>
                    <a:pt x="1" y="20798"/>
                    <a:pt x="1" y="46482"/>
                  </a:cubicBezTo>
                  <a:cubicBezTo>
                    <a:pt x="1" y="72133"/>
                    <a:pt x="26906" y="92931"/>
                    <a:pt x="60143" y="92931"/>
                  </a:cubicBezTo>
                  <a:cubicBezTo>
                    <a:pt x="93348" y="92931"/>
                    <a:pt x="120285" y="72133"/>
                    <a:pt x="120285" y="46482"/>
                  </a:cubicBezTo>
                  <a:cubicBezTo>
                    <a:pt x="120285" y="20798"/>
                    <a:pt x="93348" y="1"/>
                    <a:pt x="60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4352;p64">
              <a:extLst>
                <a:ext uri="{FF2B5EF4-FFF2-40B4-BE49-F238E27FC236}">
                  <a16:creationId xmlns:a16="http://schemas.microsoft.com/office/drawing/2014/main" id="{26C26EA7-2B8C-0934-E805-5EDFEA24C378}"/>
                </a:ext>
              </a:extLst>
            </p:cNvPr>
            <p:cNvSpPr/>
            <p:nvPr/>
          </p:nvSpPr>
          <p:spPr>
            <a:xfrm>
              <a:off x="2451875" y="1960250"/>
              <a:ext cx="3020000" cy="2336925"/>
            </a:xfrm>
            <a:custGeom>
              <a:avLst/>
              <a:gdLst/>
              <a:ahLst/>
              <a:cxnLst/>
              <a:rect l="l" t="t" r="r" b="b"/>
              <a:pathLst>
                <a:path w="120800" h="93477" extrusionOk="0">
                  <a:moveTo>
                    <a:pt x="60400" y="515"/>
                  </a:moveTo>
                  <a:cubicBezTo>
                    <a:pt x="76954" y="515"/>
                    <a:pt x="91933" y="5722"/>
                    <a:pt x="102734" y="14080"/>
                  </a:cubicBezTo>
                  <a:cubicBezTo>
                    <a:pt x="113567" y="22438"/>
                    <a:pt x="120253" y="33977"/>
                    <a:pt x="120253" y="46739"/>
                  </a:cubicBezTo>
                  <a:cubicBezTo>
                    <a:pt x="120253" y="59468"/>
                    <a:pt x="113567" y="71008"/>
                    <a:pt x="102734" y="79365"/>
                  </a:cubicBezTo>
                  <a:cubicBezTo>
                    <a:pt x="91933" y="87755"/>
                    <a:pt x="76954" y="92930"/>
                    <a:pt x="60400" y="92930"/>
                  </a:cubicBezTo>
                  <a:cubicBezTo>
                    <a:pt x="43845" y="92930"/>
                    <a:pt x="28866" y="87755"/>
                    <a:pt x="18033" y="79365"/>
                  </a:cubicBezTo>
                  <a:cubicBezTo>
                    <a:pt x="7201" y="71008"/>
                    <a:pt x="515" y="59468"/>
                    <a:pt x="515" y="46739"/>
                  </a:cubicBezTo>
                  <a:cubicBezTo>
                    <a:pt x="515" y="33977"/>
                    <a:pt x="7201" y="22438"/>
                    <a:pt x="18033" y="14080"/>
                  </a:cubicBezTo>
                  <a:cubicBezTo>
                    <a:pt x="28866" y="5722"/>
                    <a:pt x="43845" y="515"/>
                    <a:pt x="60400" y="515"/>
                  </a:cubicBezTo>
                  <a:close/>
                  <a:moveTo>
                    <a:pt x="60400" y="1"/>
                  </a:moveTo>
                  <a:cubicBezTo>
                    <a:pt x="43717" y="1"/>
                    <a:pt x="28641" y="5208"/>
                    <a:pt x="17712" y="13662"/>
                  </a:cubicBezTo>
                  <a:cubicBezTo>
                    <a:pt x="6783" y="22116"/>
                    <a:pt x="1" y="33785"/>
                    <a:pt x="1" y="46739"/>
                  </a:cubicBezTo>
                  <a:cubicBezTo>
                    <a:pt x="1" y="59661"/>
                    <a:pt x="6783" y="71361"/>
                    <a:pt x="17712" y="79815"/>
                  </a:cubicBezTo>
                  <a:cubicBezTo>
                    <a:pt x="28641" y="88269"/>
                    <a:pt x="43717" y="93477"/>
                    <a:pt x="60400" y="93477"/>
                  </a:cubicBezTo>
                  <a:cubicBezTo>
                    <a:pt x="77051" y="93477"/>
                    <a:pt x="92126" y="88269"/>
                    <a:pt x="103088" y="79815"/>
                  </a:cubicBezTo>
                  <a:cubicBezTo>
                    <a:pt x="114017" y="71361"/>
                    <a:pt x="120799" y="59661"/>
                    <a:pt x="120799" y="46739"/>
                  </a:cubicBezTo>
                  <a:cubicBezTo>
                    <a:pt x="120799" y="33785"/>
                    <a:pt x="114017" y="22116"/>
                    <a:pt x="103088" y="13662"/>
                  </a:cubicBezTo>
                  <a:cubicBezTo>
                    <a:pt x="92126" y="5208"/>
                    <a:pt x="77051" y="1"/>
                    <a:pt x="604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4353;p64">
              <a:extLst>
                <a:ext uri="{FF2B5EF4-FFF2-40B4-BE49-F238E27FC236}">
                  <a16:creationId xmlns:a16="http://schemas.microsoft.com/office/drawing/2014/main" id="{385DA5E7-03FE-CAA2-725D-7E6A3570C619}"/>
                </a:ext>
              </a:extLst>
            </p:cNvPr>
            <p:cNvSpPr/>
            <p:nvPr/>
          </p:nvSpPr>
          <p:spPr>
            <a:xfrm>
              <a:off x="2458300" y="1932125"/>
              <a:ext cx="3007125" cy="2323275"/>
            </a:xfrm>
            <a:custGeom>
              <a:avLst/>
              <a:gdLst/>
              <a:ahLst/>
              <a:cxnLst/>
              <a:rect l="l" t="t" r="r" b="b"/>
              <a:pathLst>
                <a:path w="120285" h="92931" extrusionOk="0">
                  <a:moveTo>
                    <a:pt x="60143" y="1"/>
                  </a:moveTo>
                  <a:cubicBezTo>
                    <a:pt x="26906" y="1"/>
                    <a:pt x="1" y="20798"/>
                    <a:pt x="1" y="46449"/>
                  </a:cubicBezTo>
                  <a:cubicBezTo>
                    <a:pt x="1" y="72133"/>
                    <a:pt x="26906" y="92930"/>
                    <a:pt x="60143" y="92930"/>
                  </a:cubicBezTo>
                  <a:cubicBezTo>
                    <a:pt x="93348" y="92930"/>
                    <a:pt x="120285" y="72133"/>
                    <a:pt x="120285" y="46449"/>
                  </a:cubicBezTo>
                  <a:cubicBezTo>
                    <a:pt x="120285" y="20798"/>
                    <a:pt x="93348" y="1"/>
                    <a:pt x="60143" y="1"/>
                  </a:cubicBezTo>
                  <a:close/>
                </a:path>
              </a:pathLst>
            </a:custGeom>
            <a:solidFill>
              <a:schemeClr val="accent5">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14" name="Google Shape;4354;p64">
              <a:extLst>
                <a:ext uri="{FF2B5EF4-FFF2-40B4-BE49-F238E27FC236}">
                  <a16:creationId xmlns:a16="http://schemas.microsoft.com/office/drawing/2014/main" id="{ED0F76DC-5C68-26A0-F084-C40BFD20F600}"/>
                </a:ext>
              </a:extLst>
            </p:cNvPr>
            <p:cNvSpPr/>
            <p:nvPr/>
          </p:nvSpPr>
          <p:spPr>
            <a:xfrm>
              <a:off x="2451875" y="1924900"/>
              <a:ext cx="3020000" cy="2337725"/>
            </a:xfrm>
            <a:custGeom>
              <a:avLst/>
              <a:gdLst/>
              <a:ahLst/>
              <a:cxnLst/>
              <a:rect l="l" t="t" r="r" b="b"/>
              <a:pathLst>
                <a:path w="120800" h="93509" extrusionOk="0">
                  <a:moveTo>
                    <a:pt x="60400" y="547"/>
                  </a:moveTo>
                  <a:cubicBezTo>
                    <a:pt x="76954" y="547"/>
                    <a:pt x="91933" y="5722"/>
                    <a:pt x="102734" y="14112"/>
                  </a:cubicBezTo>
                  <a:cubicBezTo>
                    <a:pt x="113567" y="22469"/>
                    <a:pt x="120253" y="34009"/>
                    <a:pt x="120253" y="46738"/>
                  </a:cubicBezTo>
                  <a:cubicBezTo>
                    <a:pt x="120253" y="59500"/>
                    <a:pt x="113567" y="71040"/>
                    <a:pt x="102734" y="79397"/>
                  </a:cubicBezTo>
                  <a:cubicBezTo>
                    <a:pt x="91933" y="87787"/>
                    <a:pt x="76954" y="92962"/>
                    <a:pt x="60400" y="92962"/>
                  </a:cubicBezTo>
                  <a:cubicBezTo>
                    <a:pt x="43845" y="92962"/>
                    <a:pt x="28866" y="87787"/>
                    <a:pt x="18033" y="79397"/>
                  </a:cubicBezTo>
                  <a:cubicBezTo>
                    <a:pt x="7201" y="71040"/>
                    <a:pt x="515" y="59500"/>
                    <a:pt x="515" y="46738"/>
                  </a:cubicBezTo>
                  <a:cubicBezTo>
                    <a:pt x="515" y="34009"/>
                    <a:pt x="7201" y="22469"/>
                    <a:pt x="18033" y="14112"/>
                  </a:cubicBezTo>
                  <a:cubicBezTo>
                    <a:pt x="28866" y="5722"/>
                    <a:pt x="43845" y="547"/>
                    <a:pt x="60400" y="547"/>
                  </a:cubicBezTo>
                  <a:close/>
                  <a:moveTo>
                    <a:pt x="60400" y="0"/>
                  </a:moveTo>
                  <a:cubicBezTo>
                    <a:pt x="43717" y="0"/>
                    <a:pt x="28641" y="5240"/>
                    <a:pt x="17712" y="13662"/>
                  </a:cubicBezTo>
                  <a:cubicBezTo>
                    <a:pt x="6783" y="22116"/>
                    <a:pt x="1" y="33816"/>
                    <a:pt x="1" y="46738"/>
                  </a:cubicBezTo>
                  <a:cubicBezTo>
                    <a:pt x="1" y="59693"/>
                    <a:pt x="6783" y="71393"/>
                    <a:pt x="17712" y="79815"/>
                  </a:cubicBezTo>
                  <a:cubicBezTo>
                    <a:pt x="28641" y="88269"/>
                    <a:pt x="43717" y="93509"/>
                    <a:pt x="60400" y="93509"/>
                  </a:cubicBezTo>
                  <a:cubicBezTo>
                    <a:pt x="77051" y="93509"/>
                    <a:pt x="92126" y="88269"/>
                    <a:pt x="103088" y="79815"/>
                  </a:cubicBezTo>
                  <a:cubicBezTo>
                    <a:pt x="114017" y="71393"/>
                    <a:pt x="120799" y="59693"/>
                    <a:pt x="120799" y="46738"/>
                  </a:cubicBezTo>
                  <a:cubicBezTo>
                    <a:pt x="120799" y="33816"/>
                    <a:pt x="114017" y="22116"/>
                    <a:pt x="103088" y="13662"/>
                  </a:cubicBezTo>
                  <a:cubicBezTo>
                    <a:pt x="92126" y="5240"/>
                    <a:pt x="77051" y="0"/>
                    <a:pt x="604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4355;p64">
              <a:extLst>
                <a:ext uri="{FF2B5EF4-FFF2-40B4-BE49-F238E27FC236}">
                  <a16:creationId xmlns:a16="http://schemas.microsoft.com/office/drawing/2014/main" id="{EFF3DB43-BFF2-81C7-D985-AA9795C9C54D}"/>
                </a:ext>
              </a:extLst>
            </p:cNvPr>
            <p:cNvSpPr/>
            <p:nvPr/>
          </p:nvSpPr>
          <p:spPr>
            <a:xfrm>
              <a:off x="4364475" y="2379750"/>
              <a:ext cx="532800" cy="452450"/>
            </a:xfrm>
            <a:custGeom>
              <a:avLst/>
              <a:gdLst/>
              <a:ahLst/>
              <a:cxnLst/>
              <a:rect l="l" t="t" r="r" b="b"/>
              <a:pathLst>
                <a:path w="21312" h="18098" extrusionOk="0">
                  <a:moveTo>
                    <a:pt x="13694" y="0"/>
                  </a:moveTo>
                  <a:lnTo>
                    <a:pt x="0" y="8647"/>
                  </a:lnTo>
                  <a:lnTo>
                    <a:pt x="7811" y="18097"/>
                  </a:lnTo>
                  <a:lnTo>
                    <a:pt x="21312" y="8390"/>
                  </a:lnTo>
                  <a:lnTo>
                    <a:pt x="1369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4356;p64">
              <a:extLst>
                <a:ext uri="{FF2B5EF4-FFF2-40B4-BE49-F238E27FC236}">
                  <a16:creationId xmlns:a16="http://schemas.microsoft.com/office/drawing/2014/main" id="{F1F3F794-8E95-7FE4-92C6-6CBC5F5BBAA3}"/>
                </a:ext>
              </a:extLst>
            </p:cNvPr>
            <p:cNvSpPr/>
            <p:nvPr/>
          </p:nvSpPr>
          <p:spPr>
            <a:xfrm>
              <a:off x="4358025" y="2373275"/>
              <a:ext cx="546500" cy="465200"/>
            </a:xfrm>
            <a:custGeom>
              <a:avLst/>
              <a:gdLst/>
              <a:ahLst/>
              <a:cxnLst/>
              <a:rect l="l" t="t" r="r" b="b"/>
              <a:pathLst>
                <a:path w="21860" h="18608" extrusionOk="0">
                  <a:moveTo>
                    <a:pt x="13913" y="622"/>
                  </a:moveTo>
                  <a:lnTo>
                    <a:pt x="21184" y="8617"/>
                  </a:lnTo>
                  <a:lnTo>
                    <a:pt x="8101" y="17971"/>
                  </a:lnTo>
                  <a:lnTo>
                    <a:pt x="676" y="8970"/>
                  </a:lnTo>
                  <a:lnTo>
                    <a:pt x="13913" y="622"/>
                  </a:lnTo>
                  <a:close/>
                  <a:moveTo>
                    <a:pt x="13926" y="1"/>
                  </a:moveTo>
                  <a:cubicBezTo>
                    <a:pt x="13882" y="1"/>
                    <a:pt x="13836" y="11"/>
                    <a:pt x="13791" y="34"/>
                  </a:cubicBezTo>
                  <a:lnTo>
                    <a:pt x="130" y="8681"/>
                  </a:lnTo>
                  <a:cubicBezTo>
                    <a:pt x="65" y="8713"/>
                    <a:pt x="1" y="8777"/>
                    <a:pt x="1" y="8842"/>
                  </a:cubicBezTo>
                  <a:cubicBezTo>
                    <a:pt x="1" y="8938"/>
                    <a:pt x="1" y="9002"/>
                    <a:pt x="65" y="9067"/>
                  </a:cubicBezTo>
                  <a:lnTo>
                    <a:pt x="7844" y="18517"/>
                  </a:lnTo>
                  <a:cubicBezTo>
                    <a:pt x="7900" y="18573"/>
                    <a:pt x="7978" y="18608"/>
                    <a:pt x="8059" y="18608"/>
                  </a:cubicBezTo>
                  <a:cubicBezTo>
                    <a:pt x="8117" y="18608"/>
                    <a:pt x="8176" y="18590"/>
                    <a:pt x="8230" y="18549"/>
                  </a:cubicBezTo>
                  <a:lnTo>
                    <a:pt x="21731" y="8874"/>
                  </a:lnTo>
                  <a:cubicBezTo>
                    <a:pt x="21795" y="8810"/>
                    <a:pt x="21827" y="8745"/>
                    <a:pt x="21827" y="8681"/>
                  </a:cubicBezTo>
                  <a:cubicBezTo>
                    <a:pt x="21859" y="8585"/>
                    <a:pt x="21827" y="8520"/>
                    <a:pt x="21763" y="8456"/>
                  </a:cubicBezTo>
                  <a:lnTo>
                    <a:pt x="14145" y="98"/>
                  </a:lnTo>
                  <a:cubicBezTo>
                    <a:pt x="14082" y="36"/>
                    <a:pt x="14007" y="1"/>
                    <a:pt x="139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4357;p64">
              <a:extLst>
                <a:ext uri="{FF2B5EF4-FFF2-40B4-BE49-F238E27FC236}">
                  <a16:creationId xmlns:a16="http://schemas.microsoft.com/office/drawing/2014/main" id="{2F345A35-2195-5E1E-3DE6-290D794CA2E9}"/>
                </a:ext>
              </a:extLst>
            </p:cNvPr>
            <p:cNvSpPr/>
            <p:nvPr/>
          </p:nvSpPr>
          <p:spPr>
            <a:xfrm>
              <a:off x="3363175" y="2398225"/>
              <a:ext cx="597100" cy="499075"/>
            </a:xfrm>
            <a:custGeom>
              <a:avLst/>
              <a:gdLst/>
              <a:ahLst/>
              <a:cxnLst/>
              <a:rect l="l" t="t" r="r" b="b"/>
              <a:pathLst>
                <a:path w="23884" h="19963" extrusionOk="0">
                  <a:moveTo>
                    <a:pt x="12472" y="0"/>
                  </a:moveTo>
                  <a:lnTo>
                    <a:pt x="0" y="6429"/>
                  </a:lnTo>
                  <a:lnTo>
                    <a:pt x="11058" y="19962"/>
                  </a:lnTo>
                  <a:lnTo>
                    <a:pt x="23884" y="11412"/>
                  </a:lnTo>
                  <a:lnTo>
                    <a:pt x="124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4358;p64">
              <a:extLst>
                <a:ext uri="{FF2B5EF4-FFF2-40B4-BE49-F238E27FC236}">
                  <a16:creationId xmlns:a16="http://schemas.microsoft.com/office/drawing/2014/main" id="{2AC49B87-BA26-73BC-87A9-FBDF37D8AA14}"/>
                </a:ext>
              </a:extLst>
            </p:cNvPr>
            <p:cNvSpPr/>
            <p:nvPr/>
          </p:nvSpPr>
          <p:spPr>
            <a:xfrm>
              <a:off x="3355925" y="2391725"/>
              <a:ext cx="611575" cy="512250"/>
            </a:xfrm>
            <a:custGeom>
              <a:avLst/>
              <a:gdLst/>
              <a:ahLst/>
              <a:cxnLst/>
              <a:rect l="l" t="t" r="r" b="b"/>
              <a:pathLst>
                <a:path w="24463" h="20490" extrusionOk="0">
                  <a:moveTo>
                    <a:pt x="12700" y="584"/>
                  </a:moveTo>
                  <a:lnTo>
                    <a:pt x="23756" y="11640"/>
                  </a:lnTo>
                  <a:lnTo>
                    <a:pt x="11380" y="19869"/>
                  </a:lnTo>
                  <a:lnTo>
                    <a:pt x="708" y="6754"/>
                  </a:lnTo>
                  <a:lnTo>
                    <a:pt x="12700" y="584"/>
                  </a:lnTo>
                  <a:close/>
                  <a:moveTo>
                    <a:pt x="12755" y="0"/>
                  </a:moveTo>
                  <a:cubicBezTo>
                    <a:pt x="12712" y="0"/>
                    <a:pt x="12671" y="11"/>
                    <a:pt x="12634" y="35"/>
                  </a:cubicBezTo>
                  <a:lnTo>
                    <a:pt x="162" y="6432"/>
                  </a:lnTo>
                  <a:cubicBezTo>
                    <a:pt x="97" y="6464"/>
                    <a:pt x="33" y="6529"/>
                    <a:pt x="33" y="6625"/>
                  </a:cubicBezTo>
                  <a:cubicBezTo>
                    <a:pt x="1" y="6689"/>
                    <a:pt x="33" y="6786"/>
                    <a:pt x="65" y="6850"/>
                  </a:cubicBezTo>
                  <a:lnTo>
                    <a:pt x="11123" y="20383"/>
                  </a:lnTo>
                  <a:cubicBezTo>
                    <a:pt x="11179" y="20458"/>
                    <a:pt x="11258" y="20489"/>
                    <a:pt x="11333" y="20489"/>
                  </a:cubicBezTo>
                  <a:cubicBezTo>
                    <a:pt x="11386" y="20489"/>
                    <a:pt x="11437" y="20474"/>
                    <a:pt x="11476" y="20447"/>
                  </a:cubicBezTo>
                  <a:lnTo>
                    <a:pt x="24334" y="11897"/>
                  </a:lnTo>
                  <a:cubicBezTo>
                    <a:pt x="24399" y="11832"/>
                    <a:pt x="24431" y="11768"/>
                    <a:pt x="24431" y="11704"/>
                  </a:cubicBezTo>
                  <a:cubicBezTo>
                    <a:pt x="24463" y="11607"/>
                    <a:pt x="24431" y="11543"/>
                    <a:pt x="24366" y="11479"/>
                  </a:cubicBezTo>
                  <a:lnTo>
                    <a:pt x="12955" y="68"/>
                  </a:lnTo>
                  <a:cubicBezTo>
                    <a:pt x="12896" y="28"/>
                    <a:pt x="12824" y="0"/>
                    <a:pt x="127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4359;p64">
              <a:extLst>
                <a:ext uri="{FF2B5EF4-FFF2-40B4-BE49-F238E27FC236}">
                  <a16:creationId xmlns:a16="http://schemas.microsoft.com/office/drawing/2014/main" id="{97965152-43F9-087D-FD3F-6D1EB96E4E72}"/>
                </a:ext>
              </a:extLst>
            </p:cNvPr>
            <p:cNvSpPr/>
            <p:nvPr/>
          </p:nvSpPr>
          <p:spPr>
            <a:xfrm>
              <a:off x="3836500" y="2737350"/>
              <a:ext cx="597100" cy="499075"/>
            </a:xfrm>
            <a:custGeom>
              <a:avLst/>
              <a:gdLst/>
              <a:ahLst/>
              <a:cxnLst/>
              <a:rect l="l" t="t" r="r" b="b"/>
              <a:pathLst>
                <a:path w="23884" h="19963" extrusionOk="0">
                  <a:moveTo>
                    <a:pt x="12472" y="0"/>
                  </a:moveTo>
                  <a:lnTo>
                    <a:pt x="0" y="6429"/>
                  </a:lnTo>
                  <a:lnTo>
                    <a:pt x="11058" y="19962"/>
                  </a:lnTo>
                  <a:lnTo>
                    <a:pt x="23884" y="11412"/>
                  </a:lnTo>
                  <a:lnTo>
                    <a:pt x="124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4360;p64">
              <a:extLst>
                <a:ext uri="{FF2B5EF4-FFF2-40B4-BE49-F238E27FC236}">
                  <a16:creationId xmlns:a16="http://schemas.microsoft.com/office/drawing/2014/main" id="{A60A6D57-8F48-569C-31FD-3C82084F1120}"/>
                </a:ext>
              </a:extLst>
            </p:cNvPr>
            <p:cNvSpPr/>
            <p:nvPr/>
          </p:nvSpPr>
          <p:spPr>
            <a:xfrm>
              <a:off x="3829250" y="2730850"/>
              <a:ext cx="610775" cy="512650"/>
            </a:xfrm>
            <a:custGeom>
              <a:avLst/>
              <a:gdLst/>
              <a:ahLst/>
              <a:cxnLst/>
              <a:rect l="l" t="t" r="r" b="b"/>
              <a:pathLst>
                <a:path w="24431" h="20506" extrusionOk="0">
                  <a:moveTo>
                    <a:pt x="12721" y="605"/>
                  </a:moveTo>
                  <a:lnTo>
                    <a:pt x="23756" y="11640"/>
                  </a:lnTo>
                  <a:lnTo>
                    <a:pt x="11380" y="19869"/>
                  </a:lnTo>
                  <a:lnTo>
                    <a:pt x="708" y="6786"/>
                  </a:lnTo>
                  <a:lnTo>
                    <a:pt x="12721" y="605"/>
                  </a:lnTo>
                  <a:close/>
                  <a:moveTo>
                    <a:pt x="12755" y="0"/>
                  </a:moveTo>
                  <a:cubicBezTo>
                    <a:pt x="12712" y="0"/>
                    <a:pt x="12671" y="11"/>
                    <a:pt x="12634" y="35"/>
                  </a:cubicBezTo>
                  <a:lnTo>
                    <a:pt x="162" y="6432"/>
                  </a:lnTo>
                  <a:cubicBezTo>
                    <a:pt x="97" y="6496"/>
                    <a:pt x="33" y="6561"/>
                    <a:pt x="33" y="6625"/>
                  </a:cubicBezTo>
                  <a:cubicBezTo>
                    <a:pt x="1" y="6721"/>
                    <a:pt x="33" y="6786"/>
                    <a:pt x="65" y="6850"/>
                  </a:cubicBezTo>
                  <a:lnTo>
                    <a:pt x="11123" y="20415"/>
                  </a:lnTo>
                  <a:cubicBezTo>
                    <a:pt x="11179" y="20471"/>
                    <a:pt x="11257" y="20505"/>
                    <a:pt x="11331" y="20505"/>
                  </a:cubicBezTo>
                  <a:cubicBezTo>
                    <a:pt x="11384" y="20505"/>
                    <a:pt x="11436" y="20488"/>
                    <a:pt x="11477" y="20447"/>
                  </a:cubicBezTo>
                  <a:lnTo>
                    <a:pt x="24334" y="11897"/>
                  </a:lnTo>
                  <a:cubicBezTo>
                    <a:pt x="24399" y="11865"/>
                    <a:pt x="24431" y="11768"/>
                    <a:pt x="24431" y="11704"/>
                  </a:cubicBezTo>
                  <a:cubicBezTo>
                    <a:pt x="24431" y="11607"/>
                    <a:pt x="24431" y="11543"/>
                    <a:pt x="24366" y="11479"/>
                  </a:cubicBezTo>
                  <a:lnTo>
                    <a:pt x="12955" y="68"/>
                  </a:lnTo>
                  <a:cubicBezTo>
                    <a:pt x="12896" y="28"/>
                    <a:pt x="12824" y="0"/>
                    <a:pt x="127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4361;p64">
              <a:extLst>
                <a:ext uri="{FF2B5EF4-FFF2-40B4-BE49-F238E27FC236}">
                  <a16:creationId xmlns:a16="http://schemas.microsoft.com/office/drawing/2014/main" id="{AB2886FB-0279-73A9-47FD-52FC1D322A08}"/>
                </a:ext>
              </a:extLst>
            </p:cNvPr>
            <p:cNvSpPr/>
            <p:nvPr/>
          </p:nvSpPr>
          <p:spPr>
            <a:xfrm>
              <a:off x="3777025" y="2762250"/>
              <a:ext cx="564975" cy="483800"/>
            </a:xfrm>
            <a:custGeom>
              <a:avLst/>
              <a:gdLst/>
              <a:ahLst/>
              <a:cxnLst/>
              <a:rect l="l" t="t" r="r" b="b"/>
              <a:pathLst>
                <a:path w="22599" h="19352" extrusionOk="0">
                  <a:moveTo>
                    <a:pt x="13469" y="1"/>
                  </a:moveTo>
                  <a:lnTo>
                    <a:pt x="1" y="4019"/>
                  </a:lnTo>
                  <a:lnTo>
                    <a:pt x="8390" y="19352"/>
                  </a:lnTo>
                  <a:lnTo>
                    <a:pt x="22598" y="13309"/>
                  </a:lnTo>
                  <a:lnTo>
                    <a:pt x="134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4362;p64">
              <a:extLst>
                <a:ext uri="{FF2B5EF4-FFF2-40B4-BE49-F238E27FC236}">
                  <a16:creationId xmlns:a16="http://schemas.microsoft.com/office/drawing/2014/main" id="{B3E32CDD-2D42-BFD4-98A0-200952CA3459}"/>
                </a:ext>
              </a:extLst>
            </p:cNvPr>
            <p:cNvSpPr/>
            <p:nvPr/>
          </p:nvSpPr>
          <p:spPr>
            <a:xfrm>
              <a:off x="3770600" y="2755525"/>
              <a:ext cx="577825" cy="497600"/>
            </a:xfrm>
            <a:custGeom>
              <a:avLst/>
              <a:gdLst/>
              <a:ahLst/>
              <a:cxnLst/>
              <a:rect l="l" t="t" r="r" b="b"/>
              <a:pathLst>
                <a:path w="23113" h="19904" extrusionOk="0">
                  <a:moveTo>
                    <a:pt x="13623" y="577"/>
                  </a:moveTo>
                  <a:lnTo>
                    <a:pt x="22437" y="13449"/>
                  </a:lnTo>
                  <a:lnTo>
                    <a:pt x="8776" y="19299"/>
                  </a:lnTo>
                  <a:lnTo>
                    <a:pt x="675" y="4449"/>
                  </a:lnTo>
                  <a:lnTo>
                    <a:pt x="13623" y="577"/>
                  </a:lnTo>
                  <a:close/>
                  <a:moveTo>
                    <a:pt x="13721" y="1"/>
                  </a:moveTo>
                  <a:cubicBezTo>
                    <a:pt x="13692" y="1"/>
                    <a:pt x="13662" y="5"/>
                    <a:pt x="13630" y="13"/>
                  </a:cubicBezTo>
                  <a:lnTo>
                    <a:pt x="193" y="4031"/>
                  </a:lnTo>
                  <a:cubicBezTo>
                    <a:pt x="129" y="4063"/>
                    <a:pt x="65" y="4095"/>
                    <a:pt x="33" y="4192"/>
                  </a:cubicBezTo>
                  <a:cubicBezTo>
                    <a:pt x="0" y="4256"/>
                    <a:pt x="0" y="4352"/>
                    <a:pt x="33" y="4417"/>
                  </a:cubicBezTo>
                  <a:lnTo>
                    <a:pt x="8422" y="19749"/>
                  </a:lnTo>
                  <a:cubicBezTo>
                    <a:pt x="8469" y="19844"/>
                    <a:pt x="8551" y="19903"/>
                    <a:pt x="8642" y="19903"/>
                  </a:cubicBezTo>
                  <a:cubicBezTo>
                    <a:pt x="8675" y="19903"/>
                    <a:pt x="8709" y="19895"/>
                    <a:pt x="8744" y="19878"/>
                  </a:cubicBezTo>
                  <a:lnTo>
                    <a:pt x="22952" y="13803"/>
                  </a:lnTo>
                  <a:cubicBezTo>
                    <a:pt x="23016" y="13771"/>
                    <a:pt x="23080" y="13706"/>
                    <a:pt x="23112" y="13642"/>
                  </a:cubicBezTo>
                  <a:cubicBezTo>
                    <a:pt x="23112" y="13578"/>
                    <a:pt x="23112" y="13481"/>
                    <a:pt x="23048" y="13417"/>
                  </a:cubicBezTo>
                  <a:lnTo>
                    <a:pt x="13951" y="109"/>
                  </a:lnTo>
                  <a:cubicBezTo>
                    <a:pt x="13879" y="37"/>
                    <a:pt x="13806" y="1"/>
                    <a:pt x="13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4363;p64">
              <a:extLst>
                <a:ext uri="{FF2B5EF4-FFF2-40B4-BE49-F238E27FC236}">
                  <a16:creationId xmlns:a16="http://schemas.microsoft.com/office/drawing/2014/main" id="{EB4E2707-1FD8-C3D8-2CA1-B47BE63C42B3}"/>
                </a:ext>
              </a:extLst>
            </p:cNvPr>
            <p:cNvSpPr/>
            <p:nvPr/>
          </p:nvSpPr>
          <p:spPr>
            <a:xfrm>
              <a:off x="3632675" y="2195225"/>
              <a:ext cx="140350" cy="44725"/>
            </a:xfrm>
            <a:custGeom>
              <a:avLst/>
              <a:gdLst/>
              <a:ahLst/>
              <a:cxnLst/>
              <a:rect l="l" t="t" r="r" b="b"/>
              <a:pathLst>
                <a:path w="5614" h="1789" extrusionOk="0">
                  <a:moveTo>
                    <a:pt x="5228" y="0"/>
                  </a:moveTo>
                  <a:cubicBezTo>
                    <a:pt x="4547" y="0"/>
                    <a:pt x="3203" y="502"/>
                    <a:pt x="3203" y="502"/>
                  </a:cubicBezTo>
                  <a:cubicBezTo>
                    <a:pt x="3203" y="502"/>
                    <a:pt x="2961" y="476"/>
                    <a:pt x="2612" y="476"/>
                  </a:cubicBezTo>
                  <a:cubicBezTo>
                    <a:pt x="2087" y="476"/>
                    <a:pt x="1319" y="534"/>
                    <a:pt x="760" y="824"/>
                  </a:cubicBezTo>
                  <a:cubicBezTo>
                    <a:pt x="1" y="1203"/>
                    <a:pt x="2468" y="1789"/>
                    <a:pt x="3895" y="1789"/>
                  </a:cubicBezTo>
                  <a:cubicBezTo>
                    <a:pt x="4159" y="1789"/>
                    <a:pt x="4387" y="1769"/>
                    <a:pt x="4553" y="1724"/>
                  </a:cubicBezTo>
                  <a:cubicBezTo>
                    <a:pt x="5614" y="1402"/>
                    <a:pt x="5614" y="824"/>
                    <a:pt x="5614" y="213"/>
                  </a:cubicBezTo>
                  <a:cubicBezTo>
                    <a:pt x="5614" y="58"/>
                    <a:pt x="5459" y="0"/>
                    <a:pt x="52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4364;p64">
              <a:extLst>
                <a:ext uri="{FF2B5EF4-FFF2-40B4-BE49-F238E27FC236}">
                  <a16:creationId xmlns:a16="http://schemas.microsoft.com/office/drawing/2014/main" id="{134DE1C5-641E-9E14-7D96-26654A82988E}"/>
                </a:ext>
              </a:extLst>
            </p:cNvPr>
            <p:cNvSpPr/>
            <p:nvPr/>
          </p:nvSpPr>
          <p:spPr>
            <a:xfrm>
              <a:off x="3641225" y="2188475"/>
              <a:ext cx="139050" cy="57900"/>
            </a:xfrm>
            <a:custGeom>
              <a:avLst/>
              <a:gdLst/>
              <a:ahLst/>
              <a:cxnLst/>
              <a:rect l="l" t="t" r="r" b="b"/>
              <a:pathLst>
                <a:path w="5562" h="2316" extrusionOk="0">
                  <a:moveTo>
                    <a:pt x="5014" y="547"/>
                  </a:moveTo>
                  <a:cubicBezTo>
                    <a:pt x="5010" y="810"/>
                    <a:pt x="4975" y="1044"/>
                    <a:pt x="4886" y="1222"/>
                  </a:cubicBezTo>
                  <a:cubicBezTo>
                    <a:pt x="4822" y="1415"/>
                    <a:pt x="4629" y="1576"/>
                    <a:pt x="4147" y="1737"/>
                  </a:cubicBezTo>
                  <a:cubicBezTo>
                    <a:pt x="4018" y="1769"/>
                    <a:pt x="3793" y="1801"/>
                    <a:pt x="3536" y="1801"/>
                  </a:cubicBezTo>
                  <a:cubicBezTo>
                    <a:pt x="2957" y="1801"/>
                    <a:pt x="2154" y="1672"/>
                    <a:pt x="1511" y="1544"/>
                  </a:cubicBezTo>
                  <a:cubicBezTo>
                    <a:pt x="1190" y="1447"/>
                    <a:pt x="900" y="1351"/>
                    <a:pt x="707" y="1286"/>
                  </a:cubicBezTo>
                  <a:cubicBezTo>
                    <a:pt x="695" y="1281"/>
                    <a:pt x="683" y="1273"/>
                    <a:pt x="672" y="1266"/>
                  </a:cubicBezTo>
                  <a:lnTo>
                    <a:pt x="672" y="1266"/>
                  </a:lnTo>
                  <a:cubicBezTo>
                    <a:pt x="1150" y="1083"/>
                    <a:pt x="1808" y="1029"/>
                    <a:pt x="2250" y="1029"/>
                  </a:cubicBezTo>
                  <a:lnTo>
                    <a:pt x="2957" y="1029"/>
                  </a:lnTo>
                  <a:cubicBezTo>
                    <a:pt x="2957" y="1029"/>
                    <a:pt x="3022" y="997"/>
                    <a:pt x="3150" y="965"/>
                  </a:cubicBezTo>
                  <a:cubicBezTo>
                    <a:pt x="3375" y="869"/>
                    <a:pt x="3697" y="772"/>
                    <a:pt x="4018" y="676"/>
                  </a:cubicBezTo>
                  <a:cubicBezTo>
                    <a:pt x="4340" y="611"/>
                    <a:pt x="4693" y="547"/>
                    <a:pt x="4886" y="547"/>
                  </a:cubicBezTo>
                  <a:close/>
                  <a:moveTo>
                    <a:pt x="4886" y="1"/>
                  </a:moveTo>
                  <a:cubicBezTo>
                    <a:pt x="4500" y="1"/>
                    <a:pt x="3986" y="129"/>
                    <a:pt x="3536" y="258"/>
                  </a:cubicBezTo>
                  <a:cubicBezTo>
                    <a:pt x="3179" y="368"/>
                    <a:pt x="2869" y="477"/>
                    <a:pt x="2786" y="507"/>
                  </a:cubicBezTo>
                  <a:lnTo>
                    <a:pt x="2786" y="507"/>
                  </a:lnTo>
                  <a:cubicBezTo>
                    <a:pt x="2685" y="498"/>
                    <a:pt x="2490" y="483"/>
                    <a:pt x="2250" y="483"/>
                  </a:cubicBezTo>
                  <a:cubicBezTo>
                    <a:pt x="1704" y="483"/>
                    <a:pt x="932" y="547"/>
                    <a:pt x="289" y="836"/>
                  </a:cubicBezTo>
                  <a:lnTo>
                    <a:pt x="322" y="836"/>
                  </a:lnTo>
                  <a:cubicBezTo>
                    <a:pt x="225" y="869"/>
                    <a:pt x="161" y="901"/>
                    <a:pt x="129" y="965"/>
                  </a:cubicBezTo>
                  <a:cubicBezTo>
                    <a:pt x="64" y="1029"/>
                    <a:pt x="0" y="1126"/>
                    <a:pt x="0" y="1254"/>
                  </a:cubicBezTo>
                  <a:cubicBezTo>
                    <a:pt x="0" y="1319"/>
                    <a:pt x="32" y="1383"/>
                    <a:pt x="64" y="1447"/>
                  </a:cubicBezTo>
                  <a:cubicBezTo>
                    <a:pt x="129" y="1544"/>
                    <a:pt x="225" y="1608"/>
                    <a:pt x="322" y="1672"/>
                  </a:cubicBezTo>
                  <a:cubicBezTo>
                    <a:pt x="482" y="1769"/>
                    <a:pt x="675" y="1865"/>
                    <a:pt x="932" y="1929"/>
                  </a:cubicBezTo>
                  <a:cubicBezTo>
                    <a:pt x="1672" y="2154"/>
                    <a:pt x="2732" y="2315"/>
                    <a:pt x="3536" y="2315"/>
                  </a:cubicBezTo>
                  <a:cubicBezTo>
                    <a:pt x="3825" y="2315"/>
                    <a:pt x="4083" y="2315"/>
                    <a:pt x="4275" y="2251"/>
                  </a:cubicBezTo>
                  <a:cubicBezTo>
                    <a:pt x="4854" y="2090"/>
                    <a:pt x="5208" y="1801"/>
                    <a:pt x="5368" y="1479"/>
                  </a:cubicBezTo>
                  <a:cubicBezTo>
                    <a:pt x="5561" y="1126"/>
                    <a:pt x="5529" y="772"/>
                    <a:pt x="5529" y="483"/>
                  </a:cubicBezTo>
                  <a:cubicBezTo>
                    <a:pt x="5529" y="386"/>
                    <a:pt x="5529" y="290"/>
                    <a:pt x="5465" y="226"/>
                  </a:cubicBezTo>
                  <a:cubicBezTo>
                    <a:pt x="5400" y="129"/>
                    <a:pt x="5272" y="65"/>
                    <a:pt x="5175" y="33"/>
                  </a:cubicBezTo>
                  <a:cubicBezTo>
                    <a:pt x="5079" y="1"/>
                    <a:pt x="4983" y="1"/>
                    <a:pt x="48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4365;p64">
              <a:extLst>
                <a:ext uri="{FF2B5EF4-FFF2-40B4-BE49-F238E27FC236}">
                  <a16:creationId xmlns:a16="http://schemas.microsoft.com/office/drawing/2014/main" id="{3AD80C90-6136-74AF-C5A7-1E2DCB905F25}"/>
                </a:ext>
              </a:extLst>
            </p:cNvPr>
            <p:cNvSpPr/>
            <p:nvPr/>
          </p:nvSpPr>
          <p:spPr>
            <a:xfrm>
              <a:off x="3140575" y="1556850"/>
              <a:ext cx="648525" cy="757200"/>
            </a:xfrm>
            <a:custGeom>
              <a:avLst/>
              <a:gdLst/>
              <a:ahLst/>
              <a:cxnLst/>
              <a:rect l="l" t="t" r="r" b="b"/>
              <a:pathLst>
                <a:path w="25941" h="30288" extrusionOk="0">
                  <a:moveTo>
                    <a:pt x="9451" y="0"/>
                  </a:moveTo>
                  <a:cubicBezTo>
                    <a:pt x="9450" y="0"/>
                    <a:pt x="6300" y="1125"/>
                    <a:pt x="4725" y="3054"/>
                  </a:cubicBezTo>
                  <a:cubicBezTo>
                    <a:pt x="3150" y="5015"/>
                    <a:pt x="2411" y="10094"/>
                    <a:pt x="2057" y="12311"/>
                  </a:cubicBezTo>
                  <a:cubicBezTo>
                    <a:pt x="1672" y="14529"/>
                    <a:pt x="0" y="22983"/>
                    <a:pt x="932" y="23980"/>
                  </a:cubicBezTo>
                  <a:cubicBezTo>
                    <a:pt x="1865" y="25009"/>
                    <a:pt x="11765" y="28448"/>
                    <a:pt x="13726" y="28994"/>
                  </a:cubicBezTo>
                  <a:cubicBezTo>
                    <a:pt x="15551" y="29512"/>
                    <a:pt x="17722" y="30288"/>
                    <a:pt x="19039" y="30288"/>
                  </a:cubicBezTo>
                  <a:cubicBezTo>
                    <a:pt x="19114" y="30288"/>
                    <a:pt x="19186" y="30285"/>
                    <a:pt x="19255" y="30280"/>
                  </a:cubicBezTo>
                  <a:cubicBezTo>
                    <a:pt x="20573" y="30184"/>
                    <a:pt x="21858" y="29284"/>
                    <a:pt x="21858" y="29284"/>
                  </a:cubicBezTo>
                  <a:cubicBezTo>
                    <a:pt x="21858" y="29284"/>
                    <a:pt x="24076" y="30280"/>
                    <a:pt x="24655" y="30280"/>
                  </a:cubicBezTo>
                  <a:cubicBezTo>
                    <a:pt x="25201" y="30280"/>
                    <a:pt x="25941" y="29284"/>
                    <a:pt x="25298" y="28255"/>
                  </a:cubicBezTo>
                  <a:cubicBezTo>
                    <a:pt x="24655" y="27227"/>
                    <a:pt x="22823" y="25748"/>
                    <a:pt x="21826" y="25748"/>
                  </a:cubicBezTo>
                  <a:cubicBezTo>
                    <a:pt x="20798" y="25748"/>
                    <a:pt x="17037" y="26294"/>
                    <a:pt x="17037" y="26294"/>
                  </a:cubicBezTo>
                  <a:cubicBezTo>
                    <a:pt x="17037" y="26294"/>
                    <a:pt x="10640" y="23080"/>
                    <a:pt x="8808" y="21762"/>
                  </a:cubicBezTo>
                  <a:cubicBezTo>
                    <a:pt x="6943" y="20476"/>
                    <a:pt x="5561" y="18998"/>
                    <a:pt x="5561" y="18998"/>
                  </a:cubicBezTo>
                  <a:lnTo>
                    <a:pt x="9354" y="7136"/>
                  </a:lnTo>
                  <a:lnTo>
                    <a:pt x="945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4366;p64">
              <a:extLst>
                <a:ext uri="{FF2B5EF4-FFF2-40B4-BE49-F238E27FC236}">
                  <a16:creationId xmlns:a16="http://schemas.microsoft.com/office/drawing/2014/main" id="{C6E935CF-9541-64E2-D03D-97E055CF260D}"/>
                </a:ext>
              </a:extLst>
            </p:cNvPr>
            <p:cNvSpPr/>
            <p:nvPr/>
          </p:nvSpPr>
          <p:spPr>
            <a:xfrm>
              <a:off x="3150200" y="1550200"/>
              <a:ext cx="635700" cy="770900"/>
            </a:xfrm>
            <a:custGeom>
              <a:avLst/>
              <a:gdLst/>
              <a:ahLst/>
              <a:cxnLst/>
              <a:rect l="l" t="t" r="r" b="b"/>
              <a:pathLst>
                <a:path w="25428" h="30836" extrusionOk="0">
                  <a:moveTo>
                    <a:pt x="9049" y="1"/>
                  </a:moveTo>
                  <a:cubicBezTo>
                    <a:pt x="9023" y="1"/>
                    <a:pt x="8997" y="3"/>
                    <a:pt x="8969" y="9"/>
                  </a:cubicBezTo>
                  <a:cubicBezTo>
                    <a:pt x="8969" y="9"/>
                    <a:pt x="8166" y="298"/>
                    <a:pt x="7169" y="845"/>
                  </a:cubicBezTo>
                  <a:cubicBezTo>
                    <a:pt x="6173" y="1359"/>
                    <a:pt x="4951" y="2131"/>
                    <a:pt x="4148" y="3159"/>
                  </a:cubicBezTo>
                  <a:cubicBezTo>
                    <a:pt x="3280" y="4188"/>
                    <a:pt x="2733" y="5988"/>
                    <a:pt x="2283" y="7788"/>
                  </a:cubicBezTo>
                  <a:cubicBezTo>
                    <a:pt x="1865" y="9588"/>
                    <a:pt x="1576" y="11420"/>
                    <a:pt x="1383" y="12545"/>
                  </a:cubicBezTo>
                  <a:cubicBezTo>
                    <a:pt x="1255" y="13413"/>
                    <a:pt x="901" y="15245"/>
                    <a:pt x="580" y="17238"/>
                  </a:cubicBezTo>
                  <a:cubicBezTo>
                    <a:pt x="290" y="19199"/>
                    <a:pt x="1" y="21289"/>
                    <a:pt x="1" y="22735"/>
                  </a:cubicBezTo>
                  <a:cubicBezTo>
                    <a:pt x="1" y="23121"/>
                    <a:pt x="33" y="23474"/>
                    <a:pt x="65" y="23732"/>
                  </a:cubicBezTo>
                  <a:cubicBezTo>
                    <a:pt x="130" y="24021"/>
                    <a:pt x="194" y="24246"/>
                    <a:pt x="355" y="24439"/>
                  </a:cubicBezTo>
                  <a:cubicBezTo>
                    <a:pt x="515" y="24632"/>
                    <a:pt x="772" y="24792"/>
                    <a:pt x="1158" y="24985"/>
                  </a:cubicBezTo>
                  <a:cubicBezTo>
                    <a:pt x="2444" y="25660"/>
                    <a:pt x="5048" y="26657"/>
                    <a:pt x="7523" y="27589"/>
                  </a:cubicBezTo>
                  <a:cubicBezTo>
                    <a:pt x="10030" y="28489"/>
                    <a:pt x="12377" y="29260"/>
                    <a:pt x="13244" y="29518"/>
                  </a:cubicBezTo>
                  <a:cubicBezTo>
                    <a:pt x="14177" y="29775"/>
                    <a:pt x="15173" y="30096"/>
                    <a:pt x="16137" y="30353"/>
                  </a:cubicBezTo>
                  <a:cubicBezTo>
                    <a:pt x="17070" y="30643"/>
                    <a:pt x="17970" y="30836"/>
                    <a:pt x="18677" y="30836"/>
                  </a:cubicBezTo>
                  <a:lnTo>
                    <a:pt x="18902" y="30836"/>
                  </a:lnTo>
                  <a:cubicBezTo>
                    <a:pt x="19609" y="30771"/>
                    <a:pt x="20284" y="30514"/>
                    <a:pt x="20798" y="30257"/>
                  </a:cubicBezTo>
                  <a:cubicBezTo>
                    <a:pt x="21113" y="30089"/>
                    <a:pt x="21373" y="29935"/>
                    <a:pt x="21516" y="29839"/>
                  </a:cubicBezTo>
                  <a:lnTo>
                    <a:pt x="21516" y="29839"/>
                  </a:lnTo>
                  <a:cubicBezTo>
                    <a:pt x="21718" y="29931"/>
                    <a:pt x="22119" y="30110"/>
                    <a:pt x="22566" y="30289"/>
                  </a:cubicBezTo>
                  <a:cubicBezTo>
                    <a:pt x="22856" y="30418"/>
                    <a:pt x="23209" y="30546"/>
                    <a:pt x="23499" y="30643"/>
                  </a:cubicBezTo>
                  <a:cubicBezTo>
                    <a:pt x="23788" y="30739"/>
                    <a:pt x="24045" y="30803"/>
                    <a:pt x="24270" y="30836"/>
                  </a:cubicBezTo>
                  <a:cubicBezTo>
                    <a:pt x="24559" y="30803"/>
                    <a:pt x="24849" y="30643"/>
                    <a:pt x="25074" y="30386"/>
                  </a:cubicBezTo>
                  <a:cubicBezTo>
                    <a:pt x="25266" y="30096"/>
                    <a:pt x="25427" y="29743"/>
                    <a:pt x="25427" y="29357"/>
                  </a:cubicBezTo>
                  <a:cubicBezTo>
                    <a:pt x="25427" y="29035"/>
                    <a:pt x="25331" y="28682"/>
                    <a:pt x="25138" y="28360"/>
                  </a:cubicBezTo>
                  <a:cubicBezTo>
                    <a:pt x="24784" y="27814"/>
                    <a:pt x="24141" y="27171"/>
                    <a:pt x="23466" y="26657"/>
                  </a:cubicBezTo>
                  <a:cubicBezTo>
                    <a:pt x="23113" y="26400"/>
                    <a:pt x="22759" y="26175"/>
                    <a:pt x="22438" y="26014"/>
                  </a:cubicBezTo>
                  <a:cubicBezTo>
                    <a:pt x="22084" y="25853"/>
                    <a:pt x="21763" y="25725"/>
                    <a:pt x="21441" y="25725"/>
                  </a:cubicBezTo>
                  <a:cubicBezTo>
                    <a:pt x="20895" y="25725"/>
                    <a:pt x="19705" y="25885"/>
                    <a:pt x="18613" y="26014"/>
                  </a:cubicBezTo>
                  <a:cubicBezTo>
                    <a:pt x="17730" y="26148"/>
                    <a:pt x="16937" y="26259"/>
                    <a:pt x="16695" y="26293"/>
                  </a:cubicBezTo>
                  <a:lnTo>
                    <a:pt x="16695" y="26293"/>
                  </a:lnTo>
                  <a:cubicBezTo>
                    <a:pt x="16548" y="26219"/>
                    <a:pt x="16217" y="26054"/>
                    <a:pt x="15752" y="25821"/>
                  </a:cubicBezTo>
                  <a:cubicBezTo>
                    <a:pt x="14820" y="25307"/>
                    <a:pt x="13373" y="24567"/>
                    <a:pt x="11959" y="23796"/>
                  </a:cubicBezTo>
                  <a:cubicBezTo>
                    <a:pt x="10576" y="23057"/>
                    <a:pt x="9259" y="22285"/>
                    <a:pt x="8584" y="21803"/>
                  </a:cubicBezTo>
                  <a:cubicBezTo>
                    <a:pt x="7651" y="21160"/>
                    <a:pt x="6848" y="20485"/>
                    <a:pt x="6269" y="19971"/>
                  </a:cubicBezTo>
                  <a:cubicBezTo>
                    <a:pt x="6012" y="19714"/>
                    <a:pt x="5755" y="19489"/>
                    <a:pt x="5626" y="19328"/>
                  </a:cubicBezTo>
                  <a:cubicBezTo>
                    <a:pt x="5564" y="19266"/>
                    <a:pt x="5516" y="19217"/>
                    <a:pt x="5480" y="19182"/>
                  </a:cubicBezTo>
                  <a:lnTo>
                    <a:pt x="5480" y="19182"/>
                  </a:lnTo>
                  <a:lnTo>
                    <a:pt x="9226" y="7499"/>
                  </a:lnTo>
                  <a:cubicBezTo>
                    <a:pt x="9259" y="7338"/>
                    <a:pt x="9194" y="7177"/>
                    <a:pt x="9066" y="7145"/>
                  </a:cubicBezTo>
                  <a:cubicBezTo>
                    <a:pt x="9038" y="7140"/>
                    <a:pt x="9011" y="7137"/>
                    <a:pt x="8986" y="7137"/>
                  </a:cubicBezTo>
                  <a:cubicBezTo>
                    <a:pt x="8863" y="7137"/>
                    <a:pt x="8765" y="7199"/>
                    <a:pt x="8712" y="7306"/>
                  </a:cubicBezTo>
                  <a:lnTo>
                    <a:pt x="4919" y="19167"/>
                  </a:lnTo>
                  <a:cubicBezTo>
                    <a:pt x="4887" y="19264"/>
                    <a:pt x="4919" y="19360"/>
                    <a:pt x="4983" y="19424"/>
                  </a:cubicBezTo>
                  <a:cubicBezTo>
                    <a:pt x="4983" y="19456"/>
                    <a:pt x="6398" y="20935"/>
                    <a:pt x="8262" y="22253"/>
                  </a:cubicBezTo>
                  <a:cubicBezTo>
                    <a:pt x="9226" y="22928"/>
                    <a:pt x="11284" y="24053"/>
                    <a:pt x="13116" y="25017"/>
                  </a:cubicBezTo>
                  <a:cubicBezTo>
                    <a:pt x="14948" y="26014"/>
                    <a:pt x="16523" y="26817"/>
                    <a:pt x="16523" y="26817"/>
                  </a:cubicBezTo>
                  <a:cubicBezTo>
                    <a:pt x="16587" y="26850"/>
                    <a:pt x="16652" y="26850"/>
                    <a:pt x="16684" y="26850"/>
                  </a:cubicBezTo>
                  <a:cubicBezTo>
                    <a:pt x="16716" y="26850"/>
                    <a:pt x="17648" y="26689"/>
                    <a:pt x="18709" y="26560"/>
                  </a:cubicBezTo>
                  <a:cubicBezTo>
                    <a:pt x="19770" y="26400"/>
                    <a:pt x="20959" y="26271"/>
                    <a:pt x="21441" y="26271"/>
                  </a:cubicBezTo>
                  <a:cubicBezTo>
                    <a:pt x="21634" y="26271"/>
                    <a:pt x="21891" y="26335"/>
                    <a:pt x="22181" y="26496"/>
                  </a:cubicBezTo>
                  <a:cubicBezTo>
                    <a:pt x="23113" y="26914"/>
                    <a:pt x="24238" y="27943"/>
                    <a:pt x="24688" y="28650"/>
                  </a:cubicBezTo>
                  <a:cubicBezTo>
                    <a:pt x="24816" y="28907"/>
                    <a:pt x="24881" y="29132"/>
                    <a:pt x="24881" y="29357"/>
                  </a:cubicBezTo>
                  <a:cubicBezTo>
                    <a:pt x="24881" y="29614"/>
                    <a:pt x="24784" y="29871"/>
                    <a:pt x="24656" y="30032"/>
                  </a:cubicBezTo>
                  <a:cubicBezTo>
                    <a:pt x="24495" y="30225"/>
                    <a:pt x="24334" y="30289"/>
                    <a:pt x="24270" y="30289"/>
                  </a:cubicBezTo>
                  <a:cubicBezTo>
                    <a:pt x="24174" y="30289"/>
                    <a:pt x="23949" y="30225"/>
                    <a:pt x="23659" y="30128"/>
                  </a:cubicBezTo>
                  <a:cubicBezTo>
                    <a:pt x="23241" y="30000"/>
                    <a:pt x="22727" y="29775"/>
                    <a:pt x="22309" y="29614"/>
                  </a:cubicBezTo>
                  <a:cubicBezTo>
                    <a:pt x="21891" y="29421"/>
                    <a:pt x="21602" y="29293"/>
                    <a:pt x="21602" y="29293"/>
                  </a:cubicBezTo>
                  <a:cubicBezTo>
                    <a:pt x="21562" y="29279"/>
                    <a:pt x="21522" y="29271"/>
                    <a:pt x="21482" y="29271"/>
                  </a:cubicBezTo>
                  <a:cubicBezTo>
                    <a:pt x="21426" y="29271"/>
                    <a:pt x="21369" y="29287"/>
                    <a:pt x="21313" y="29325"/>
                  </a:cubicBezTo>
                  <a:lnTo>
                    <a:pt x="21281" y="29357"/>
                  </a:lnTo>
                  <a:cubicBezTo>
                    <a:pt x="21023" y="29518"/>
                    <a:pt x="19898" y="30225"/>
                    <a:pt x="18870" y="30289"/>
                  </a:cubicBezTo>
                  <a:lnTo>
                    <a:pt x="18677" y="30289"/>
                  </a:lnTo>
                  <a:cubicBezTo>
                    <a:pt x="18066" y="30289"/>
                    <a:pt x="17198" y="30096"/>
                    <a:pt x="16266" y="29839"/>
                  </a:cubicBezTo>
                  <a:cubicBezTo>
                    <a:pt x="15334" y="29582"/>
                    <a:pt x="14337" y="29260"/>
                    <a:pt x="13405" y="29003"/>
                  </a:cubicBezTo>
                  <a:cubicBezTo>
                    <a:pt x="12441" y="28714"/>
                    <a:pt x="9484" y="27718"/>
                    <a:pt x="6655" y="26689"/>
                  </a:cubicBezTo>
                  <a:cubicBezTo>
                    <a:pt x="5241" y="26142"/>
                    <a:pt x="3858" y="25628"/>
                    <a:pt x="2765" y="25146"/>
                  </a:cubicBezTo>
                  <a:cubicBezTo>
                    <a:pt x="2219" y="24921"/>
                    <a:pt x="1769" y="24696"/>
                    <a:pt x="1415" y="24503"/>
                  </a:cubicBezTo>
                  <a:cubicBezTo>
                    <a:pt x="1062" y="24310"/>
                    <a:pt x="805" y="24149"/>
                    <a:pt x="740" y="24085"/>
                  </a:cubicBezTo>
                  <a:cubicBezTo>
                    <a:pt x="708" y="24053"/>
                    <a:pt x="644" y="23892"/>
                    <a:pt x="612" y="23667"/>
                  </a:cubicBezTo>
                  <a:cubicBezTo>
                    <a:pt x="547" y="23410"/>
                    <a:pt x="547" y="23089"/>
                    <a:pt x="547" y="22735"/>
                  </a:cubicBezTo>
                  <a:cubicBezTo>
                    <a:pt x="547" y="21353"/>
                    <a:pt x="805" y="19264"/>
                    <a:pt x="1126" y="17303"/>
                  </a:cubicBezTo>
                  <a:cubicBezTo>
                    <a:pt x="1415" y="15342"/>
                    <a:pt x="1769" y="13510"/>
                    <a:pt x="1930" y="12642"/>
                  </a:cubicBezTo>
                  <a:cubicBezTo>
                    <a:pt x="2122" y="11517"/>
                    <a:pt x="2380" y="9684"/>
                    <a:pt x="2798" y="7917"/>
                  </a:cubicBezTo>
                  <a:cubicBezTo>
                    <a:pt x="3215" y="6149"/>
                    <a:pt x="3826" y="4381"/>
                    <a:pt x="4565" y="3481"/>
                  </a:cubicBezTo>
                  <a:cubicBezTo>
                    <a:pt x="5305" y="2581"/>
                    <a:pt x="6462" y="1809"/>
                    <a:pt x="7426" y="1295"/>
                  </a:cubicBezTo>
                  <a:cubicBezTo>
                    <a:pt x="7908" y="1038"/>
                    <a:pt x="8326" y="845"/>
                    <a:pt x="8648" y="716"/>
                  </a:cubicBezTo>
                  <a:cubicBezTo>
                    <a:pt x="8809" y="652"/>
                    <a:pt x="8937" y="620"/>
                    <a:pt x="9034" y="588"/>
                  </a:cubicBezTo>
                  <a:cubicBezTo>
                    <a:pt x="9098" y="523"/>
                    <a:pt x="9162" y="523"/>
                    <a:pt x="9162" y="523"/>
                  </a:cubicBezTo>
                  <a:cubicBezTo>
                    <a:pt x="9291" y="459"/>
                    <a:pt x="9355" y="330"/>
                    <a:pt x="9323" y="170"/>
                  </a:cubicBezTo>
                  <a:cubicBezTo>
                    <a:pt x="9270" y="63"/>
                    <a:pt x="9172" y="1"/>
                    <a:pt x="90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4367;p64">
              <a:extLst>
                <a:ext uri="{FF2B5EF4-FFF2-40B4-BE49-F238E27FC236}">
                  <a16:creationId xmlns:a16="http://schemas.microsoft.com/office/drawing/2014/main" id="{29DD0F73-0C97-A417-A06A-C21D22B32A21}"/>
                </a:ext>
              </a:extLst>
            </p:cNvPr>
            <p:cNvSpPr/>
            <p:nvPr/>
          </p:nvSpPr>
          <p:spPr>
            <a:xfrm>
              <a:off x="3475675" y="2192500"/>
              <a:ext cx="313425" cy="121550"/>
            </a:xfrm>
            <a:custGeom>
              <a:avLst/>
              <a:gdLst/>
              <a:ahLst/>
              <a:cxnLst/>
              <a:rect l="l" t="t" r="r" b="b"/>
              <a:pathLst>
                <a:path w="12537" h="4862" extrusionOk="0">
                  <a:moveTo>
                    <a:pt x="1929" y="0"/>
                  </a:moveTo>
                  <a:cubicBezTo>
                    <a:pt x="1254" y="515"/>
                    <a:pt x="450" y="1286"/>
                    <a:pt x="225" y="2186"/>
                  </a:cubicBezTo>
                  <a:cubicBezTo>
                    <a:pt x="65" y="2668"/>
                    <a:pt x="33" y="3118"/>
                    <a:pt x="0" y="3472"/>
                  </a:cubicBezTo>
                  <a:cubicBezTo>
                    <a:pt x="129" y="3504"/>
                    <a:pt x="225" y="3536"/>
                    <a:pt x="322" y="3568"/>
                  </a:cubicBezTo>
                  <a:cubicBezTo>
                    <a:pt x="2147" y="4086"/>
                    <a:pt x="4318" y="4862"/>
                    <a:pt x="5635" y="4862"/>
                  </a:cubicBezTo>
                  <a:cubicBezTo>
                    <a:pt x="5710" y="4862"/>
                    <a:pt x="5782" y="4859"/>
                    <a:pt x="5851" y="4854"/>
                  </a:cubicBezTo>
                  <a:cubicBezTo>
                    <a:pt x="7169" y="4758"/>
                    <a:pt x="8454" y="3858"/>
                    <a:pt x="8454" y="3858"/>
                  </a:cubicBezTo>
                  <a:cubicBezTo>
                    <a:pt x="8454" y="3858"/>
                    <a:pt x="10672" y="4854"/>
                    <a:pt x="11251" y="4854"/>
                  </a:cubicBezTo>
                  <a:cubicBezTo>
                    <a:pt x="11797" y="4854"/>
                    <a:pt x="12537" y="3858"/>
                    <a:pt x="11894" y="2829"/>
                  </a:cubicBezTo>
                  <a:cubicBezTo>
                    <a:pt x="11251" y="1801"/>
                    <a:pt x="9419" y="322"/>
                    <a:pt x="8422" y="322"/>
                  </a:cubicBezTo>
                  <a:cubicBezTo>
                    <a:pt x="7394" y="322"/>
                    <a:pt x="3633" y="868"/>
                    <a:pt x="3633" y="868"/>
                  </a:cubicBezTo>
                  <a:cubicBezTo>
                    <a:pt x="3633" y="868"/>
                    <a:pt x="2926" y="515"/>
                    <a:pt x="1929"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4368;p64">
              <a:extLst>
                <a:ext uri="{FF2B5EF4-FFF2-40B4-BE49-F238E27FC236}">
                  <a16:creationId xmlns:a16="http://schemas.microsoft.com/office/drawing/2014/main" id="{A6AE90E4-0F60-99DC-ADCB-87B233ABD764}"/>
                </a:ext>
              </a:extLst>
            </p:cNvPr>
            <p:cNvSpPr/>
            <p:nvPr/>
          </p:nvSpPr>
          <p:spPr>
            <a:xfrm>
              <a:off x="3469250" y="2185675"/>
              <a:ext cx="316650" cy="135425"/>
            </a:xfrm>
            <a:custGeom>
              <a:avLst/>
              <a:gdLst/>
              <a:ahLst/>
              <a:cxnLst/>
              <a:rect l="l" t="t" r="r" b="b"/>
              <a:pathLst>
                <a:path w="12666" h="5417" extrusionOk="0">
                  <a:moveTo>
                    <a:pt x="2228" y="589"/>
                  </a:moveTo>
                  <a:lnTo>
                    <a:pt x="2228" y="589"/>
                  </a:lnTo>
                  <a:cubicBezTo>
                    <a:pt x="3160" y="1084"/>
                    <a:pt x="3761" y="1398"/>
                    <a:pt x="3761" y="1398"/>
                  </a:cubicBezTo>
                  <a:cubicBezTo>
                    <a:pt x="3825" y="1431"/>
                    <a:pt x="3890" y="1431"/>
                    <a:pt x="3922" y="1431"/>
                  </a:cubicBezTo>
                  <a:cubicBezTo>
                    <a:pt x="3954" y="1431"/>
                    <a:pt x="4886" y="1270"/>
                    <a:pt x="5947" y="1141"/>
                  </a:cubicBezTo>
                  <a:cubicBezTo>
                    <a:pt x="7008" y="981"/>
                    <a:pt x="8197" y="852"/>
                    <a:pt x="8679" y="852"/>
                  </a:cubicBezTo>
                  <a:cubicBezTo>
                    <a:pt x="8872" y="852"/>
                    <a:pt x="9129" y="916"/>
                    <a:pt x="9419" y="1077"/>
                  </a:cubicBezTo>
                  <a:cubicBezTo>
                    <a:pt x="10351" y="1495"/>
                    <a:pt x="11476" y="2524"/>
                    <a:pt x="11926" y="3231"/>
                  </a:cubicBezTo>
                  <a:cubicBezTo>
                    <a:pt x="12054" y="3488"/>
                    <a:pt x="12119" y="3713"/>
                    <a:pt x="12119" y="3938"/>
                  </a:cubicBezTo>
                  <a:cubicBezTo>
                    <a:pt x="12119" y="4195"/>
                    <a:pt x="12022" y="4452"/>
                    <a:pt x="11894" y="4613"/>
                  </a:cubicBezTo>
                  <a:cubicBezTo>
                    <a:pt x="11733" y="4806"/>
                    <a:pt x="11572" y="4870"/>
                    <a:pt x="11508" y="4870"/>
                  </a:cubicBezTo>
                  <a:cubicBezTo>
                    <a:pt x="11412" y="4870"/>
                    <a:pt x="11187" y="4806"/>
                    <a:pt x="10897" y="4709"/>
                  </a:cubicBezTo>
                  <a:cubicBezTo>
                    <a:pt x="10479" y="4581"/>
                    <a:pt x="9965" y="4356"/>
                    <a:pt x="9547" y="4195"/>
                  </a:cubicBezTo>
                  <a:cubicBezTo>
                    <a:pt x="9129" y="4002"/>
                    <a:pt x="8840" y="3874"/>
                    <a:pt x="8840" y="3874"/>
                  </a:cubicBezTo>
                  <a:cubicBezTo>
                    <a:pt x="8800" y="3860"/>
                    <a:pt x="8760" y="3852"/>
                    <a:pt x="8720" y="3852"/>
                  </a:cubicBezTo>
                  <a:cubicBezTo>
                    <a:pt x="8664" y="3852"/>
                    <a:pt x="8607" y="3868"/>
                    <a:pt x="8551" y="3906"/>
                  </a:cubicBezTo>
                  <a:lnTo>
                    <a:pt x="8519" y="3938"/>
                  </a:lnTo>
                  <a:cubicBezTo>
                    <a:pt x="8261" y="4099"/>
                    <a:pt x="7136" y="4806"/>
                    <a:pt x="6108" y="4870"/>
                  </a:cubicBezTo>
                  <a:lnTo>
                    <a:pt x="5915" y="4870"/>
                  </a:lnTo>
                  <a:cubicBezTo>
                    <a:pt x="5304" y="4870"/>
                    <a:pt x="4436" y="4677"/>
                    <a:pt x="3504" y="4420"/>
                  </a:cubicBezTo>
                  <a:cubicBezTo>
                    <a:pt x="2572" y="4163"/>
                    <a:pt x="1575" y="3841"/>
                    <a:pt x="643" y="3584"/>
                  </a:cubicBezTo>
                  <a:cubicBezTo>
                    <a:pt x="612" y="3574"/>
                    <a:pt x="582" y="3564"/>
                    <a:pt x="551" y="3554"/>
                  </a:cubicBezTo>
                  <a:lnTo>
                    <a:pt x="551" y="3554"/>
                  </a:lnTo>
                  <a:cubicBezTo>
                    <a:pt x="563" y="3264"/>
                    <a:pt x="609" y="2915"/>
                    <a:pt x="740" y="2524"/>
                  </a:cubicBezTo>
                  <a:cubicBezTo>
                    <a:pt x="921" y="1769"/>
                    <a:pt x="1612" y="1071"/>
                    <a:pt x="2228" y="589"/>
                  </a:cubicBezTo>
                  <a:close/>
                  <a:moveTo>
                    <a:pt x="2158" y="0"/>
                  </a:moveTo>
                  <a:cubicBezTo>
                    <a:pt x="2106" y="0"/>
                    <a:pt x="2058" y="16"/>
                    <a:pt x="2025" y="48"/>
                  </a:cubicBezTo>
                  <a:cubicBezTo>
                    <a:pt x="1318" y="595"/>
                    <a:pt x="482" y="1366"/>
                    <a:pt x="225" y="2363"/>
                  </a:cubicBezTo>
                  <a:cubicBezTo>
                    <a:pt x="65" y="2909"/>
                    <a:pt x="0" y="3359"/>
                    <a:pt x="0" y="3745"/>
                  </a:cubicBezTo>
                  <a:cubicBezTo>
                    <a:pt x="0" y="3874"/>
                    <a:pt x="65" y="3970"/>
                    <a:pt x="193" y="4002"/>
                  </a:cubicBezTo>
                  <a:cubicBezTo>
                    <a:pt x="290" y="4034"/>
                    <a:pt x="418" y="4066"/>
                    <a:pt x="482" y="4099"/>
                  </a:cubicBezTo>
                  <a:cubicBezTo>
                    <a:pt x="1415" y="4356"/>
                    <a:pt x="2411" y="4677"/>
                    <a:pt x="3375" y="4934"/>
                  </a:cubicBezTo>
                  <a:cubicBezTo>
                    <a:pt x="4308" y="5224"/>
                    <a:pt x="5208" y="5417"/>
                    <a:pt x="5915" y="5417"/>
                  </a:cubicBezTo>
                  <a:lnTo>
                    <a:pt x="6140" y="5417"/>
                  </a:lnTo>
                  <a:cubicBezTo>
                    <a:pt x="6847" y="5352"/>
                    <a:pt x="7522" y="5095"/>
                    <a:pt x="8036" y="4838"/>
                  </a:cubicBezTo>
                  <a:cubicBezTo>
                    <a:pt x="8351" y="4670"/>
                    <a:pt x="8611" y="4516"/>
                    <a:pt x="8754" y="4420"/>
                  </a:cubicBezTo>
                  <a:lnTo>
                    <a:pt x="8754" y="4420"/>
                  </a:lnTo>
                  <a:cubicBezTo>
                    <a:pt x="8956" y="4512"/>
                    <a:pt x="9357" y="4691"/>
                    <a:pt x="9804" y="4870"/>
                  </a:cubicBezTo>
                  <a:cubicBezTo>
                    <a:pt x="10094" y="4999"/>
                    <a:pt x="10447" y="5127"/>
                    <a:pt x="10737" y="5224"/>
                  </a:cubicBezTo>
                  <a:cubicBezTo>
                    <a:pt x="11026" y="5320"/>
                    <a:pt x="11283" y="5384"/>
                    <a:pt x="11508" y="5417"/>
                  </a:cubicBezTo>
                  <a:cubicBezTo>
                    <a:pt x="11797" y="5384"/>
                    <a:pt x="12087" y="5224"/>
                    <a:pt x="12312" y="4967"/>
                  </a:cubicBezTo>
                  <a:cubicBezTo>
                    <a:pt x="12504" y="4677"/>
                    <a:pt x="12665" y="4324"/>
                    <a:pt x="12665" y="3938"/>
                  </a:cubicBezTo>
                  <a:cubicBezTo>
                    <a:pt x="12665" y="3616"/>
                    <a:pt x="12569" y="3263"/>
                    <a:pt x="12376" y="2941"/>
                  </a:cubicBezTo>
                  <a:cubicBezTo>
                    <a:pt x="12022" y="2395"/>
                    <a:pt x="11379" y="1752"/>
                    <a:pt x="10704" y="1238"/>
                  </a:cubicBezTo>
                  <a:cubicBezTo>
                    <a:pt x="10351" y="981"/>
                    <a:pt x="9997" y="756"/>
                    <a:pt x="9676" y="595"/>
                  </a:cubicBezTo>
                  <a:cubicBezTo>
                    <a:pt x="9322" y="434"/>
                    <a:pt x="9001" y="306"/>
                    <a:pt x="8679" y="306"/>
                  </a:cubicBezTo>
                  <a:cubicBezTo>
                    <a:pt x="8133" y="306"/>
                    <a:pt x="6943" y="466"/>
                    <a:pt x="5851" y="595"/>
                  </a:cubicBezTo>
                  <a:cubicBezTo>
                    <a:pt x="4969" y="728"/>
                    <a:pt x="4176" y="840"/>
                    <a:pt x="3933" y="874"/>
                  </a:cubicBezTo>
                  <a:lnTo>
                    <a:pt x="3933" y="874"/>
                  </a:lnTo>
                  <a:cubicBezTo>
                    <a:pt x="3717" y="765"/>
                    <a:pt x="3108" y="458"/>
                    <a:pt x="2315" y="48"/>
                  </a:cubicBezTo>
                  <a:cubicBezTo>
                    <a:pt x="2266" y="16"/>
                    <a:pt x="2210" y="0"/>
                    <a:pt x="21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4369;p64">
              <a:extLst>
                <a:ext uri="{FF2B5EF4-FFF2-40B4-BE49-F238E27FC236}">
                  <a16:creationId xmlns:a16="http://schemas.microsoft.com/office/drawing/2014/main" id="{45487CDD-EA0F-3A64-DD85-67A3C1ABBD69}"/>
                </a:ext>
              </a:extLst>
            </p:cNvPr>
            <p:cNvSpPr/>
            <p:nvPr/>
          </p:nvSpPr>
          <p:spPr>
            <a:xfrm>
              <a:off x="2555550" y="1784050"/>
              <a:ext cx="278875" cy="381950"/>
            </a:xfrm>
            <a:custGeom>
              <a:avLst/>
              <a:gdLst/>
              <a:ahLst/>
              <a:cxnLst/>
              <a:rect l="l" t="t" r="r" b="b"/>
              <a:pathLst>
                <a:path w="11155" h="15278" extrusionOk="0">
                  <a:moveTo>
                    <a:pt x="3555" y="0"/>
                  </a:moveTo>
                  <a:cubicBezTo>
                    <a:pt x="3290" y="0"/>
                    <a:pt x="3034" y="34"/>
                    <a:pt x="2797" y="105"/>
                  </a:cubicBezTo>
                  <a:cubicBezTo>
                    <a:pt x="2507" y="170"/>
                    <a:pt x="354" y="2548"/>
                    <a:pt x="193" y="5249"/>
                  </a:cubicBezTo>
                  <a:cubicBezTo>
                    <a:pt x="0" y="7981"/>
                    <a:pt x="2057" y="12481"/>
                    <a:pt x="2443" y="13220"/>
                  </a:cubicBezTo>
                  <a:cubicBezTo>
                    <a:pt x="2797" y="13960"/>
                    <a:pt x="2347" y="15278"/>
                    <a:pt x="3279" y="15278"/>
                  </a:cubicBezTo>
                  <a:cubicBezTo>
                    <a:pt x="4211" y="15278"/>
                    <a:pt x="7104" y="10970"/>
                    <a:pt x="7104" y="10970"/>
                  </a:cubicBezTo>
                  <a:cubicBezTo>
                    <a:pt x="7104" y="10970"/>
                    <a:pt x="7431" y="10990"/>
                    <a:pt x="7891" y="10990"/>
                  </a:cubicBezTo>
                  <a:cubicBezTo>
                    <a:pt x="8886" y="10990"/>
                    <a:pt x="10505" y="10899"/>
                    <a:pt x="10768" y="10327"/>
                  </a:cubicBezTo>
                  <a:cubicBezTo>
                    <a:pt x="11154" y="9460"/>
                    <a:pt x="8133" y="4799"/>
                    <a:pt x="7490" y="2806"/>
                  </a:cubicBezTo>
                  <a:cubicBezTo>
                    <a:pt x="6942" y="1134"/>
                    <a:pt x="5086" y="0"/>
                    <a:pt x="3555"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4370;p64">
              <a:extLst>
                <a:ext uri="{FF2B5EF4-FFF2-40B4-BE49-F238E27FC236}">
                  <a16:creationId xmlns:a16="http://schemas.microsoft.com/office/drawing/2014/main" id="{20B8F442-C176-FD96-F4EF-1FD00BE731A6}"/>
                </a:ext>
              </a:extLst>
            </p:cNvPr>
            <p:cNvSpPr/>
            <p:nvPr/>
          </p:nvSpPr>
          <p:spPr>
            <a:xfrm>
              <a:off x="2553125" y="1777025"/>
              <a:ext cx="278875" cy="396200"/>
            </a:xfrm>
            <a:custGeom>
              <a:avLst/>
              <a:gdLst/>
              <a:ahLst/>
              <a:cxnLst/>
              <a:rect l="l" t="t" r="r" b="b"/>
              <a:pathLst>
                <a:path w="11155" h="15848" extrusionOk="0">
                  <a:moveTo>
                    <a:pt x="3633" y="547"/>
                  </a:moveTo>
                  <a:cubicBezTo>
                    <a:pt x="4340" y="547"/>
                    <a:pt x="5144" y="804"/>
                    <a:pt x="5819" y="1287"/>
                  </a:cubicBezTo>
                  <a:cubicBezTo>
                    <a:pt x="6526" y="1737"/>
                    <a:pt x="7072" y="2412"/>
                    <a:pt x="7330" y="3183"/>
                  </a:cubicBezTo>
                  <a:cubicBezTo>
                    <a:pt x="7651" y="4147"/>
                    <a:pt x="8487" y="5658"/>
                    <a:pt x="9226" y="7137"/>
                  </a:cubicBezTo>
                  <a:cubicBezTo>
                    <a:pt x="9612" y="7844"/>
                    <a:pt x="9965" y="8551"/>
                    <a:pt x="10223" y="9130"/>
                  </a:cubicBezTo>
                  <a:cubicBezTo>
                    <a:pt x="10351" y="9419"/>
                    <a:pt x="10448" y="9676"/>
                    <a:pt x="10544" y="9901"/>
                  </a:cubicBezTo>
                  <a:cubicBezTo>
                    <a:pt x="10608" y="10126"/>
                    <a:pt x="10640" y="10319"/>
                    <a:pt x="10640" y="10416"/>
                  </a:cubicBezTo>
                  <a:cubicBezTo>
                    <a:pt x="10640" y="10448"/>
                    <a:pt x="10640" y="10480"/>
                    <a:pt x="10608" y="10480"/>
                  </a:cubicBezTo>
                  <a:lnTo>
                    <a:pt x="10634" y="10492"/>
                  </a:lnTo>
                  <a:lnTo>
                    <a:pt x="10634" y="10492"/>
                  </a:lnTo>
                  <a:cubicBezTo>
                    <a:pt x="10596" y="10556"/>
                    <a:pt x="10502" y="10645"/>
                    <a:pt x="10351" y="10705"/>
                  </a:cubicBezTo>
                  <a:cubicBezTo>
                    <a:pt x="10062" y="10833"/>
                    <a:pt x="9644" y="10898"/>
                    <a:pt x="9226" y="10930"/>
                  </a:cubicBezTo>
                  <a:cubicBezTo>
                    <a:pt x="8776" y="10994"/>
                    <a:pt x="8326" y="10994"/>
                    <a:pt x="7973" y="10994"/>
                  </a:cubicBezTo>
                  <a:lnTo>
                    <a:pt x="7233" y="10994"/>
                  </a:lnTo>
                  <a:cubicBezTo>
                    <a:pt x="7137" y="10994"/>
                    <a:pt x="7040" y="11026"/>
                    <a:pt x="6976" y="11091"/>
                  </a:cubicBezTo>
                  <a:cubicBezTo>
                    <a:pt x="6976" y="11091"/>
                    <a:pt x="6815" y="11380"/>
                    <a:pt x="6526" y="11766"/>
                  </a:cubicBezTo>
                  <a:cubicBezTo>
                    <a:pt x="6108" y="12376"/>
                    <a:pt x="5433" y="13276"/>
                    <a:pt x="4790" y="14016"/>
                  </a:cubicBezTo>
                  <a:cubicBezTo>
                    <a:pt x="4469" y="14401"/>
                    <a:pt x="4147" y="14723"/>
                    <a:pt x="3890" y="14980"/>
                  </a:cubicBezTo>
                  <a:cubicBezTo>
                    <a:pt x="3762" y="15076"/>
                    <a:pt x="3633" y="15173"/>
                    <a:pt x="3537" y="15237"/>
                  </a:cubicBezTo>
                  <a:cubicBezTo>
                    <a:pt x="3440" y="15269"/>
                    <a:pt x="3376" y="15302"/>
                    <a:pt x="3376" y="15302"/>
                  </a:cubicBezTo>
                  <a:cubicBezTo>
                    <a:pt x="3279" y="15302"/>
                    <a:pt x="3215" y="15269"/>
                    <a:pt x="3183" y="15269"/>
                  </a:cubicBezTo>
                  <a:cubicBezTo>
                    <a:pt x="3151" y="15237"/>
                    <a:pt x="3119" y="15205"/>
                    <a:pt x="3054" y="15076"/>
                  </a:cubicBezTo>
                  <a:cubicBezTo>
                    <a:pt x="2990" y="14916"/>
                    <a:pt x="2990" y="14659"/>
                    <a:pt x="2958" y="14337"/>
                  </a:cubicBezTo>
                  <a:cubicBezTo>
                    <a:pt x="2958" y="14016"/>
                    <a:pt x="2926" y="13694"/>
                    <a:pt x="2765" y="13373"/>
                  </a:cubicBezTo>
                  <a:cubicBezTo>
                    <a:pt x="2604" y="13019"/>
                    <a:pt x="2026" y="11830"/>
                    <a:pt x="1511" y="10351"/>
                  </a:cubicBezTo>
                  <a:cubicBezTo>
                    <a:pt x="997" y="8905"/>
                    <a:pt x="515" y="7201"/>
                    <a:pt x="515" y="5883"/>
                  </a:cubicBezTo>
                  <a:cubicBezTo>
                    <a:pt x="515" y="5787"/>
                    <a:pt x="547" y="5658"/>
                    <a:pt x="547" y="5562"/>
                  </a:cubicBezTo>
                  <a:cubicBezTo>
                    <a:pt x="644" y="4244"/>
                    <a:pt x="1190" y="3022"/>
                    <a:pt x="1769" y="2122"/>
                  </a:cubicBezTo>
                  <a:cubicBezTo>
                    <a:pt x="2058" y="1640"/>
                    <a:pt x="2347" y="1287"/>
                    <a:pt x="2604" y="997"/>
                  </a:cubicBezTo>
                  <a:cubicBezTo>
                    <a:pt x="2701" y="869"/>
                    <a:pt x="2829" y="772"/>
                    <a:pt x="2894" y="708"/>
                  </a:cubicBezTo>
                  <a:lnTo>
                    <a:pt x="2990" y="644"/>
                  </a:lnTo>
                  <a:cubicBezTo>
                    <a:pt x="3183" y="579"/>
                    <a:pt x="3408" y="547"/>
                    <a:pt x="3633" y="547"/>
                  </a:cubicBezTo>
                  <a:close/>
                  <a:moveTo>
                    <a:pt x="3633" y="1"/>
                  </a:moveTo>
                  <a:cubicBezTo>
                    <a:pt x="3344" y="1"/>
                    <a:pt x="3087" y="33"/>
                    <a:pt x="2829" y="129"/>
                  </a:cubicBezTo>
                  <a:cubicBezTo>
                    <a:pt x="2765" y="129"/>
                    <a:pt x="2701" y="161"/>
                    <a:pt x="2669" y="194"/>
                  </a:cubicBezTo>
                  <a:cubicBezTo>
                    <a:pt x="2508" y="322"/>
                    <a:pt x="2315" y="515"/>
                    <a:pt x="2058" y="836"/>
                  </a:cubicBezTo>
                  <a:cubicBezTo>
                    <a:pt x="1286" y="1737"/>
                    <a:pt x="161" y="3504"/>
                    <a:pt x="1" y="5530"/>
                  </a:cubicBezTo>
                  <a:cubicBezTo>
                    <a:pt x="1" y="5626"/>
                    <a:pt x="1" y="5755"/>
                    <a:pt x="1" y="5883"/>
                  </a:cubicBezTo>
                  <a:cubicBezTo>
                    <a:pt x="1" y="7330"/>
                    <a:pt x="483" y="9065"/>
                    <a:pt x="997" y="10544"/>
                  </a:cubicBezTo>
                  <a:cubicBezTo>
                    <a:pt x="1544" y="12023"/>
                    <a:pt x="2090" y="13244"/>
                    <a:pt x="2283" y="13630"/>
                  </a:cubicBezTo>
                  <a:cubicBezTo>
                    <a:pt x="2444" y="13887"/>
                    <a:pt x="2412" y="14401"/>
                    <a:pt x="2476" y="14851"/>
                  </a:cubicBezTo>
                  <a:cubicBezTo>
                    <a:pt x="2508" y="15076"/>
                    <a:pt x="2540" y="15302"/>
                    <a:pt x="2669" y="15494"/>
                  </a:cubicBezTo>
                  <a:cubicBezTo>
                    <a:pt x="2733" y="15591"/>
                    <a:pt x="2829" y="15687"/>
                    <a:pt x="2958" y="15752"/>
                  </a:cubicBezTo>
                  <a:cubicBezTo>
                    <a:pt x="3087" y="15816"/>
                    <a:pt x="3215" y="15848"/>
                    <a:pt x="3376" y="15848"/>
                  </a:cubicBezTo>
                  <a:cubicBezTo>
                    <a:pt x="3601" y="15816"/>
                    <a:pt x="3762" y="15719"/>
                    <a:pt x="3954" y="15591"/>
                  </a:cubicBezTo>
                  <a:cubicBezTo>
                    <a:pt x="4276" y="15366"/>
                    <a:pt x="4662" y="15012"/>
                    <a:pt x="5047" y="14562"/>
                  </a:cubicBezTo>
                  <a:cubicBezTo>
                    <a:pt x="6011" y="13461"/>
                    <a:pt x="7068" y="11936"/>
                    <a:pt x="7352" y="11520"/>
                  </a:cubicBezTo>
                  <a:lnTo>
                    <a:pt x="7352" y="11520"/>
                  </a:lnTo>
                  <a:cubicBezTo>
                    <a:pt x="7489" y="11530"/>
                    <a:pt x="7709" y="11541"/>
                    <a:pt x="7973" y="11541"/>
                  </a:cubicBezTo>
                  <a:cubicBezTo>
                    <a:pt x="8455" y="11541"/>
                    <a:pt x="9130" y="11508"/>
                    <a:pt x="9740" y="11412"/>
                  </a:cubicBezTo>
                  <a:cubicBezTo>
                    <a:pt x="10030" y="11380"/>
                    <a:pt x="10319" y="11283"/>
                    <a:pt x="10544" y="11187"/>
                  </a:cubicBezTo>
                  <a:cubicBezTo>
                    <a:pt x="10801" y="11091"/>
                    <a:pt x="10994" y="10962"/>
                    <a:pt x="11123" y="10705"/>
                  </a:cubicBezTo>
                  <a:cubicBezTo>
                    <a:pt x="11155" y="10608"/>
                    <a:pt x="11155" y="10512"/>
                    <a:pt x="11155" y="10416"/>
                  </a:cubicBezTo>
                  <a:cubicBezTo>
                    <a:pt x="11155" y="10223"/>
                    <a:pt x="11123" y="9998"/>
                    <a:pt x="11026" y="9741"/>
                  </a:cubicBezTo>
                  <a:cubicBezTo>
                    <a:pt x="10769" y="8873"/>
                    <a:pt x="10094" y="7619"/>
                    <a:pt x="9419" y="6333"/>
                  </a:cubicBezTo>
                  <a:cubicBezTo>
                    <a:pt x="8776" y="5047"/>
                    <a:pt x="8101" y="3794"/>
                    <a:pt x="7844" y="3022"/>
                  </a:cubicBezTo>
                  <a:cubicBezTo>
                    <a:pt x="7522" y="2090"/>
                    <a:pt x="6880" y="1351"/>
                    <a:pt x="6140" y="836"/>
                  </a:cubicBezTo>
                  <a:cubicBezTo>
                    <a:pt x="5369" y="322"/>
                    <a:pt x="4469" y="1"/>
                    <a:pt x="363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4371;p64">
              <a:extLst>
                <a:ext uri="{FF2B5EF4-FFF2-40B4-BE49-F238E27FC236}">
                  <a16:creationId xmlns:a16="http://schemas.microsoft.com/office/drawing/2014/main" id="{7EB12DD1-AD3F-5FFB-3811-6058B1EE9745}"/>
                </a:ext>
              </a:extLst>
            </p:cNvPr>
            <p:cNvSpPr/>
            <p:nvPr/>
          </p:nvSpPr>
          <p:spPr>
            <a:xfrm>
              <a:off x="2599750" y="1732350"/>
              <a:ext cx="225025" cy="346875"/>
            </a:xfrm>
            <a:custGeom>
              <a:avLst/>
              <a:gdLst/>
              <a:ahLst/>
              <a:cxnLst/>
              <a:rect l="l" t="t" r="r" b="b"/>
              <a:pathLst>
                <a:path w="9001" h="13875" extrusionOk="0">
                  <a:moveTo>
                    <a:pt x="1641" y="1"/>
                  </a:moveTo>
                  <a:cubicBezTo>
                    <a:pt x="1306" y="1"/>
                    <a:pt x="1046" y="184"/>
                    <a:pt x="836" y="759"/>
                  </a:cubicBezTo>
                  <a:cubicBezTo>
                    <a:pt x="836" y="759"/>
                    <a:pt x="836" y="3299"/>
                    <a:pt x="482" y="4616"/>
                  </a:cubicBezTo>
                  <a:cubicBezTo>
                    <a:pt x="97" y="5902"/>
                    <a:pt x="0" y="6577"/>
                    <a:pt x="1414" y="8635"/>
                  </a:cubicBezTo>
                  <a:cubicBezTo>
                    <a:pt x="2829" y="10692"/>
                    <a:pt x="6011" y="13874"/>
                    <a:pt x="6011" y="13874"/>
                  </a:cubicBezTo>
                  <a:cubicBezTo>
                    <a:pt x="6011" y="13874"/>
                    <a:pt x="6204" y="11720"/>
                    <a:pt x="6300" y="10499"/>
                  </a:cubicBezTo>
                  <a:cubicBezTo>
                    <a:pt x="6365" y="9277"/>
                    <a:pt x="8261" y="8538"/>
                    <a:pt x="8615" y="7992"/>
                  </a:cubicBezTo>
                  <a:cubicBezTo>
                    <a:pt x="9000" y="7413"/>
                    <a:pt x="6558" y="7027"/>
                    <a:pt x="5625" y="5356"/>
                  </a:cubicBezTo>
                  <a:cubicBezTo>
                    <a:pt x="4693" y="3652"/>
                    <a:pt x="4693" y="759"/>
                    <a:pt x="3375" y="470"/>
                  </a:cubicBezTo>
                  <a:cubicBezTo>
                    <a:pt x="2632" y="307"/>
                    <a:pt x="2073" y="1"/>
                    <a:pt x="1641" y="1"/>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4372;p64">
              <a:extLst>
                <a:ext uri="{FF2B5EF4-FFF2-40B4-BE49-F238E27FC236}">
                  <a16:creationId xmlns:a16="http://schemas.microsoft.com/office/drawing/2014/main" id="{EB182C70-CCB0-6FF9-76C5-79FE00862AC8}"/>
                </a:ext>
              </a:extLst>
            </p:cNvPr>
            <p:cNvSpPr/>
            <p:nvPr/>
          </p:nvSpPr>
          <p:spPr>
            <a:xfrm>
              <a:off x="2598925" y="1725600"/>
              <a:ext cx="224250" cy="360350"/>
            </a:xfrm>
            <a:custGeom>
              <a:avLst/>
              <a:gdLst/>
              <a:ahLst/>
              <a:cxnLst/>
              <a:rect l="l" t="t" r="r" b="b"/>
              <a:pathLst>
                <a:path w="8970" h="14414" extrusionOk="0">
                  <a:moveTo>
                    <a:pt x="8455" y="8101"/>
                  </a:moveTo>
                  <a:cubicBezTo>
                    <a:pt x="8452" y="8103"/>
                    <a:pt x="8450" y="8106"/>
                    <a:pt x="8447" y="8109"/>
                  </a:cubicBezTo>
                  <a:lnTo>
                    <a:pt x="8447" y="8109"/>
                  </a:lnTo>
                  <a:lnTo>
                    <a:pt x="8423" y="8101"/>
                  </a:lnTo>
                  <a:close/>
                  <a:moveTo>
                    <a:pt x="1672" y="547"/>
                  </a:moveTo>
                  <a:cubicBezTo>
                    <a:pt x="1833" y="547"/>
                    <a:pt x="2058" y="611"/>
                    <a:pt x="2347" y="708"/>
                  </a:cubicBezTo>
                  <a:cubicBezTo>
                    <a:pt x="2637" y="804"/>
                    <a:pt x="2958" y="933"/>
                    <a:pt x="3344" y="997"/>
                  </a:cubicBezTo>
                  <a:cubicBezTo>
                    <a:pt x="3601" y="1061"/>
                    <a:pt x="3762" y="1222"/>
                    <a:pt x="3955" y="1511"/>
                  </a:cubicBezTo>
                  <a:cubicBezTo>
                    <a:pt x="4212" y="1993"/>
                    <a:pt x="4405" y="2701"/>
                    <a:pt x="4630" y="3472"/>
                  </a:cubicBezTo>
                  <a:cubicBezTo>
                    <a:pt x="4823" y="4244"/>
                    <a:pt x="5048" y="5079"/>
                    <a:pt x="5433" y="5754"/>
                  </a:cubicBezTo>
                  <a:cubicBezTo>
                    <a:pt x="5915" y="6622"/>
                    <a:pt x="6719" y="7137"/>
                    <a:pt x="7362" y="7522"/>
                  </a:cubicBezTo>
                  <a:cubicBezTo>
                    <a:pt x="7716" y="7683"/>
                    <a:pt x="8005" y="7844"/>
                    <a:pt x="8198" y="7972"/>
                  </a:cubicBezTo>
                  <a:cubicBezTo>
                    <a:pt x="8294" y="8037"/>
                    <a:pt x="8390" y="8101"/>
                    <a:pt x="8423" y="8133"/>
                  </a:cubicBezTo>
                  <a:lnTo>
                    <a:pt x="8423" y="8133"/>
                  </a:lnTo>
                  <a:cubicBezTo>
                    <a:pt x="8345" y="8210"/>
                    <a:pt x="8199" y="8348"/>
                    <a:pt x="8005" y="8487"/>
                  </a:cubicBezTo>
                  <a:cubicBezTo>
                    <a:pt x="7651" y="8744"/>
                    <a:pt x="7201" y="9033"/>
                    <a:pt x="6816" y="9387"/>
                  </a:cubicBezTo>
                  <a:cubicBezTo>
                    <a:pt x="6430" y="9740"/>
                    <a:pt x="6108" y="10190"/>
                    <a:pt x="6044" y="10769"/>
                  </a:cubicBezTo>
                  <a:cubicBezTo>
                    <a:pt x="6012" y="11380"/>
                    <a:pt x="5948" y="12215"/>
                    <a:pt x="5883" y="12890"/>
                  </a:cubicBezTo>
                  <a:cubicBezTo>
                    <a:pt x="5861" y="13131"/>
                    <a:pt x="5843" y="13353"/>
                    <a:pt x="5828" y="13542"/>
                  </a:cubicBezTo>
                  <a:lnTo>
                    <a:pt x="5828" y="13542"/>
                  </a:lnTo>
                  <a:cubicBezTo>
                    <a:pt x="5794" y="13509"/>
                    <a:pt x="5759" y="13474"/>
                    <a:pt x="5723" y="13437"/>
                  </a:cubicBezTo>
                  <a:cubicBezTo>
                    <a:pt x="4758" y="12440"/>
                    <a:pt x="2701" y="10255"/>
                    <a:pt x="1672" y="8744"/>
                  </a:cubicBezTo>
                  <a:cubicBezTo>
                    <a:pt x="1222" y="8101"/>
                    <a:pt x="933" y="7619"/>
                    <a:pt x="772" y="7201"/>
                  </a:cubicBezTo>
                  <a:cubicBezTo>
                    <a:pt x="612" y="6783"/>
                    <a:pt x="547" y="6462"/>
                    <a:pt x="547" y="6172"/>
                  </a:cubicBezTo>
                  <a:cubicBezTo>
                    <a:pt x="547" y="5786"/>
                    <a:pt x="612" y="5433"/>
                    <a:pt x="772" y="4951"/>
                  </a:cubicBezTo>
                  <a:cubicBezTo>
                    <a:pt x="965" y="4244"/>
                    <a:pt x="1062" y="3279"/>
                    <a:pt x="1094" y="2476"/>
                  </a:cubicBezTo>
                  <a:cubicBezTo>
                    <a:pt x="1153" y="1742"/>
                    <a:pt x="1158" y="1143"/>
                    <a:pt x="1158" y="1043"/>
                  </a:cubicBezTo>
                  <a:lnTo>
                    <a:pt x="1158" y="1043"/>
                  </a:lnTo>
                  <a:cubicBezTo>
                    <a:pt x="1244" y="834"/>
                    <a:pt x="1330" y="701"/>
                    <a:pt x="1415" y="643"/>
                  </a:cubicBezTo>
                  <a:cubicBezTo>
                    <a:pt x="1480" y="579"/>
                    <a:pt x="1544" y="547"/>
                    <a:pt x="1672" y="547"/>
                  </a:cubicBezTo>
                  <a:close/>
                  <a:moveTo>
                    <a:pt x="1672" y="0"/>
                  </a:moveTo>
                  <a:cubicBezTo>
                    <a:pt x="1447" y="0"/>
                    <a:pt x="1222" y="65"/>
                    <a:pt x="1062" y="225"/>
                  </a:cubicBezTo>
                  <a:cubicBezTo>
                    <a:pt x="869" y="386"/>
                    <a:pt x="740" y="643"/>
                    <a:pt x="644" y="933"/>
                  </a:cubicBezTo>
                  <a:lnTo>
                    <a:pt x="612" y="1029"/>
                  </a:lnTo>
                  <a:cubicBezTo>
                    <a:pt x="612" y="1029"/>
                    <a:pt x="612" y="1190"/>
                    <a:pt x="612" y="1447"/>
                  </a:cubicBezTo>
                  <a:cubicBezTo>
                    <a:pt x="580" y="2186"/>
                    <a:pt x="515" y="3858"/>
                    <a:pt x="258" y="4790"/>
                  </a:cubicBezTo>
                  <a:cubicBezTo>
                    <a:pt x="97" y="5272"/>
                    <a:pt x="1" y="5722"/>
                    <a:pt x="1" y="6172"/>
                  </a:cubicBezTo>
                  <a:cubicBezTo>
                    <a:pt x="1" y="6558"/>
                    <a:pt x="65" y="6944"/>
                    <a:pt x="290" y="7426"/>
                  </a:cubicBezTo>
                  <a:cubicBezTo>
                    <a:pt x="483" y="7876"/>
                    <a:pt x="772" y="8390"/>
                    <a:pt x="1222" y="9065"/>
                  </a:cubicBezTo>
                  <a:cubicBezTo>
                    <a:pt x="1930" y="10094"/>
                    <a:pt x="3087" y="11412"/>
                    <a:pt x="4083" y="12473"/>
                  </a:cubicBezTo>
                  <a:cubicBezTo>
                    <a:pt x="5048" y="13533"/>
                    <a:pt x="5851" y="14337"/>
                    <a:pt x="5851" y="14337"/>
                  </a:cubicBezTo>
                  <a:cubicBezTo>
                    <a:pt x="5898" y="14384"/>
                    <a:pt x="5980" y="14414"/>
                    <a:pt x="6058" y="14414"/>
                  </a:cubicBezTo>
                  <a:cubicBezTo>
                    <a:pt x="6087" y="14414"/>
                    <a:pt x="6115" y="14410"/>
                    <a:pt x="6141" y="14401"/>
                  </a:cubicBezTo>
                  <a:cubicBezTo>
                    <a:pt x="6237" y="14369"/>
                    <a:pt x="6301" y="14273"/>
                    <a:pt x="6301" y="14176"/>
                  </a:cubicBezTo>
                  <a:cubicBezTo>
                    <a:pt x="6301" y="14176"/>
                    <a:pt x="6494" y="12023"/>
                    <a:pt x="6591" y="10801"/>
                  </a:cubicBezTo>
                  <a:cubicBezTo>
                    <a:pt x="6591" y="10576"/>
                    <a:pt x="6719" y="10351"/>
                    <a:pt x="6880" y="10126"/>
                  </a:cubicBezTo>
                  <a:cubicBezTo>
                    <a:pt x="7137" y="9772"/>
                    <a:pt x="7555" y="9451"/>
                    <a:pt x="7941" y="9194"/>
                  </a:cubicBezTo>
                  <a:cubicBezTo>
                    <a:pt x="8133" y="9065"/>
                    <a:pt x="8326" y="8937"/>
                    <a:pt x="8487" y="8808"/>
                  </a:cubicBezTo>
                  <a:cubicBezTo>
                    <a:pt x="8648" y="8679"/>
                    <a:pt x="8776" y="8551"/>
                    <a:pt x="8873" y="8390"/>
                  </a:cubicBezTo>
                  <a:cubicBezTo>
                    <a:pt x="8937" y="8326"/>
                    <a:pt x="8969" y="8229"/>
                    <a:pt x="8969" y="8133"/>
                  </a:cubicBezTo>
                  <a:cubicBezTo>
                    <a:pt x="8969" y="7972"/>
                    <a:pt x="8873" y="7844"/>
                    <a:pt x="8808" y="7747"/>
                  </a:cubicBezTo>
                  <a:cubicBezTo>
                    <a:pt x="8648" y="7587"/>
                    <a:pt x="8455" y="7490"/>
                    <a:pt x="8198" y="7362"/>
                  </a:cubicBezTo>
                  <a:cubicBezTo>
                    <a:pt x="7491" y="6944"/>
                    <a:pt x="6398" y="6429"/>
                    <a:pt x="5883" y="5497"/>
                  </a:cubicBezTo>
                  <a:cubicBezTo>
                    <a:pt x="5465" y="4694"/>
                    <a:pt x="5208" y="3569"/>
                    <a:pt x="4951" y="2572"/>
                  </a:cubicBezTo>
                  <a:cubicBezTo>
                    <a:pt x="4790" y="2090"/>
                    <a:pt x="4630" y="1640"/>
                    <a:pt x="4405" y="1254"/>
                  </a:cubicBezTo>
                  <a:cubicBezTo>
                    <a:pt x="4212" y="868"/>
                    <a:pt x="3890" y="579"/>
                    <a:pt x="3473" y="483"/>
                  </a:cubicBezTo>
                  <a:cubicBezTo>
                    <a:pt x="3119" y="418"/>
                    <a:pt x="2797" y="290"/>
                    <a:pt x="2508" y="193"/>
                  </a:cubicBezTo>
                  <a:cubicBezTo>
                    <a:pt x="2219" y="97"/>
                    <a:pt x="1962" y="0"/>
                    <a:pt x="167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4373;p64">
              <a:extLst>
                <a:ext uri="{FF2B5EF4-FFF2-40B4-BE49-F238E27FC236}">
                  <a16:creationId xmlns:a16="http://schemas.microsoft.com/office/drawing/2014/main" id="{FB3EEC54-6B27-5097-7B80-5F07FE144531}"/>
                </a:ext>
              </a:extLst>
            </p:cNvPr>
            <p:cNvSpPr/>
            <p:nvPr/>
          </p:nvSpPr>
          <p:spPr>
            <a:xfrm>
              <a:off x="2517775" y="1419200"/>
              <a:ext cx="483000" cy="427600"/>
            </a:xfrm>
            <a:custGeom>
              <a:avLst/>
              <a:gdLst/>
              <a:ahLst/>
              <a:cxnLst/>
              <a:rect l="l" t="t" r="r" b="b"/>
              <a:pathLst>
                <a:path w="19320" h="17104" extrusionOk="0">
                  <a:moveTo>
                    <a:pt x="10020" y="1"/>
                  </a:moveTo>
                  <a:cubicBezTo>
                    <a:pt x="9505" y="1"/>
                    <a:pt x="8981" y="24"/>
                    <a:pt x="8454" y="74"/>
                  </a:cubicBezTo>
                  <a:cubicBezTo>
                    <a:pt x="3279" y="524"/>
                    <a:pt x="933" y="3899"/>
                    <a:pt x="483" y="7274"/>
                  </a:cubicBezTo>
                  <a:cubicBezTo>
                    <a:pt x="0" y="10649"/>
                    <a:pt x="3568" y="13928"/>
                    <a:pt x="3954" y="14507"/>
                  </a:cubicBezTo>
                  <a:cubicBezTo>
                    <a:pt x="4308" y="15053"/>
                    <a:pt x="3858" y="15632"/>
                    <a:pt x="4983" y="16017"/>
                  </a:cubicBezTo>
                  <a:cubicBezTo>
                    <a:pt x="5358" y="16135"/>
                    <a:pt x="5743" y="16175"/>
                    <a:pt x="6091" y="16175"/>
                  </a:cubicBezTo>
                  <a:cubicBezTo>
                    <a:pt x="6786" y="16175"/>
                    <a:pt x="7329" y="16017"/>
                    <a:pt x="7329" y="16017"/>
                  </a:cubicBezTo>
                  <a:cubicBezTo>
                    <a:pt x="7329" y="16017"/>
                    <a:pt x="8062" y="17104"/>
                    <a:pt x="9326" y="17104"/>
                  </a:cubicBezTo>
                  <a:cubicBezTo>
                    <a:pt x="9488" y="17104"/>
                    <a:pt x="9658" y="17086"/>
                    <a:pt x="9837" y="17046"/>
                  </a:cubicBezTo>
                  <a:cubicBezTo>
                    <a:pt x="11444" y="16660"/>
                    <a:pt x="10962" y="13478"/>
                    <a:pt x="11637" y="13092"/>
                  </a:cubicBezTo>
                  <a:cubicBezTo>
                    <a:pt x="12279" y="12706"/>
                    <a:pt x="12762" y="11517"/>
                    <a:pt x="14722" y="10392"/>
                  </a:cubicBezTo>
                  <a:cubicBezTo>
                    <a:pt x="16683" y="9267"/>
                    <a:pt x="16683" y="7563"/>
                    <a:pt x="16683" y="7563"/>
                  </a:cubicBezTo>
                  <a:cubicBezTo>
                    <a:pt x="16683" y="7563"/>
                    <a:pt x="19319" y="6824"/>
                    <a:pt x="18837" y="4188"/>
                  </a:cubicBezTo>
                  <a:cubicBezTo>
                    <a:pt x="18433" y="1822"/>
                    <a:pt x="14534" y="1"/>
                    <a:pt x="100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4374;p64">
              <a:extLst>
                <a:ext uri="{FF2B5EF4-FFF2-40B4-BE49-F238E27FC236}">
                  <a16:creationId xmlns:a16="http://schemas.microsoft.com/office/drawing/2014/main" id="{D3F351A8-92BD-D891-C9BA-9CA2A9FC1445}"/>
                </a:ext>
              </a:extLst>
            </p:cNvPr>
            <p:cNvSpPr/>
            <p:nvPr/>
          </p:nvSpPr>
          <p:spPr>
            <a:xfrm>
              <a:off x="2521800" y="1412200"/>
              <a:ext cx="474950" cy="441200"/>
            </a:xfrm>
            <a:custGeom>
              <a:avLst/>
              <a:gdLst/>
              <a:ahLst/>
              <a:cxnLst/>
              <a:rect l="l" t="t" r="r" b="b"/>
              <a:pathLst>
                <a:path w="18998" h="17648" extrusionOk="0">
                  <a:moveTo>
                    <a:pt x="9804" y="547"/>
                  </a:moveTo>
                  <a:cubicBezTo>
                    <a:pt x="12054" y="547"/>
                    <a:pt x="14111" y="997"/>
                    <a:pt x="15687" y="1736"/>
                  </a:cubicBezTo>
                  <a:cubicBezTo>
                    <a:pt x="16458" y="2090"/>
                    <a:pt x="17101" y="2540"/>
                    <a:pt x="17583" y="2990"/>
                  </a:cubicBezTo>
                  <a:cubicBezTo>
                    <a:pt x="18033" y="3472"/>
                    <a:pt x="18322" y="3986"/>
                    <a:pt x="18419" y="4500"/>
                  </a:cubicBezTo>
                  <a:cubicBezTo>
                    <a:pt x="18451" y="4725"/>
                    <a:pt x="18483" y="4918"/>
                    <a:pt x="18483" y="5079"/>
                  </a:cubicBezTo>
                  <a:cubicBezTo>
                    <a:pt x="18483" y="6043"/>
                    <a:pt x="17969" y="6654"/>
                    <a:pt x="17487" y="7040"/>
                  </a:cubicBezTo>
                  <a:cubicBezTo>
                    <a:pt x="17229" y="7233"/>
                    <a:pt x="16972" y="7393"/>
                    <a:pt x="16779" y="7458"/>
                  </a:cubicBezTo>
                  <a:cubicBezTo>
                    <a:pt x="16683" y="7522"/>
                    <a:pt x="16587" y="7554"/>
                    <a:pt x="16522" y="7554"/>
                  </a:cubicBezTo>
                  <a:lnTo>
                    <a:pt x="16458" y="7586"/>
                  </a:lnTo>
                  <a:cubicBezTo>
                    <a:pt x="16329" y="7618"/>
                    <a:pt x="16265" y="7715"/>
                    <a:pt x="16265" y="7843"/>
                  </a:cubicBezTo>
                  <a:cubicBezTo>
                    <a:pt x="16265" y="7908"/>
                    <a:pt x="16233" y="8326"/>
                    <a:pt x="16008" y="8808"/>
                  </a:cubicBezTo>
                  <a:cubicBezTo>
                    <a:pt x="15751" y="9322"/>
                    <a:pt x="15301" y="9933"/>
                    <a:pt x="14433" y="10415"/>
                  </a:cubicBezTo>
                  <a:cubicBezTo>
                    <a:pt x="13404" y="10994"/>
                    <a:pt x="12794" y="11604"/>
                    <a:pt x="12311" y="12119"/>
                  </a:cubicBezTo>
                  <a:cubicBezTo>
                    <a:pt x="11861" y="12633"/>
                    <a:pt x="11572" y="13019"/>
                    <a:pt x="11347" y="13147"/>
                  </a:cubicBezTo>
                  <a:cubicBezTo>
                    <a:pt x="11186" y="13244"/>
                    <a:pt x="11090" y="13372"/>
                    <a:pt x="11026" y="13533"/>
                  </a:cubicBezTo>
                  <a:cubicBezTo>
                    <a:pt x="10897" y="13790"/>
                    <a:pt x="10865" y="14112"/>
                    <a:pt x="10801" y="14497"/>
                  </a:cubicBezTo>
                  <a:cubicBezTo>
                    <a:pt x="10704" y="15044"/>
                    <a:pt x="10640" y="15654"/>
                    <a:pt x="10447" y="16137"/>
                  </a:cubicBezTo>
                  <a:cubicBezTo>
                    <a:pt x="10351" y="16394"/>
                    <a:pt x="10254" y="16587"/>
                    <a:pt x="10126" y="16747"/>
                  </a:cubicBezTo>
                  <a:cubicBezTo>
                    <a:pt x="9965" y="16908"/>
                    <a:pt x="9836" y="17005"/>
                    <a:pt x="9611" y="17037"/>
                  </a:cubicBezTo>
                  <a:cubicBezTo>
                    <a:pt x="9451" y="17101"/>
                    <a:pt x="9290" y="17101"/>
                    <a:pt x="9161" y="17101"/>
                  </a:cubicBezTo>
                  <a:cubicBezTo>
                    <a:pt x="8583" y="17101"/>
                    <a:pt x="8165" y="16876"/>
                    <a:pt x="7843" y="16619"/>
                  </a:cubicBezTo>
                  <a:cubicBezTo>
                    <a:pt x="7683" y="16490"/>
                    <a:pt x="7554" y="16362"/>
                    <a:pt x="7490" y="16265"/>
                  </a:cubicBezTo>
                  <a:lnTo>
                    <a:pt x="7393" y="16169"/>
                  </a:lnTo>
                  <a:lnTo>
                    <a:pt x="7393" y="16137"/>
                  </a:lnTo>
                  <a:lnTo>
                    <a:pt x="7361" y="16137"/>
                  </a:lnTo>
                  <a:cubicBezTo>
                    <a:pt x="7315" y="16067"/>
                    <a:pt x="7252" y="16014"/>
                    <a:pt x="7172" y="16014"/>
                  </a:cubicBezTo>
                  <a:cubicBezTo>
                    <a:pt x="7141" y="16014"/>
                    <a:pt x="7108" y="16022"/>
                    <a:pt x="7072" y="16040"/>
                  </a:cubicBezTo>
                  <a:cubicBezTo>
                    <a:pt x="6943" y="16072"/>
                    <a:pt x="6493" y="16169"/>
                    <a:pt x="5915" y="16169"/>
                  </a:cubicBezTo>
                  <a:cubicBezTo>
                    <a:pt x="5593" y="16169"/>
                    <a:pt x="5240" y="16137"/>
                    <a:pt x="4886" y="16040"/>
                  </a:cubicBezTo>
                  <a:cubicBezTo>
                    <a:pt x="4629" y="15944"/>
                    <a:pt x="4500" y="15847"/>
                    <a:pt x="4404" y="15783"/>
                  </a:cubicBezTo>
                  <a:cubicBezTo>
                    <a:pt x="4340" y="15719"/>
                    <a:pt x="4307" y="15654"/>
                    <a:pt x="4307" y="15590"/>
                  </a:cubicBezTo>
                  <a:cubicBezTo>
                    <a:pt x="4243" y="15494"/>
                    <a:pt x="4243" y="15365"/>
                    <a:pt x="4211" y="15204"/>
                  </a:cubicBezTo>
                  <a:cubicBezTo>
                    <a:pt x="4179" y="15044"/>
                    <a:pt x="4147" y="14851"/>
                    <a:pt x="3986" y="14626"/>
                  </a:cubicBezTo>
                  <a:cubicBezTo>
                    <a:pt x="3954" y="14529"/>
                    <a:pt x="3857" y="14433"/>
                    <a:pt x="3729" y="14304"/>
                  </a:cubicBezTo>
                  <a:cubicBezTo>
                    <a:pt x="3311" y="13822"/>
                    <a:pt x="2507" y="12954"/>
                    <a:pt x="1800" y="11861"/>
                  </a:cubicBezTo>
                  <a:cubicBezTo>
                    <a:pt x="1125" y="10769"/>
                    <a:pt x="547" y="9483"/>
                    <a:pt x="547" y="8197"/>
                  </a:cubicBezTo>
                  <a:cubicBezTo>
                    <a:pt x="547" y="8004"/>
                    <a:pt x="547" y="7779"/>
                    <a:pt x="579" y="7586"/>
                  </a:cubicBezTo>
                  <a:cubicBezTo>
                    <a:pt x="804" y="5947"/>
                    <a:pt x="1479" y="4340"/>
                    <a:pt x="2732" y="3054"/>
                  </a:cubicBezTo>
                  <a:cubicBezTo>
                    <a:pt x="3986" y="1768"/>
                    <a:pt x="5786" y="836"/>
                    <a:pt x="8293" y="611"/>
                  </a:cubicBezTo>
                  <a:cubicBezTo>
                    <a:pt x="8808" y="579"/>
                    <a:pt x="9322" y="547"/>
                    <a:pt x="9804" y="547"/>
                  </a:cubicBezTo>
                  <a:close/>
                  <a:moveTo>
                    <a:pt x="9804" y="0"/>
                  </a:moveTo>
                  <a:cubicBezTo>
                    <a:pt x="9290" y="0"/>
                    <a:pt x="8775" y="32"/>
                    <a:pt x="8261" y="64"/>
                  </a:cubicBezTo>
                  <a:cubicBezTo>
                    <a:pt x="5625" y="322"/>
                    <a:pt x="3665" y="1318"/>
                    <a:pt x="2347" y="2668"/>
                  </a:cubicBezTo>
                  <a:cubicBezTo>
                    <a:pt x="997" y="4050"/>
                    <a:pt x="289" y="5786"/>
                    <a:pt x="32" y="7522"/>
                  </a:cubicBezTo>
                  <a:cubicBezTo>
                    <a:pt x="0" y="7747"/>
                    <a:pt x="0" y="7972"/>
                    <a:pt x="0" y="8197"/>
                  </a:cubicBezTo>
                  <a:cubicBezTo>
                    <a:pt x="0" y="9836"/>
                    <a:pt x="836" y="11411"/>
                    <a:pt x="1672" y="12633"/>
                  </a:cubicBezTo>
                  <a:cubicBezTo>
                    <a:pt x="2089" y="13212"/>
                    <a:pt x="2539" y="13758"/>
                    <a:pt x="2893" y="14144"/>
                  </a:cubicBezTo>
                  <a:cubicBezTo>
                    <a:pt x="3054" y="14337"/>
                    <a:pt x="3215" y="14529"/>
                    <a:pt x="3311" y="14658"/>
                  </a:cubicBezTo>
                  <a:cubicBezTo>
                    <a:pt x="3440" y="14787"/>
                    <a:pt x="3536" y="14883"/>
                    <a:pt x="3568" y="14915"/>
                  </a:cubicBezTo>
                  <a:cubicBezTo>
                    <a:pt x="3632" y="15044"/>
                    <a:pt x="3665" y="15140"/>
                    <a:pt x="3665" y="15237"/>
                  </a:cubicBezTo>
                  <a:cubicBezTo>
                    <a:pt x="3729" y="15429"/>
                    <a:pt x="3729" y="15654"/>
                    <a:pt x="3857" y="15912"/>
                  </a:cubicBezTo>
                  <a:cubicBezTo>
                    <a:pt x="3922" y="16040"/>
                    <a:pt x="4018" y="16169"/>
                    <a:pt x="4179" y="16265"/>
                  </a:cubicBezTo>
                  <a:cubicBezTo>
                    <a:pt x="4307" y="16362"/>
                    <a:pt x="4500" y="16458"/>
                    <a:pt x="4725" y="16522"/>
                  </a:cubicBezTo>
                  <a:cubicBezTo>
                    <a:pt x="5143" y="16683"/>
                    <a:pt x="5561" y="16715"/>
                    <a:pt x="5915" y="16715"/>
                  </a:cubicBezTo>
                  <a:cubicBezTo>
                    <a:pt x="6412" y="16715"/>
                    <a:pt x="6822" y="16643"/>
                    <a:pt x="7047" y="16585"/>
                  </a:cubicBezTo>
                  <a:lnTo>
                    <a:pt x="7047" y="16585"/>
                  </a:lnTo>
                  <a:cubicBezTo>
                    <a:pt x="7141" y="16703"/>
                    <a:pt x="7299" y="16870"/>
                    <a:pt x="7522" y="17037"/>
                  </a:cubicBezTo>
                  <a:cubicBezTo>
                    <a:pt x="7875" y="17326"/>
                    <a:pt x="8422" y="17647"/>
                    <a:pt x="9161" y="17647"/>
                  </a:cubicBezTo>
                  <a:cubicBezTo>
                    <a:pt x="9354" y="17647"/>
                    <a:pt x="9547" y="17615"/>
                    <a:pt x="9740" y="17583"/>
                  </a:cubicBezTo>
                  <a:cubicBezTo>
                    <a:pt x="10222" y="17455"/>
                    <a:pt x="10576" y="17101"/>
                    <a:pt x="10768" y="16715"/>
                  </a:cubicBezTo>
                  <a:cubicBezTo>
                    <a:pt x="11090" y="16105"/>
                    <a:pt x="11186" y="15365"/>
                    <a:pt x="11315" y="14722"/>
                  </a:cubicBezTo>
                  <a:cubicBezTo>
                    <a:pt x="11347" y="14401"/>
                    <a:pt x="11379" y="14112"/>
                    <a:pt x="11443" y="13919"/>
                  </a:cubicBezTo>
                  <a:cubicBezTo>
                    <a:pt x="11476" y="13822"/>
                    <a:pt x="11508" y="13726"/>
                    <a:pt x="11540" y="13694"/>
                  </a:cubicBezTo>
                  <a:cubicBezTo>
                    <a:pt x="11572" y="13629"/>
                    <a:pt x="11604" y="13597"/>
                    <a:pt x="11604" y="13597"/>
                  </a:cubicBezTo>
                  <a:cubicBezTo>
                    <a:pt x="12022" y="13372"/>
                    <a:pt x="12279" y="12954"/>
                    <a:pt x="12729" y="12472"/>
                  </a:cubicBezTo>
                  <a:cubicBezTo>
                    <a:pt x="13147" y="11990"/>
                    <a:pt x="13726" y="11444"/>
                    <a:pt x="14690" y="10897"/>
                  </a:cubicBezTo>
                  <a:cubicBezTo>
                    <a:pt x="15719" y="10286"/>
                    <a:pt x="16265" y="9547"/>
                    <a:pt x="16522" y="8936"/>
                  </a:cubicBezTo>
                  <a:cubicBezTo>
                    <a:pt x="16683" y="8555"/>
                    <a:pt x="16756" y="8236"/>
                    <a:pt x="16788" y="8042"/>
                  </a:cubicBezTo>
                  <a:lnTo>
                    <a:pt x="16788" y="8042"/>
                  </a:lnTo>
                  <a:cubicBezTo>
                    <a:pt x="17004" y="7960"/>
                    <a:pt x="17399" y="7781"/>
                    <a:pt x="17808" y="7458"/>
                  </a:cubicBezTo>
                  <a:cubicBezTo>
                    <a:pt x="18387" y="7008"/>
                    <a:pt x="18997" y="6236"/>
                    <a:pt x="18997" y="5079"/>
                  </a:cubicBezTo>
                  <a:cubicBezTo>
                    <a:pt x="18997" y="4854"/>
                    <a:pt x="18997" y="4661"/>
                    <a:pt x="18933" y="4436"/>
                  </a:cubicBezTo>
                  <a:cubicBezTo>
                    <a:pt x="18837" y="3761"/>
                    <a:pt x="18483" y="3150"/>
                    <a:pt x="17937" y="2636"/>
                  </a:cubicBezTo>
                  <a:cubicBezTo>
                    <a:pt x="16362" y="1029"/>
                    <a:pt x="13276" y="0"/>
                    <a:pt x="98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4375;p64">
              <a:extLst>
                <a:ext uri="{FF2B5EF4-FFF2-40B4-BE49-F238E27FC236}">
                  <a16:creationId xmlns:a16="http://schemas.microsoft.com/office/drawing/2014/main" id="{86D94C15-B6A4-DD2E-4A8F-233BF57B9590}"/>
                </a:ext>
              </a:extLst>
            </p:cNvPr>
            <p:cNvSpPr/>
            <p:nvPr/>
          </p:nvSpPr>
          <p:spPr>
            <a:xfrm>
              <a:off x="2647575" y="1608275"/>
              <a:ext cx="315425" cy="350275"/>
            </a:xfrm>
            <a:custGeom>
              <a:avLst/>
              <a:gdLst/>
              <a:ahLst/>
              <a:cxnLst/>
              <a:rect l="l" t="t" r="r" b="b"/>
              <a:pathLst>
                <a:path w="12617" h="14011" extrusionOk="0">
                  <a:moveTo>
                    <a:pt x="11491" y="0"/>
                  </a:moveTo>
                  <a:cubicBezTo>
                    <a:pt x="11491" y="0"/>
                    <a:pt x="11041" y="1704"/>
                    <a:pt x="9530" y="1704"/>
                  </a:cubicBezTo>
                  <a:cubicBezTo>
                    <a:pt x="8020" y="1704"/>
                    <a:pt x="6541" y="1222"/>
                    <a:pt x="6541" y="1222"/>
                  </a:cubicBezTo>
                  <a:lnTo>
                    <a:pt x="6541" y="1222"/>
                  </a:lnTo>
                  <a:cubicBezTo>
                    <a:pt x="6541" y="1222"/>
                    <a:pt x="7280" y="3183"/>
                    <a:pt x="6702" y="4018"/>
                  </a:cubicBezTo>
                  <a:cubicBezTo>
                    <a:pt x="6155" y="4886"/>
                    <a:pt x="5223" y="4693"/>
                    <a:pt x="5030" y="5079"/>
                  </a:cubicBezTo>
                  <a:cubicBezTo>
                    <a:pt x="4837" y="5433"/>
                    <a:pt x="4934" y="7136"/>
                    <a:pt x="4837" y="7490"/>
                  </a:cubicBezTo>
                  <a:cubicBezTo>
                    <a:pt x="4773" y="7747"/>
                    <a:pt x="4466" y="8419"/>
                    <a:pt x="4097" y="8419"/>
                  </a:cubicBezTo>
                  <a:cubicBezTo>
                    <a:pt x="3912" y="8419"/>
                    <a:pt x="3712" y="8251"/>
                    <a:pt x="3519" y="7779"/>
                  </a:cubicBezTo>
                  <a:cubicBezTo>
                    <a:pt x="3519" y="7779"/>
                    <a:pt x="3712" y="6269"/>
                    <a:pt x="1848" y="6108"/>
                  </a:cubicBezTo>
                  <a:cubicBezTo>
                    <a:pt x="1751" y="6098"/>
                    <a:pt x="1660" y="6093"/>
                    <a:pt x="1575" y="6093"/>
                  </a:cubicBezTo>
                  <a:cubicBezTo>
                    <a:pt x="0" y="6093"/>
                    <a:pt x="453" y="7726"/>
                    <a:pt x="819" y="8519"/>
                  </a:cubicBezTo>
                  <a:cubicBezTo>
                    <a:pt x="1173" y="9387"/>
                    <a:pt x="2491" y="10029"/>
                    <a:pt x="2491" y="10029"/>
                  </a:cubicBezTo>
                  <a:cubicBezTo>
                    <a:pt x="2491" y="10029"/>
                    <a:pt x="2973" y="12183"/>
                    <a:pt x="3616" y="12376"/>
                  </a:cubicBezTo>
                  <a:cubicBezTo>
                    <a:pt x="4243" y="12555"/>
                    <a:pt x="7671" y="14010"/>
                    <a:pt x="8748" y="14010"/>
                  </a:cubicBezTo>
                  <a:cubicBezTo>
                    <a:pt x="8831" y="14010"/>
                    <a:pt x="8899" y="14002"/>
                    <a:pt x="8952" y="13983"/>
                  </a:cubicBezTo>
                  <a:cubicBezTo>
                    <a:pt x="9723" y="13694"/>
                    <a:pt x="10463" y="10222"/>
                    <a:pt x="10463" y="10222"/>
                  </a:cubicBezTo>
                  <a:cubicBezTo>
                    <a:pt x="10463" y="10222"/>
                    <a:pt x="11781" y="9579"/>
                    <a:pt x="11781" y="8904"/>
                  </a:cubicBezTo>
                  <a:cubicBezTo>
                    <a:pt x="11781" y="8262"/>
                    <a:pt x="11202" y="6365"/>
                    <a:pt x="11202" y="5915"/>
                  </a:cubicBezTo>
                  <a:cubicBezTo>
                    <a:pt x="11202" y="5433"/>
                    <a:pt x="12263" y="4115"/>
                    <a:pt x="12423" y="3086"/>
                  </a:cubicBezTo>
                  <a:cubicBezTo>
                    <a:pt x="12616" y="2058"/>
                    <a:pt x="11491" y="0"/>
                    <a:pt x="11491" y="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4376;p64">
              <a:extLst>
                <a:ext uri="{FF2B5EF4-FFF2-40B4-BE49-F238E27FC236}">
                  <a16:creationId xmlns:a16="http://schemas.microsoft.com/office/drawing/2014/main" id="{6D6D3D4D-1C1C-0A69-14AD-5D091D5D1756}"/>
                </a:ext>
              </a:extLst>
            </p:cNvPr>
            <p:cNvSpPr/>
            <p:nvPr/>
          </p:nvSpPr>
          <p:spPr>
            <a:xfrm>
              <a:off x="2652775" y="1601625"/>
              <a:ext cx="312625" cy="363475"/>
            </a:xfrm>
            <a:custGeom>
              <a:avLst/>
              <a:gdLst/>
              <a:ahLst/>
              <a:cxnLst/>
              <a:rect l="l" t="t" r="r" b="b"/>
              <a:pathLst>
                <a:path w="12505" h="14539" extrusionOk="0">
                  <a:moveTo>
                    <a:pt x="11312" y="902"/>
                  </a:moveTo>
                  <a:cubicBezTo>
                    <a:pt x="11404" y="1095"/>
                    <a:pt x="11508" y="1328"/>
                    <a:pt x="11605" y="1584"/>
                  </a:cubicBezTo>
                  <a:cubicBezTo>
                    <a:pt x="11798" y="2099"/>
                    <a:pt x="11990" y="2709"/>
                    <a:pt x="11990" y="3095"/>
                  </a:cubicBezTo>
                  <a:cubicBezTo>
                    <a:pt x="11990" y="3192"/>
                    <a:pt x="11990" y="3256"/>
                    <a:pt x="11958" y="3320"/>
                  </a:cubicBezTo>
                  <a:cubicBezTo>
                    <a:pt x="11894" y="3770"/>
                    <a:pt x="11605" y="4349"/>
                    <a:pt x="11315" y="4863"/>
                  </a:cubicBezTo>
                  <a:cubicBezTo>
                    <a:pt x="11187" y="5120"/>
                    <a:pt x="11026" y="5345"/>
                    <a:pt x="10930" y="5570"/>
                  </a:cubicBezTo>
                  <a:cubicBezTo>
                    <a:pt x="10833" y="5795"/>
                    <a:pt x="10737" y="5956"/>
                    <a:pt x="10737" y="6181"/>
                  </a:cubicBezTo>
                  <a:cubicBezTo>
                    <a:pt x="10737" y="6342"/>
                    <a:pt x="10769" y="6535"/>
                    <a:pt x="10833" y="6792"/>
                  </a:cubicBezTo>
                  <a:cubicBezTo>
                    <a:pt x="10930" y="7177"/>
                    <a:pt x="11026" y="7660"/>
                    <a:pt x="11123" y="8110"/>
                  </a:cubicBezTo>
                  <a:cubicBezTo>
                    <a:pt x="11219" y="8560"/>
                    <a:pt x="11315" y="8978"/>
                    <a:pt x="11315" y="9170"/>
                  </a:cubicBezTo>
                  <a:cubicBezTo>
                    <a:pt x="11315" y="9235"/>
                    <a:pt x="11251" y="9363"/>
                    <a:pt x="11155" y="9492"/>
                  </a:cubicBezTo>
                  <a:cubicBezTo>
                    <a:pt x="10994" y="9685"/>
                    <a:pt x="10737" y="9878"/>
                    <a:pt x="10544" y="10006"/>
                  </a:cubicBezTo>
                  <a:cubicBezTo>
                    <a:pt x="10415" y="10103"/>
                    <a:pt x="10319" y="10135"/>
                    <a:pt x="10255" y="10199"/>
                  </a:cubicBezTo>
                  <a:lnTo>
                    <a:pt x="10158" y="10231"/>
                  </a:lnTo>
                  <a:lnTo>
                    <a:pt x="10126" y="10231"/>
                  </a:lnTo>
                  <a:cubicBezTo>
                    <a:pt x="10062" y="10295"/>
                    <a:pt x="10030" y="10360"/>
                    <a:pt x="9997" y="10424"/>
                  </a:cubicBezTo>
                  <a:cubicBezTo>
                    <a:pt x="9997" y="10424"/>
                    <a:pt x="9965" y="10649"/>
                    <a:pt x="9869" y="10970"/>
                  </a:cubicBezTo>
                  <a:cubicBezTo>
                    <a:pt x="9740" y="11453"/>
                    <a:pt x="9547" y="12192"/>
                    <a:pt x="9322" y="12835"/>
                  </a:cubicBezTo>
                  <a:cubicBezTo>
                    <a:pt x="9194" y="13156"/>
                    <a:pt x="9065" y="13446"/>
                    <a:pt x="8937" y="13638"/>
                  </a:cubicBezTo>
                  <a:cubicBezTo>
                    <a:pt x="8872" y="13767"/>
                    <a:pt x="8808" y="13831"/>
                    <a:pt x="8776" y="13896"/>
                  </a:cubicBezTo>
                  <a:cubicBezTo>
                    <a:pt x="8712" y="13960"/>
                    <a:pt x="8680" y="13992"/>
                    <a:pt x="8680" y="13992"/>
                  </a:cubicBezTo>
                  <a:lnTo>
                    <a:pt x="8519" y="13992"/>
                  </a:lnTo>
                  <a:cubicBezTo>
                    <a:pt x="8294" y="13992"/>
                    <a:pt x="7908" y="13928"/>
                    <a:pt x="7426" y="13767"/>
                  </a:cubicBezTo>
                  <a:cubicBezTo>
                    <a:pt x="6719" y="13574"/>
                    <a:pt x="5851" y="13253"/>
                    <a:pt x="5112" y="12996"/>
                  </a:cubicBezTo>
                  <a:cubicBezTo>
                    <a:pt x="4726" y="12835"/>
                    <a:pt x="4404" y="12706"/>
                    <a:pt x="4115" y="12610"/>
                  </a:cubicBezTo>
                  <a:cubicBezTo>
                    <a:pt x="3826" y="12513"/>
                    <a:pt x="3633" y="12417"/>
                    <a:pt x="3472" y="12385"/>
                  </a:cubicBezTo>
                  <a:cubicBezTo>
                    <a:pt x="3440" y="12385"/>
                    <a:pt x="3311" y="12256"/>
                    <a:pt x="3183" y="12063"/>
                  </a:cubicBezTo>
                  <a:cubicBezTo>
                    <a:pt x="3022" y="11742"/>
                    <a:pt x="2829" y="11292"/>
                    <a:pt x="2733" y="10906"/>
                  </a:cubicBezTo>
                  <a:cubicBezTo>
                    <a:pt x="2669" y="10713"/>
                    <a:pt x="2636" y="10553"/>
                    <a:pt x="2604" y="10424"/>
                  </a:cubicBezTo>
                  <a:cubicBezTo>
                    <a:pt x="2572" y="10328"/>
                    <a:pt x="2540" y="10231"/>
                    <a:pt x="2540" y="10231"/>
                  </a:cubicBezTo>
                  <a:cubicBezTo>
                    <a:pt x="2540" y="10167"/>
                    <a:pt x="2476" y="10103"/>
                    <a:pt x="2411" y="10070"/>
                  </a:cubicBezTo>
                  <a:lnTo>
                    <a:pt x="2347" y="10038"/>
                  </a:lnTo>
                  <a:cubicBezTo>
                    <a:pt x="2251" y="9974"/>
                    <a:pt x="1929" y="9781"/>
                    <a:pt x="1608" y="9556"/>
                  </a:cubicBezTo>
                  <a:cubicBezTo>
                    <a:pt x="1286" y="9299"/>
                    <a:pt x="965" y="8978"/>
                    <a:pt x="836" y="8688"/>
                  </a:cubicBezTo>
                  <a:cubicBezTo>
                    <a:pt x="708" y="8335"/>
                    <a:pt x="515" y="7820"/>
                    <a:pt x="515" y="7402"/>
                  </a:cubicBezTo>
                  <a:cubicBezTo>
                    <a:pt x="515" y="7177"/>
                    <a:pt x="579" y="6952"/>
                    <a:pt x="708" y="6856"/>
                  </a:cubicBezTo>
                  <a:cubicBezTo>
                    <a:pt x="804" y="6727"/>
                    <a:pt x="997" y="6631"/>
                    <a:pt x="1383" y="6599"/>
                  </a:cubicBezTo>
                  <a:cubicBezTo>
                    <a:pt x="1447" y="6599"/>
                    <a:pt x="1511" y="6631"/>
                    <a:pt x="1608" y="6631"/>
                  </a:cubicBezTo>
                  <a:cubicBezTo>
                    <a:pt x="2315" y="6695"/>
                    <a:pt x="2669" y="6952"/>
                    <a:pt x="2829" y="7242"/>
                  </a:cubicBezTo>
                  <a:cubicBezTo>
                    <a:pt x="3022" y="7499"/>
                    <a:pt x="3054" y="7788"/>
                    <a:pt x="3054" y="7949"/>
                  </a:cubicBezTo>
                  <a:lnTo>
                    <a:pt x="3054" y="8013"/>
                  </a:lnTo>
                  <a:lnTo>
                    <a:pt x="3086" y="8142"/>
                  </a:lnTo>
                  <a:cubicBezTo>
                    <a:pt x="3183" y="8399"/>
                    <a:pt x="3279" y="8592"/>
                    <a:pt x="3408" y="8720"/>
                  </a:cubicBezTo>
                  <a:cubicBezTo>
                    <a:pt x="3536" y="8849"/>
                    <a:pt x="3697" y="8945"/>
                    <a:pt x="3890" y="8945"/>
                  </a:cubicBezTo>
                  <a:cubicBezTo>
                    <a:pt x="4051" y="8945"/>
                    <a:pt x="4212" y="8881"/>
                    <a:pt x="4308" y="8785"/>
                  </a:cubicBezTo>
                  <a:cubicBezTo>
                    <a:pt x="4501" y="8656"/>
                    <a:pt x="4597" y="8463"/>
                    <a:pt x="4694" y="8303"/>
                  </a:cubicBezTo>
                  <a:cubicBezTo>
                    <a:pt x="4790" y="8110"/>
                    <a:pt x="4854" y="7949"/>
                    <a:pt x="4887" y="7820"/>
                  </a:cubicBezTo>
                  <a:cubicBezTo>
                    <a:pt x="4919" y="7692"/>
                    <a:pt x="4951" y="7499"/>
                    <a:pt x="4951" y="7274"/>
                  </a:cubicBezTo>
                  <a:cubicBezTo>
                    <a:pt x="4951" y="6952"/>
                    <a:pt x="4951" y="6535"/>
                    <a:pt x="4983" y="6181"/>
                  </a:cubicBezTo>
                  <a:cubicBezTo>
                    <a:pt x="4983" y="5988"/>
                    <a:pt x="4983" y="5827"/>
                    <a:pt x="5015" y="5699"/>
                  </a:cubicBezTo>
                  <a:cubicBezTo>
                    <a:pt x="5015" y="5570"/>
                    <a:pt x="5047" y="5474"/>
                    <a:pt x="5047" y="5442"/>
                  </a:cubicBezTo>
                  <a:lnTo>
                    <a:pt x="5079" y="5442"/>
                  </a:lnTo>
                  <a:cubicBezTo>
                    <a:pt x="5112" y="5409"/>
                    <a:pt x="5208" y="5377"/>
                    <a:pt x="5304" y="5345"/>
                  </a:cubicBezTo>
                  <a:cubicBezTo>
                    <a:pt x="5497" y="5281"/>
                    <a:pt x="5722" y="5217"/>
                    <a:pt x="5979" y="5088"/>
                  </a:cubicBezTo>
                  <a:cubicBezTo>
                    <a:pt x="6237" y="4959"/>
                    <a:pt x="6526" y="4767"/>
                    <a:pt x="6719" y="4445"/>
                  </a:cubicBezTo>
                  <a:cubicBezTo>
                    <a:pt x="6944" y="4156"/>
                    <a:pt x="6976" y="3770"/>
                    <a:pt x="6976" y="3417"/>
                  </a:cubicBezTo>
                  <a:cubicBezTo>
                    <a:pt x="6976" y="2862"/>
                    <a:pt x="6848" y="2275"/>
                    <a:pt x="6734" y="1876"/>
                  </a:cubicBezTo>
                  <a:lnTo>
                    <a:pt x="6734" y="1876"/>
                  </a:lnTo>
                  <a:cubicBezTo>
                    <a:pt x="7309" y="2019"/>
                    <a:pt x="8309" y="2227"/>
                    <a:pt x="9322" y="2227"/>
                  </a:cubicBezTo>
                  <a:cubicBezTo>
                    <a:pt x="10190" y="2227"/>
                    <a:pt x="10769" y="1713"/>
                    <a:pt x="11090" y="1263"/>
                  </a:cubicBezTo>
                  <a:cubicBezTo>
                    <a:pt x="11178" y="1140"/>
                    <a:pt x="11252" y="1017"/>
                    <a:pt x="11312" y="902"/>
                  </a:cubicBezTo>
                  <a:close/>
                  <a:moveTo>
                    <a:pt x="11316" y="1"/>
                  </a:moveTo>
                  <a:cubicBezTo>
                    <a:pt x="11296" y="1"/>
                    <a:pt x="11274" y="4"/>
                    <a:pt x="11251" y="9"/>
                  </a:cubicBezTo>
                  <a:cubicBezTo>
                    <a:pt x="11155" y="9"/>
                    <a:pt x="11058" y="106"/>
                    <a:pt x="11026" y="202"/>
                  </a:cubicBezTo>
                  <a:cubicBezTo>
                    <a:pt x="10994" y="266"/>
                    <a:pt x="10865" y="684"/>
                    <a:pt x="10608" y="1038"/>
                  </a:cubicBezTo>
                  <a:cubicBezTo>
                    <a:pt x="10319" y="1391"/>
                    <a:pt x="9933" y="1681"/>
                    <a:pt x="9322" y="1681"/>
                  </a:cubicBezTo>
                  <a:cubicBezTo>
                    <a:pt x="8583" y="1681"/>
                    <a:pt x="7876" y="1584"/>
                    <a:pt x="7297" y="1456"/>
                  </a:cubicBezTo>
                  <a:cubicBezTo>
                    <a:pt x="7040" y="1391"/>
                    <a:pt x="6815" y="1327"/>
                    <a:pt x="6654" y="1295"/>
                  </a:cubicBezTo>
                  <a:cubicBezTo>
                    <a:pt x="6558" y="1263"/>
                    <a:pt x="6494" y="1263"/>
                    <a:pt x="6462" y="1263"/>
                  </a:cubicBezTo>
                  <a:lnTo>
                    <a:pt x="6397" y="1231"/>
                  </a:lnTo>
                  <a:cubicBezTo>
                    <a:pt x="6371" y="1222"/>
                    <a:pt x="6346" y="1218"/>
                    <a:pt x="6320" y="1218"/>
                  </a:cubicBezTo>
                  <a:cubicBezTo>
                    <a:pt x="6252" y="1218"/>
                    <a:pt x="6187" y="1248"/>
                    <a:pt x="6140" y="1295"/>
                  </a:cubicBezTo>
                  <a:cubicBezTo>
                    <a:pt x="6044" y="1391"/>
                    <a:pt x="6044" y="1488"/>
                    <a:pt x="6076" y="1584"/>
                  </a:cubicBezTo>
                  <a:lnTo>
                    <a:pt x="6076" y="1616"/>
                  </a:lnTo>
                  <a:cubicBezTo>
                    <a:pt x="6172" y="1809"/>
                    <a:pt x="6462" y="2709"/>
                    <a:pt x="6462" y="3417"/>
                  </a:cubicBezTo>
                  <a:cubicBezTo>
                    <a:pt x="6462" y="3738"/>
                    <a:pt x="6397" y="3995"/>
                    <a:pt x="6301" y="4156"/>
                  </a:cubicBezTo>
                  <a:cubicBezTo>
                    <a:pt x="6044" y="4509"/>
                    <a:pt x="5754" y="4638"/>
                    <a:pt x="5433" y="4734"/>
                  </a:cubicBezTo>
                  <a:cubicBezTo>
                    <a:pt x="5272" y="4799"/>
                    <a:pt x="5144" y="4831"/>
                    <a:pt x="4983" y="4895"/>
                  </a:cubicBezTo>
                  <a:cubicBezTo>
                    <a:pt x="4919" y="4895"/>
                    <a:pt x="4854" y="4959"/>
                    <a:pt x="4758" y="4992"/>
                  </a:cubicBezTo>
                  <a:cubicBezTo>
                    <a:pt x="4694" y="5056"/>
                    <a:pt x="4629" y="5120"/>
                    <a:pt x="4565" y="5217"/>
                  </a:cubicBezTo>
                  <a:cubicBezTo>
                    <a:pt x="4533" y="5281"/>
                    <a:pt x="4533" y="5377"/>
                    <a:pt x="4501" y="5474"/>
                  </a:cubicBezTo>
                  <a:cubicBezTo>
                    <a:pt x="4437" y="5795"/>
                    <a:pt x="4437" y="6277"/>
                    <a:pt x="4404" y="6727"/>
                  </a:cubicBezTo>
                  <a:cubicBezTo>
                    <a:pt x="4404" y="6952"/>
                    <a:pt x="4404" y="7177"/>
                    <a:pt x="4404" y="7338"/>
                  </a:cubicBezTo>
                  <a:cubicBezTo>
                    <a:pt x="4404" y="7531"/>
                    <a:pt x="4372" y="7660"/>
                    <a:pt x="4372" y="7692"/>
                  </a:cubicBezTo>
                  <a:cubicBezTo>
                    <a:pt x="4340" y="7788"/>
                    <a:pt x="4276" y="8013"/>
                    <a:pt x="4147" y="8174"/>
                  </a:cubicBezTo>
                  <a:cubicBezTo>
                    <a:pt x="4083" y="8270"/>
                    <a:pt x="4051" y="8335"/>
                    <a:pt x="3987" y="8367"/>
                  </a:cubicBezTo>
                  <a:cubicBezTo>
                    <a:pt x="3922" y="8399"/>
                    <a:pt x="3890" y="8431"/>
                    <a:pt x="3890" y="8431"/>
                  </a:cubicBezTo>
                  <a:cubicBezTo>
                    <a:pt x="3890" y="8399"/>
                    <a:pt x="3858" y="8431"/>
                    <a:pt x="3794" y="8367"/>
                  </a:cubicBezTo>
                  <a:cubicBezTo>
                    <a:pt x="3737" y="8310"/>
                    <a:pt x="3680" y="8203"/>
                    <a:pt x="3601" y="8023"/>
                  </a:cubicBezTo>
                  <a:lnTo>
                    <a:pt x="3601" y="8023"/>
                  </a:lnTo>
                  <a:cubicBezTo>
                    <a:pt x="3601" y="8001"/>
                    <a:pt x="3601" y="7975"/>
                    <a:pt x="3601" y="7949"/>
                  </a:cubicBezTo>
                  <a:cubicBezTo>
                    <a:pt x="3601" y="7724"/>
                    <a:pt x="3569" y="7306"/>
                    <a:pt x="3279" y="6920"/>
                  </a:cubicBezTo>
                  <a:cubicBezTo>
                    <a:pt x="3022" y="6535"/>
                    <a:pt x="2508" y="6181"/>
                    <a:pt x="1672" y="6085"/>
                  </a:cubicBezTo>
                  <a:lnTo>
                    <a:pt x="1383" y="6085"/>
                  </a:lnTo>
                  <a:cubicBezTo>
                    <a:pt x="901" y="6085"/>
                    <a:pt x="515" y="6213"/>
                    <a:pt x="290" y="6502"/>
                  </a:cubicBezTo>
                  <a:cubicBezTo>
                    <a:pt x="65" y="6760"/>
                    <a:pt x="1" y="7081"/>
                    <a:pt x="1" y="7402"/>
                  </a:cubicBezTo>
                  <a:cubicBezTo>
                    <a:pt x="1" y="7949"/>
                    <a:pt x="193" y="8528"/>
                    <a:pt x="354" y="8913"/>
                  </a:cubicBezTo>
                  <a:cubicBezTo>
                    <a:pt x="579" y="9395"/>
                    <a:pt x="1029" y="9813"/>
                    <a:pt x="1415" y="10070"/>
                  </a:cubicBezTo>
                  <a:cubicBezTo>
                    <a:pt x="1693" y="10263"/>
                    <a:pt x="1928" y="10398"/>
                    <a:pt x="2055" y="10477"/>
                  </a:cubicBezTo>
                  <a:lnTo>
                    <a:pt x="2055" y="10477"/>
                  </a:lnTo>
                  <a:cubicBezTo>
                    <a:pt x="2103" y="10668"/>
                    <a:pt x="2208" y="11068"/>
                    <a:pt x="2347" y="11485"/>
                  </a:cubicBezTo>
                  <a:cubicBezTo>
                    <a:pt x="2444" y="11774"/>
                    <a:pt x="2572" y="12096"/>
                    <a:pt x="2733" y="12321"/>
                  </a:cubicBezTo>
                  <a:cubicBezTo>
                    <a:pt x="2894" y="12578"/>
                    <a:pt x="3054" y="12803"/>
                    <a:pt x="3344" y="12899"/>
                  </a:cubicBezTo>
                  <a:cubicBezTo>
                    <a:pt x="3472" y="12931"/>
                    <a:pt x="3794" y="13060"/>
                    <a:pt x="4212" y="13221"/>
                  </a:cubicBezTo>
                  <a:cubicBezTo>
                    <a:pt x="4854" y="13446"/>
                    <a:pt x="5690" y="13799"/>
                    <a:pt x="6494" y="14056"/>
                  </a:cubicBezTo>
                  <a:cubicBezTo>
                    <a:pt x="6912" y="14185"/>
                    <a:pt x="7297" y="14314"/>
                    <a:pt x="7651" y="14378"/>
                  </a:cubicBezTo>
                  <a:cubicBezTo>
                    <a:pt x="7972" y="14474"/>
                    <a:pt x="8294" y="14539"/>
                    <a:pt x="8519" y="14539"/>
                  </a:cubicBezTo>
                  <a:cubicBezTo>
                    <a:pt x="8647" y="14539"/>
                    <a:pt x="8744" y="14539"/>
                    <a:pt x="8840" y="14474"/>
                  </a:cubicBezTo>
                  <a:cubicBezTo>
                    <a:pt x="9033" y="14410"/>
                    <a:pt x="9130" y="14314"/>
                    <a:pt x="9258" y="14153"/>
                  </a:cubicBezTo>
                  <a:cubicBezTo>
                    <a:pt x="9451" y="13896"/>
                    <a:pt x="9612" y="13574"/>
                    <a:pt x="9740" y="13188"/>
                  </a:cubicBezTo>
                  <a:cubicBezTo>
                    <a:pt x="10117" y="12220"/>
                    <a:pt x="10404" y="11026"/>
                    <a:pt x="10487" y="10663"/>
                  </a:cubicBezTo>
                  <a:lnTo>
                    <a:pt x="10487" y="10663"/>
                  </a:lnTo>
                  <a:cubicBezTo>
                    <a:pt x="10618" y="10596"/>
                    <a:pt x="10854" y="10467"/>
                    <a:pt x="11090" y="10295"/>
                  </a:cubicBezTo>
                  <a:cubicBezTo>
                    <a:pt x="11251" y="10167"/>
                    <a:pt x="11444" y="10006"/>
                    <a:pt x="11573" y="9813"/>
                  </a:cubicBezTo>
                  <a:cubicBezTo>
                    <a:pt x="11733" y="9653"/>
                    <a:pt x="11830" y="9428"/>
                    <a:pt x="11830" y="9170"/>
                  </a:cubicBezTo>
                  <a:cubicBezTo>
                    <a:pt x="11830" y="8978"/>
                    <a:pt x="11798" y="8720"/>
                    <a:pt x="11733" y="8431"/>
                  </a:cubicBezTo>
                  <a:cubicBezTo>
                    <a:pt x="11669" y="8013"/>
                    <a:pt x="11540" y="7531"/>
                    <a:pt x="11444" y="7081"/>
                  </a:cubicBezTo>
                  <a:cubicBezTo>
                    <a:pt x="11412" y="6888"/>
                    <a:pt x="11348" y="6695"/>
                    <a:pt x="11315" y="6502"/>
                  </a:cubicBezTo>
                  <a:cubicBezTo>
                    <a:pt x="11283" y="6342"/>
                    <a:pt x="11283" y="6213"/>
                    <a:pt x="11283" y="6181"/>
                  </a:cubicBezTo>
                  <a:cubicBezTo>
                    <a:pt x="11283" y="6149"/>
                    <a:pt x="11315" y="5988"/>
                    <a:pt x="11412" y="5795"/>
                  </a:cubicBezTo>
                  <a:cubicBezTo>
                    <a:pt x="11540" y="5506"/>
                    <a:pt x="11798" y="5120"/>
                    <a:pt x="11990" y="4702"/>
                  </a:cubicBezTo>
                  <a:cubicBezTo>
                    <a:pt x="12215" y="4284"/>
                    <a:pt x="12408" y="3834"/>
                    <a:pt x="12505" y="3417"/>
                  </a:cubicBezTo>
                  <a:cubicBezTo>
                    <a:pt x="12505" y="3320"/>
                    <a:pt x="12505" y="3224"/>
                    <a:pt x="12505" y="3095"/>
                  </a:cubicBezTo>
                  <a:cubicBezTo>
                    <a:pt x="12505" y="2484"/>
                    <a:pt x="12248" y="1777"/>
                    <a:pt x="12023" y="1166"/>
                  </a:cubicBezTo>
                  <a:cubicBezTo>
                    <a:pt x="11765" y="588"/>
                    <a:pt x="11540" y="138"/>
                    <a:pt x="11540" y="138"/>
                  </a:cubicBezTo>
                  <a:cubicBezTo>
                    <a:pt x="11488" y="58"/>
                    <a:pt x="11413" y="1"/>
                    <a:pt x="1131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4377;p64">
              <a:extLst>
                <a:ext uri="{FF2B5EF4-FFF2-40B4-BE49-F238E27FC236}">
                  <a16:creationId xmlns:a16="http://schemas.microsoft.com/office/drawing/2014/main" id="{8E975237-DE35-8D00-C872-130A99A1A910}"/>
                </a:ext>
              </a:extLst>
            </p:cNvPr>
            <p:cNvSpPr/>
            <p:nvPr/>
          </p:nvSpPr>
          <p:spPr>
            <a:xfrm>
              <a:off x="2962975" y="1971500"/>
              <a:ext cx="295750" cy="594125"/>
            </a:xfrm>
            <a:custGeom>
              <a:avLst/>
              <a:gdLst/>
              <a:ahLst/>
              <a:cxnLst/>
              <a:rect l="l" t="t" r="r" b="b"/>
              <a:pathLst>
                <a:path w="11830" h="23765" extrusionOk="0">
                  <a:moveTo>
                    <a:pt x="2925" y="1"/>
                  </a:moveTo>
                  <a:lnTo>
                    <a:pt x="0" y="3472"/>
                  </a:lnTo>
                  <a:cubicBezTo>
                    <a:pt x="0" y="3472"/>
                    <a:pt x="482" y="7233"/>
                    <a:pt x="1415" y="8712"/>
                  </a:cubicBezTo>
                  <a:cubicBezTo>
                    <a:pt x="2347" y="10223"/>
                    <a:pt x="6301" y="16041"/>
                    <a:pt x="6301" y="16041"/>
                  </a:cubicBezTo>
                  <a:cubicBezTo>
                    <a:pt x="6301" y="16041"/>
                    <a:pt x="6011" y="18002"/>
                    <a:pt x="6301" y="18580"/>
                  </a:cubicBezTo>
                  <a:cubicBezTo>
                    <a:pt x="6558" y="19127"/>
                    <a:pt x="7683" y="21859"/>
                    <a:pt x="7683" y="22213"/>
                  </a:cubicBezTo>
                  <a:cubicBezTo>
                    <a:pt x="7683" y="22441"/>
                    <a:pt x="7954" y="22636"/>
                    <a:pt x="8195" y="22636"/>
                  </a:cubicBezTo>
                  <a:cubicBezTo>
                    <a:pt x="8360" y="22636"/>
                    <a:pt x="8511" y="22544"/>
                    <a:pt x="8551" y="22309"/>
                  </a:cubicBezTo>
                  <a:cubicBezTo>
                    <a:pt x="8647" y="21763"/>
                    <a:pt x="8647" y="20991"/>
                    <a:pt x="8647" y="20991"/>
                  </a:cubicBezTo>
                  <a:lnTo>
                    <a:pt x="10222" y="23434"/>
                  </a:lnTo>
                  <a:cubicBezTo>
                    <a:pt x="10222" y="23434"/>
                    <a:pt x="10632" y="23765"/>
                    <a:pt x="10977" y="23765"/>
                  </a:cubicBezTo>
                  <a:cubicBezTo>
                    <a:pt x="11125" y="23765"/>
                    <a:pt x="11261" y="23704"/>
                    <a:pt x="11347" y="23530"/>
                  </a:cubicBezTo>
                  <a:cubicBezTo>
                    <a:pt x="11637" y="22984"/>
                    <a:pt x="11444" y="19962"/>
                    <a:pt x="11637" y="18741"/>
                  </a:cubicBezTo>
                  <a:cubicBezTo>
                    <a:pt x="11829" y="17552"/>
                    <a:pt x="10897" y="15848"/>
                    <a:pt x="10126" y="15109"/>
                  </a:cubicBezTo>
                  <a:cubicBezTo>
                    <a:pt x="9386" y="14337"/>
                    <a:pt x="8454" y="13051"/>
                    <a:pt x="8165" y="12762"/>
                  </a:cubicBezTo>
                  <a:cubicBezTo>
                    <a:pt x="7876" y="12473"/>
                    <a:pt x="6654" y="8069"/>
                    <a:pt x="6108" y="5080"/>
                  </a:cubicBezTo>
                  <a:cubicBezTo>
                    <a:pt x="5529" y="2058"/>
                    <a:pt x="4051" y="194"/>
                    <a:pt x="292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4378;p64">
              <a:extLst>
                <a:ext uri="{FF2B5EF4-FFF2-40B4-BE49-F238E27FC236}">
                  <a16:creationId xmlns:a16="http://schemas.microsoft.com/office/drawing/2014/main" id="{6A25D224-2649-1E57-B44C-8A3A5A55AB13}"/>
                </a:ext>
              </a:extLst>
            </p:cNvPr>
            <p:cNvSpPr/>
            <p:nvPr/>
          </p:nvSpPr>
          <p:spPr>
            <a:xfrm>
              <a:off x="2955750" y="1964925"/>
              <a:ext cx="305375" cy="607700"/>
            </a:xfrm>
            <a:custGeom>
              <a:avLst/>
              <a:gdLst/>
              <a:ahLst/>
              <a:cxnLst/>
              <a:rect l="l" t="t" r="r" b="b"/>
              <a:pathLst>
                <a:path w="12215" h="24308" extrusionOk="0">
                  <a:moveTo>
                    <a:pt x="3186" y="0"/>
                  </a:moveTo>
                  <a:cubicBezTo>
                    <a:pt x="3054" y="0"/>
                    <a:pt x="2953" y="92"/>
                    <a:pt x="2925" y="232"/>
                  </a:cubicBezTo>
                  <a:cubicBezTo>
                    <a:pt x="2925" y="360"/>
                    <a:pt x="3022" y="521"/>
                    <a:pt x="3150" y="521"/>
                  </a:cubicBezTo>
                  <a:cubicBezTo>
                    <a:pt x="3600" y="585"/>
                    <a:pt x="4211" y="1067"/>
                    <a:pt x="4790" y="1903"/>
                  </a:cubicBezTo>
                  <a:cubicBezTo>
                    <a:pt x="5336" y="2739"/>
                    <a:pt x="5850" y="3896"/>
                    <a:pt x="6140" y="5375"/>
                  </a:cubicBezTo>
                  <a:cubicBezTo>
                    <a:pt x="6397" y="6885"/>
                    <a:pt x="6847" y="8750"/>
                    <a:pt x="7265" y="10261"/>
                  </a:cubicBezTo>
                  <a:cubicBezTo>
                    <a:pt x="7490" y="11032"/>
                    <a:pt x="7683" y="11707"/>
                    <a:pt x="7843" y="12189"/>
                  </a:cubicBezTo>
                  <a:cubicBezTo>
                    <a:pt x="7908" y="12446"/>
                    <a:pt x="8004" y="12671"/>
                    <a:pt x="8068" y="12832"/>
                  </a:cubicBezTo>
                  <a:cubicBezTo>
                    <a:pt x="8100" y="12896"/>
                    <a:pt x="8133" y="12993"/>
                    <a:pt x="8165" y="13025"/>
                  </a:cubicBezTo>
                  <a:cubicBezTo>
                    <a:pt x="8197" y="13089"/>
                    <a:pt x="8197" y="13154"/>
                    <a:pt x="8261" y="13218"/>
                  </a:cubicBezTo>
                  <a:cubicBezTo>
                    <a:pt x="8325" y="13250"/>
                    <a:pt x="8422" y="13379"/>
                    <a:pt x="8550" y="13572"/>
                  </a:cubicBezTo>
                  <a:cubicBezTo>
                    <a:pt x="8968" y="14086"/>
                    <a:pt x="9643" y="14954"/>
                    <a:pt x="10222" y="15564"/>
                  </a:cubicBezTo>
                  <a:cubicBezTo>
                    <a:pt x="10543" y="15854"/>
                    <a:pt x="10929" y="16400"/>
                    <a:pt x="11186" y="16947"/>
                  </a:cubicBezTo>
                  <a:cubicBezTo>
                    <a:pt x="11476" y="17525"/>
                    <a:pt x="11668" y="18168"/>
                    <a:pt x="11668" y="18682"/>
                  </a:cubicBezTo>
                  <a:cubicBezTo>
                    <a:pt x="11668" y="18779"/>
                    <a:pt x="11668" y="18875"/>
                    <a:pt x="11668" y="18972"/>
                  </a:cubicBezTo>
                  <a:cubicBezTo>
                    <a:pt x="11572" y="19615"/>
                    <a:pt x="11572" y="20675"/>
                    <a:pt x="11540" y="21640"/>
                  </a:cubicBezTo>
                  <a:cubicBezTo>
                    <a:pt x="11540" y="22122"/>
                    <a:pt x="11540" y="22604"/>
                    <a:pt x="11508" y="22958"/>
                  </a:cubicBezTo>
                  <a:cubicBezTo>
                    <a:pt x="11508" y="23151"/>
                    <a:pt x="11476" y="23311"/>
                    <a:pt x="11476" y="23440"/>
                  </a:cubicBezTo>
                  <a:cubicBezTo>
                    <a:pt x="11443" y="23568"/>
                    <a:pt x="11411" y="23665"/>
                    <a:pt x="11411" y="23665"/>
                  </a:cubicBezTo>
                  <a:lnTo>
                    <a:pt x="11347" y="23729"/>
                  </a:lnTo>
                  <a:lnTo>
                    <a:pt x="11283" y="23761"/>
                  </a:lnTo>
                  <a:cubicBezTo>
                    <a:pt x="11186" y="23761"/>
                    <a:pt x="11026" y="23697"/>
                    <a:pt x="10897" y="23633"/>
                  </a:cubicBezTo>
                  <a:cubicBezTo>
                    <a:pt x="10833" y="23601"/>
                    <a:pt x="10768" y="23568"/>
                    <a:pt x="10736" y="23536"/>
                  </a:cubicBezTo>
                  <a:lnTo>
                    <a:pt x="10704" y="23504"/>
                  </a:lnTo>
                  <a:lnTo>
                    <a:pt x="10695" y="23504"/>
                  </a:lnTo>
                  <a:lnTo>
                    <a:pt x="9161" y="21125"/>
                  </a:lnTo>
                  <a:cubicBezTo>
                    <a:pt x="9108" y="21046"/>
                    <a:pt x="9012" y="20989"/>
                    <a:pt x="8908" y="20989"/>
                  </a:cubicBezTo>
                  <a:cubicBezTo>
                    <a:pt x="8885" y="20989"/>
                    <a:pt x="8863" y="20991"/>
                    <a:pt x="8840" y="20997"/>
                  </a:cubicBezTo>
                  <a:cubicBezTo>
                    <a:pt x="8743" y="21061"/>
                    <a:pt x="8647" y="21158"/>
                    <a:pt x="8647" y="21254"/>
                  </a:cubicBezTo>
                  <a:cubicBezTo>
                    <a:pt x="8647" y="21254"/>
                    <a:pt x="8647" y="21447"/>
                    <a:pt x="8647" y="21704"/>
                  </a:cubicBezTo>
                  <a:cubicBezTo>
                    <a:pt x="8647" y="21961"/>
                    <a:pt x="8615" y="22283"/>
                    <a:pt x="8550" y="22540"/>
                  </a:cubicBezTo>
                  <a:cubicBezTo>
                    <a:pt x="8550" y="22604"/>
                    <a:pt x="8550" y="22604"/>
                    <a:pt x="8518" y="22604"/>
                  </a:cubicBezTo>
                  <a:lnTo>
                    <a:pt x="8486" y="22636"/>
                  </a:lnTo>
                  <a:cubicBezTo>
                    <a:pt x="8422" y="22636"/>
                    <a:pt x="8358" y="22604"/>
                    <a:pt x="8325" y="22572"/>
                  </a:cubicBezTo>
                  <a:lnTo>
                    <a:pt x="8261" y="22508"/>
                  </a:lnTo>
                  <a:lnTo>
                    <a:pt x="8261" y="22476"/>
                  </a:lnTo>
                  <a:cubicBezTo>
                    <a:pt x="8261" y="22379"/>
                    <a:pt x="8229" y="22283"/>
                    <a:pt x="8197" y="22186"/>
                  </a:cubicBezTo>
                  <a:cubicBezTo>
                    <a:pt x="7972" y="21350"/>
                    <a:pt x="7072" y="19229"/>
                    <a:pt x="6815" y="18715"/>
                  </a:cubicBezTo>
                  <a:cubicBezTo>
                    <a:pt x="6782" y="18650"/>
                    <a:pt x="6750" y="18554"/>
                    <a:pt x="6750" y="18425"/>
                  </a:cubicBezTo>
                  <a:cubicBezTo>
                    <a:pt x="6718" y="18265"/>
                    <a:pt x="6718" y="18104"/>
                    <a:pt x="6718" y="17911"/>
                  </a:cubicBezTo>
                  <a:cubicBezTo>
                    <a:pt x="6718" y="17557"/>
                    <a:pt x="6750" y="17172"/>
                    <a:pt x="6782" y="16850"/>
                  </a:cubicBezTo>
                  <a:cubicBezTo>
                    <a:pt x="6782" y="16690"/>
                    <a:pt x="6815" y="16561"/>
                    <a:pt x="6815" y="16497"/>
                  </a:cubicBezTo>
                  <a:cubicBezTo>
                    <a:pt x="6847" y="16400"/>
                    <a:pt x="6847" y="16336"/>
                    <a:pt x="6847" y="16336"/>
                  </a:cubicBezTo>
                  <a:cubicBezTo>
                    <a:pt x="6847" y="16272"/>
                    <a:pt x="6847" y="16207"/>
                    <a:pt x="6815" y="16143"/>
                  </a:cubicBezTo>
                  <a:cubicBezTo>
                    <a:pt x="6815" y="16143"/>
                    <a:pt x="6557" y="15789"/>
                    <a:pt x="6172" y="15211"/>
                  </a:cubicBezTo>
                  <a:cubicBezTo>
                    <a:pt x="5015" y="13507"/>
                    <a:pt x="2636" y="9971"/>
                    <a:pt x="1929" y="8846"/>
                  </a:cubicBezTo>
                  <a:cubicBezTo>
                    <a:pt x="1511" y="8171"/>
                    <a:pt x="1125" y="6853"/>
                    <a:pt x="900" y="5728"/>
                  </a:cubicBezTo>
                  <a:cubicBezTo>
                    <a:pt x="804" y="5182"/>
                    <a:pt x="707" y="4667"/>
                    <a:pt x="643" y="4314"/>
                  </a:cubicBezTo>
                  <a:cubicBezTo>
                    <a:pt x="579" y="3928"/>
                    <a:pt x="546" y="3703"/>
                    <a:pt x="546" y="3703"/>
                  </a:cubicBezTo>
                  <a:cubicBezTo>
                    <a:pt x="546" y="3563"/>
                    <a:pt x="449" y="3472"/>
                    <a:pt x="318" y="3472"/>
                  </a:cubicBezTo>
                  <a:cubicBezTo>
                    <a:pt x="298" y="3472"/>
                    <a:pt x="278" y="3474"/>
                    <a:pt x="257" y="3478"/>
                  </a:cubicBezTo>
                  <a:cubicBezTo>
                    <a:pt x="129" y="3478"/>
                    <a:pt x="0" y="3607"/>
                    <a:pt x="32" y="3767"/>
                  </a:cubicBezTo>
                  <a:cubicBezTo>
                    <a:pt x="32" y="3767"/>
                    <a:pt x="161" y="4732"/>
                    <a:pt x="386" y="5857"/>
                  </a:cubicBezTo>
                  <a:cubicBezTo>
                    <a:pt x="611" y="6982"/>
                    <a:pt x="964" y="8300"/>
                    <a:pt x="1479" y="9136"/>
                  </a:cubicBezTo>
                  <a:cubicBezTo>
                    <a:pt x="2335" y="10523"/>
                    <a:pt x="5741" y="15518"/>
                    <a:pt x="6290" y="16348"/>
                  </a:cubicBezTo>
                  <a:lnTo>
                    <a:pt x="6290" y="16348"/>
                  </a:lnTo>
                  <a:cubicBezTo>
                    <a:pt x="6259" y="16575"/>
                    <a:pt x="6172" y="17276"/>
                    <a:pt x="6172" y="17911"/>
                  </a:cubicBezTo>
                  <a:cubicBezTo>
                    <a:pt x="6172" y="18104"/>
                    <a:pt x="6204" y="18297"/>
                    <a:pt x="6204" y="18490"/>
                  </a:cubicBezTo>
                  <a:cubicBezTo>
                    <a:pt x="6236" y="18650"/>
                    <a:pt x="6268" y="18811"/>
                    <a:pt x="6332" y="18940"/>
                  </a:cubicBezTo>
                  <a:cubicBezTo>
                    <a:pt x="6461" y="19229"/>
                    <a:pt x="6815" y="20033"/>
                    <a:pt x="7136" y="20836"/>
                  </a:cubicBezTo>
                  <a:cubicBezTo>
                    <a:pt x="7297" y="21222"/>
                    <a:pt x="7458" y="21608"/>
                    <a:pt x="7554" y="21929"/>
                  </a:cubicBezTo>
                  <a:cubicBezTo>
                    <a:pt x="7618" y="22090"/>
                    <a:pt x="7650" y="22218"/>
                    <a:pt x="7683" y="22315"/>
                  </a:cubicBezTo>
                  <a:cubicBezTo>
                    <a:pt x="7683" y="22379"/>
                    <a:pt x="7715" y="22411"/>
                    <a:pt x="7715" y="22443"/>
                  </a:cubicBezTo>
                  <a:lnTo>
                    <a:pt x="7715" y="22476"/>
                  </a:lnTo>
                  <a:cubicBezTo>
                    <a:pt x="7715" y="22701"/>
                    <a:pt x="7843" y="22861"/>
                    <a:pt x="7972" y="22990"/>
                  </a:cubicBezTo>
                  <a:cubicBezTo>
                    <a:pt x="8133" y="23086"/>
                    <a:pt x="8293" y="23151"/>
                    <a:pt x="8486" y="23183"/>
                  </a:cubicBezTo>
                  <a:cubicBezTo>
                    <a:pt x="8615" y="23183"/>
                    <a:pt x="8743" y="23118"/>
                    <a:pt x="8872" y="23022"/>
                  </a:cubicBezTo>
                  <a:cubicBezTo>
                    <a:pt x="9000" y="22926"/>
                    <a:pt x="9065" y="22797"/>
                    <a:pt x="9097" y="22636"/>
                  </a:cubicBezTo>
                  <a:cubicBezTo>
                    <a:pt x="9124" y="22464"/>
                    <a:pt x="9144" y="22281"/>
                    <a:pt x="9158" y="22107"/>
                  </a:cubicBezTo>
                  <a:lnTo>
                    <a:pt x="9158" y="22107"/>
                  </a:lnTo>
                  <a:lnTo>
                    <a:pt x="10286" y="23858"/>
                  </a:lnTo>
                  <a:lnTo>
                    <a:pt x="10351" y="23922"/>
                  </a:lnTo>
                  <a:cubicBezTo>
                    <a:pt x="10351" y="23922"/>
                    <a:pt x="10479" y="24018"/>
                    <a:pt x="10640" y="24115"/>
                  </a:cubicBezTo>
                  <a:cubicBezTo>
                    <a:pt x="10801" y="24179"/>
                    <a:pt x="11026" y="24308"/>
                    <a:pt x="11283" y="24308"/>
                  </a:cubicBezTo>
                  <a:cubicBezTo>
                    <a:pt x="11379" y="24308"/>
                    <a:pt x="11508" y="24276"/>
                    <a:pt x="11604" y="24211"/>
                  </a:cubicBezTo>
                  <a:cubicBezTo>
                    <a:pt x="11733" y="24147"/>
                    <a:pt x="11829" y="24051"/>
                    <a:pt x="11893" y="23922"/>
                  </a:cubicBezTo>
                  <a:cubicBezTo>
                    <a:pt x="11926" y="23793"/>
                    <a:pt x="11958" y="23665"/>
                    <a:pt x="11990" y="23536"/>
                  </a:cubicBezTo>
                  <a:cubicBezTo>
                    <a:pt x="12086" y="22990"/>
                    <a:pt x="12086" y="22154"/>
                    <a:pt x="12086" y="21286"/>
                  </a:cubicBezTo>
                  <a:cubicBezTo>
                    <a:pt x="12086" y="20418"/>
                    <a:pt x="12118" y="19550"/>
                    <a:pt x="12183" y="19068"/>
                  </a:cubicBezTo>
                  <a:cubicBezTo>
                    <a:pt x="12215" y="18940"/>
                    <a:pt x="12215" y="18811"/>
                    <a:pt x="12215" y="18682"/>
                  </a:cubicBezTo>
                  <a:cubicBezTo>
                    <a:pt x="12215" y="18040"/>
                    <a:pt x="11990" y="17332"/>
                    <a:pt x="11668" y="16722"/>
                  </a:cubicBezTo>
                  <a:cubicBezTo>
                    <a:pt x="11379" y="16111"/>
                    <a:pt x="10993" y="15532"/>
                    <a:pt x="10608" y="15179"/>
                  </a:cubicBezTo>
                  <a:cubicBezTo>
                    <a:pt x="10254" y="14825"/>
                    <a:pt x="9836" y="14311"/>
                    <a:pt x="9483" y="13861"/>
                  </a:cubicBezTo>
                  <a:cubicBezTo>
                    <a:pt x="9290" y="13636"/>
                    <a:pt x="9129" y="13411"/>
                    <a:pt x="8968" y="13218"/>
                  </a:cubicBezTo>
                  <a:cubicBezTo>
                    <a:pt x="8840" y="13057"/>
                    <a:pt x="8743" y="12929"/>
                    <a:pt x="8647" y="12832"/>
                  </a:cubicBezTo>
                  <a:cubicBezTo>
                    <a:pt x="8615" y="12768"/>
                    <a:pt x="8550" y="12639"/>
                    <a:pt x="8486" y="12479"/>
                  </a:cubicBezTo>
                  <a:cubicBezTo>
                    <a:pt x="8036" y="11257"/>
                    <a:pt x="7104" y="7753"/>
                    <a:pt x="6654" y="5278"/>
                  </a:cubicBezTo>
                  <a:cubicBezTo>
                    <a:pt x="6365" y="3735"/>
                    <a:pt x="5850" y="2482"/>
                    <a:pt x="5240" y="1582"/>
                  </a:cubicBezTo>
                  <a:cubicBezTo>
                    <a:pt x="4629" y="682"/>
                    <a:pt x="3922" y="135"/>
                    <a:pt x="3247" y="7"/>
                  </a:cubicBezTo>
                  <a:cubicBezTo>
                    <a:pt x="3226" y="2"/>
                    <a:pt x="3206" y="0"/>
                    <a:pt x="31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4379;p64">
              <a:extLst>
                <a:ext uri="{FF2B5EF4-FFF2-40B4-BE49-F238E27FC236}">
                  <a16:creationId xmlns:a16="http://schemas.microsoft.com/office/drawing/2014/main" id="{9855EDC5-6093-07F1-2572-08C0AD0856AC}"/>
                </a:ext>
              </a:extLst>
            </p:cNvPr>
            <p:cNvSpPr/>
            <p:nvPr/>
          </p:nvSpPr>
          <p:spPr>
            <a:xfrm>
              <a:off x="3105200" y="2303400"/>
              <a:ext cx="153525" cy="262225"/>
            </a:xfrm>
            <a:custGeom>
              <a:avLst/>
              <a:gdLst/>
              <a:ahLst/>
              <a:cxnLst/>
              <a:rect l="l" t="t" r="r" b="b"/>
              <a:pathLst>
                <a:path w="6141" h="10489" extrusionOk="0">
                  <a:moveTo>
                    <a:pt x="2926" y="0"/>
                  </a:moveTo>
                  <a:cubicBezTo>
                    <a:pt x="1512" y="386"/>
                    <a:pt x="515" y="1286"/>
                    <a:pt x="1" y="1865"/>
                  </a:cubicBezTo>
                  <a:cubicBezTo>
                    <a:pt x="354" y="2411"/>
                    <a:pt x="612" y="2765"/>
                    <a:pt x="612" y="2765"/>
                  </a:cubicBezTo>
                  <a:cubicBezTo>
                    <a:pt x="612" y="2765"/>
                    <a:pt x="322" y="4726"/>
                    <a:pt x="612" y="5304"/>
                  </a:cubicBezTo>
                  <a:cubicBezTo>
                    <a:pt x="869" y="5851"/>
                    <a:pt x="1994" y="8583"/>
                    <a:pt x="1994" y="8937"/>
                  </a:cubicBezTo>
                  <a:cubicBezTo>
                    <a:pt x="1994" y="9165"/>
                    <a:pt x="2265" y="9360"/>
                    <a:pt x="2506" y="9360"/>
                  </a:cubicBezTo>
                  <a:cubicBezTo>
                    <a:pt x="2671" y="9360"/>
                    <a:pt x="2822" y="9268"/>
                    <a:pt x="2862" y="9033"/>
                  </a:cubicBezTo>
                  <a:cubicBezTo>
                    <a:pt x="2958" y="8487"/>
                    <a:pt x="2958" y="7715"/>
                    <a:pt x="2958" y="7715"/>
                  </a:cubicBezTo>
                  <a:lnTo>
                    <a:pt x="4533" y="10158"/>
                  </a:lnTo>
                  <a:cubicBezTo>
                    <a:pt x="4533" y="10158"/>
                    <a:pt x="4943" y="10489"/>
                    <a:pt x="5288" y="10489"/>
                  </a:cubicBezTo>
                  <a:cubicBezTo>
                    <a:pt x="5436" y="10489"/>
                    <a:pt x="5572" y="10428"/>
                    <a:pt x="5658" y="10254"/>
                  </a:cubicBezTo>
                  <a:cubicBezTo>
                    <a:pt x="5948" y="9708"/>
                    <a:pt x="5755" y="6686"/>
                    <a:pt x="5948" y="5465"/>
                  </a:cubicBezTo>
                  <a:cubicBezTo>
                    <a:pt x="6140" y="4276"/>
                    <a:pt x="5208" y="2572"/>
                    <a:pt x="4437" y="1833"/>
                  </a:cubicBezTo>
                  <a:cubicBezTo>
                    <a:pt x="3922" y="1318"/>
                    <a:pt x="3344" y="547"/>
                    <a:pt x="2926" y="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4380;p64">
              <a:extLst>
                <a:ext uri="{FF2B5EF4-FFF2-40B4-BE49-F238E27FC236}">
                  <a16:creationId xmlns:a16="http://schemas.microsoft.com/office/drawing/2014/main" id="{989BDC3A-A63A-C178-CF5F-D1735BCF5AC1}"/>
                </a:ext>
              </a:extLst>
            </p:cNvPr>
            <p:cNvSpPr/>
            <p:nvPr/>
          </p:nvSpPr>
          <p:spPr>
            <a:xfrm>
              <a:off x="3097975" y="2296750"/>
              <a:ext cx="163150" cy="275875"/>
            </a:xfrm>
            <a:custGeom>
              <a:avLst/>
              <a:gdLst/>
              <a:ahLst/>
              <a:cxnLst/>
              <a:rect l="l" t="t" r="r" b="b"/>
              <a:pathLst>
                <a:path w="6526" h="11035" extrusionOk="0">
                  <a:moveTo>
                    <a:pt x="3086" y="578"/>
                  </a:moveTo>
                  <a:cubicBezTo>
                    <a:pt x="3498" y="1087"/>
                    <a:pt x="4057" y="1786"/>
                    <a:pt x="4533" y="2291"/>
                  </a:cubicBezTo>
                  <a:cubicBezTo>
                    <a:pt x="4854" y="2581"/>
                    <a:pt x="5240" y="3127"/>
                    <a:pt x="5497" y="3674"/>
                  </a:cubicBezTo>
                  <a:cubicBezTo>
                    <a:pt x="5787" y="4252"/>
                    <a:pt x="5979" y="4895"/>
                    <a:pt x="5979" y="5409"/>
                  </a:cubicBezTo>
                  <a:cubicBezTo>
                    <a:pt x="5979" y="5506"/>
                    <a:pt x="5979" y="5602"/>
                    <a:pt x="5979" y="5699"/>
                  </a:cubicBezTo>
                  <a:cubicBezTo>
                    <a:pt x="5883" y="6342"/>
                    <a:pt x="5883" y="7402"/>
                    <a:pt x="5851" y="8367"/>
                  </a:cubicBezTo>
                  <a:cubicBezTo>
                    <a:pt x="5851" y="8849"/>
                    <a:pt x="5851" y="9331"/>
                    <a:pt x="5819" y="9685"/>
                  </a:cubicBezTo>
                  <a:cubicBezTo>
                    <a:pt x="5819" y="9878"/>
                    <a:pt x="5787" y="10038"/>
                    <a:pt x="5787" y="10167"/>
                  </a:cubicBezTo>
                  <a:cubicBezTo>
                    <a:pt x="5754" y="10295"/>
                    <a:pt x="5722" y="10392"/>
                    <a:pt x="5722" y="10392"/>
                  </a:cubicBezTo>
                  <a:lnTo>
                    <a:pt x="5658" y="10456"/>
                  </a:lnTo>
                  <a:lnTo>
                    <a:pt x="5594" y="10488"/>
                  </a:lnTo>
                  <a:cubicBezTo>
                    <a:pt x="5497" y="10488"/>
                    <a:pt x="5337" y="10424"/>
                    <a:pt x="5208" y="10360"/>
                  </a:cubicBezTo>
                  <a:cubicBezTo>
                    <a:pt x="5144" y="10328"/>
                    <a:pt x="5079" y="10295"/>
                    <a:pt x="5047" y="10263"/>
                  </a:cubicBezTo>
                  <a:lnTo>
                    <a:pt x="5015" y="10231"/>
                  </a:lnTo>
                  <a:lnTo>
                    <a:pt x="5006" y="10231"/>
                  </a:lnTo>
                  <a:lnTo>
                    <a:pt x="3472" y="7852"/>
                  </a:lnTo>
                  <a:cubicBezTo>
                    <a:pt x="3419" y="7773"/>
                    <a:pt x="3323" y="7716"/>
                    <a:pt x="3219" y="7716"/>
                  </a:cubicBezTo>
                  <a:cubicBezTo>
                    <a:pt x="3196" y="7716"/>
                    <a:pt x="3174" y="7718"/>
                    <a:pt x="3151" y="7724"/>
                  </a:cubicBezTo>
                  <a:cubicBezTo>
                    <a:pt x="3054" y="7788"/>
                    <a:pt x="2958" y="7885"/>
                    <a:pt x="2958" y="7981"/>
                  </a:cubicBezTo>
                  <a:cubicBezTo>
                    <a:pt x="2958" y="7981"/>
                    <a:pt x="2958" y="8174"/>
                    <a:pt x="2958" y="8431"/>
                  </a:cubicBezTo>
                  <a:cubicBezTo>
                    <a:pt x="2958" y="8688"/>
                    <a:pt x="2926" y="9010"/>
                    <a:pt x="2861" y="9267"/>
                  </a:cubicBezTo>
                  <a:cubicBezTo>
                    <a:pt x="2861" y="9331"/>
                    <a:pt x="2861" y="9331"/>
                    <a:pt x="2829" y="9331"/>
                  </a:cubicBezTo>
                  <a:lnTo>
                    <a:pt x="2797" y="9363"/>
                  </a:lnTo>
                  <a:cubicBezTo>
                    <a:pt x="2733" y="9363"/>
                    <a:pt x="2669" y="9331"/>
                    <a:pt x="2636" y="9299"/>
                  </a:cubicBezTo>
                  <a:lnTo>
                    <a:pt x="2572" y="9235"/>
                  </a:lnTo>
                  <a:lnTo>
                    <a:pt x="2572" y="9203"/>
                  </a:lnTo>
                  <a:cubicBezTo>
                    <a:pt x="2572" y="9106"/>
                    <a:pt x="2540" y="9010"/>
                    <a:pt x="2508" y="8913"/>
                  </a:cubicBezTo>
                  <a:cubicBezTo>
                    <a:pt x="2283" y="8077"/>
                    <a:pt x="1383" y="5956"/>
                    <a:pt x="1126" y="5442"/>
                  </a:cubicBezTo>
                  <a:cubicBezTo>
                    <a:pt x="1093" y="5377"/>
                    <a:pt x="1061" y="5281"/>
                    <a:pt x="1061" y="5152"/>
                  </a:cubicBezTo>
                  <a:cubicBezTo>
                    <a:pt x="1029" y="4992"/>
                    <a:pt x="1029" y="4831"/>
                    <a:pt x="1029" y="4638"/>
                  </a:cubicBezTo>
                  <a:cubicBezTo>
                    <a:pt x="1029" y="4284"/>
                    <a:pt x="1061" y="3899"/>
                    <a:pt x="1093" y="3577"/>
                  </a:cubicBezTo>
                  <a:cubicBezTo>
                    <a:pt x="1093" y="3417"/>
                    <a:pt x="1126" y="3288"/>
                    <a:pt x="1126" y="3224"/>
                  </a:cubicBezTo>
                  <a:cubicBezTo>
                    <a:pt x="1158" y="3127"/>
                    <a:pt x="1158" y="3063"/>
                    <a:pt x="1158" y="3063"/>
                  </a:cubicBezTo>
                  <a:cubicBezTo>
                    <a:pt x="1158" y="2999"/>
                    <a:pt x="1158" y="2934"/>
                    <a:pt x="1126" y="2870"/>
                  </a:cubicBezTo>
                  <a:cubicBezTo>
                    <a:pt x="1126" y="2870"/>
                    <a:pt x="920" y="2588"/>
                    <a:pt x="624" y="2137"/>
                  </a:cubicBezTo>
                  <a:lnTo>
                    <a:pt x="624" y="2137"/>
                  </a:lnTo>
                  <a:cubicBezTo>
                    <a:pt x="1114" y="1622"/>
                    <a:pt x="1955" y="924"/>
                    <a:pt x="3086" y="578"/>
                  </a:cubicBezTo>
                  <a:close/>
                  <a:moveTo>
                    <a:pt x="3204" y="1"/>
                  </a:moveTo>
                  <a:cubicBezTo>
                    <a:pt x="3186" y="1"/>
                    <a:pt x="3168" y="3"/>
                    <a:pt x="3151" y="9"/>
                  </a:cubicBezTo>
                  <a:cubicBezTo>
                    <a:pt x="1640" y="395"/>
                    <a:pt x="611" y="1359"/>
                    <a:pt x="65" y="1938"/>
                  </a:cubicBezTo>
                  <a:cubicBezTo>
                    <a:pt x="1" y="2034"/>
                    <a:pt x="1" y="2163"/>
                    <a:pt x="65" y="2259"/>
                  </a:cubicBezTo>
                  <a:cubicBezTo>
                    <a:pt x="303" y="2650"/>
                    <a:pt x="498" y="2938"/>
                    <a:pt x="599" y="3084"/>
                  </a:cubicBezTo>
                  <a:lnTo>
                    <a:pt x="599" y="3084"/>
                  </a:lnTo>
                  <a:cubicBezTo>
                    <a:pt x="568" y="3320"/>
                    <a:pt x="483" y="4011"/>
                    <a:pt x="483" y="4638"/>
                  </a:cubicBezTo>
                  <a:cubicBezTo>
                    <a:pt x="483" y="4831"/>
                    <a:pt x="515" y="5024"/>
                    <a:pt x="515" y="5217"/>
                  </a:cubicBezTo>
                  <a:cubicBezTo>
                    <a:pt x="547" y="5377"/>
                    <a:pt x="579" y="5538"/>
                    <a:pt x="643" y="5667"/>
                  </a:cubicBezTo>
                  <a:cubicBezTo>
                    <a:pt x="772" y="5956"/>
                    <a:pt x="1126" y="6760"/>
                    <a:pt x="1447" y="7563"/>
                  </a:cubicBezTo>
                  <a:cubicBezTo>
                    <a:pt x="1608" y="7949"/>
                    <a:pt x="1769" y="8335"/>
                    <a:pt x="1865" y="8656"/>
                  </a:cubicBezTo>
                  <a:cubicBezTo>
                    <a:pt x="1929" y="8817"/>
                    <a:pt x="1961" y="8945"/>
                    <a:pt x="1994" y="9042"/>
                  </a:cubicBezTo>
                  <a:cubicBezTo>
                    <a:pt x="1994" y="9106"/>
                    <a:pt x="2026" y="9138"/>
                    <a:pt x="2026" y="9170"/>
                  </a:cubicBezTo>
                  <a:lnTo>
                    <a:pt x="2026" y="9203"/>
                  </a:lnTo>
                  <a:cubicBezTo>
                    <a:pt x="2026" y="9428"/>
                    <a:pt x="2154" y="9588"/>
                    <a:pt x="2283" y="9717"/>
                  </a:cubicBezTo>
                  <a:cubicBezTo>
                    <a:pt x="2444" y="9813"/>
                    <a:pt x="2604" y="9878"/>
                    <a:pt x="2797" y="9910"/>
                  </a:cubicBezTo>
                  <a:cubicBezTo>
                    <a:pt x="2926" y="9910"/>
                    <a:pt x="3054" y="9845"/>
                    <a:pt x="3183" y="9749"/>
                  </a:cubicBezTo>
                  <a:cubicBezTo>
                    <a:pt x="3311" y="9653"/>
                    <a:pt x="3376" y="9524"/>
                    <a:pt x="3408" y="9363"/>
                  </a:cubicBezTo>
                  <a:cubicBezTo>
                    <a:pt x="3435" y="9191"/>
                    <a:pt x="3455" y="9008"/>
                    <a:pt x="3469" y="8834"/>
                  </a:cubicBezTo>
                  <a:lnTo>
                    <a:pt x="3469" y="8834"/>
                  </a:lnTo>
                  <a:lnTo>
                    <a:pt x="4597" y="10585"/>
                  </a:lnTo>
                  <a:lnTo>
                    <a:pt x="4662" y="10649"/>
                  </a:lnTo>
                  <a:cubicBezTo>
                    <a:pt x="4662" y="10649"/>
                    <a:pt x="4790" y="10745"/>
                    <a:pt x="4951" y="10842"/>
                  </a:cubicBezTo>
                  <a:cubicBezTo>
                    <a:pt x="5112" y="10906"/>
                    <a:pt x="5337" y="11035"/>
                    <a:pt x="5594" y="11035"/>
                  </a:cubicBezTo>
                  <a:cubicBezTo>
                    <a:pt x="5690" y="11035"/>
                    <a:pt x="5819" y="11003"/>
                    <a:pt x="5915" y="10938"/>
                  </a:cubicBezTo>
                  <a:cubicBezTo>
                    <a:pt x="6044" y="10874"/>
                    <a:pt x="6140" y="10778"/>
                    <a:pt x="6204" y="10649"/>
                  </a:cubicBezTo>
                  <a:cubicBezTo>
                    <a:pt x="6237" y="10520"/>
                    <a:pt x="6269" y="10392"/>
                    <a:pt x="6301" y="10263"/>
                  </a:cubicBezTo>
                  <a:cubicBezTo>
                    <a:pt x="6397" y="9717"/>
                    <a:pt x="6397" y="8881"/>
                    <a:pt x="6397" y="8013"/>
                  </a:cubicBezTo>
                  <a:cubicBezTo>
                    <a:pt x="6397" y="7145"/>
                    <a:pt x="6429" y="6277"/>
                    <a:pt x="6494" y="5795"/>
                  </a:cubicBezTo>
                  <a:cubicBezTo>
                    <a:pt x="6526" y="5667"/>
                    <a:pt x="6526" y="5538"/>
                    <a:pt x="6526" y="5409"/>
                  </a:cubicBezTo>
                  <a:cubicBezTo>
                    <a:pt x="6526" y="4767"/>
                    <a:pt x="6301" y="4059"/>
                    <a:pt x="5979" y="3449"/>
                  </a:cubicBezTo>
                  <a:cubicBezTo>
                    <a:pt x="5690" y="2838"/>
                    <a:pt x="5304" y="2259"/>
                    <a:pt x="4919" y="1906"/>
                  </a:cubicBezTo>
                  <a:cubicBezTo>
                    <a:pt x="4437" y="1391"/>
                    <a:pt x="3826" y="652"/>
                    <a:pt x="3408" y="106"/>
                  </a:cubicBezTo>
                  <a:cubicBezTo>
                    <a:pt x="3355" y="53"/>
                    <a:pt x="3281" y="1"/>
                    <a:pt x="32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4381;p64">
              <a:extLst>
                <a:ext uri="{FF2B5EF4-FFF2-40B4-BE49-F238E27FC236}">
                  <a16:creationId xmlns:a16="http://schemas.microsoft.com/office/drawing/2014/main" id="{E899616A-906C-8CBA-CC44-C8FDA10B9BFE}"/>
                </a:ext>
              </a:extLst>
            </p:cNvPr>
            <p:cNvSpPr/>
            <p:nvPr/>
          </p:nvSpPr>
          <p:spPr>
            <a:xfrm>
              <a:off x="2323300" y="1964275"/>
              <a:ext cx="961150" cy="862825"/>
            </a:xfrm>
            <a:custGeom>
              <a:avLst/>
              <a:gdLst/>
              <a:ahLst/>
              <a:cxnLst/>
              <a:rect l="l" t="t" r="r" b="b"/>
              <a:pathLst>
                <a:path w="38446" h="34513" extrusionOk="0">
                  <a:moveTo>
                    <a:pt x="3086" y="0"/>
                  </a:moveTo>
                  <a:cubicBezTo>
                    <a:pt x="3086" y="0"/>
                    <a:pt x="1318" y="1222"/>
                    <a:pt x="643" y="3858"/>
                  </a:cubicBezTo>
                  <a:cubicBezTo>
                    <a:pt x="0" y="6494"/>
                    <a:pt x="2154" y="17166"/>
                    <a:pt x="2733" y="20251"/>
                  </a:cubicBezTo>
                  <a:cubicBezTo>
                    <a:pt x="3279" y="23369"/>
                    <a:pt x="6108" y="33656"/>
                    <a:pt x="6944" y="34331"/>
                  </a:cubicBezTo>
                  <a:cubicBezTo>
                    <a:pt x="7109" y="34458"/>
                    <a:pt x="7628" y="34512"/>
                    <a:pt x="8382" y="34512"/>
                  </a:cubicBezTo>
                  <a:cubicBezTo>
                    <a:pt x="11431" y="34512"/>
                    <a:pt x="18322" y="33625"/>
                    <a:pt x="21184" y="33109"/>
                  </a:cubicBezTo>
                  <a:cubicBezTo>
                    <a:pt x="24752" y="32466"/>
                    <a:pt x="32434" y="29734"/>
                    <a:pt x="34041" y="29252"/>
                  </a:cubicBezTo>
                  <a:cubicBezTo>
                    <a:pt x="35616" y="28802"/>
                    <a:pt x="36484" y="26359"/>
                    <a:pt x="36934" y="25877"/>
                  </a:cubicBezTo>
                  <a:cubicBezTo>
                    <a:pt x="37416" y="25427"/>
                    <a:pt x="38445" y="23819"/>
                    <a:pt x="37866" y="23273"/>
                  </a:cubicBezTo>
                  <a:cubicBezTo>
                    <a:pt x="37684" y="23080"/>
                    <a:pt x="37384" y="23016"/>
                    <a:pt x="37041" y="23016"/>
                  </a:cubicBezTo>
                  <a:cubicBezTo>
                    <a:pt x="36356" y="23016"/>
                    <a:pt x="35499" y="23273"/>
                    <a:pt x="35070" y="23273"/>
                  </a:cubicBezTo>
                  <a:cubicBezTo>
                    <a:pt x="34395" y="23273"/>
                    <a:pt x="33173" y="23177"/>
                    <a:pt x="31888" y="23177"/>
                  </a:cubicBezTo>
                  <a:cubicBezTo>
                    <a:pt x="30570" y="23177"/>
                    <a:pt x="29445" y="24109"/>
                    <a:pt x="29059" y="25427"/>
                  </a:cubicBezTo>
                  <a:cubicBezTo>
                    <a:pt x="28673" y="26745"/>
                    <a:pt x="28127" y="27388"/>
                    <a:pt x="28127" y="27388"/>
                  </a:cubicBezTo>
                  <a:cubicBezTo>
                    <a:pt x="28127" y="27388"/>
                    <a:pt x="18483" y="28705"/>
                    <a:pt x="16394" y="28705"/>
                  </a:cubicBezTo>
                  <a:cubicBezTo>
                    <a:pt x="14337" y="28705"/>
                    <a:pt x="12376" y="28416"/>
                    <a:pt x="12376" y="28416"/>
                  </a:cubicBezTo>
                  <a:cubicBezTo>
                    <a:pt x="12376" y="28416"/>
                    <a:pt x="11251" y="21955"/>
                    <a:pt x="10415" y="17905"/>
                  </a:cubicBezTo>
                  <a:cubicBezTo>
                    <a:pt x="9547" y="13887"/>
                    <a:pt x="8808" y="10801"/>
                    <a:pt x="8165" y="9772"/>
                  </a:cubicBezTo>
                  <a:lnTo>
                    <a:pt x="308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4382;p64">
              <a:extLst>
                <a:ext uri="{FF2B5EF4-FFF2-40B4-BE49-F238E27FC236}">
                  <a16:creationId xmlns:a16="http://schemas.microsoft.com/office/drawing/2014/main" id="{CFF0190B-A0CF-EC3F-E78B-3B08BF49B351}"/>
                </a:ext>
              </a:extLst>
            </p:cNvPr>
            <p:cNvSpPr/>
            <p:nvPr/>
          </p:nvSpPr>
          <p:spPr>
            <a:xfrm>
              <a:off x="2329725" y="1957850"/>
              <a:ext cx="951500" cy="875950"/>
            </a:xfrm>
            <a:custGeom>
              <a:avLst/>
              <a:gdLst/>
              <a:ahLst/>
              <a:cxnLst/>
              <a:rect l="l" t="t" r="r" b="b"/>
              <a:pathLst>
                <a:path w="38060" h="35038" extrusionOk="0">
                  <a:moveTo>
                    <a:pt x="2814" y="0"/>
                  </a:moveTo>
                  <a:cubicBezTo>
                    <a:pt x="2772" y="0"/>
                    <a:pt x="2733" y="11"/>
                    <a:pt x="2701" y="32"/>
                  </a:cubicBezTo>
                  <a:lnTo>
                    <a:pt x="2669" y="32"/>
                  </a:lnTo>
                  <a:cubicBezTo>
                    <a:pt x="2669" y="65"/>
                    <a:pt x="836" y="1318"/>
                    <a:pt x="129" y="4050"/>
                  </a:cubicBezTo>
                  <a:cubicBezTo>
                    <a:pt x="33" y="4436"/>
                    <a:pt x="1" y="4918"/>
                    <a:pt x="1" y="5497"/>
                  </a:cubicBezTo>
                  <a:cubicBezTo>
                    <a:pt x="1" y="7490"/>
                    <a:pt x="418" y="10576"/>
                    <a:pt x="933" y="13501"/>
                  </a:cubicBezTo>
                  <a:cubicBezTo>
                    <a:pt x="1415" y="16426"/>
                    <a:pt x="1961" y="19223"/>
                    <a:pt x="2186" y="20573"/>
                  </a:cubicBezTo>
                  <a:cubicBezTo>
                    <a:pt x="2476" y="22148"/>
                    <a:pt x="3311" y="25491"/>
                    <a:pt x="4211" y="28545"/>
                  </a:cubicBezTo>
                  <a:cubicBezTo>
                    <a:pt x="4661" y="30055"/>
                    <a:pt x="5112" y="31502"/>
                    <a:pt x="5497" y="32627"/>
                  </a:cubicBezTo>
                  <a:cubicBezTo>
                    <a:pt x="5690" y="33206"/>
                    <a:pt x="5883" y="33656"/>
                    <a:pt x="6044" y="34041"/>
                  </a:cubicBezTo>
                  <a:cubicBezTo>
                    <a:pt x="6108" y="34202"/>
                    <a:pt x="6204" y="34363"/>
                    <a:pt x="6269" y="34491"/>
                  </a:cubicBezTo>
                  <a:cubicBezTo>
                    <a:pt x="6333" y="34620"/>
                    <a:pt x="6397" y="34716"/>
                    <a:pt x="6526" y="34781"/>
                  </a:cubicBezTo>
                  <a:cubicBezTo>
                    <a:pt x="6590" y="34877"/>
                    <a:pt x="6687" y="34909"/>
                    <a:pt x="6815" y="34941"/>
                  </a:cubicBezTo>
                  <a:cubicBezTo>
                    <a:pt x="7104" y="35006"/>
                    <a:pt x="7554" y="35038"/>
                    <a:pt x="8165" y="35038"/>
                  </a:cubicBezTo>
                  <a:cubicBezTo>
                    <a:pt x="11283" y="35038"/>
                    <a:pt x="18098" y="34170"/>
                    <a:pt x="20991" y="33623"/>
                  </a:cubicBezTo>
                  <a:cubicBezTo>
                    <a:pt x="22791" y="33302"/>
                    <a:pt x="25587" y="32434"/>
                    <a:pt x="28159" y="31630"/>
                  </a:cubicBezTo>
                  <a:cubicBezTo>
                    <a:pt x="30731" y="30795"/>
                    <a:pt x="33077" y="30023"/>
                    <a:pt x="33849" y="29766"/>
                  </a:cubicBezTo>
                  <a:cubicBezTo>
                    <a:pt x="34749" y="29509"/>
                    <a:pt x="35392" y="28705"/>
                    <a:pt x="35874" y="27966"/>
                  </a:cubicBezTo>
                  <a:cubicBezTo>
                    <a:pt x="36131" y="27612"/>
                    <a:pt x="36324" y="27227"/>
                    <a:pt x="36484" y="26937"/>
                  </a:cubicBezTo>
                  <a:cubicBezTo>
                    <a:pt x="36645" y="26648"/>
                    <a:pt x="36806" y="26391"/>
                    <a:pt x="36870" y="26327"/>
                  </a:cubicBezTo>
                  <a:cubicBezTo>
                    <a:pt x="37095" y="26134"/>
                    <a:pt x="37352" y="25748"/>
                    <a:pt x="37609" y="25330"/>
                  </a:cubicBezTo>
                  <a:cubicBezTo>
                    <a:pt x="37834" y="24880"/>
                    <a:pt x="38060" y="24430"/>
                    <a:pt x="38060" y="23980"/>
                  </a:cubicBezTo>
                  <a:cubicBezTo>
                    <a:pt x="38060" y="23755"/>
                    <a:pt x="37995" y="23498"/>
                    <a:pt x="37802" y="23337"/>
                  </a:cubicBezTo>
                  <a:cubicBezTo>
                    <a:pt x="37545" y="23048"/>
                    <a:pt x="37159" y="23016"/>
                    <a:pt x="36774" y="23016"/>
                  </a:cubicBezTo>
                  <a:cubicBezTo>
                    <a:pt x="36420" y="23016"/>
                    <a:pt x="36002" y="23080"/>
                    <a:pt x="35649" y="23144"/>
                  </a:cubicBezTo>
                  <a:cubicBezTo>
                    <a:pt x="35295" y="23209"/>
                    <a:pt x="34974" y="23241"/>
                    <a:pt x="34813" y="23241"/>
                  </a:cubicBezTo>
                  <a:cubicBezTo>
                    <a:pt x="34170" y="23241"/>
                    <a:pt x="32949" y="23144"/>
                    <a:pt x="31631" y="23144"/>
                  </a:cubicBezTo>
                  <a:cubicBezTo>
                    <a:pt x="30184" y="23144"/>
                    <a:pt x="28963" y="24173"/>
                    <a:pt x="28545" y="25587"/>
                  </a:cubicBezTo>
                  <a:cubicBezTo>
                    <a:pt x="28352" y="26230"/>
                    <a:pt x="28127" y="26712"/>
                    <a:pt x="27966" y="27034"/>
                  </a:cubicBezTo>
                  <a:cubicBezTo>
                    <a:pt x="27870" y="27162"/>
                    <a:pt x="27805" y="27291"/>
                    <a:pt x="27741" y="27355"/>
                  </a:cubicBezTo>
                  <a:lnTo>
                    <a:pt x="27710" y="27401"/>
                  </a:lnTo>
                  <a:lnTo>
                    <a:pt x="27710" y="27401"/>
                  </a:lnTo>
                  <a:cubicBezTo>
                    <a:pt x="27485" y="27427"/>
                    <a:pt x="26976" y="27486"/>
                    <a:pt x="26295" y="27580"/>
                  </a:cubicBezTo>
                  <a:cubicBezTo>
                    <a:pt x="24880" y="27773"/>
                    <a:pt x="22727" y="28030"/>
                    <a:pt x="20734" y="28287"/>
                  </a:cubicBezTo>
                  <a:cubicBezTo>
                    <a:pt x="18741" y="28512"/>
                    <a:pt x="16876" y="28705"/>
                    <a:pt x="16137" y="28705"/>
                  </a:cubicBezTo>
                  <a:cubicBezTo>
                    <a:pt x="15141" y="28705"/>
                    <a:pt x="14144" y="28609"/>
                    <a:pt x="13373" y="28545"/>
                  </a:cubicBezTo>
                  <a:cubicBezTo>
                    <a:pt x="13019" y="28512"/>
                    <a:pt x="12698" y="28480"/>
                    <a:pt x="12505" y="28448"/>
                  </a:cubicBezTo>
                  <a:cubicBezTo>
                    <a:pt x="12442" y="28439"/>
                    <a:pt x="12386" y="28433"/>
                    <a:pt x="12339" y="28428"/>
                  </a:cubicBezTo>
                  <a:lnTo>
                    <a:pt x="12339" y="28428"/>
                  </a:lnTo>
                  <a:cubicBezTo>
                    <a:pt x="12138" y="27277"/>
                    <a:pt x="11161" y="21717"/>
                    <a:pt x="10415" y="18130"/>
                  </a:cubicBezTo>
                  <a:cubicBezTo>
                    <a:pt x="9997" y="16105"/>
                    <a:pt x="9580" y="14305"/>
                    <a:pt x="9226" y="12890"/>
                  </a:cubicBezTo>
                  <a:cubicBezTo>
                    <a:pt x="8840" y="11476"/>
                    <a:pt x="8487" y="10447"/>
                    <a:pt x="8133" y="9869"/>
                  </a:cubicBezTo>
                  <a:cubicBezTo>
                    <a:pt x="8075" y="9791"/>
                    <a:pt x="7993" y="9748"/>
                    <a:pt x="7909" y="9748"/>
                  </a:cubicBezTo>
                  <a:cubicBezTo>
                    <a:pt x="7854" y="9748"/>
                    <a:pt x="7798" y="9766"/>
                    <a:pt x="7747" y="9804"/>
                  </a:cubicBezTo>
                  <a:cubicBezTo>
                    <a:pt x="7619" y="9869"/>
                    <a:pt x="7587" y="10029"/>
                    <a:pt x="7683" y="10158"/>
                  </a:cubicBezTo>
                  <a:cubicBezTo>
                    <a:pt x="7972" y="10608"/>
                    <a:pt x="8326" y="11637"/>
                    <a:pt x="8680" y="13051"/>
                  </a:cubicBezTo>
                  <a:cubicBezTo>
                    <a:pt x="9065" y="14433"/>
                    <a:pt x="9451" y="16233"/>
                    <a:pt x="9901" y="18226"/>
                  </a:cubicBezTo>
                  <a:cubicBezTo>
                    <a:pt x="10319" y="20251"/>
                    <a:pt x="10801" y="22855"/>
                    <a:pt x="11187" y="24977"/>
                  </a:cubicBezTo>
                  <a:cubicBezTo>
                    <a:pt x="11380" y="26037"/>
                    <a:pt x="11540" y="26969"/>
                    <a:pt x="11669" y="27645"/>
                  </a:cubicBezTo>
                  <a:cubicBezTo>
                    <a:pt x="11798" y="28320"/>
                    <a:pt x="11862" y="28737"/>
                    <a:pt x="11862" y="28737"/>
                  </a:cubicBezTo>
                  <a:cubicBezTo>
                    <a:pt x="11862" y="28834"/>
                    <a:pt x="11958" y="28930"/>
                    <a:pt x="12087" y="28930"/>
                  </a:cubicBezTo>
                  <a:cubicBezTo>
                    <a:pt x="12087" y="28930"/>
                    <a:pt x="14048" y="29220"/>
                    <a:pt x="16137" y="29220"/>
                  </a:cubicBezTo>
                  <a:cubicBezTo>
                    <a:pt x="16683" y="29220"/>
                    <a:pt x="17680" y="29155"/>
                    <a:pt x="18869" y="29027"/>
                  </a:cubicBezTo>
                  <a:cubicBezTo>
                    <a:pt x="22469" y="28641"/>
                    <a:pt x="27902" y="27902"/>
                    <a:pt x="27902" y="27902"/>
                  </a:cubicBezTo>
                  <a:cubicBezTo>
                    <a:pt x="27966" y="27902"/>
                    <a:pt x="28030" y="27870"/>
                    <a:pt x="28063" y="27805"/>
                  </a:cubicBezTo>
                  <a:cubicBezTo>
                    <a:pt x="28095" y="27805"/>
                    <a:pt x="28673" y="27098"/>
                    <a:pt x="29059" y="25748"/>
                  </a:cubicBezTo>
                  <a:cubicBezTo>
                    <a:pt x="29413" y="24526"/>
                    <a:pt x="30441" y="23691"/>
                    <a:pt x="31631" y="23691"/>
                  </a:cubicBezTo>
                  <a:cubicBezTo>
                    <a:pt x="32916" y="23691"/>
                    <a:pt x="34138" y="23787"/>
                    <a:pt x="34813" y="23787"/>
                  </a:cubicBezTo>
                  <a:cubicBezTo>
                    <a:pt x="35070" y="23787"/>
                    <a:pt x="35392" y="23723"/>
                    <a:pt x="35745" y="23659"/>
                  </a:cubicBezTo>
                  <a:cubicBezTo>
                    <a:pt x="36099" y="23594"/>
                    <a:pt x="36484" y="23530"/>
                    <a:pt x="36774" y="23530"/>
                  </a:cubicBezTo>
                  <a:cubicBezTo>
                    <a:pt x="37095" y="23530"/>
                    <a:pt x="37320" y="23594"/>
                    <a:pt x="37417" y="23723"/>
                  </a:cubicBezTo>
                  <a:cubicBezTo>
                    <a:pt x="37481" y="23755"/>
                    <a:pt x="37513" y="23851"/>
                    <a:pt x="37513" y="23980"/>
                  </a:cubicBezTo>
                  <a:cubicBezTo>
                    <a:pt x="37513" y="24237"/>
                    <a:pt x="37352" y="24687"/>
                    <a:pt x="37127" y="25073"/>
                  </a:cubicBezTo>
                  <a:cubicBezTo>
                    <a:pt x="36934" y="25427"/>
                    <a:pt x="36645" y="25812"/>
                    <a:pt x="36484" y="25941"/>
                  </a:cubicBezTo>
                  <a:cubicBezTo>
                    <a:pt x="36324" y="26134"/>
                    <a:pt x="36195" y="26359"/>
                    <a:pt x="36034" y="26680"/>
                  </a:cubicBezTo>
                  <a:cubicBezTo>
                    <a:pt x="35777" y="27130"/>
                    <a:pt x="35456" y="27709"/>
                    <a:pt x="35070" y="28191"/>
                  </a:cubicBezTo>
                  <a:cubicBezTo>
                    <a:pt x="34684" y="28705"/>
                    <a:pt x="34202" y="29123"/>
                    <a:pt x="33688" y="29252"/>
                  </a:cubicBezTo>
                  <a:cubicBezTo>
                    <a:pt x="32884" y="29509"/>
                    <a:pt x="30570" y="30312"/>
                    <a:pt x="27998" y="31116"/>
                  </a:cubicBezTo>
                  <a:cubicBezTo>
                    <a:pt x="25459" y="31952"/>
                    <a:pt x="22630" y="32788"/>
                    <a:pt x="20894" y="33109"/>
                  </a:cubicBezTo>
                  <a:cubicBezTo>
                    <a:pt x="18066" y="33623"/>
                    <a:pt x="11187" y="34491"/>
                    <a:pt x="8165" y="34491"/>
                  </a:cubicBezTo>
                  <a:cubicBezTo>
                    <a:pt x="7779" y="34491"/>
                    <a:pt x="7458" y="34491"/>
                    <a:pt x="7233" y="34459"/>
                  </a:cubicBezTo>
                  <a:cubicBezTo>
                    <a:pt x="7104" y="34459"/>
                    <a:pt x="7008" y="34427"/>
                    <a:pt x="6944" y="34395"/>
                  </a:cubicBezTo>
                  <a:lnTo>
                    <a:pt x="6879" y="34395"/>
                  </a:lnTo>
                  <a:lnTo>
                    <a:pt x="6847" y="34363"/>
                  </a:lnTo>
                  <a:cubicBezTo>
                    <a:pt x="6847" y="34363"/>
                    <a:pt x="6783" y="34298"/>
                    <a:pt x="6719" y="34202"/>
                  </a:cubicBezTo>
                  <a:cubicBezTo>
                    <a:pt x="6494" y="33848"/>
                    <a:pt x="6140" y="32948"/>
                    <a:pt x="5787" y="31791"/>
                  </a:cubicBezTo>
                  <a:cubicBezTo>
                    <a:pt x="4629" y="28384"/>
                    <a:pt x="3119" y="22630"/>
                    <a:pt x="2733" y="20476"/>
                  </a:cubicBezTo>
                  <a:cubicBezTo>
                    <a:pt x="2476" y="19126"/>
                    <a:pt x="1929" y="16330"/>
                    <a:pt x="1447" y="13404"/>
                  </a:cubicBezTo>
                  <a:cubicBezTo>
                    <a:pt x="965" y="10479"/>
                    <a:pt x="547" y="7426"/>
                    <a:pt x="547" y="5497"/>
                  </a:cubicBezTo>
                  <a:cubicBezTo>
                    <a:pt x="547" y="4950"/>
                    <a:pt x="579" y="4468"/>
                    <a:pt x="643" y="4179"/>
                  </a:cubicBezTo>
                  <a:cubicBezTo>
                    <a:pt x="965" y="2925"/>
                    <a:pt x="1576" y="1993"/>
                    <a:pt x="2058" y="1382"/>
                  </a:cubicBezTo>
                  <a:cubicBezTo>
                    <a:pt x="2315" y="1061"/>
                    <a:pt x="2540" y="836"/>
                    <a:pt x="2733" y="707"/>
                  </a:cubicBezTo>
                  <a:cubicBezTo>
                    <a:pt x="2797" y="643"/>
                    <a:pt x="2861" y="579"/>
                    <a:pt x="2926" y="547"/>
                  </a:cubicBezTo>
                  <a:lnTo>
                    <a:pt x="2958" y="515"/>
                  </a:lnTo>
                  <a:lnTo>
                    <a:pt x="2990" y="482"/>
                  </a:lnTo>
                  <a:cubicBezTo>
                    <a:pt x="3119" y="418"/>
                    <a:pt x="3151" y="225"/>
                    <a:pt x="3054" y="129"/>
                  </a:cubicBezTo>
                  <a:cubicBezTo>
                    <a:pt x="2990" y="43"/>
                    <a:pt x="2897" y="0"/>
                    <a:pt x="28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4383;p64">
              <a:extLst>
                <a:ext uri="{FF2B5EF4-FFF2-40B4-BE49-F238E27FC236}">
                  <a16:creationId xmlns:a16="http://schemas.microsoft.com/office/drawing/2014/main" id="{A005424E-0E57-16F5-D697-94AA5EFAA453}"/>
                </a:ext>
              </a:extLst>
            </p:cNvPr>
            <p:cNvSpPr/>
            <p:nvPr/>
          </p:nvSpPr>
          <p:spPr>
            <a:xfrm>
              <a:off x="3009575" y="2539650"/>
              <a:ext cx="274875" cy="206550"/>
            </a:xfrm>
            <a:custGeom>
              <a:avLst/>
              <a:gdLst/>
              <a:ahLst/>
              <a:cxnLst/>
              <a:rect l="l" t="t" r="r" b="b"/>
              <a:pathLst>
                <a:path w="10995" h="8262" extrusionOk="0">
                  <a:moveTo>
                    <a:pt x="9590" y="1"/>
                  </a:moveTo>
                  <a:cubicBezTo>
                    <a:pt x="8905" y="1"/>
                    <a:pt x="8048" y="258"/>
                    <a:pt x="7619" y="258"/>
                  </a:cubicBezTo>
                  <a:cubicBezTo>
                    <a:pt x="6944" y="258"/>
                    <a:pt x="5722" y="162"/>
                    <a:pt x="4437" y="162"/>
                  </a:cubicBezTo>
                  <a:cubicBezTo>
                    <a:pt x="3119" y="162"/>
                    <a:pt x="1994" y="1094"/>
                    <a:pt x="1608" y="2412"/>
                  </a:cubicBezTo>
                  <a:cubicBezTo>
                    <a:pt x="1222" y="3730"/>
                    <a:pt x="676" y="4373"/>
                    <a:pt x="676" y="4373"/>
                  </a:cubicBezTo>
                  <a:cubicBezTo>
                    <a:pt x="676" y="4373"/>
                    <a:pt x="419" y="4405"/>
                    <a:pt x="1" y="4469"/>
                  </a:cubicBezTo>
                  <a:cubicBezTo>
                    <a:pt x="226" y="4983"/>
                    <a:pt x="451" y="5594"/>
                    <a:pt x="483" y="6237"/>
                  </a:cubicBezTo>
                  <a:cubicBezTo>
                    <a:pt x="515" y="6944"/>
                    <a:pt x="451" y="7651"/>
                    <a:pt x="354" y="8262"/>
                  </a:cubicBezTo>
                  <a:cubicBezTo>
                    <a:pt x="3151" y="7394"/>
                    <a:pt x="5722" y="6494"/>
                    <a:pt x="6590" y="6237"/>
                  </a:cubicBezTo>
                  <a:cubicBezTo>
                    <a:pt x="8165" y="5787"/>
                    <a:pt x="9033" y="3344"/>
                    <a:pt x="9483" y="2862"/>
                  </a:cubicBezTo>
                  <a:cubicBezTo>
                    <a:pt x="9965" y="2412"/>
                    <a:pt x="10994" y="804"/>
                    <a:pt x="10415" y="258"/>
                  </a:cubicBezTo>
                  <a:cubicBezTo>
                    <a:pt x="10233" y="65"/>
                    <a:pt x="9933" y="1"/>
                    <a:pt x="9590" y="1"/>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4384;p64">
              <a:extLst>
                <a:ext uri="{FF2B5EF4-FFF2-40B4-BE49-F238E27FC236}">
                  <a16:creationId xmlns:a16="http://schemas.microsoft.com/office/drawing/2014/main" id="{9EE4EF1C-508E-C117-130C-D0C4B1788960}"/>
                </a:ext>
              </a:extLst>
            </p:cNvPr>
            <p:cNvSpPr/>
            <p:nvPr/>
          </p:nvSpPr>
          <p:spPr>
            <a:xfrm>
              <a:off x="3002350" y="2533225"/>
              <a:ext cx="278875" cy="219750"/>
            </a:xfrm>
            <a:custGeom>
              <a:avLst/>
              <a:gdLst/>
              <a:ahLst/>
              <a:cxnLst/>
              <a:rect l="l" t="t" r="r" b="b"/>
              <a:pathLst>
                <a:path w="11155" h="8790" extrusionOk="0">
                  <a:moveTo>
                    <a:pt x="9869" y="515"/>
                  </a:moveTo>
                  <a:cubicBezTo>
                    <a:pt x="10190" y="515"/>
                    <a:pt x="10415" y="579"/>
                    <a:pt x="10512" y="708"/>
                  </a:cubicBezTo>
                  <a:cubicBezTo>
                    <a:pt x="10576" y="740"/>
                    <a:pt x="10608" y="836"/>
                    <a:pt x="10608" y="965"/>
                  </a:cubicBezTo>
                  <a:cubicBezTo>
                    <a:pt x="10608" y="1222"/>
                    <a:pt x="10447" y="1672"/>
                    <a:pt x="10222" y="2058"/>
                  </a:cubicBezTo>
                  <a:cubicBezTo>
                    <a:pt x="10029" y="2412"/>
                    <a:pt x="9740" y="2797"/>
                    <a:pt x="9579" y="2926"/>
                  </a:cubicBezTo>
                  <a:cubicBezTo>
                    <a:pt x="9419" y="3119"/>
                    <a:pt x="9290" y="3344"/>
                    <a:pt x="9129" y="3665"/>
                  </a:cubicBezTo>
                  <a:cubicBezTo>
                    <a:pt x="8872" y="4115"/>
                    <a:pt x="8551" y="4694"/>
                    <a:pt x="8165" y="5176"/>
                  </a:cubicBezTo>
                  <a:cubicBezTo>
                    <a:pt x="7779" y="5690"/>
                    <a:pt x="7297" y="6108"/>
                    <a:pt x="6783" y="6237"/>
                  </a:cubicBezTo>
                  <a:cubicBezTo>
                    <a:pt x="5958" y="6481"/>
                    <a:pt x="3592" y="7307"/>
                    <a:pt x="984" y="8134"/>
                  </a:cubicBezTo>
                  <a:lnTo>
                    <a:pt x="984" y="8134"/>
                  </a:lnTo>
                  <a:cubicBezTo>
                    <a:pt x="1027" y="7751"/>
                    <a:pt x="1061" y="7331"/>
                    <a:pt x="1061" y="6912"/>
                  </a:cubicBezTo>
                  <a:cubicBezTo>
                    <a:pt x="1061" y="6783"/>
                    <a:pt x="1061" y="6622"/>
                    <a:pt x="1029" y="6494"/>
                  </a:cubicBezTo>
                  <a:cubicBezTo>
                    <a:pt x="1003" y="5926"/>
                    <a:pt x="853" y="5400"/>
                    <a:pt x="662" y="4932"/>
                  </a:cubicBezTo>
                  <a:lnTo>
                    <a:pt x="662" y="4932"/>
                  </a:lnTo>
                  <a:cubicBezTo>
                    <a:pt x="875" y="4902"/>
                    <a:pt x="997" y="4887"/>
                    <a:pt x="997" y="4887"/>
                  </a:cubicBezTo>
                  <a:cubicBezTo>
                    <a:pt x="1061" y="4887"/>
                    <a:pt x="1125" y="4855"/>
                    <a:pt x="1158" y="4790"/>
                  </a:cubicBezTo>
                  <a:cubicBezTo>
                    <a:pt x="1190" y="4790"/>
                    <a:pt x="1768" y="4083"/>
                    <a:pt x="2154" y="2733"/>
                  </a:cubicBezTo>
                  <a:cubicBezTo>
                    <a:pt x="2508" y="1511"/>
                    <a:pt x="3536" y="676"/>
                    <a:pt x="4726" y="676"/>
                  </a:cubicBezTo>
                  <a:cubicBezTo>
                    <a:pt x="6011" y="676"/>
                    <a:pt x="7233" y="772"/>
                    <a:pt x="7908" y="772"/>
                  </a:cubicBezTo>
                  <a:cubicBezTo>
                    <a:pt x="8165" y="772"/>
                    <a:pt x="8487" y="708"/>
                    <a:pt x="8840" y="644"/>
                  </a:cubicBezTo>
                  <a:cubicBezTo>
                    <a:pt x="9194" y="579"/>
                    <a:pt x="9579" y="515"/>
                    <a:pt x="9869" y="515"/>
                  </a:cubicBezTo>
                  <a:close/>
                  <a:moveTo>
                    <a:pt x="9869" y="1"/>
                  </a:moveTo>
                  <a:cubicBezTo>
                    <a:pt x="9515" y="1"/>
                    <a:pt x="9097" y="65"/>
                    <a:pt x="8744" y="129"/>
                  </a:cubicBezTo>
                  <a:cubicBezTo>
                    <a:pt x="8390" y="194"/>
                    <a:pt x="8069" y="226"/>
                    <a:pt x="7908" y="226"/>
                  </a:cubicBezTo>
                  <a:cubicBezTo>
                    <a:pt x="7265" y="226"/>
                    <a:pt x="6044" y="129"/>
                    <a:pt x="4726" y="129"/>
                  </a:cubicBezTo>
                  <a:cubicBezTo>
                    <a:pt x="3279" y="129"/>
                    <a:pt x="2058" y="1158"/>
                    <a:pt x="1640" y="2572"/>
                  </a:cubicBezTo>
                  <a:cubicBezTo>
                    <a:pt x="1447" y="3215"/>
                    <a:pt x="1222" y="3697"/>
                    <a:pt x="1061" y="4019"/>
                  </a:cubicBezTo>
                  <a:cubicBezTo>
                    <a:pt x="965" y="4147"/>
                    <a:pt x="900" y="4276"/>
                    <a:pt x="836" y="4340"/>
                  </a:cubicBezTo>
                  <a:lnTo>
                    <a:pt x="803" y="4389"/>
                  </a:lnTo>
                  <a:lnTo>
                    <a:pt x="803" y="4389"/>
                  </a:lnTo>
                  <a:cubicBezTo>
                    <a:pt x="688" y="4405"/>
                    <a:pt x="500" y="4432"/>
                    <a:pt x="258" y="4469"/>
                  </a:cubicBezTo>
                  <a:cubicBezTo>
                    <a:pt x="161" y="4469"/>
                    <a:pt x="97" y="4533"/>
                    <a:pt x="65" y="4597"/>
                  </a:cubicBezTo>
                  <a:cubicBezTo>
                    <a:pt x="0" y="4662"/>
                    <a:pt x="0" y="4758"/>
                    <a:pt x="33" y="4822"/>
                  </a:cubicBezTo>
                  <a:cubicBezTo>
                    <a:pt x="258" y="5337"/>
                    <a:pt x="483" y="5915"/>
                    <a:pt x="515" y="6526"/>
                  </a:cubicBezTo>
                  <a:cubicBezTo>
                    <a:pt x="515" y="6655"/>
                    <a:pt x="515" y="6783"/>
                    <a:pt x="515" y="6912"/>
                  </a:cubicBezTo>
                  <a:cubicBezTo>
                    <a:pt x="515" y="7458"/>
                    <a:pt x="450" y="8005"/>
                    <a:pt x="386" y="8487"/>
                  </a:cubicBezTo>
                  <a:cubicBezTo>
                    <a:pt x="386" y="8583"/>
                    <a:pt x="418" y="8680"/>
                    <a:pt x="483" y="8744"/>
                  </a:cubicBezTo>
                  <a:cubicBezTo>
                    <a:pt x="528" y="8767"/>
                    <a:pt x="590" y="8789"/>
                    <a:pt x="656" y="8789"/>
                  </a:cubicBezTo>
                  <a:cubicBezTo>
                    <a:pt x="683" y="8789"/>
                    <a:pt x="711" y="8786"/>
                    <a:pt x="740" y="8776"/>
                  </a:cubicBezTo>
                  <a:cubicBezTo>
                    <a:pt x="3504" y="7908"/>
                    <a:pt x="6108" y="7008"/>
                    <a:pt x="6944" y="6751"/>
                  </a:cubicBezTo>
                  <a:cubicBezTo>
                    <a:pt x="7844" y="6494"/>
                    <a:pt x="8487" y="5690"/>
                    <a:pt x="8969" y="4951"/>
                  </a:cubicBezTo>
                  <a:cubicBezTo>
                    <a:pt x="9226" y="4597"/>
                    <a:pt x="9419" y="4212"/>
                    <a:pt x="9579" y="3922"/>
                  </a:cubicBezTo>
                  <a:cubicBezTo>
                    <a:pt x="9740" y="3633"/>
                    <a:pt x="9901" y="3376"/>
                    <a:pt x="9965" y="3312"/>
                  </a:cubicBezTo>
                  <a:cubicBezTo>
                    <a:pt x="10190" y="3119"/>
                    <a:pt x="10447" y="2733"/>
                    <a:pt x="10704" y="2315"/>
                  </a:cubicBezTo>
                  <a:cubicBezTo>
                    <a:pt x="10929" y="1865"/>
                    <a:pt x="11155" y="1415"/>
                    <a:pt x="11155" y="965"/>
                  </a:cubicBezTo>
                  <a:cubicBezTo>
                    <a:pt x="11155" y="740"/>
                    <a:pt x="11090" y="483"/>
                    <a:pt x="10897" y="322"/>
                  </a:cubicBezTo>
                  <a:cubicBezTo>
                    <a:pt x="10640" y="33"/>
                    <a:pt x="10254" y="1"/>
                    <a:pt x="98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4385;p64">
              <a:extLst>
                <a:ext uri="{FF2B5EF4-FFF2-40B4-BE49-F238E27FC236}">
                  <a16:creationId xmlns:a16="http://schemas.microsoft.com/office/drawing/2014/main" id="{0A3D8428-610C-E617-592E-592946726E5C}"/>
                </a:ext>
              </a:extLst>
            </p:cNvPr>
            <p:cNvSpPr/>
            <p:nvPr/>
          </p:nvSpPr>
          <p:spPr>
            <a:xfrm>
              <a:off x="3041725" y="2911725"/>
              <a:ext cx="238700" cy="81200"/>
            </a:xfrm>
            <a:custGeom>
              <a:avLst/>
              <a:gdLst/>
              <a:ahLst/>
              <a:cxnLst/>
              <a:rect l="l" t="t" r="r" b="b"/>
              <a:pathLst>
                <a:path w="9548" h="3248" extrusionOk="0">
                  <a:moveTo>
                    <a:pt x="1897" y="1"/>
                  </a:moveTo>
                  <a:lnTo>
                    <a:pt x="0" y="3022"/>
                  </a:lnTo>
                  <a:cubicBezTo>
                    <a:pt x="0" y="3022"/>
                    <a:pt x="2411" y="3247"/>
                    <a:pt x="3215" y="3247"/>
                  </a:cubicBezTo>
                  <a:cubicBezTo>
                    <a:pt x="4019" y="3247"/>
                    <a:pt x="9547" y="2637"/>
                    <a:pt x="8744" y="1737"/>
                  </a:cubicBezTo>
                  <a:cubicBezTo>
                    <a:pt x="7940" y="804"/>
                    <a:pt x="1897" y="1"/>
                    <a:pt x="18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4386;p64">
              <a:extLst>
                <a:ext uri="{FF2B5EF4-FFF2-40B4-BE49-F238E27FC236}">
                  <a16:creationId xmlns:a16="http://schemas.microsoft.com/office/drawing/2014/main" id="{4EDEE87A-9C62-0528-5945-1BDFFFCE6846}"/>
                </a:ext>
              </a:extLst>
            </p:cNvPr>
            <p:cNvSpPr/>
            <p:nvPr/>
          </p:nvSpPr>
          <p:spPr>
            <a:xfrm>
              <a:off x="3034500" y="2905300"/>
              <a:ext cx="234675" cy="94050"/>
            </a:xfrm>
            <a:custGeom>
              <a:avLst/>
              <a:gdLst/>
              <a:ahLst/>
              <a:cxnLst/>
              <a:rect l="l" t="t" r="r" b="b"/>
              <a:pathLst>
                <a:path w="9387" h="3762" extrusionOk="0">
                  <a:moveTo>
                    <a:pt x="2318" y="567"/>
                  </a:moveTo>
                  <a:cubicBezTo>
                    <a:pt x="2486" y="586"/>
                    <a:pt x="2755" y="620"/>
                    <a:pt x="3086" y="676"/>
                  </a:cubicBezTo>
                  <a:cubicBezTo>
                    <a:pt x="3954" y="804"/>
                    <a:pt x="5272" y="1029"/>
                    <a:pt x="6429" y="1286"/>
                  </a:cubicBezTo>
                  <a:cubicBezTo>
                    <a:pt x="7040" y="1447"/>
                    <a:pt x="7586" y="1576"/>
                    <a:pt x="8004" y="1736"/>
                  </a:cubicBezTo>
                  <a:cubicBezTo>
                    <a:pt x="8422" y="1897"/>
                    <a:pt x="8743" y="2058"/>
                    <a:pt x="8840" y="2154"/>
                  </a:cubicBezTo>
                  <a:cubicBezTo>
                    <a:pt x="8840" y="2154"/>
                    <a:pt x="8776" y="2219"/>
                    <a:pt x="8615" y="2283"/>
                  </a:cubicBezTo>
                  <a:cubicBezTo>
                    <a:pt x="8390" y="2411"/>
                    <a:pt x="7972" y="2572"/>
                    <a:pt x="7490" y="2669"/>
                  </a:cubicBezTo>
                  <a:cubicBezTo>
                    <a:pt x="6750" y="2829"/>
                    <a:pt x="5850" y="2990"/>
                    <a:pt x="5111" y="3086"/>
                  </a:cubicBezTo>
                  <a:cubicBezTo>
                    <a:pt x="4340" y="3183"/>
                    <a:pt x="3697" y="3215"/>
                    <a:pt x="3504" y="3215"/>
                  </a:cubicBezTo>
                  <a:cubicBezTo>
                    <a:pt x="3118" y="3215"/>
                    <a:pt x="2315" y="3183"/>
                    <a:pt x="1607" y="3119"/>
                  </a:cubicBezTo>
                  <a:cubicBezTo>
                    <a:pt x="1286" y="3104"/>
                    <a:pt x="984" y="3083"/>
                    <a:pt x="751" y="3064"/>
                  </a:cubicBezTo>
                  <a:lnTo>
                    <a:pt x="751" y="3064"/>
                  </a:lnTo>
                  <a:lnTo>
                    <a:pt x="2318" y="567"/>
                  </a:lnTo>
                  <a:close/>
                  <a:moveTo>
                    <a:pt x="2218" y="1"/>
                  </a:moveTo>
                  <a:cubicBezTo>
                    <a:pt x="2090" y="1"/>
                    <a:pt x="1993" y="33"/>
                    <a:pt x="1929" y="129"/>
                  </a:cubicBezTo>
                  <a:lnTo>
                    <a:pt x="32" y="3151"/>
                  </a:lnTo>
                  <a:cubicBezTo>
                    <a:pt x="0" y="3215"/>
                    <a:pt x="0" y="3311"/>
                    <a:pt x="32" y="3408"/>
                  </a:cubicBezTo>
                  <a:cubicBezTo>
                    <a:pt x="64" y="3504"/>
                    <a:pt x="161" y="3536"/>
                    <a:pt x="257" y="3569"/>
                  </a:cubicBezTo>
                  <a:cubicBezTo>
                    <a:pt x="257" y="3569"/>
                    <a:pt x="2668" y="3762"/>
                    <a:pt x="3504" y="3762"/>
                  </a:cubicBezTo>
                  <a:cubicBezTo>
                    <a:pt x="3697" y="3762"/>
                    <a:pt x="4147" y="3729"/>
                    <a:pt x="4725" y="3665"/>
                  </a:cubicBezTo>
                  <a:cubicBezTo>
                    <a:pt x="5561" y="3569"/>
                    <a:pt x="6686" y="3408"/>
                    <a:pt x="7586" y="3183"/>
                  </a:cubicBezTo>
                  <a:cubicBezTo>
                    <a:pt x="8036" y="3086"/>
                    <a:pt x="8454" y="2958"/>
                    <a:pt x="8776" y="2829"/>
                  </a:cubicBezTo>
                  <a:cubicBezTo>
                    <a:pt x="8936" y="2765"/>
                    <a:pt x="9065" y="2669"/>
                    <a:pt x="9161" y="2572"/>
                  </a:cubicBezTo>
                  <a:cubicBezTo>
                    <a:pt x="9258" y="2476"/>
                    <a:pt x="9386" y="2347"/>
                    <a:pt x="9386" y="2154"/>
                  </a:cubicBezTo>
                  <a:cubicBezTo>
                    <a:pt x="9386" y="2026"/>
                    <a:pt x="9322" y="1897"/>
                    <a:pt x="9226" y="1801"/>
                  </a:cubicBezTo>
                  <a:cubicBezTo>
                    <a:pt x="9065" y="1640"/>
                    <a:pt x="8872" y="1511"/>
                    <a:pt x="8615" y="1415"/>
                  </a:cubicBezTo>
                  <a:cubicBezTo>
                    <a:pt x="7715" y="997"/>
                    <a:pt x="6140" y="676"/>
                    <a:pt x="4758" y="418"/>
                  </a:cubicBezTo>
                  <a:cubicBezTo>
                    <a:pt x="3375" y="161"/>
                    <a:pt x="2218" y="1"/>
                    <a:pt x="22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4387;p64">
              <a:extLst>
                <a:ext uri="{FF2B5EF4-FFF2-40B4-BE49-F238E27FC236}">
                  <a16:creationId xmlns:a16="http://schemas.microsoft.com/office/drawing/2014/main" id="{407E1A71-3DED-63DE-D776-BE2D3D18F05C}"/>
                </a:ext>
              </a:extLst>
            </p:cNvPr>
            <p:cNvSpPr/>
            <p:nvPr/>
          </p:nvSpPr>
          <p:spPr>
            <a:xfrm>
              <a:off x="2902700" y="2851450"/>
              <a:ext cx="604350" cy="551325"/>
            </a:xfrm>
            <a:custGeom>
              <a:avLst/>
              <a:gdLst/>
              <a:ahLst/>
              <a:cxnLst/>
              <a:rect l="l" t="t" r="r" b="b"/>
              <a:pathLst>
                <a:path w="24174" h="22053" extrusionOk="0">
                  <a:moveTo>
                    <a:pt x="17616" y="1"/>
                  </a:moveTo>
                  <a:lnTo>
                    <a:pt x="0" y="8166"/>
                  </a:lnTo>
                  <a:lnTo>
                    <a:pt x="6847" y="22052"/>
                  </a:lnTo>
                  <a:lnTo>
                    <a:pt x="24173" y="13277"/>
                  </a:lnTo>
                  <a:lnTo>
                    <a:pt x="176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4388;p64">
              <a:extLst>
                <a:ext uri="{FF2B5EF4-FFF2-40B4-BE49-F238E27FC236}">
                  <a16:creationId xmlns:a16="http://schemas.microsoft.com/office/drawing/2014/main" id="{11E3ECD6-C6D1-7305-C824-A85A2428DED3}"/>
                </a:ext>
              </a:extLst>
            </p:cNvPr>
            <p:cNvSpPr/>
            <p:nvPr/>
          </p:nvSpPr>
          <p:spPr>
            <a:xfrm>
              <a:off x="2896275" y="2845050"/>
              <a:ext cx="618000" cy="564150"/>
            </a:xfrm>
            <a:custGeom>
              <a:avLst/>
              <a:gdLst/>
              <a:ahLst/>
              <a:cxnLst/>
              <a:rect l="l" t="t" r="r" b="b"/>
              <a:pathLst>
                <a:path w="24720" h="22566" extrusionOk="0">
                  <a:moveTo>
                    <a:pt x="17765" y="623"/>
                  </a:moveTo>
                  <a:lnTo>
                    <a:pt x="24076" y="13436"/>
                  </a:lnTo>
                  <a:lnTo>
                    <a:pt x="7233" y="21954"/>
                  </a:lnTo>
                  <a:lnTo>
                    <a:pt x="643" y="8550"/>
                  </a:lnTo>
                  <a:lnTo>
                    <a:pt x="17765" y="623"/>
                  </a:lnTo>
                  <a:close/>
                  <a:moveTo>
                    <a:pt x="17904" y="1"/>
                  </a:moveTo>
                  <a:cubicBezTo>
                    <a:pt x="17861" y="1"/>
                    <a:pt x="17817" y="12"/>
                    <a:pt x="17776" y="32"/>
                  </a:cubicBezTo>
                  <a:lnTo>
                    <a:pt x="161" y="8164"/>
                  </a:lnTo>
                  <a:cubicBezTo>
                    <a:pt x="97" y="8197"/>
                    <a:pt x="32" y="8261"/>
                    <a:pt x="0" y="8325"/>
                  </a:cubicBezTo>
                  <a:cubicBezTo>
                    <a:pt x="0" y="8389"/>
                    <a:pt x="0" y="8454"/>
                    <a:pt x="32" y="8518"/>
                  </a:cubicBezTo>
                  <a:lnTo>
                    <a:pt x="6879" y="22437"/>
                  </a:lnTo>
                  <a:cubicBezTo>
                    <a:pt x="6911" y="22501"/>
                    <a:pt x="6944" y="22533"/>
                    <a:pt x="7040" y="22565"/>
                  </a:cubicBezTo>
                  <a:cubicBezTo>
                    <a:pt x="7104" y="22565"/>
                    <a:pt x="7169" y="22565"/>
                    <a:pt x="7233" y="22533"/>
                  </a:cubicBezTo>
                  <a:lnTo>
                    <a:pt x="24527" y="13790"/>
                  </a:lnTo>
                  <a:cubicBezTo>
                    <a:pt x="24687" y="13725"/>
                    <a:pt x="24719" y="13565"/>
                    <a:pt x="24655" y="13436"/>
                  </a:cubicBezTo>
                  <a:lnTo>
                    <a:pt x="18130" y="160"/>
                  </a:lnTo>
                  <a:cubicBezTo>
                    <a:pt x="18086" y="51"/>
                    <a:pt x="17997" y="1"/>
                    <a:pt x="1790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4389;p64">
              <a:extLst>
                <a:ext uri="{FF2B5EF4-FFF2-40B4-BE49-F238E27FC236}">
                  <a16:creationId xmlns:a16="http://schemas.microsoft.com/office/drawing/2014/main" id="{550F8B90-45F5-A9BE-8075-8AA813C2E6EC}"/>
                </a:ext>
              </a:extLst>
            </p:cNvPr>
            <p:cNvSpPr/>
            <p:nvPr/>
          </p:nvSpPr>
          <p:spPr>
            <a:xfrm>
              <a:off x="3048950" y="2939850"/>
              <a:ext cx="145475" cy="79925"/>
            </a:xfrm>
            <a:custGeom>
              <a:avLst/>
              <a:gdLst/>
              <a:ahLst/>
              <a:cxnLst/>
              <a:rect l="l" t="t" r="r" b="b"/>
              <a:pathLst>
                <a:path w="5819" h="3197" extrusionOk="0">
                  <a:moveTo>
                    <a:pt x="3119" y="1"/>
                  </a:moveTo>
                  <a:lnTo>
                    <a:pt x="1" y="1094"/>
                  </a:lnTo>
                  <a:cubicBezTo>
                    <a:pt x="1" y="1094"/>
                    <a:pt x="2122" y="1094"/>
                    <a:pt x="2604" y="1415"/>
                  </a:cubicBezTo>
                  <a:cubicBezTo>
                    <a:pt x="3061" y="1672"/>
                    <a:pt x="4786" y="3197"/>
                    <a:pt x="5369" y="3197"/>
                  </a:cubicBezTo>
                  <a:cubicBezTo>
                    <a:pt x="5442" y="3197"/>
                    <a:pt x="5497" y="3173"/>
                    <a:pt x="5530" y="3119"/>
                  </a:cubicBezTo>
                  <a:cubicBezTo>
                    <a:pt x="5819" y="2605"/>
                    <a:pt x="4630" y="1415"/>
                    <a:pt x="4115" y="901"/>
                  </a:cubicBezTo>
                  <a:cubicBezTo>
                    <a:pt x="3633" y="387"/>
                    <a:pt x="3119" y="1"/>
                    <a:pt x="311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4390;p64">
              <a:extLst>
                <a:ext uri="{FF2B5EF4-FFF2-40B4-BE49-F238E27FC236}">
                  <a16:creationId xmlns:a16="http://schemas.microsoft.com/office/drawing/2014/main" id="{068F00A8-4199-94FF-2B2A-B8C69AC2318C}"/>
                </a:ext>
              </a:extLst>
            </p:cNvPr>
            <p:cNvSpPr/>
            <p:nvPr/>
          </p:nvSpPr>
          <p:spPr>
            <a:xfrm>
              <a:off x="3042525" y="2932825"/>
              <a:ext cx="152725" cy="93850"/>
            </a:xfrm>
            <a:custGeom>
              <a:avLst/>
              <a:gdLst/>
              <a:ahLst/>
              <a:cxnLst/>
              <a:rect l="l" t="t" r="r" b="b"/>
              <a:pathLst>
                <a:path w="6109" h="3754" extrusionOk="0">
                  <a:moveTo>
                    <a:pt x="3389" y="1"/>
                  </a:moveTo>
                  <a:cubicBezTo>
                    <a:pt x="3303" y="1"/>
                    <a:pt x="3209" y="43"/>
                    <a:pt x="3151" y="121"/>
                  </a:cubicBezTo>
                  <a:cubicBezTo>
                    <a:pt x="3086" y="218"/>
                    <a:pt x="3086" y="378"/>
                    <a:pt x="3215" y="475"/>
                  </a:cubicBezTo>
                  <a:cubicBezTo>
                    <a:pt x="3215" y="475"/>
                    <a:pt x="3247" y="507"/>
                    <a:pt x="3279" y="539"/>
                  </a:cubicBezTo>
                  <a:cubicBezTo>
                    <a:pt x="3440" y="700"/>
                    <a:pt x="3826" y="989"/>
                    <a:pt x="4179" y="1375"/>
                  </a:cubicBezTo>
                  <a:cubicBezTo>
                    <a:pt x="4404" y="1600"/>
                    <a:pt x="4758" y="1953"/>
                    <a:pt x="5079" y="2307"/>
                  </a:cubicBezTo>
                  <a:cubicBezTo>
                    <a:pt x="5208" y="2500"/>
                    <a:pt x="5337" y="2693"/>
                    <a:pt x="5433" y="2853"/>
                  </a:cubicBezTo>
                  <a:cubicBezTo>
                    <a:pt x="5528" y="3012"/>
                    <a:pt x="5561" y="3139"/>
                    <a:pt x="5562" y="3204"/>
                  </a:cubicBezTo>
                  <a:lnTo>
                    <a:pt x="5562" y="3204"/>
                  </a:lnTo>
                  <a:cubicBezTo>
                    <a:pt x="5528" y="3200"/>
                    <a:pt x="5485" y="3192"/>
                    <a:pt x="5433" y="3175"/>
                  </a:cubicBezTo>
                  <a:cubicBezTo>
                    <a:pt x="5144" y="3046"/>
                    <a:pt x="4629" y="2661"/>
                    <a:pt x="4147" y="2307"/>
                  </a:cubicBezTo>
                  <a:cubicBezTo>
                    <a:pt x="3890" y="2114"/>
                    <a:pt x="3665" y="1953"/>
                    <a:pt x="3472" y="1793"/>
                  </a:cubicBezTo>
                  <a:cubicBezTo>
                    <a:pt x="3279" y="1632"/>
                    <a:pt x="3119" y="1535"/>
                    <a:pt x="3022" y="1439"/>
                  </a:cubicBezTo>
                  <a:cubicBezTo>
                    <a:pt x="2829" y="1343"/>
                    <a:pt x="2572" y="1278"/>
                    <a:pt x="2283" y="1246"/>
                  </a:cubicBezTo>
                  <a:cubicBezTo>
                    <a:pt x="1447" y="1118"/>
                    <a:pt x="258" y="1118"/>
                    <a:pt x="258" y="1118"/>
                  </a:cubicBezTo>
                  <a:cubicBezTo>
                    <a:pt x="97" y="1118"/>
                    <a:pt x="1" y="1246"/>
                    <a:pt x="1" y="1375"/>
                  </a:cubicBezTo>
                  <a:cubicBezTo>
                    <a:pt x="1" y="1535"/>
                    <a:pt x="97" y="1664"/>
                    <a:pt x="258" y="1664"/>
                  </a:cubicBezTo>
                  <a:lnTo>
                    <a:pt x="579" y="1664"/>
                  </a:lnTo>
                  <a:cubicBezTo>
                    <a:pt x="901" y="1664"/>
                    <a:pt x="1351" y="1664"/>
                    <a:pt x="1801" y="1728"/>
                  </a:cubicBezTo>
                  <a:cubicBezTo>
                    <a:pt x="2026" y="1728"/>
                    <a:pt x="2219" y="1760"/>
                    <a:pt x="2379" y="1793"/>
                  </a:cubicBezTo>
                  <a:cubicBezTo>
                    <a:pt x="2572" y="1825"/>
                    <a:pt x="2701" y="1889"/>
                    <a:pt x="2733" y="1921"/>
                  </a:cubicBezTo>
                  <a:cubicBezTo>
                    <a:pt x="2829" y="1953"/>
                    <a:pt x="3022" y="2114"/>
                    <a:pt x="3247" y="2275"/>
                  </a:cubicBezTo>
                  <a:cubicBezTo>
                    <a:pt x="3601" y="2564"/>
                    <a:pt x="4019" y="2918"/>
                    <a:pt x="4437" y="3207"/>
                  </a:cubicBezTo>
                  <a:cubicBezTo>
                    <a:pt x="4662" y="3336"/>
                    <a:pt x="4854" y="3464"/>
                    <a:pt x="5047" y="3561"/>
                  </a:cubicBezTo>
                  <a:cubicBezTo>
                    <a:pt x="5240" y="3657"/>
                    <a:pt x="5433" y="3753"/>
                    <a:pt x="5626" y="3753"/>
                  </a:cubicBezTo>
                  <a:cubicBezTo>
                    <a:pt x="5690" y="3753"/>
                    <a:pt x="5754" y="3721"/>
                    <a:pt x="5819" y="3689"/>
                  </a:cubicBezTo>
                  <a:cubicBezTo>
                    <a:pt x="5915" y="3657"/>
                    <a:pt x="5979" y="3593"/>
                    <a:pt x="6012" y="3528"/>
                  </a:cubicBezTo>
                  <a:cubicBezTo>
                    <a:pt x="6076" y="3432"/>
                    <a:pt x="6108" y="3303"/>
                    <a:pt x="6108" y="3207"/>
                  </a:cubicBezTo>
                  <a:cubicBezTo>
                    <a:pt x="6108" y="2982"/>
                    <a:pt x="6012" y="2789"/>
                    <a:pt x="5915" y="2596"/>
                  </a:cubicBezTo>
                  <a:cubicBezTo>
                    <a:pt x="5562" y="1985"/>
                    <a:pt x="4919" y="1343"/>
                    <a:pt x="4565" y="989"/>
                  </a:cubicBezTo>
                  <a:cubicBezTo>
                    <a:pt x="4051" y="475"/>
                    <a:pt x="3537" y="57"/>
                    <a:pt x="3537" y="57"/>
                  </a:cubicBezTo>
                  <a:cubicBezTo>
                    <a:pt x="3498" y="19"/>
                    <a:pt x="3445" y="1"/>
                    <a:pt x="33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4391;p64">
              <a:extLst>
                <a:ext uri="{FF2B5EF4-FFF2-40B4-BE49-F238E27FC236}">
                  <a16:creationId xmlns:a16="http://schemas.microsoft.com/office/drawing/2014/main" id="{3BC4028A-26BC-93A3-89C9-2EC7357BAC29}"/>
                </a:ext>
              </a:extLst>
            </p:cNvPr>
            <p:cNvSpPr/>
            <p:nvPr/>
          </p:nvSpPr>
          <p:spPr>
            <a:xfrm>
              <a:off x="2426975" y="2793600"/>
              <a:ext cx="662175" cy="222625"/>
            </a:xfrm>
            <a:custGeom>
              <a:avLst/>
              <a:gdLst/>
              <a:ahLst/>
              <a:cxnLst/>
              <a:rect l="l" t="t" r="r" b="b"/>
              <a:pathLst>
                <a:path w="26487" h="8905" extrusionOk="0">
                  <a:moveTo>
                    <a:pt x="8325" y="1"/>
                  </a:moveTo>
                  <a:cubicBezTo>
                    <a:pt x="0" y="386"/>
                    <a:pt x="4532" y="6622"/>
                    <a:pt x="4532" y="6622"/>
                  </a:cubicBezTo>
                  <a:lnTo>
                    <a:pt x="23626" y="8905"/>
                  </a:lnTo>
                  <a:lnTo>
                    <a:pt x="26487" y="4726"/>
                  </a:lnTo>
                  <a:lnTo>
                    <a:pt x="832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4392;p64">
              <a:extLst>
                <a:ext uri="{FF2B5EF4-FFF2-40B4-BE49-F238E27FC236}">
                  <a16:creationId xmlns:a16="http://schemas.microsoft.com/office/drawing/2014/main" id="{CE672EE0-F6AD-1ACC-96D7-27810C4D4E0D}"/>
                </a:ext>
              </a:extLst>
            </p:cNvPr>
            <p:cNvSpPr/>
            <p:nvPr/>
          </p:nvSpPr>
          <p:spPr>
            <a:xfrm>
              <a:off x="2503300" y="2787175"/>
              <a:ext cx="592300" cy="235475"/>
            </a:xfrm>
            <a:custGeom>
              <a:avLst/>
              <a:gdLst/>
              <a:ahLst/>
              <a:cxnLst/>
              <a:rect l="l" t="t" r="r" b="b"/>
              <a:pathLst>
                <a:path w="23692" h="9419" extrusionOk="0">
                  <a:moveTo>
                    <a:pt x="5272" y="531"/>
                  </a:moveTo>
                  <a:lnTo>
                    <a:pt x="22984" y="5143"/>
                  </a:lnTo>
                  <a:lnTo>
                    <a:pt x="20445" y="8872"/>
                  </a:lnTo>
                  <a:lnTo>
                    <a:pt x="1653" y="6639"/>
                  </a:lnTo>
                  <a:lnTo>
                    <a:pt x="1653" y="6639"/>
                  </a:lnTo>
                  <a:cubicBezTo>
                    <a:pt x="1541" y="6464"/>
                    <a:pt x="1301" y="6073"/>
                    <a:pt x="1062" y="5594"/>
                  </a:cubicBezTo>
                  <a:cubicBezTo>
                    <a:pt x="772" y="4983"/>
                    <a:pt x="515" y="4243"/>
                    <a:pt x="515" y="3504"/>
                  </a:cubicBezTo>
                  <a:cubicBezTo>
                    <a:pt x="547" y="2797"/>
                    <a:pt x="740" y="2122"/>
                    <a:pt x="1447" y="1575"/>
                  </a:cubicBezTo>
                  <a:cubicBezTo>
                    <a:pt x="2122" y="1029"/>
                    <a:pt x="3344" y="611"/>
                    <a:pt x="5272" y="547"/>
                  </a:cubicBezTo>
                  <a:lnTo>
                    <a:pt x="5272" y="531"/>
                  </a:lnTo>
                  <a:close/>
                  <a:moveTo>
                    <a:pt x="5272" y="0"/>
                  </a:moveTo>
                  <a:cubicBezTo>
                    <a:pt x="3247" y="97"/>
                    <a:pt x="1929" y="515"/>
                    <a:pt x="1094" y="1158"/>
                  </a:cubicBezTo>
                  <a:cubicBezTo>
                    <a:pt x="290" y="1800"/>
                    <a:pt x="1" y="2668"/>
                    <a:pt x="1" y="3504"/>
                  </a:cubicBezTo>
                  <a:cubicBezTo>
                    <a:pt x="1" y="4404"/>
                    <a:pt x="322" y="5272"/>
                    <a:pt x="644" y="5947"/>
                  </a:cubicBezTo>
                  <a:cubicBezTo>
                    <a:pt x="965" y="6590"/>
                    <a:pt x="1287" y="7040"/>
                    <a:pt x="1287" y="7040"/>
                  </a:cubicBezTo>
                  <a:cubicBezTo>
                    <a:pt x="1319" y="7104"/>
                    <a:pt x="1383" y="7136"/>
                    <a:pt x="1447" y="7136"/>
                  </a:cubicBezTo>
                  <a:lnTo>
                    <a:pt x="20541" y="9419"/>
                  </a:lnTo>
                  <a:cubicBezTo>
                    <a:pt x="20637" y="9419"/>
                    <a:pt x="20734" y="9387"/>
                    <a:pt x="20798" y="9290"/>
                  </a:cubicBezTo>
                  <a:lnTo>
                    <a:pt x="23627" y="5143"/>
                  </a:lnTo>
                  <a:cubicBezTo>
                    <a:pt x="23691" y="5079"/>
                    <a:pt x="23691" y="4983"/>
                    <a:pt x="23659" y="4886"/>
                  </a:cubicBezTo>
                  <a:cubicBezTo>
                    <a:pt x="23627" y="4822"/>
                    <a:pt x="23563" y="4758"/>
                    <a:pt x="23498" y="4726"/>
                  </a:cubicBezTo>
                  <a:lnTo>
                    <a:pt x="533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4393;p64">
              <a:extLst>
                <a:ext uri="{FF2B5EF4-FFF2-40B4-BE49-F238E27FC236}">
                  <a16:creationId xmlns:a16="http://schemas.microsoft.com/office/drawing/2014/main" id="{40993CA2-2173-C332-7D8B-D1BDB993AF11}"/>
                </a:ext>
              </a:extLst>
            </p:cNvPr>
            <p:cNvSpPr/>
            <p:nvPr/>
          </p:nvSpPr>
          <p:spPr>
            <a:xfrm>
              <a:off x="1989800" y="2788450"/>
              <a:ext cx="709600" cy="1210775"/>
            </a:xfrm>
            <a:custGeom>
              <a:avLst/>
              <a:gdLst/>
              <a:ahLst/>
              <a:cxnLst/>
              <a:rect l="l" t="t" r="r" b="b"/>
              <a:pathLst>
                <a:path w="28384" h="48431" extrusionOk="0">
                  <a:moveTo>
                    <a:pt x="15726" y="0"/>
                  </a:moveTo>
                  <a:cubicBezTo>
                    <a:pt x="14816" y="0"/>
                    <a:pt x="13906" y="302"/>
                    <a:pt x="12987" y="1010"/>
                  </a:cubicBezTo>
                  <a:cubicBezTo>
                    <a:pt x="12987" y="1010"/>
                    <a:pt x="8551" y="4771"/>
                    <a:pt x="7072" y="9303"/>
                  </a:cubicBezTo>
                  <a:cubicBezTo>
                    <a:pt x="5626" y="13868"/>
                    <a:pt x="4661" y="22965"/>
                    <a:pt x="4661" y="22965"/>
                  </a:cubicBezTo>
                  <a:cubicBezTo>
                    <a:pt x="4661" y="22965"/>
                    <a:pt x="0" y="29683"/>
                    <a:pt x="0" y="30358"/>
                  </a:cubicBezTo>
                  <a:cubicBezTo>
                    <a:pt x="0" y="30572"/>
                    <a:pt x="429" y="30644"/>
                    <a:pt x="1001" y="30644"/>
                  </a:cubicBezTo>
                  <a:cubicBezTo>
                    <a:pt x="2143" y="30644"/>
                    <a:pt x="3858" y="30358"/>
                    <a:pt x="3858" y="30358"/>
                  </a:cubicBezTo>
                  <a:lnTo>
                    <a:pt x="3858" y="30358"/>
                  </a:lnTo>
                  <a:lnTo>
                    <a:pt x="129" y="36787"/>
                  </a:lnTo>
                  <a:cubicBezTo>
                    <a:pt x="129" y="36787"/>
                    <a:pt x="129" y="42123"/>
                    <a:pt x="3054" y="44952"/>
                  </a:cubicBezTo>
                  <a:cubicBezTo>
                    <a:pt x="5520" y="47284"/>
                    <a:pt x="8813" y="48431"/>
                    <a:pt x="11703" y="48431"/>
                  </a:cubicBezTo>
                  <a:cubicBezTo>
                    <a:pt x="12279" y="48431"/>
                    <a:pt x="12839" y="48385"/>
                    <a:pt x="13373" y="48295"/>
                  </a:cubicBezTo>
                  <a:cubicBezTo>
                    <a:pt x="16587" y="47748"/>
                    <a:pt x="22502" y="40516"/>
                    <a:pt x="23144" y="40130"/>
                  </a:cubicBezTo>
                  <a:cubicBezTo>
                    <a:pt x="23819" y="39712"/>
                    <a:pt x="21537" y="33573"/>
                    <a:pt x="21023" y="31290"/>
                  </a:cubicBezTo>
                  <a:cubicBezTo>
                    <a:pt x="20476" y="29008"/>
                    <a:pt x="21537" y="27401"/>
                    <a:pt x="22212" y="26983"/>
                  </a:cubicBezTo>
                  <a:cubicBezTo>
                    <a:pt x="22887" y="26597"/>
                    <a:pt x="26777" y="24186"/>
                    <a:pt x="27580" y="22451"/>
                  </a:cubicBezTo>
                  <a:cubicBezTo>
                    <a:pt x="28384" y="20715"/>
                    <a:pt x="28255" y="17757"/>
                    <a:pt x="27966" y="15475"/>
                  </a:cubicBezTo>
                  <a:cubicBezTo>
                    <a:pt x="27709" y="13193"/>
                    <a:pt x="24366" y="5285"/>
                    <a:pt x="21409" y="2875"/>
                  </a:cubicBezTo>
                  <a:cubicBezTo>
                    <a:pt x="19445" y="1256"/>
                    <a:pt x="17584" y="0"/>
                    <a:pt x="157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4394;p64">
              <a:extLst>
                <a:ext uri="{FF2B5EF4-FFF2-40B4-BE49-F238E27FC236}">
                  <a16:creationId xmlns:a16="http://schemas.microsoft.com/office/drawing/2014/main" id="{84FB2562-5D84-499C-E08E-D519FE810D03}"/>
                </a:ext>
              </a:extLst>
            </p:cNvPr>
            <p:cNvSpPr/>
            <p:nvPr/>
          </p:nvSpPr>
          <p:spPr>
            <a:xfrm>
              <a:off x="1982575" y="2781550"/>
              <a:ext cx="718450" cy="1223925"/>
            </a:xfrm>
            <a:custGeom>
              <a:avLst/>
              <a:gdLst/>
              <a:ahLst/>
              <a:cxnLst/>
              <a:rect l="l" t="t" r="r" b="b"/>
              <a:pathLst>
                <a:path w="28738" h="48957" extrusionOk="0">
                  <a:moveTo>
                    <a:pt x="16008" y="547"/>
                  </a:moveTo>
                  <a:cubicBezTo>
                    <a:pt x="16876" y="547"/>
                    <a:pt x="17744" y="836"/>
                    <a:pt x="18676" y="1350"/>
                  </a:cubicBezTo>
                  <a:cubicBezTo>
                    <a:pt x="19608" y="1865"/>
                    <a:pt x="20540" y="2572"/>
                    <a:pt x="21537" y="3376"/>
                  </a:cubicBezTo>
                  <a:cubicBezTo>
                    <a:pt x="22951" y="4501"/>
                    <a:pt x="24526" y="7072"/>
                    <a:pt x="25748" y="9612"/>
                  </a:cubicBezTo>
                  <a:cubicBezTo>
                    <a:pt x="26359" y="10897"/>
                    <a:pt x="26905" y="12151"/>
                    <a:pt x="27291" y="13244"/>
                  </a:cubicBezTo>
                  <a:cubicBezTo>
                    <a:pt x="27676" y="14337"/>
                    <a:pt x="27934" y="15269"/>
                    <a:pt x="27998" y="15783"/>
                  </a:cubicBezTo>
                  <a:cubicBezTo>
                    <a:pt x="28127" y="16780"/>
                    <a:pt x="28191" y="17873"/>
                    <a:pt x="28191" y="18933"/>
                  </a:cubicBezTo>
                  <a:cubicBezTo>
                    <a:pt x="28223" y="20348"/>
                    <a:pt x="28062" y="21698"/>
                    <a:pt x="27612" y="22598"/>
                  </a:cubicBezTo>
                  <a:cubicBezTo>
                    <a:pt x="27451" y="22984"/>
                    <a:pt x="27066" y="23466"/>
                    <a:pt x="26584" y="23916"/>
                  </a:cubicBezTo>
                  <a:cubicBezTo>
                    <a:pt x="25169" y="25298"/>
                    <a:pt x="22855" y="26745"/>
                    <a:pt x="22373" y="27034"/>
                  </a:cubicBezTo>
                  <a:cubicBezTo>
                    <a:pt x="22051" y="27227"/>
                    <a:pt x="21665" y="27645"/>
                    <a:pt x="21376" y="28191"/>
                  </a:cubicBezTo>
                  <a:cubicBezTo>
                    <a:pt x="21087" y="28770"/>
                    <a:pt x="20894" y="29477"/>
                    <a:pt x="20894" y="30345"/>
                  </a:cubicBezTo>
                  <a:cubicBezTo>
                    <a:pt x="20894" y="30730"/>
                    <a:pt x="20926" y="31181"/>
                    <a:pt x="21055" y="31631"/>
                  </a:cubicBezTo>
                  <a:cubicBezTo>
                    <a:pt x="21280" y="32627"/>
                    <a:pt x="21858" y="34363"/>
                    <a:pt x="22341" y="36034"/>
                  </a:cubicBezTo>
                  <a:cubicBezTo>
                    <a:pt x="22598" y="36870"/>
                    <a:pt x="22855" y="37674"/>
                    <a:pt x="23016" y="38381"/>
                  </a:cubicBezTo>
                  <a:cubicBezTo>
                    <a:pt x="23208" y="39088"/>
                    <a:pt x="23305" y="39667"/>
                    <a:pt x="23305" y="39988"/>
                  </a:cubicBezTo>
                  <a:cubicBezTo>
                    <a:pt x="23305" y="40085"/>
                    <a:pt x="23305" y="40149"/>
                    <a:pt x="23273" y="40181"/>
                  </a:cubicBezTo>
                  <a:lnTo>
                    <a:pt x="23284" y="40192"/>
                  </a:lnTo>
                  <a:lnTo>
                    <a:pt x="23284" y="40192"/>
                  </a:lnTo>
                  <a:cubicBezTo>
                    <a:pt x="23226" y="40227"/>
                    <a:pt x="23166" y="40284"/>
                    <a:pt x="23080" y="40342"/>
                  </a:cubicBezTo>
                  <a:cubicBezTo>
                    <a:pt x="22758" y="40663"/>
                    <a:pt x="22212" y="41242"/>
                    <a:pt x="21473" y="42013"/>
                  </a:cubicBezTo>
                  <a:cubicBezTo>
                    <a:pt x="20412" y="43170"/>
                    <a:pt x="18965" y="44649"/>
                    <a:pt x="17519" y="45903"/>
                  </a:cubicBezTo>
                  <a:cubicBezTo>
                    <a:pt x="16812" y="46513"/>
                    <a:pt x="16105" y="47092"/>
                    <a:pt x="15429" y="47510"/>
                  </a:cubicBezTo>
                  <a:cubicBezTo>
                    <a:pt x="14754" y="47928"/>
                    <a:pt x="14144" y="48217"/>
                    <a:pt x="13629" y="48314"/>
                  </a:cubicBezTo>
                  <a:cubicBezTo>
                    <a:pt x="13115" y="48378"/>
                    <a:pt x="12569" y="48442"/>
                    <a:pt x="11990" y="48442"/>
                  </a:cubicBezTo>
                  <a:cubicBezTo>
                    <a:pt x="9193" y="48442"/>
                    <a:pt x="5947" y="47317"/>
                    <a:pt x="3536" y="45035"/>
                  </a:cubicBezTo>
                  <a:cubicBezTo>
                    <a:pt x="2122" y="43685"/>
                    <a:pt x="1415" y="41692"/>
                    <a:pt x="1029" y="40020"/>
                  </a:cubicBezTo>
                  <a:cubicBezTo>
                    <a:pt x="868" y="39184"/>
                    <a:pt x="772" y="38445"/>
                    <a:pt x="707" y="37899"/>
                  </a:cubicBezTo>
                  <a:cubicBezTo>
                    <a:pt x="707" y="37642"/>
                    <a:pt x="675" y="37417"/>
                    <a:pt x="675" y="37288"/>
                  </a:cubicBezTo>
                  <a:cubicBezTo>
                    <a:pt x="675" y="37222"/>
                    <a:pt x="675" y="37172"/>
                    <a:pt x="675" y="37137"/>
                  </a:cubicBezTo>
                  <a:lnTo>
                    <a:pt x="675" y="37137"/>
                  </a:lnTo>
                  <a:lnTo>
                    <a:pt x="4404" y="30763"/>
                  </a:lnTo>
                  <a:cubicBezTo>
                    <a:pt x="4436" y="30666"/>
                    <a:pt x="4436" y="30538"/>
                    <a:pt x="4372" y="30473"/>
                  </a:cubicBezTo>
                  <a:cubicBezTo>
                    <a:pt x="4308" y="30377"/>
                    <a:pt x="4211" y="30345"/>
                    <a:pt x="4115" y="30345"/>
                  </a:cubicBezTo>
                  <a:cubicBezTo>
                    <a:pt x="4115" y="30345"/>
                    <a:pt x="4018" y="30377"/>
                    <a:pt x="3825" y="30409"/>
                  </a:cubicBezTo>
                  <a:cubicBezTo>
                    <a:pt x="3311" y="30473"/>
                    <a:pt x="2122" y="30634"/>
                    <a:pt x="1286" y="30634"/>
                  </a:cubicBezTo>
                  <a:cubicBezTo>
                    <a:pt x="997" y="30634"/>
                    <a:pt x="772" y="30634"/>
                    <a:pt x="643" y="30602"/>
                  </a:cubicBezTo>
                  <a:cubicBezTo>
                    <a:pt x="604" y="30589"/>
                    <a:pt x="575" y="30576"/>
                    <a:pt x="555" y="30565"/>
                  </a:cubicBezTo>
                  <a:lnTo>
                    <a:pt x="555" y="30565"/>
                  </a:lnTo>
                  <a:cubicBezTo>
                    <a:pt x="563" y="30537"/>
                    <a:pt x="579" y="30505"/>
                    <a:pt x="611" y="30473"/>
                  </a:cubicBezTo>
                  <a:cubicBezTo>
                    <a:pt x="740" y="30152"/>
                    <a:pt x="1093" y="29541"/>
                    <a:pt x="1575" y="28802"/>
                  </a:cubicBezTo>
                  <a:cubicBezTo>
                    <a:pt x="2250" y="27709"/>
                    <a:pt x="3150" y="26359"/>
                    <a:pt x="3890" y="25266"/>
                  </a:cubicBezTo>
                  <a:cubicBezTo>
                    <a:pt x="4243" y="24752"/>
                    <a:pt x="4565" y="24269"/>
                    <a:pt x="4822" y="23948"/>
                  </a:cubicBezTo>
                  <a:cubicBezTo>
                    <a:pt x="5047" y="23594"/>
                    <a:pt x="5175" y="23402"/>
                    <a:pt x="5175" y="23402"/>
                  </a:cubicBezTo>
                  <a:lnTo>
                    <a:pt x="5240" y="23273"/>
                  </a:lnTo>
                  <a:cubicBezTo>
                    <a:pt x="5240" y="23273"/>
                    <a:pt x="5272" y="22727"/>
                    <a:pt x="5400" y="21794"/>
                  </a:cubicBezTo>
                  <a:cubicBezTo>
                    <a:pt x="5722" y="19030"/>
                    <a:pt x="6525" y="13051"/>
                    <a:pt x="7618" y="9676"/>
                  </a:cubicBezTo>
                  <a:cubicBezTo>
                    <a:pt x="8358" y="7458"/>
                    <a:pt x="9804" y="5401"/>
                    <a:pt x="11090" y="3890"/>
                  </a:cubicBezTo>
                  <a:cubicBezTo>
                    <a:pt x="11701" y="3151"/>
                    <a:pt x="12311" y="2540"/>
                    <a:pt x="12729" y="2122"/>
                  </a:cubicBezTo>
                  <a:cubicBezTo>
                    <a:pt x="12954" y="1929"/>
                    <a:pt x="13147" y="1768"/>
                    <a:pt x="13244" y="1640"/>
                  </a:cubicBezTo>
                  <a:cubicBezTo>
                    <a:pt x="13308" y="1608"/>
                    <a:pt x="13372" y="1543"/>
                    <a:pt x="13404" y="1543"/>
                  </a:cubicBezTo>
                  <a:lnTo>
                    <a:pt x="13427" y="1498"/>
                  </a:lnTo>
                  <a:lnTo>
                    <a:pt x="13437" y="1511"/>
                  </a:lnTo>
                  <a:cubicBezTo>
                    <a:pt x="14304" y="836"/>
                    <a:pt x="15140" y="547"/>
                    <a:pt x="16008" y="547"/>
                  </a:cubicBezTo>
                  <a:close/>
                  <a:moveTo>
                    <a:pt x="16008" y="0"/>
                  </a:moveTo>
                  <a:cubicBezTo>
                    <a:pt x="15044" y="0"/>
                    <a:pt x="14047" y="354"/>
                    <a:pt x="13115" y="1061"/>
                  </a:cubicBezTo>
                  <a:lnTo>
                    <a:pt x="13083" y="1093"/>
                  </a:lnTo>
                  <a:cubicBezTo>
                    <a:pt x="13083" y="1093"/>
                    <a:pt x="11958" y="2025"/>
                    <a:pt x="10672" y="3568"/>
                  </a:cubicBezTo>
                  <a:cubicBezTo>
                    <a:pt x="9354" y="5079"/>
                    <a:pt x="7876" y="7169"/>
                    <a:pt x="7104" y="9515"/>
                  </a:cubicBezTo>
                  <a:cubicBezTo>
                    <a:pt x="6365" y="11830"/>
                    <a:pt x="5786" y="15237"/>
                    <a:pt x="5336" y="18098"/>
                  </a:cubicBezTo>
                  <a:cubicBezTo>
                    <a:pt x="4931" y="20837"/>
                    <a:pt x="4708" y="23064"/>
                    <a:pt x="4694" y="23202"/>
                  </a:cubicBezTo>
                  <a:lnTo>
                    <a:pt x="4694" y="23202"/>
                  </a:lnTo>
                  <a:cubicBezTo>
                    <a:pt x="4433" y="23571"/>
                    <a:pt x="3410" y="25021"/>
                    <a:pt x="2411" y="26520"/>
                  </a:cubicBezTo>
                  <a:cubicBezTo>
                    <a:pt x="1800" y="27420"/>
                    <a:pt x="1222" y="28320"/>
                    <a:pt x="772" y="29059"/>
                  </a:cubicBezTo>
                  <a:cubicBezTo>
                    <a:pt x="547" y="29413"/>
                    <a:pt x="386" y="29734"/>
                    <a:pt x="225" y="29991"/>
                  </a:cubicBezTo>
                  <a:cubicBezTo>
                    <a:pt x="161" y="30120"/>
                    <a:pt x="129" y="30216"/>
                    <a:pt x="64" y="30313"/>
                  </a:cubicBezTo>
                  <a:cubicBezTo>
                    <a:pt x="32" y="30441"/>
                    <a:pt x="0" y="30505"/>
                    <a:pt x="0" y="30634"/>
                  </a:cubicBezTo>
                  <a:cubicBezTo>
                    <a:pt x="0" y="30763"/>
                    <a:pt x="97" y="30891"/>
                    <a:pt x="193" y="30956"/>
                  </a:cubicBezTo>
                  <a:cubicBezTo>
                    <a:pt x="322" y="31084"/>
                    <a:pt x="482" y="31116"/>
                    <a:pt x="675" y="31148"/>
                  </a:cubicBezTo>
                  <a:cubicBezTo>
                    <a:pt x="836" y="31181"/>
                    <a:pt x="1061" y="31181"/>
                    <a:pt x="1286" y="31181"/>
                  </a:cubicBezTo>
                  <a:cubicBezTo>
                    <a:pt x="2041" y="31181"/>
                    <a:pt x="3017" y="31064"/>
                    <a:pt x="3629" y="30979"/>
                  </a:cubicBezTo>
                  <a:lnTo>
                    <a:pt x="3629" y="30979"/>
                  </a:lnTo>
                  <a:lnTo>
                    <a:pt x="193" y="36902"/>
                  </a:lnTo>
                  <a:lnTo>
                    <a:pt x="129" y="37063"/>
                  </a:lnTo>
                  <a:cubicBezTo>
                    <a:pt x="129" y="37063"/>
                    <a:pt x="129" y="38413"/>
                    <a:pt x="514" y="40149"/>
                  </a:cubicBezTo>
                  <a:cubicBezTo>
                    <a:pt x="900" y="41852"/>
                    <a:pt x="1640" y="43942"/>
                    <a:pt x="3182" y="45421"/>
                  </a:cubicBezTo>
                  <a:cubicBezTo>
                    <a:pt x="5690" y="47799"/>
                    <a:pt x="9033" y="48956"/>
                    <a:pt x="11990" y="48956"/>
                  </a:cubicBezTo>
                  <a:cubicBezTo>
                    <a:pt x="12601" y="48956"/>
                    <a:pt x="13179" y="48924"/>
                    <a:pt x="13726" y="48828"/>
                  </a:cubicBezTo>
                  <a:cubicBezTo>
                    <a:pt x="14594" y="48667"/>
                    <a:pt x="15590" y="48089"/>
                    <a:pt x="16619" y="47349"/>
                  </a:cubicBezTo>
                  <a:cubicBezTo>
                    <a:pt x="18162" y="46192"/>
                    <a:pt x="19801" y="44553"/>
                    <a:pt x="21087" y="43203"/>
                  </a:cubicBezTo>
                  <a:cubicBezTo>
                    <a:pt x="21762" y="42528"/>
                    <a:pt x="22341" y="41917"/>
                    <a:pt x="22758" y="41435"/>
                  </a:cubicBezTo>
                  <a:cubicBezTo>
                    <a:pt x="22983" y="41210"/>
                    <a:pt x="23176" y="41017"/>
                    <a:pt x="23305" y="40856"/>
                  </a:cubicBezTo>
                  <a:cubicBezTo>
                    <a:pt x="23466" y="40727"/>
                    <a:pt x="23562" y="40631"/>
                    <a:pt x="23594" y="40631"/>
                  </a:cubicBezTo>
                  <a:cubicBezTo>
                    <a:pt x="23723" y="40535"/>
                    <a:pt x="23755" y="40438"/>
                    <a:pt x="23787" y="40342"/>
                  </a:cubicBezTo>
                  <a:cubicBezTo>
                    <a:pt x="23819" y="40213"/>
                    <a:pt x="23819" y="40117"/>
                    <a:pt x="23819" y="39988"/>
                  </a:cubicBezTo>
                  <a:cubicBezTo>
                    <a:pt x="23819" y="39570"/>
                    <a:pt x="23723" y="38959"/>
                    <a:pt x="23530" y="38252"/>
                  </a:cubicBezTo>
                  <a:cubicBezTo>
                    <a:pt x="23016" y="36131"/>
                    <a:pt x="21891" y="32948"/>
                    <a:pt x="21569" y="31502"/>
                  </a:cubicBezTo>
                  <a:cubicBezTo>
                    <a:pt x="21473" y="31084"/>
                    <a:pt x="21440" y="30698"/>
                    <a:pt x="21440" y="30345"/>
                  </a:cubicBezTo>
                  <a:cubicBezTo>
                    <a:pt x="21440" y="29573"/>
                    <a:pt x="21601" y="28930"/>
                    <a:pt x="21858" y="28448"/>
                  </a:cubicBezTo>
                  <a:cubicBezTo>
                    <a:pt x="22116" y="27966"/>
                    <a:pt x="22437" y="27612"/>
                    <a:pt x="22630" y="27484"/>
                  </a:cubicBezTo>
                  <a:cubicBezTo>
                    <a:pt x="22983" y="27291"/>
                    <a:pt x="24141" y="26584"/>
                    <a:pt x="25298" y="25716"/>
                  </a:cubicBezTo>
                  <a:cubicBezTo>
                    <a:pt x="25876" y="25266"/>
                    <a:pt x="26455" y="24784"/>
                    <a:pt x="26969" y="24302"/>
                  </a:cubicBezTo>
                  <a:cubicBezTo>
                    <a:pt x="27484" y="23819"/>
                    <a:pt x="27869" y="23305"/>
                    <a:pt x="28094" y="22823"/>
                  </a:cubicBezTo>
                  <a:cubicBezTo>
                    <a:pt x="28577" y="21794"/>
                    <a:pt x="28737" y="20380"/>
                    <a:pt x="28737" y="18933"/>
                  </a:cubicBezTo>
                  <a:cubicBezTo>
                    <a:pt x="28737" y="17841"/>
                    <a:pt x="28641" y="16715"/>
                    <a:pt x="28544" y="15719"/>
                  </a:cubicBezTo>
                  <a:cubicBezTo>
                    <a:pt x="28448" y="15108"/>
                    <a:pt x="28191" y="14176"/>
                    <a:pt x="27805" y="13083"/>
                  </a:cubicBezTo>
                  <a:cubicBezTo>
                    <a:pt x="27194" y="11412"/>
                    <a:pt x="26294" y="9354"/>
                    <a:pt x="25234" y="7490"/>
                  </a:cubicBezTo>
                  <a:cubicBezTo>
                    <a:pt x="24205" y="5593"/>
                    <a:pt x="23016" y="3890"/>
                    <a:pt x="21858" y="2958"/>
                  </a:cubicBezTo>
                  <a:cubicBezTo>
                    <a:pt x="20862" y="2154"/>
                    <a:pt x="19898" y="1415"/>
                    <a:pt x="18933" y="868"/>
                  </a:cubicBezTo>
                  <a:cubicBezTo>
                    <a:pt x="17969" y="354"/>
                    <a:pt x="17005" y="32"/>
                    <a:pt x="160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4395;p64">
              <a:extLst>
                <a:ext uri="{FF2B5EF4-FFF2-40B4-BE49-F238E27FC236}">
                  <a16:creationId xmlns:a16="http://schemas.microsoft.com/office/drawing/2014/main" id="{616364EE-26C1-7CE1-C692-B7446E067BC1}"/>
                </a:ext>
              </a:extLst>
            </p:cNvPr>
            <p:cNvSpPr/>
            <p:nvPr/>
          </p:nvSpPr>
          <p:spPr>
            <a:xfrm>
              <a:off x="2331325" y="2776500"/>
              <a:ext cx="384950" cy="435925"/>
            </a:xfrm>
            <a:custGeom>
              <a:avLst/>
              <a:gdLst/>
              <a:ahLst/>
              <a:cxnLst/>
              <a:rect l="l" t="t" r="r" b="b"/>
              <a:pathLst>
                <a:path w="15398" h="17437" extrusionOk="0">
                  <a:moveTo>
                    <a:pt x="5322" y="0"/>
                  </a:moveTo>
                  <a:cubicBezTo>
                    <a:pt x="4137" y="0"/>
                    <a:pt x="2959" y="251"/>
                    <a:pt x="1994" y="813"/>
                  </a:cubicBezTo>
                  <a:cubicBezTo>
                    <a:pt x="1994" y="813"/>
                    <a:pt x="1" y="3770"/>
                    <a:pt x="1" y="5924"/>
                  </a:cubicBezTo>
                  <a:cubicBezTo>
                    <a:pt x="1" y="8046"/>
                    <a:pt x="1737" y="11549"/>
                    <a:pt x="3055" y="13157"/>
                  </a:cubicBezTo>
                  <a:cubicBezTo>
                    <a:pt x="4405" y="14764"/>
                    <a:pt x="5626" y="15825"/>
                    <a:pt x="5626" y="15825"/>
                  </a:cubicBezTo>
                  <a:lnTo>
                    <a:pt x="8551" y="15150"/>
                  </a:lnTo>
                  <a:lnTo>
                    <a:pt x="8680" y="17432"/>
                  </a:lnTo>
                  <a:cubicBezTo>
                    <a:pt x="8680" y="17432"/>
                    <a:pt x="9062" y="16740"/>
                    <a:pt x="10059" y="16740"/>
                  </a:cubicBezTo>
                  <a:cubicBezTo>
                    <a:pt x="10387" y="16740"/>
                    <a:pt x="10782" y="16815"/>
                    <a:pt x="11251" y="17014"/>
                  </a:cubicBezTo>
                  <a:cubicBezTo>
                    <a:pt x="11967" y="17323"/>
                    <a:pt x="12584" y="17437"/>
                    <a:pt x="13071" y="17437"/>
                  </a:cubicBezTo>
                  <a:cubicBezTo>
                    <a:pt x="13854" y="17437"/>
                    <a:pt x="14305" y="17143"/>
                    <a:pt x="14305" y="16885"/>
                  </a:cubicBezTo>
                  <a:cubicBezTo>
                    <a:pt x="14305" y="16500"/>
                    <a:pt x="15398" y="13671"/>
                    <a:pt x="14305" y="8978"/>
                  </a:cubicBezTo>
                  <a:cubicBezTo>
                    <a:pt x="13244" y="4317"/>
                    <a:pt x="12055" y="3513"/>
                    <a:pt x="10287" y="1745"/>
                  </a:cubicBezTo>
                  <a:cubicBezTo>
                    <a:pt x="9211" y="669"/>
                    <a:pt x="7257" y="0"/>
                    <a:pt x="5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4396;p64">
              <a:extLst>
                <a:ext uri="{FF2B5EF4-FFF2-40B4-BE49-F238E27FC236}">
                  <a16:creationId xmlns:a16="http://schemas.microsoft.com/office/drawing/2014/main" id="{F198708A-3384-5096-5243-E8DDFA3AF3C1}"/>
                </a:ext>
              </a:extLst>
            </p:cNvPr>
            <p:cNvSpPr/>
            <p:nvPr/>
          </p:nvSpPr>
          <p:spPr>
            <a:xfrm>
              <a:off x="2324100" y="2770300"/>
              <a:ext cx="384150" cy="449250"/>
            </a:xfrm>
            <a:custGeom>
              <a:avLst/>
              <a:gdLst/>
              <a:ahLst/>
              <a:cxnLst/>
              <a:rect l="l" t="t" r="r" b="b"/>
              <a:pathLst>
                <a:path w="15366" h="17970" extrusionOk="0">
                  <a:moveTo>
                    <a:pt x="5626" y="515"/>
                  </a:moveTo>
                  <a:cubicBezTo>
                    <a:pt x="7490" y="515"/>
                    <a:pt x="9387" y="1190"/>
                    <a:pt x="10383" y="2186"/>
                  </a:cubicBezTo>
                  <a:cubicBezTo>
                    <a:pt x="11283" y="3086"/>
                    <a:pt x="11990" y="3697"/>
                    <a:pt x="12633" y="4661"/>
                  </a:cubicBezTo>
                  <a:cubicBezTo>
                    <a:pt x="13244" y="5626"/>
                    <a:pt x="13823" y="6976"/>
                    <a:pt x="14337" y="9290"/>
                  </a:cubicBezTo>
                  <a:cubicBezTo>
                    <a:pt x="14691" y="10833"/>
                    <a:pt x="14819" y="12183"/>
                    <a:pt x="14819" y="13276"/>
                  </a:cubicBezTo>
                  <a:cubicBezTo>
                    <a:pt x="14819" y="14401"/>
                    <a:pt x="14691" y="15269"/>
                    <a:pt x="14594" y="15912"/>
                  </a:cubicBezTo>
                  <a:cubicBezTo>
                    <a:pt x="14530" y="16233"/>
                    <a:pt x="14466" y="16490"/>
                    <a:pt x="14433" y="16683"/>
                  </a:cubicBezTo>
                  <a:cubicBezTo>
                    <a:pt x="14401" y="16780"/>
                    <a:pt x="14369" y="16876"/>
                    <a:pt x="14369" y="16940"/>
                  </a:cubicBezTo>
                  <a:cubicBezTo>
                    <a:pt x="14337" y="17005"/>
                    <a:pt x="14337" y="17069"/>
                    <a:pt x="14337" y="17133"/>
                  </a:cubicBezTo>
                  <a:cubicBezTo>
                    <a:pt x="14337" y="17133"/>
                    <a:pt x="14273" y="17230"/>
                    <a:pt x="14080" y="17294"/>
                  </a:cubicBezTo>
                  <a:cubicBezTo>
                    <a:pt x="13919" y="17358"/>
                    <a:pt x="13662" y="17423"/>
                    <a:pt x="13340" y="17423"/>
                  </a:cubicBezTo>
                  <a:cubicBezTo>
                    <a:pt x="12890" y="17423"/>
                    <a:pt x="12312" y="17326"/>
                    <a:pt x="11637" y="17037"/>
                  </a:cubicBezTo>
                  <a:cubicBezTo>
                    <a:pt x="11123" y="16812"/>
                    <a:pt x="10705" y="16715"/>
                    <a:pt x="10351" y="16715"/>
                  </a:cubicBezTo>
                  <a:cubicBezTo>
                    <a:pt x="9840" y="16715"/>
                    <a:pt x="9479" y="16891"/>
                    <a:pt x="9225" y="17065"/>
                  </a:cubicBezTo>
                  <a:lnTo>
                    <a:pt x="9225" y="17065"/>
                  </a:lnTo>
                  <a:lnTo>
                    <a:pt x="9130" y="15398"/>
                  </a:lnTo>
                  <a:cubicBezTo>
                    <a:pt x="9097" y="15301"/>
                    <a:pt x="9065" y="15237"/>
                    <a:pt x="9001" y="15173"/>
                  </a:cubicBezTo>
                  <a:cubicBezTo>
                    <a:pt x="8956" y="15150"/>
                    <a:pt x="8910" y="15127"/>
                    <a:pt x="8853" y="15127"/>
                  </a:cubicBezTo>
                  <a:cubicBezTo>
                    <a:pt x="8830" y="15127"/>
                    <a:pt x="8804" y="15131"/>
                    <a:pt x="8776" y="15140"/>
                  </a:cubicBezTo>
                  <a:lnTo>
                    <a:pt x="5981" y="15785"/>
                  </a:lnTo>
                  <a:lnTo>
                    <a:pt x="5981" y="15785"/>
                  </a:lnTo>
                  <a:cubicBezTo>
                    <a:pt x="5954" y="15758"/>
                    <a:pt x="5922" y="15725"/>
                    <a:pt x="5883" y="15687"/>
                  </a:cubicBezTo>
                  <a:cubicBezTo>
                    <a:pt x="5465" y="15301"/>
                    <a:pt x="4565" y="14401"/>
                    <a:pt x="3569" y="13212"/>
                  </a:cubicBezTo>
                  <a:cubicBezTo>
                    <a:pt x="2926" y="12440"/>
                    <a:pt x="2154" y="11187"/>
                    <a:pt x="1543" y="9869"/>
                  </a:cubicBezTo>
                  <a:cubicBezTo>
                    <a:pt x="965" y="8551"/>
                    <a:pt x="547" y="7169"/>
                    <a:pt x="547" y="6172"/>
                  </a:cubicBezTo>
                  <a:cubicBezTo>
                    <a:pt x="547" y="5176"/>
                    <a:pt x="1029" y="3922"/>
                    <a:pt x="1511" y="2925"/>
                  </a:cubicBezTo>
                  <a:cubicBezTo>
                    <a:pt x="1768" y="2443"/>
                    <a:pt x="2026" y="1993"/>
                    <a:pt x="2186" y="1704"/>
                  </a:cubicBezTo>
                  <a:cubicBezTo>
                    <a:pt x="2283" y="1543"/>
                    <a:pt x="2379" y="1415"/>
                    <a:pt x="2411" y="1350"/>
                  </a:cubicBezTo>
                  <a:cubicBezTo>
                    <a:pt x="2447" y="1298"/>
                    <a:pt x="2472" y="1264"/>
                    <a:pt x="2488" y="1245"/>
                  </a:cubicBezTo>
                  <a:lnTo>
                    <a:pt x="2488" y="1245"/>
                  </a:lnTo>
                  <a:cubicBezTo>
                    <a:pt x="3405" y="758"/>
                    <a:pt x="4500" y="515"/>
                    <a:pt x="5626" y="515"/>
                  </a:cubicBezTo>
                  <a:close/>
                  <a:moveTo>
                    <a:pt x="5626" y="0"/>
                  </a:moveTo>
                  <a:cubicBezTo>
                    <a:pt x="4404" y="0"/>
                    <a:pt x="3183" y="257"/>
                    <a:pt x="2154" y="836"/>
                  </a:cubicBezTo>
                  <a:lnTo>
                    <a:pt x="2058" y="900"/>
                  </a:lnTo>
                  <a:cubicBezTo>
                    <a:pt x="2058" y="933"/>
                    <a:pt x="1543" y="1672"/>
                    <a:pt x="1029" y="2700"/>
                  </a:cubicBezTo>
                  <a:cubicBezTo>
                    <a:pt x="547" y="3697"/>
                    <a:pt x="1" y="5015"/>
                    <a:pt x="1" y="6172"/>
                  </a:cubicBezTo>
                  <a:cubicBezTo>
                    <a:pt x="1" y="7297"/>
                    <a:pt x="451" y="8711"/>
                    <a:pt x="1061" y="10094"/>
                  </a:cubicBezTo>
                  <a:cubicBezTo>
                    <a:pt x="1672" y="11444"/>
                    <a:pt x="2444" y="12730"/>
                    <a:pt x="3151" y="13565"/>
                  </a:cubicBezTo>
                  <a:cubicBezTo>
                    <a:pt x="4501" y="15173"/>
                    <a:pt x="5722" y="16265"/>
                    <a:pt x="5722" y="16265"/>
                  </a:cubicBezTo>
                  <a:cubicBezTo>
                    <a:pt x="5769" y="16313"/>
                    <a:pt x="5834" y="16342"/>
                    <a:pt x="5890" y="16342"/>
                  </a:cubicBezTo>
                  <a:cubicBezTo>
                    <a:pt x="5910" y="16342"/>
                    <a:pt x="5930" y="16338"/>
                    <a:pt x="5947" y="16330"/>
                  </a:cubicBezTo>
                  <a:lnTo>
                    <a:pt x="8583" y="15719"/>
                  </a:lnTo>
                  <a:lnTo>
                    <a:pt x="8712" y="17680"/>
                  </a:lnTo>
                  <a:cubicBezTo>
                    <a:pt x="8712" y="17808"/>
                    <a:pt x="8808" y="17905"/>
                    <a:pt x="8937" y="17937"/>
                  </a:cubicBezTo>
                  <a:cubicBezTo>
                    <a:pt x="8954" y="17943"/>
                    <a:pt x="8972" y="17945"/>
                    <a:pt x="8990" y="17945"/>
                  </a:cubicBezTo>
                  <a:cubicBezTo>
                    <a:pt x="9077" y="17945"/>
                    <a:pt x="9173" y="17888"/>
                    <a:pt x="9226" y="17808"/>
                  </a:cubicBezTo>
                  <a:cubicBezTo>
                    <a:pt x="9226" y="17776"/>
                    <a:pt x="9322" y="17648"/>
                    <a:pt x="9483" y="17519"/>
                  </a:cubicBezTo>
                  <a:cubicBezTo>
                    <a:pt x="9676" y="17391"/>
                    <a:pt x="9933" y="17262"/>
                    <a:pt x="10351" y="17262"/>
                  </a:cubicBezTo>
                  <a:cubicBezTo>
                    <a:pt x="10608" y="17262"/>
                    <a:pt x="10994" y="17326"/>
                    <a:pt x="11412" y="17519"/>
                  </a:cubicBezTo>
                  <a:cubicBezTo>
                    <a:pt x="12151" y="17841"/>
                    <a:pt x="12794" y="17969"/>
                    <a:pt x="13340" y="17969"/>
                  </a:cubicBezTo>
                  <a:cubicBezTo>
                    <a:pt x="13758" y="17969"/>
                    <a:pt x="14112" y="17873"/>
                    <a:pt x="14401" y="17744"/>
                  </a:cubicBezTo>
                  <a:cubicBezTo>
                    <a:pt x="14530" y="17680"/>
                    <a:pt x="14626" y="17616"/>
                    <a:pt x="14723" y="17519"/>
                  </a:cubicBezTo>
                  <a:cubicBezTo>
                    <a:pt x="14819" y="17423"/>
                    <a:pt x="14883" y="17294"/>
                    <a:pt x="14883" y="17133"/>
                  </a:cubicBezTo>
                  <a:lnTo>
                    <a:pt x="14883" y="17101"/>
                  </a:lnTo>
                  <a:cubicBezTo>
                    <a:pt x="14883" y="17037"/>
                    <a:pt x="14916" y="16876"/>
                    <a:pt x="14980" y="16683"/>
                  </a:cubicBezTo>
                  <a:cubicBezTo>
                    <a:pt x="15108" y="16040"/>
                    <a:pt x="15366" y="14883"/>
                    <a:pt x="15333" y="13276"/>
                  </a:cubicBezTo>
                  <a:cubicBezTo>
                    <a:pt x="15366" y="12119"/>
                    <a:pt x="15237" y="10769"/>
                    <a:pt x="14883" y="9162"/>
                  </a:cubicBezTo>
                  <a:cubicBezTo>
                    <a:pt x="14337" y="6815"/>
                    <a:pt x="13758" y="5401"/>
                    <a:pt x="13083" y="4372"/>
                  </a:cubicBezTo>
                  <a:cubicBezTo>
                    <a:pt x="12408" y="3343"/>
                    <a:pt x="11637" y="2668"/>
                    <a:pt x="10769" y="1800"/>
                  </a:cubicBezTo>
                  <a:cubicBezTo>
                    <a:pt x="9612" y="675"/>
                    <a:pt x="7619" y="0"/>
                    <a:pt x="56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4397;p64">
              <a:extLst>
                <a:ext uri="{FF2B5EF4-FFF2-40B4-BE49-F238E27FC236}">
                  <a16:creationId xmlns:a16="http://schemas.microsoft.com/office/drawing/2014/main" id="{E9785E98-7F02-09CE-ABD8-0E7FDBBE4862}"/>
                </a:ext>
              </a:extLst>
            </p:cNvPr>
            <p:cNvSpPr/>
            <p:nvPr/>
          </p:nvSpPr>
          <p:spPr>
            <a:xfrm>
              <a:off x="2377950" y="2807100"/>
              <a:ext cx="307800" cy="365025"/>
            </a:xfrm>
            <a:custGeom>
              <a:avLst/>
              <a:gdLst/>
              <a:ahLst/>
              <a:cxnLst/>
              <a:rect l="l" t="t" r="r" b="b"/>
              <a:pathLst>
                <a:path w="12312" h="14601" extrusionOk="0">
                  <a:moveTo>
                    <a:pt x="2462" y="0"/>
                  </a:moveTo>
                  <a:cubicBezTo>
                    <a:pt x="2040" y="0"/>
                    <a:pt x="1701" y="90"/>
                    <a:pt x="1479" y="264"/>
                  </a:cubicBezTo>
                  <a:cubicBezTo>
                    <a:pt x="1479" y="264"/>
                    <a:pt x="0" y="2804"/>
                    <a:pt x="804" y="4829"/>
                  </a:cubicBezTo>
                  <a:cubicBezTo>
                    <a:pt x="1607" y="6822"/>
                    <a:pt x="4147" y="9232"/>
                    <a:pt x="6172" y="10968"/>
                  </a:cubicBezTo>
                  <a:cubicBezTo>
                    <a:pt x="8165" y="12736"/>
                    <a:pt x="10704" y="14601"/>
                    <a:pt x="10704" y="14601"/>
                  </a:cubicBezTo>
                  <a:cubicBezTo>
                    <a:pt x="10704" y="14601"/>
                    <a:pt x="12312" y="10454"/>
                    <a:pt x="9772" y="5632"/>
                  </a:cubicBezTo>
                  <a:cubicBezTo>
                    <a:pt x="7707" y="1710"/>
                    <a:pt x="4301" y="0"/>
                    <a:pt x="246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4398;p64">
              <a:extLst>
                <a:ext uri="{FF2B5EF4-FFF2-40B4-BE49-F238E27FC236}">
                  <a16:creationId xmlns:a16="http://schemas.microsoft.com/office/drawing/2014/main" id="{FD61DA2B-7083-333C-A971-138B4ACAF388}"/>
                </a:ext>
              </a:extLst>
            </p:cNvPr>
            <p:cNvSpPr/>
            <p:nvPr/>
          </p:nvSpPr>
          <p:spPr>
            <a:xfrm>
              <a:off x="2385175" y="2800025"/>
              <a:ext cx="279675" cy="378875"/>
            </a:xfrm>
            <a:custGeom>
              <a:avLst/>
              <a:gdLst/>
              <a:ahLst/>
              <a:cxnLst/>
              <a:rect l="l" t="t" r="r" b="b"/>
              <a:pathLst>
                <a:path w="11187" h="15155" extrusionOk="0">
                  <a:moveTo>
                    <a:pt x="2186" y="547"/>
                  </a:moveTo>
                  <a:cubicBezTo>
                    <a:pt x="3022" y="547"/>
                    <a:pt x="4308" y="965"/>
                    <a:pt x="5594" y="1833"/>
                  </a:cubicBezTo>
                  <a:cubicBezTo>
                    <a:pt x="6912" y="2733"/>
                    <a:pt x="8229" y="4115"/>
                    <a:pt x="9258" y="6044"/>
                  </a:cubicBezTo>
                  <a:cubicBezTo>
                    <a:pt x="10351" y="8101"/>
                    <a:pt x="10640" y="10062"/>
                    <a:pt x="10640" y="11605"/>
                  </a:cubicBezTo>
                  <a:cubicBezTo>
                    <a:pt x="10640" y="12569"/>
                    <a:pt x="10544" y="13373"/>
                    <a:pt x="10415" y="13919"/>
                  </a:cubicBezTo>
                  <a:cubicBezTo>
                    <a:pt x="10368" y="14134"/>
                    <a:pt x="10320" y="14314"/>
                    <a:pt x="10285" y="14445"/>
                  </a:cubicBezTo>
                  <a:lnTo>
                    <a:pt x="10285" y="14445"/>
                  </a:lnTo>
                  <a:cubicBezTo>
                    <a:pt x="10246" y="14413"/>
                    <a:pt x="10204" y="14377"/>
                    <a:pt x="10158" y="14337"/>
                  </a:cubicBezTo>
                  <a:cubicBezTo>
                    <a:pt x="9355" y="13726"/>
                    <a:pt x="7554" y="12344"/>
                    <a:pt x="6044" y="11058"/>
                  </a:cubicBezTo>
                  <a:cubicBezTo>
                    <a:pt x="5047" y="10190"/>
                    <a:pt x="3922" y="9162"/>
                    <a:pt x="2926" y="8101"/>
                  </a:cubicBezTo>
                  <a:cubicBezTo>
                    <a:pt x="1961" y="7040"/>
                    <a:pt x="1126" y="5947"/>
                    <a:pt x="772" y="5015"/>
                  </a:cubicBezTo>
                  <a:cubicBezTo>
                    <a:pt x="611" y="4597"/>
                    <a:pt x="547" y="4179"/>
                    <a:pt x="547" y="3762"/>
                  </a:cubicBezTo>
                  <a:cubicBezTo>
                    <a:pt x="547" y="2990"/>
                    <a:pt x="740" y="2219"/>
                    <a:pt x="965" y="1640"/>
                  </a:cubicBezTo>
                  <a:cubicBezTo>
                    <a:pt x="1093" y="1351"/>
                    <a:pt x="1190" y="1094"/>
                    <a:pt x="1286" y="933"/>
                  </a:cubicBezTo>
                  <a:cubicBezTo>
                    <a:pt x="1316" y="873"/>
                    <a:pt x="1346" y="813"/>
                    <a:pt x="1376" y="753"/>
                  </a:cubicBezTo>
                  <a:lnTo>
                    <a:pt x="1376" y="753"/>
                  </a:lnTo>
                  <a:cubicBezTo>
                    <a:pt x="1541" y="634"/>
                    <a:pt x="1820" y="547"/>
                    <a:pt x="2186" y="547"/>
                  </a:cubicBezTo>
                  <a:close/>
                  <a:moveTo>
                    <a:pt x="2186" y="1"/>
                  </a:moveTo>
                  <a:cubicBezTo>
                    <a:pt x="1704" y="1"/>
                    <a:pt x="1318" y="97"/>
                    <a:pt x="1029" y="322"/>
                  </a:cubicBezTo>
                  <a:lnTo>
                    <a:pt x="965" y="419"/>
                  </a:lnTo>
                  <a:cubicBezTo>
                    <a:pt x="933" y="419"/>
                    <a:pt x="1" y="2026"/>
                    <a:pt x="1" y="3762"/>
                  </a:cubicBezTo>
                  <a:cubicBezTo>
                    <a:pt x="1" y="4244"/>
                    <a:pt x="65" y="4726"/>
                    <a:pt x="258" y="5208"/>
                  </a:cubicBezTo>
                  <a:cubicBezTo>
                    <a:pt x="676" y="6269"/>
                    <a:pt x="1543" y="7394"/>
                    <a:pt x="2540" y="8455"/>
                  </a:cubicBezTo>
                  <a:cubicBezTo>
                    <a:pt x="3536" y="9548"/>
                    <a:pt x="4694" y="10576"/>
                    <a:pt x="5690" y="11476"/>
                  </a:cubicBezTo>
                  <a:cubicBezTo>
                    <a:pt x="7715" y="13212"/>
                    <a:pt x="10255" y="15076"/>
                    <a:pt x="10255" y="15109"/>
                  </a:cubicBezTo>
                  <a:cubicBezTo>
                    <a:pt x="10300" y="15131"/>
                    <a:pt x="10362" y="15154"/>
                    <a:pt x="10428" y="15154"/>
                  </a:cubicBezTo>
                  <a:cubicBezTo>
                    <a:pt x="10455" y="15154"/>
                    <a:pt x="10483" y="15150"/>
                    <a:pt x="10512" y="15141"/>
                  </a:cubicBezTo>
                  <a:cubicBezTo>
                    <a:pt x="10576" y="15109"/>
                    <a:pt x="10640" y="15044"/>
                    <a:pt x="10672" y="14980"/>
                  </a:cubicBezTo>
                  <a:cubicBezTo>
                    <a:pt x="10672" y="14948"/>
                    <a:pt x="11187" y="13630"/>
                    <a:pt x="11187" y="11605"/>
                  </a:cubicBezTo>
                  <a:cubicBezTo>
                    <a:pt x="11187" y="9998"/>
                    <a:pt x="10865" y="7940"/>
                    <a:pt x="9708" y="5787"/>
                  </a:cubicBezTo>
                  <a:cubicBezTo>
                    <a:pt x="8680" y="3794"/>
                    <a:pt x="7265" y="2347"/>
                    <a:pt x="5883" y="1415"/>
                  </a:cubicBezTo>
                  <a:cubicBezTo>
                    <a:pt x="4533" y="451"/>
                    <a:pt x="3183" y="1"/>
                    <a:pt x="218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4399;p64">
              <a:extLst>
                <a:ext uri="{FF2B5EF4-FFF2-40B4-BE49-F238E27FC236}">
                  <a16:creationId xmlns:a16="http://schemas.microsoft.com/office/drawing/2014/main" id="{C33A4BEC-82CA-F283-AB69-9566F90BA50D}"/>
                </a:ext>
              </a:extLst>
            </p:cNvPr>
            <p:cNvSpPr/>
            <p:nvPr/>
          </p:nvSpPr>
          <p:spPr>
            <a:xfrm>
              <a:off x="2394825" y="2509125"/>
              <a:ext cx="381725" cy="495850"/>
            </a:xfrm>
            <a:custGeom>
              <a:avLst/>
              <a:gdLst/>
              <a:ahLst/>
              <a:cxnLst/>
              <a:rect l="l" t="t" r="r" b="b"/>
              <a:pathLst>
                <a:path w="15269" h="19834" extrusionOk="0">
                  <a:moveTo>
                    <a:pt x="12440" y="0"/>
                  </a:moveTo>
                  <a:cubicBezTo>
                    <a:pt x="12440" y="0"/>
                    <a:pt x="8840" y="2154"/>
                    <a:pt x="7908" y="2540"/>
                  </a:cubicBezTo>
                  <a:cubicBezTo>
                    <a:pt x="6943" y="2958"/>
                    <a:pt x="2925" y="4822"/>
                    <a:pt x="2411" y="7233"/>
                  </a:cubicBezTo>
                  <a:cubicBezTo>
                    <a:pt x="1865" y="9644"/>
                    <a:pt x="515" y="12987"/>
                    <a:pt x="257" y="13790"/>
                  </a:cubicBezTo>
                  <a:cubicBezTo>
                    <a:pt x="0" y="14594"/>
                    <a:pt x="257" y="15655"/>
                    <a:pt x="1061" y="16748"/>
                  </a:cubicBezTo>
                  <a:cubicBezTo>
                    <a:pt x="1865" y="17808"/>
                    <a:pt x="6140" y="19834"/>
                    <a:pt x="7104" y="19834"/>
                  </a:cubicBezTo>
                  <a:cubicBezTo>
                    <a:pt x="8036" y="19834"/>
                    <a:pt x="8422" y="14208"/>
                    <a:pt x="8422" y="14208"/>
                  </a:cubicBezTo>
                  <a:lnTo>
                    <a:pt x="12183" y="14208"/>
                  </a:lnTo>
                  <a:cubicBezTo>
                    <a:pt x="13662" y="14208"/>
                    <a:pt x="13115" y="13405"/>
                    <a:pt x="13533" y="11637"/>
                  </a:cubicBezTo>
                  <a:cubicBezTo>
                    <a:pt x="13919" y="9901"/>
                    <a:pt x="13662" y="7233"/>
                    <a:pt x="13662" y="7233"/>
                  </a:cubicBezTo>
                  <a:cubicBezTo>
                    <a:pt x="13662" y="7233"/>
                    <a:pt x="14722" y="5497"/>
                    <a:pt x="14980" y="5079"/>
                  </a:cubicBezTo>
                  <a:cubicBezTo>
                    <a:pt x="15269" y="4693"/>
                    <a:pt x="13372" y="3601"/>
                    <a:pt x="13372" y="3601"/>
                  </a:cubicBezTo>
                  <a:lnTo>
                    <a:pt x="13372" y="2668"/>
                  </a:lnTo>
                  <a:cubicBezTo>
                    <a:pt x="13372" y="2283"/>
                    <a:pt x="12440" y="0"/>
                    <a:pt x="1244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4400;p64">
              <a:extLst>
                <a:ext uri="{FF2B5EF4-FFF2-40B4-BE49-F238E27FC236}">
                  <a16:creationId xmlns:a16="http://schemas.microsoft.com/office/drawing/2014/main" id="{80DAD99E-1035-F865-5357-775A77DFE4F6}"/>
                </a:ext>
              </a:extLst>
            </p:cNvPr>
            <p:cNvSpPr/>
            <p:nvPr/>
          </p:nvSpPr>
          <p:spPr>
            <a:xfrm>
              <a:off x="2392400" y="2502175"/>
              <a:ext cx="384950" cy="509225"/>
            </a:xfrm>
            <a:custGeom>
              <a:avLst/>
              <a:gdLst/>
              <a:ahLst/>
              <a:cxnLst/>
              <a:rect l="l" t="t" r="r" b="b"/>
              <a:pathLst>
                <a:path w="15398" h="20369" extrusionOk="0">
                  <a:moveTo>
                    <a:pt x="12410" y="657"/>
                  </a:moveTo>
                  <a:cubicBezTo>
                    <a:pt x="12420" y="680"/>
                    <a:pt x="12430" y="703"/>
                    <a:pt x="12441" y="728"/>
                  </a:cubicBezTo>
                  <a:cubicBezTo>
                    <a:pt x="12569" y="1050"/>
                    <a:pt x="12762" y="1564"/>
                    <a:pt x="12923" y="2014"/>
                  </a:cubicBezTo>
                  <a:cubicBezTo>
                    <a:pt x="13019" y="2239"/>
                    <a:pt x="13084" y="2464"/>
                    <a:pt x="13148" y="2625"/>
                  </a:cubicBezTo>
                  <a:cubicBezTo>
                    <a:pt x="13148" y="2721"/>
                    <a:pt x="13180" y="2786"/>
                    <a:pt x="13212" y="2850"/>
                  </a:cubicBezTo>
                  <a:cubicBezTo>
                    <a:pt x="13212" y="2914"/>
                    <a:pt x="13212" y="2946"/>
                    <a:pt x="13212" y="2946"/>
                  </a:cubicBezTo>
                  <a:cubicBezTo>
                    <a:pt x="13212" y="3364"/>
                    <a:pt x="13212" y="3879"/>
                    <a:pt x="13212" y="3879"/>
                  </a:cubicBezTo>
                  <a:cubicBezTo>
                    <a:pt x="13212" y="3975"/>
                    <a:pt x="13276" y="4071"/>
                    <a:pt x="13341" y="4136"/>
                  </a:cubicBezTo>
                  <a:lnTo>
                    <a:pt x="13405" y="4168"/>
                  </a:lnTo>
                  <a:cubicBezTo>
                    <a:pt x="13566" y="4264"/>
                    <a:pt x="13951" y="4489"/>
                    <a:pt x="14305" y="4746"/>
                  </a:cubicBezTo>
                  <a:cubicBezTo>
                    <a:pt x="14466" y="4875"/>
                    <a:pt x="14627" y="5004"/>
                    <a:pt x="14723" y="5100"/>
                  </a:cubicBezTo>
                  <a:cubicBezTo>
                    <a:pt x="14755" y="5164"/>
                    <a:pt x="14819" y="5196"/>
                    <a:pt x="14819" y="5261"/>
                  </a:cubicBezTo>
                  <a:lnTo>
                    <a:pt x="14826" y="5267"/>
                  </a:lnTo>
                  <a:lnTo>
                    <a:pt x="14826" y="5267"/>
                  </a:lnTo>
                  <a:cubicBezTo>
                    <a:pt x="14531" y="5718"/>
                    <a:pt x="13534" y="7350"/>
                    <a:pt x="13534" y="7350"/>
                  </a:cubicBezTo>
                  <a:cubicBezTo>
                    <a:pt x="13501" y="7414"/>
                    <a:pt x="13469" y="7479"/>
                    <a:pt x="13469" y="7543"/>
                  </a:cubicBezTo>
                  <a:cubicBezTo>
                    <a:pt x="13469" y="7543"/>
                    <a:pt x="13501" y="7575"/>
                    <a:pt x="13501" y="7672"/>
                  </a:cubicBezTo>
                  <a:cubicBezTo>
                    <a:pt x="13534" y="7961"/>
                    <a:pt x="13566" y="8668"/>
                    <a:pt x="13566" y="9440"/>
                  </a:cubicBezTo>
                  <a:cubicBezTo>
                    <a:pt x="13566" y="10243"/>
                    <a:pt x="13501" y="11143"/>
                    <a:pt x="13341" y="11850"/>
                  </a:cubicBezTo>
                  <a:cubicBezTo>
                    <a:pt x="13148" y="12783"/>
                    <a:pt x="13180" y="13425"/>
                    <a:pt x="13084" y="13779"/>
                  </a:cubicBezTo>
                  <a:cubicBezTo>
                    <a:pt x="13051" y="13972"/>
                    <a:pt x="12987" y="14036"/>
                    <a:pt x="12923" y="14100"/>
                  </a:cubicBezTo>
                  <a:cubicBezTo>
                    <a:pt x="12826" y="14165"/>
                    <a:pt x="12634" y="14197"/>
                    <a:pt x="12280" y="14197"/>
                  </a:cubicBezTo>
                  <a:lnTo>
                    <a:pt x="8519" y="14197"/>
                  </a:lnTo>
                  <a:cubicBezTo>
                    <a:pt x="8391" y="14197"/>
                    <a:pt x="8262" y="14326"/>
                    <a:pt x="8262" y="14454"/>
                  </a:cubicBezTo>
                  <a:cubicBezTo>
                    <a:pt x="8262" y="14454"/>
                    <a:pt x="8230" y="14808"/>
                    <a:pt x="8198" y="15322"/>
                  </a:cubicBezTo>
                  <a:cubicBezTo>
                    <a:pt x="8101" y="16093"/>
                    <a:pt x="7973" y="17283"/>
                    <a:pt x="7748" y="18247"/>
                  </a:cubicBezTo>
                  <a:cubicBezTo>
                    <a:pt x="7651" y="18729"/>
                    <a:pt x="7523" y="19179"/>
                    <a:pt x="7426" y="19469"/>
                  </a:cubicBezTo>
                  <a:cubicBezTo>
                    <a:pt x="7362" y="19629"/>
                    <a:pt x="7298" y="19726"/>
                    <a:pt x="7233" y="19790"/>
                  </a:cubicBezTo>
                  <a:lnTo>
                    <a:pt x="7171" y="19821"/>
                  </a:lnTo>
                  <a:lnTo>
                    <a:pt x="7171" y="19821"/>
                  </a:lnTo>
                  <a:cubicBezTo>
                    <a:pt x="7073" y="19816"/>
                    <a:pt x="6925" y="19787"/>
                    <a:pt x="6751" y="19758"/>
                  </a:cubicBezTo>
                  <a:cubicBezTo>
                    <a:pt x="6076" y="19565"/>
                    <a:pt x="4855" y="19051"/>
                    <a:pt x="3762" y="18472"/>
                  </a:cubicBezTo>
                  <a:cubicBezTo>
                    <a:pt x="3215" y="18183"/>
                    <a:pt x="2701" y="17894"/>
                    <a:pt x="2251" y="17604"/>
                  </a:cubicBezTo>
                  <a:cubicBezTo>
                    <a:pt x="1833" y="17315"/>
                    <a:pt x="1512" y="17026"/>
                    <a:pt x="1383" y="16865"/>
                  </a:cubicBezTo>
                  <a:cubicBezTo>
                    <a:pt x="804" y="16093"/>
                    <a:pt x="515" y="15322"/>
                    <a:pt x="515" y="14711"/>
                  </a:cubicBezTo>
                  <a:cubicBezTo>
                    <a:pt x="515" y="14518"/>
                    <a:pt x="547" y="14326"/>
                    <a:pt x="612" y="14165"/>
                  </a:cubicBezTo>
                  <a:cubicBezTo>
                    <a:pt x="740" y="13779"/>
                    <a:pt x="1158" y="12718"/>
                    <a:pt x="1576" y="11465"/>
                  </a:cubicBezTo>
                  <a:cubicBezTo>
                    <a:pt x="2026" y="10243"/>
                    <a:pt x="2476" y="8797"/>
                    <a:pt x="2765" y="7575"/>
                  </a:cubicBezTo>
                  <a:cubicBezTo>
                    <a:pt x="2990" y="6482"/>
                    <a:pt x="4083" y="5421"/>
                    <a:pt x="5240" y="4618"/>
                  </a:cubicBezTo>
                  <a:cubicBezTo>
                    <a:pt x="6398" y="3814"/>
                    <a:pt x="7651" y="3268"/>
                    <a:pt x="8101" y="3075"/>
                  </a:cubicBezTo>
                  <a:cubicBezTo>
                    <a:pt x="8358" y="2946"/>
                    <a:pt x="8744" y="2753"/>
                    <a:pt x="9226" y="2496"/>
                  </a:cubicBezTo>
                  <a:cubicBezTo>
                    <a:pt x="10336" y="1891"/>
                    <a:pt x="11821" y="1009"/>
                    <a:pt x="12410" y="657"/>
                  </a:cubicBezTo>
                  <a:close/>
                  <a:moveTo>
                    <a:pt x="12542" y="0"/>
                  </a:moveTo>
                  <a:cubicBezTo>
                    <a:pt x="12495" y="0"/>
                    <a:pt x="12446" y="16"/>
                    <a:pt x="12409" y="53"/>
                  </a:cubicBezTo>
                  <a:cubicBezTo>
                    <a:pt x="12409" y="53"/>
                    <a:pt x="12184" y="182"/>
                    <a:pt x="11830" y="375"/>
                  </a:cubicBezTo>
                  <a:cubicBezTo>
                    <a:pt x="11283" y="696"/>
                    <a:pt x="10480" y="1178"/>
                    <a:pt x="9708" y="1596"/>
                  </a:cubicBezTo>
                  <a:cubicBezTo>
                    <a:pt x="8937" y="2046"/>
                    <a:pt x="8198" y="2432"/>
                    <a:pt x="7876" y="2561"/>
                  </a:cubicBezTo>
                  <a:cubicBezTo>
                    <a:pt x="7394" y="2786"/>
                    <a:pt x="6140" y="3364"/>
                    <a:pt x="4951" y="4200"/>
                  </a:cubicBezTo>
                  <a:cubicBezTo>
                    <a:pt x="3730" y="5036"/>
                    <a:pt x="2540" y="6129"/>
                    <a:pt x="2251" y="7447"/>
                  </a:cubicBezTo>
                  <a:cubicBezTo>
                    <a:pt x="1962" y="8636"/>
                    <a:pt x="1512" y="10082"/>
                    <a:pt x="1062" y="11304"/>
                  </a:cubicBezTo>
                  <a:cubicBezTo>
                    <a:pt x="644" y="12525"/>
                    <a:pt x="226" y="13554"/>
                    <a:pt x="97" y="13972"/>
                  </a:cubicBezTo>
                  <a:cubicBezTo>
                    <a:pt x="33" y="14229"/>
                    <a:pt x="1" y="14454"/>
                    <a:pt x="1" y="14711"/>
                  </a:cubicBezTo>
                  <a:cubicBezTo>
                    <a:pt x="1" y="15483"/>
                    <a:pt x="322" y="16351"/>
                    <a:pt x="933" y="17186"/>
                  </a:cubicBezTo>
                  <a:cubicBezTo>
                    <a:pt x="1190" y="17508"/>
                    <a:pt x="1608" y="17829"/>
                    <a:pt x="2154" y="18183"/>
                  </a:cubicBezTo>
                  <a:cubicBezTo>
                    <a:pt x="2990" y="18697"/>
                    <a:pt x="4019" y="19244"/>
                    <a:pt x="4983" y="19661"/>
                  </a:cubicBezTo>
                  <a:cubicBezTo>
                    <a:pt x="5433" y="19854"/>
                    <a:pt x="5883" y="20047"/>
                    <a:pt x="6269" y="20144"/>
                  </a:cubicBezTo>
                  <a:cubicBezTo>
                    <a:pt x="6655" y="20272"/>
                    <a:pt x="6944" y="20369"/>
                    <a:pt x="7201" y="20369"/>
                  </a:cubicBezTo>
                  <a:cubicBezTo>
                    <a:pt x="7330" y="20369"/>
                    <a:pt x="7426" y="20304"/>
                    <a:pt x="7523" y="20240"/>
                  </a:cubicBezTo>
                  <a:cubicBezTo>
                    <a:pt x="7683" y="20112"/>
                    <a:pt x="7780" y="19951"/>
                    <a:pt x="7876" y="19726"/>
                  </a:cubicBezTo>
                  <a:cubicBezTo>
                    <a:pt x="8069" y="19340"/>
                    <a:pt x="8198" y="18858"/>
                    <a:pt x="8294" y="18279"/>
                  </a:cubicBezTo>
                  <a:cubicBezTo>
                    <a:pt x="8574" y="16982"/>
                    <a:pt x="8713" y="15363"/>
                    <a:pt x="8774" y="14743"/>
                  </a:cubicBezTo>
                  <a:lnTo>
                    <a:pt x="12280" y="14743"/>
                  </a:lnTo>
                  <a:cubicBezTo>
                    <a:pt x="12666" y="14743"/>
                    <a:pt x="12955" y="14679"/>
                    <a:pt x="13180" y="14551"/>
                  </a:cubicBezTo>
                  <a:cubicBezTo>
                    <a:pt x="13373" y="14422"/>
                    <a:pt x="13501" y="14261"/>
                    <a:pt x="13566" y="14100"/>
                  </a:cubicBezTo>
                  <a:cubicBezTo>
                    <a:pt x="13662" y="13843"/>
                    <a:pt x="13662" y="13554"/>
                    <a:pt x="13694" y="13200"/>
                  </a:cubicBezTo>
                  <a:cubicBezTo>
                    <a:pt x="13726" y="12847"/>
                    <a:pt x="13759" y="12461"/>
                    <a:pt x="13887" y="11979"/>
                  </a:cubicBezTo>
                  <a:cubicBezTo>
                    <a:pt x="14048" y="11207"/>
                    <a:pt x="14112" y="10275"/>
                    <a:pt x="14112" y="9440"/>
                  </a:cubicBezTo>
                  <a:cubicBezTo>
                    <a:pt x="14112" y="8582"/>
                    <a:pt x="14049" y="7830"/>
                    <a:pt x="14025" y="7573"/>
                  </a:cubicBezTo>
                  <a:lnTo>
                    <a:pt x="14025" y="7573"/>
                  </a:lnTo>
                  <a:cubicBezTo>
                    <a:pt x="14110" y="7436"/>
                    <a:pt x="14318" y="7106"/>
                    <a:pt x="14562" y="6739"/>
                  </a:cubicBezTo>
                  <a:cubicBezTo>
                    <a:pt x="14852" y="6257"/>
                    <a:pt x="15173" y="5711"/>
                    <a:pt x="15302" y="5518"/>
                  </a:cubicBezTo>
                  <a:cubicBezTo>
                    <a:pt x="15366" y="5454"/>
                    <a:pt x="15398" y="5357"/>
                    <a:pt x="15366" y="5261"/>
                  </a:cubicBezTo>
                  <a:cubicBezTo>
                    <a:pt x="15366" y="5132"/>
                    <a:pt x="15334" y="5036"/>
                    <a:pt x="15269" y="4939"/>
                  </a:cubicBezTo>
                  <a:cubicBezTo>
                    <a:pt x="15173" y="4779"/>
                    <a:pt x="15012" y="4650"/>
                    <a:pt x="14852" y="4489"/>
                  </a:cubicBezTo>
                  <a:cubicBezTo>
                    <a:pt x="14471" y="4181"/>
                    <a:pt x="13986" y="3872"/>
                    <a:pt x="13759" y="3732"/>
                  </a:cubicBezTo>
                  <a:lnTo>
                    <a:pt x="13759" y="3732"/>
                  </a:lnTo>
                  <a:lnTo>
                    <a:pt x="13759" y="2946"/>
                  </a:lnTo>
                  <a:cubicBezTo>
                    <a:pt x="13759" y="2850"/>
                    <a:pt x="13726" y="2753"/>
                    <a:pt x="13694" y="2657"/>
                  </a:cubicBezTo>
                  <a:cubicBezTo>
                    <a:pt x="13598" y="2271"/>
                    <a:pt x="13373" y="1661"/>
                    <a:pt x="13180" y="1146"/>
                  </a:cubicBezTo>
                  <a:cubicBezTo>
                    <a:pt x="12987" y="600"/>
                    <a:pt x="12794" y="182"/>
                    <a:pt x="12794" y="182"/>
                  </a:cubicBezTo>
                  <a:cubicBezTo>
                    <a:pt x="12762" y="85"/>
                    <a:pt x="12698" y="53"/>
                    <a:pt x="12634" y="21"/>
                  </a:cubicBezTo>
                  <a:cubicBezTo>
                    <a:pt x="12607" y="8"/>
                    <a:pt x="12575" y="0"/>
                    <a:pt x="1254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4401;p64">
              <a:extLst>
                <a:ext uri="{FF2B5EF4-FFF2-40B4-BE49-F238E27FC236}">
                  <a16:creationId xmlns:a16="http://schemas.microsoft.com/office/drawing/2014/main" id="{72FB2B51-9D34-7A26-7503-29A528E575B1}"/>
                </a:ext>
              </a:extLst>
            </p:cNvPr>
            <p:cNvSpPr/>
            <p:nvPr/>
          </p:nvSpPr>
          <p:spPr>
            <a:xfrm>
              <a:off x="2123200" y="2738050"/>
              <a:ext cx="231475" cy="220100"/>
            </a:xfrm>
            <a:custGeom>
              <a:avLst/>
              <a:gdLst/>
              <a:ahLst/>
              <a:cxnLst/>
              <a:rect l="l" t="t" r="r" b="b"/>
              <a:pathLst>
                <a:path w="9259" h="8804" extrusionOk="0">
                  <a:moveTo>
                    <a:pt x="4693" y="0"/>
                  </a:moveTo>
                  <a:cubicBezTo>
                    <a:pt x="4303" y="0"/>
                    <a:pt x="3939" y="20"/>
                    <a:pt x="3633" y="69"/>
                  </a:cubicBezTo>
                  <a:cubicBezTo>
                    <a:pt x="2026" y="358"/>
                    <a:pt x="0" y="2640"/>
                    <a:pt x="0" y="4891"/>
                  </a:cubicBezTo>
                  <a:cubicBezTo>
                    <a:pt x="0" y="7173"/>
                    <a:pt x="1736" y="8523"/>
                    <a:pt x="4565" y="8780"/>
                  </a:cubicBezTo>
                  <a:cubicBezTo>
                    <a:pt x="4721" y="8796"/>
                    <a:pt x="4874" y="8804"/>
                    <a:pt x="5024" y="8804"/>
                  </a:cubicBezTo>
                  <a:cubicBezTo>
                    <a:pt x="7567" y="8804"/>
                    <a:pt x="9258" y="6583"/>
                    <a:pt x="9258" y="5308"/>
                  </a:cubicBezTo>
                  <a:cubicBezTo>
                    <a:pt x="9258" y="3958"/>
                    <a:pt x="9129" y="2480"/>
                    <a:pt x="8454" y="358"/>
                  </a:cubicBezTo>
                  <a:cubicBezTo>
                    <a:pt x="8454" y="358"/>
                    <a:pt x="6348" y="0"/>
                    <a:pt x="46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4402;p64">
              <a:extLst>
                <a:ext uri="{FF2B5EF4-FFF2-40B4-BE49-F238E27FC236}">
                  <a16:creationId xmlns:a16="http://schemas.microsoft.com/office/drawing/2014/main" id="{92EA68A9-F794-A687-594C-AA136CF73AA3}"/>
                </a:ext>
              </a:extLst>
            </p:cNvPr>
            <p:cNvSpPr/>
            <p:nvPr/>
          </p:nvSpPr>
          <p:spPr>
            <a:xfrm>
              <a:off x="2116775" y="2731725"/>
              <a:ext cx="244325" cy="233075"/>
            </a:xfrm>
            <a:custGeom>
              <a:avLst/>
              <a:gdLst/>
              <a:ahLst/>
              <a:cxnLst/>
              <a:rect l="l" t="t" r="r" b="b"/>
              <a:pathLst>
                <a:path w="9773" h="9323" extrusionOk="0">
                  <a:moveTo>
                    <a:pt x="5015" y="515"/>
                  </a:moveTo>
                  <a:cubicBezTo>
                    <a:pt x="5818" y="515"/>
                    <a:pt x="6718" y="611"/>
                    <a:pt x="7426" y="708"/>
                  </a:cubicBezTo>
                  <a:cubicBezTo>
                    <a:pt x="7779" y="740"/>
                    <a:pt x="8101" y="772"/>
                    <a:pt x="8326" y="804"/>
                  </a:cubicBezTo>
                  <a:cubicBezTo>
                    <a:pt x="8393" y="815"/>
                    <a:pt x="8453" y="827"/>
                    <a:pt x="8502" y="837"/>
                  </a:cubicBezTo>
                  <a:lnTo>
                    <a:pt x="8502" y="837"/>
                  </a:lnTo>
                  <a:cubicBezTo>
                    <a:pt x="9104" y="2871"/>
                    <a:pt x="9226" y="4277"/>
                    <a:pt x="9226" y="5561"/>
                  </a:cubicBezTo>
                  <a:cubicBezTo>
                    <a:pt x="9226" y="5819"/>
                    <a:pt x="9161" y="6172"/>
                    <a:pt x="8969" y="6526"/>
                  </a:cubicBezTo>
                  <a:cubicBezTo>
                    <a:pt x="8679" y="7072"/>
                    <a:pt x="8197" y="7619"/>
                    <a:pt x="7586" y="8069"/>
                  </a:cubicBezTo>
                  <a:cubicBezTo>
                    <a:pt x="6943" y="8487"/>
                    <a:pt x="6140" y="8776"/>
                    <a:pt x="5240" y="8776"/>
                  </a:cubicBezTo>
                  <a:lnTo>
                    <a:pt x="4854" y="8776"/>
                  </a:lnTo>
                  <a:cubicBezTo>
                    <a:pt x="3472" y="8647"/>
                    <a:pt x="2379" y="8262"/>
                    <a:pt x="1672" y="7651"/>
                  </a:cubicBezTo>
                  <a:cubicBezTo>
                    <a:pt x="932" y="7040"/>
                    <a:pt x="547" y="6236"/>
                    <a:pt x="547" y="5144"/>
                  </a:cubicBezTo>
                  <a:cubicBezTo>
                    <a:pt x="515" y="4083"/>
                    <a:pt x="997" y="2990"/>
                    <a:pt x="1672" y="2154"/>
                  </a:cubicBezTo>
                  <a:cubicBezTo>
                    <a:pt x="2347" y="1318"/>
                    <a:pt x="3215" y="708"/>
                    <a:pt x="3922" y="611"/>
                  </a:cubicBezTo>
                  <a:cubicBezTo>
                    <a:pt x="4211" y="547"/>
                    <a:pt x="4597" y="515"/>
                    <a:pt x="5015" y="515"/>
                  </a:cubicBezTo>
                  <a:close/>
                  <a:moveTo>
                    <a:pt x="5015" y="0"/>
                  </a:moveTo>
                  <a:cubicBezTo>
                    <a:pt x="4565" y="0"/>
                    <a:pt x="4179" y="0"/>
                    <a:pt x="3825" y="65"/>
                  </a:cubicBezTo>
                  <a:cubicBezTo>
                    <a:pt x="2925" y="225"/>
                    <a:pt x="1993" y="900"/>
                    <a:pt x="1254" y="1833"/>
                  </a:cubicBezTo>
                  <a:cubicBezTo>
                    <a:pt x="515" y="2765"/>
                    <a:pt x="0" y="3922"/>
                    <a:pt x="0" y="5144"/>
                  </a:cubicBezTo>
                  <a:cubicBezTo>
                    <a:pt x="0" y="6365"/>
                    <a:pt x="482" y="7361"/>
                    <a:pt x="1318" y="8069"/>
                  </a:cubicBezTo>
                  <a:cubicBezTo>
                    <a:pt x="2154" y="8744"/>
                    <a:pt x="3343" y="9162"/>
                    <a:pt x="4790" y="9290"/>
                  </a:cubicBezTo>
                  <a:cubicBezTo>
                    <a:pt x="4951" y="9322"/>
                    <a:pt x="5111" y="9322"/>
                    <a:pt x="5240" y="9322"/>
                  </a:cubicBezTo>
                  <a:cubicBezTo>
                    <a:pt x="6622" y="9322"/>
                    <a:pt x="7747" y="8744"/>
                    <a:pt x="8519" y="7972"/>
                  </a:cubicBezTo>
                  <a:cubicBezTo>
                    <a:pt x="8904" y="7586"/>
                    <a:pt x="9226" y="7169"/>
                    <a:pt x="9451" y="6751"/>
                  </a:cubicBezTo>
                  <a:cubicBezTo>
                    <a:pt x="9644" y="6333"/>
                    <a:pt x="9772" y="5947"/>
                    <a:pt x="9772" y="5561"/>
                  </a:cubicBezTo>
                  <a:cubicBezTo>
                    <a:pt x="9772" y="4211"/>
                    <a:pt x="9644" y="2701"/>
                    <a:pt x="8969" y="515"/>
                  </a:cubicBezTo>
                  <a:cubicBezTo>
                    <a:pt x="8936" y="418"/>
                    <a:pt x="8840" y="354"/>
                    <a:pt x="8744" y="322"/>
                  </a:cubicBezTo>
                  <a:cubicBezTo>
                    <a:pt x="8744" y="322"/>
                    <a:pt x="6686" y="0"/>
                    <a:pt x="50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4403;p64">
              <a:extLst>
                <a:ext uri="{FF2B5EF4-FFF2-40B4-BE49-F238E27FC236}">
                  <a16:creationId xmlns:a16="http://schemas.microsoft.com/office/drawing/2014/main" id="{A2AFD7CE-B7AD-A2BA-2223-6355A8AA29D1}"/>
                </a:ext>
              </a:extLst>
            </p:cNvPr>
            <p:cNvSpPr/>
            <p:nvPr/>
          </p:nvSpPr>
          <p:spPr>
            <a:xfrm>
              <a:off x="2243750" y="2333400"/>
              <a:ext cx="502275" cy="521250"/>
            </a:xfrm>
            <a:custGeom>
              <a:avLst/>
              <a:gdLst/>
              <a:ahLst/>
              <a:cxnLst/>
              <a:rect l="l" t="t" r="r" b="b"/>
              <a:pathLst>
                <a:path w="20091" h="20850" extrusionOk="0">
                  <a:moveTo>
                    <a:pt x="13011" y="0"/>
                  </a:moveTo>
                  <a:cubicBezTo>
                    <a:pt x="11342" y="0"/>
                    <a:pt x="9372" y="221"/>
                    <a:pt x="6847" y="1147"/>
                  </a:cubicBezTo>
                  <a:cubicBezTo>
                    <a:pt x="2025" y="2883"/>
                    <a:pt x="0" y="8508"/>
                    <a:pt x="289" y="11433"/>
                  </a:cubicBezTo>
                  <a:cubicBezTo>
                    <a:pt x="547" y="14390"/>
                    <a:pt x="4950" y="20434"/>
                    <a:pt x="7233" y="20819"/>
                  </a:cubicBezTo>
                  <a:cubicBezTo>
                    <a:pt x="7345" y="20840"/>
                    <a:pt x="7453" y="20850"/>
                    <a:pt x="7555" y="20850"/>
                  </a:cubicBezTo>
                  <a:cubicBezTo>
                    <a:pt x="9515" y="20850"/>
                    <a:pt x="9515" y="17219"/>
                    <a:pt x="9515" y="17219"/>
                  </a:cubicBezTo>
                  <a:lnTo>
                    <a:pt x="11797" y="15869"/>
                  </a:lnTo>
                  <a:cubicBezTo>
                    <a:pt x="11797" y="15869"/>
                    <a:pt x="16876" y="10372"/>
                    <a:pt x="18483" y="7029"/>
                  </a:cubicBezTo>
                  <a:cubicBezTo>
                    <a:pt x="20090" y="3686"/>
                    <a:pt x="19576" y="183"/>
                    <a:pt x="17004" y="183"/>
                  </a:cubicBezTo>
                  <a:cubicBezTo>
                    <a:pt x="15795" y="183"/>
                    <a:pt x="14528" y="0"/>
                    <a:pt x="130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4404;p64">
              <a:extLst>
                <a:ext uri="{FF2B5EF4-FFF2-40B4-BE49-F238E27FC236}">
                  <a16:creationId xmlns:a16="http://schemas.microsoft.com/office/drawing/2014/main" id="{FE678022-1BB4-F35E-19A0-0A337B3C621D}"/>
                </a:ext>
              </a:extLst>
            </p:cNvPr>
            <p:cNvSpPr/>
            <p:nvPr/>
          </p:nvSpPr>
          <p:spPr>
            <a:xfrm>
              <a:off x="2242925" y="2326700"/>
              <a:ext cx="492650" cy="534425"/>
            </a:xfrm>
            <a:custGeom>
              <a:avLst/>
              <a:gdLst/>
              <a:ahLst/>
              <a:cxnLst/>
              <a:rect l="l" t="t" r="r" b="b"/>
              <a:pathLst>
                <a:path w="19706" h="21377" extrusionOk="0">
                  <a:moveTo>
                    <a:pt x="13019" y="547"/>
                  </a:moveTo>
                  <a:cubicBezTo>
                    <a:pt x="14530" y="547"/>
                    <a:pt x="15816" y="740"/>
                    <a:pt x="17037" y="740"/>
                  </a:cubicBezTo>
                  <a:cubicBezTo>
                    <a:pt x="17777" y="740"/>
                    <a:pt x="18259" y="1029"/>
                    <a:pt x="18613" y="1511"/>
                  </a:cubicBezTo>
                  <a:cubicBezTo>
                    <a:pt x="18966" y="2026"/>
                    <a:pt x="19159" y="2765"/>
                    <a:pt x="19159" y="3633"/>
                  </a:cubicBezTo>
                  <a:cubicBezTo>
                    <a:pt x="19159" y="4694"/>
                    <a:pt x="18870" y="5947"/>
                    <a:pt x="18291" y="7169"/>
                  </a:cubicBezTo>
                  <a:cubicBezTo>
                    <a:pt x="17488" y="8808"/>
                    <a:pt x="15848" y="11026"/>
                    <a:pt x="14370" y="12794"/>
                  </a:cubicBezTo>
                  <a:cubicBezTo>
                    <a:pt x="13630" y="13694"/>
                    <a:pt x="12955" y="14466"/>
                    <a:pt x="12441" y="15044"/>
                  </a:cubicBezTo>
                  <a:cubicBezTo>
                    <a:pt x="12184" y="15333"/>
                    <a:pt x="11991" y="15558"/>
                    <a:pt x="11862" y="15719"/>
                  </a:cubicBezTo>
                  <a:cubicBezTo>
                    <a:pt x="11702" y="15880"/>
                    <a:pt x="11637" y="15944"/>
                    <a:pt x="11637" y="15944"/>
                  </a:cubicBezTo>
                  <a:lnTo>
                    <a:pt x="11640" y="15947"/>
                  </a:lnTo>
                  <a:lnTo>
                    <a:pt x="11640" y="15947"/>
                  </a:lnTo>
                  <a:lnTo>
                    <a:pt x="9419" y="17230"/>
                  </a:lnTo>
                  <a:cubicBezTo>
                    <a:pt x="9323" y="17294"/>
                    <a:pt x="9291" y="17391"/>
                    <a:pt x="9291" y="17487"/>
                  </a:cubicBezTo>
                  <a:cubicBezTo>
                    <a:pt x="9291" y="17487"/>
                    <a:pt x="9291" y="17519"/>
                    <a:pt x="9291" y="17616"/>
                  </a:cubicBezTo>
                  <a:cubicBezTo>
                    <a:pt x="9259" y="17937"/>
                    <a:pt x="9194" y="18805"/>
                    <a:pt x="8937" y="19544"/>
                  </a:cubicBezTo>
                  <a:cubicBezTo>
                    <a:pt x="8809" y="19930"/>
                    <a:pt x="8648" y="20252"/>
                    <a:pt x="8423" y="20477"/>
                  </a:cubicBezTo>
                  <a:cubicBezTo>
                    <a:pt x="8198" y="20702"/>
                    <a:pt x="7941" y="20830"/>
                    <a:pt x="7587" y="20862"/>
                  </a:cubicBezTo>
                  <a:cubicBezTo>
                    <a:pt x="7491" y="20862"/>
                    <a:pt x="7426" y="20830"/>
                    <a:pt x="7330" y="20830"/>
                  </a:cubicBezTo>
                  <a:cubicBezTo>
                    <a:pt x="6848" y="20734"/>
                    <a:pt x="6173" y="20316"/>
                    <a:pt x="5433" y="19673"/>
                  </a:cubicBezTo>
                  <a:cubicBezTo>
                    <a:pt x="4373" y="18677"/>
                    <a:pt x="3183" y="17230"/>
                    <a:pt x="2251" y="15719"/>
                  </a:cubicBezTo>
                  <a:cubicBezTo>
                    <a:pt x="1319" y="14241"/>
                    <a:pt x="676" y="12698"/>
                    <a:pt x="580" y="11701"/>
                  </a:cubicBezTo>
                  <a:cubicBezTo>
                    <a:pt x="547" y="11508"/>
                    <a:pt x="547" y="11348"/>
                    <a:pt x="547" y="11155"/>
                  </a:cubicBezTo>
                  <a:cubicBezTo>
                    <a:pt x="547" y="9708"/>
                    <a:pt x="1062" y="7715"/>
                    <a:pt x="2090" y="5883"/>
                  </a:cubicBezTo>
                  <a:cubicBezTo>
                    <a:pt x="3151" y="4083"/>
                    <a:pt x="4758" y="2444"/>
                    <a:pt x="6976" y="1640"/>
                  </a:cubicBezTo>
                  <a:cubicBezTo>
                    <a:pt x="9451" y="772"/>
                    <a:pt x="11380" y="547"/>
                    <a:pt x="13019" y="547"/>
                  </a:cubicBezTo>
                  <a:close/>
                  <a:moveTo>
                    <a:pt x="13019" y="1"/>
                  </a:moveTo>
                  <a:cubicBezTo>
                    <a:pt x="11316" y="1"/>
                    <a:pt x="9323" y="226"/>
                    <a:pt x="6783" y="1158"/>
                  </a:cubicBezTo>
                  <a:cubicBezTo>
                    <a:pt x="4437" y="1994"/>
                    <a:pt x="2733" y="3729"/>
                    <a:pt x="1640" y="5626"/>
                  </a:cubicBezTo>
                  <a:cubicBezTo>
                    <a:pt x="547" y="7522"/>
                    <a:pt x="33" y="9580"/>
                    <a:pt x="1" y="11155"/>
                  </a:cubicBezTo>
                  <a:cubicBezTo>
                    <a:pt x="1" y="11380"/>
                    <a:pt x="33" y="11540"/>
                    <a:pt x="33" y="11733"/>
                  </a:cubicBezTo>
                  <a:cubicBezTo>
                    <a:pt x="130" y="12537"/>
                    <a:pt x="451" y="13469"/>
                    <a:pt x="933" y="14498"/>
                  </a:cubicBezTo>
                  <a:cubicBezTo>
                    <a:pt x="1705" y="15976"/>
                    <a:pt x="2798" y="17616"/>
                    <a:pt x="3923" y="18902"/>
                  </a:cubicBezTo>
                  <a:cubicBezTo>
                    <a:pt x="4501" y="19544"/>
                    <a:pt x="5080" y="20123"/>
                    <a:pt x="5658" y="20541"/>
                  </a:cubicBezTo>
                  <a:cubicBezTo>
                    <a:pt x="6205" y="20959"/>
                    <a:pt x="6719" y="21248"/>
                    <a:pt x="7233" y="21345"/>
                  </a:cubicBezTo>
                  <a:cubicBezTo>
                    <a:pt x="7362" y="21377"/>
                    <a:pt x="7458" y="21377"/>
                    <a:pt x="7587" y="21377"/>
                  </a:cubicBezTo>
                  <a:cubicBezTo>
                    <a:pt x="8166" y="21377"/>
                    <a:pt x="8616" y="21087"/>
                    <a:pt x="8937" y="20702"/>
                  </a:cubicBezTo>
                  <a:cubicBezTo>
                    <a:pt x="9387" y="20123"/>
                    <a:pt x="9612" y="19319"/>
                    <a:pt x="9709" y="18677"/>
                  </a:cubicBezTo>
                  <a:cubicBezTo>
                    <a:pt x="9774" y="18221"/>
                    <a:pt x="9795" y="17839"/>
                    <a:pt x="9802" y="17638"/>
                  </a:cubicBezTo>
                  <a:lnTo>
                    <a:pt x="9802" y="17638"/>
                  </a:lnTo>
                  <a:lnTo>
                    <a:pt x="11959" y="16362"/>
                  </a:lnTo>
                  <a:lnTo>
                    <a:pt x="12023" y="16330"/>
                  </a:lnTo>
                  <a:cubicBezTo>
                    <a:pt x="12023" y="16298"/>
                    <a:pt x="13309" y="14948"/>
                    <a:pt x="14787" y="13148"/>
                  </a:cubicBezTo>
                  <a:cubicBezTo>
                    <a:pt x="16266" y="11348"/>
                    <a:pt x="17938" y="9130"/>
                    <a:pt x="18773" y="7394"/>
                  </a:cubicBezTo>
                  <a:cubicBezTo>
                    <a:pt x="19384" y="6108"/>
                    <a:pt x="19705" y="4790"/>
                    <a:pt x="19705" y="3633"/>
                  </a:cubicBezTo>
                  <a:cubicBezTo>
                    <a:pt x="19705" y="2669"/>
                    <a:pt x="19480" y="1833"/>
                    <a:pt x="19063" y="1190"/>
                  </a:cubicBezTo>
                  <a:cubicBezTo>
                    <a:pt x="18613" y="579"/>
                    <a:pt x="17905" y="193"/>
                    <a:pt x="17037" y="193"/>
                  </a:cubicBezTo>
                  <a:cubicBezTo>
                    <a:pt x="15848" y="193"/>
                    <a:pt x="14562" y="1"/>
                    <a:pt x="130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4405;p64">
              <a:extLst>
                <a:ext uri="{FF2B5EF4-FFF2-40B4-BE49-F238E27FC236}">
                  <a16:creationId xmlns:a16="http://schemas.microsoft.com/office/drawing/2014/main" id="{25A4636E-5C87-330D-1958-805BC6DCC560}"/>
                </a:ext>
              </a:extLst>
            </p:cNvPr>
            <p:cNvSpPr/>
            <p:nvPr/>
          </p:nvSpPr>
          <p:spPr>
            <a:xfrm>
              <a:off x="2451875" y="2703050"/>
              <a:ext cx="116550" cy="119500"/>
            </a:xfrm>
            <a:custGeom>
              <a:avLst/>
              <a:gdLst/>
              <a:ahLst/>
              <a:cxnLst/>
              <a:rect l="l" t="t" r="r" b="b"/>
              <a:pathLst>
                <a:path w="4662" h="4780" extrusionOk="0">
                  <a:moveTo>
                    <a:pt x="2012" y="0"/>
                  </a:moveTo>
                  <a:cubicBezTo>
                    <a:pt x="1830" y="0"/>
                    <a:pt x="1641" y="46"/>
                    <a:pt x="1447" y="151"/>
                  </a:cubicBezTo>
                  <a:cubicBezTo>
                    <a:pt x="1" y="955"/>
                    <a:pt x="1318" y="3880"/>
                    <a:pt x="2251" y="4555"/>
                  </a:cubicBezTo>
                  <a:cubicBezTo>
                    <a:pt x="2483" y="4718"/>
                    <a:pt x="2744" y="4779"/>
                    <a:pt x="3006" y="4779"/>
                  </a:cubicBezTo>
                  <a:cubicBezTo>
                    <a:pt x="3829" y="4779"/>
                    <a:pt x="4661" y="4169"/>
                    <a:pt x="4661" y="4169"/>
                  </a:cubicBezTo>
                  <a:lnTo>
                    <a:pt x="4147" y="2015"/>
                  </a:lnTo>
                  <a:cubicBezTo>
                    <a:pt x="4147" y="2015"/>
                    <a:pt x="3224" y="0"/>
                    <a:pt x="201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4406;p64">
              <a:extLst>
                <a:ext uri="{FF2B5EF4-FFF2-40B4-BE49-F238E27FC236}">
                  <a16:creationId xmlns:a16="http://schemas.microsoft.com/office/drawing/2014/main" id="{B4D6E72C-7438-2A96-B3BC-2D2B1BCBDFD6}"/>
                </a:ext>
              </a:extLst>
            </p:cNvPr>
            <p:cNvSpPr/>
            <p:nvPr/>
          </p:nvSpPr>
          <p:spPr>
            <a:xfrm>
              <a:off x="2465525" y="2696375"/>
              <a:ext cx="110925" cy="132600"/>
            </a:xfrm>
            <a:custGeom>
              <a:avLst/>
              <a:gdLst/>
              <a:ahLst/>
              <a:cxnLst/>
              <a:rect l="l" t="t" r="r" b="b"/>
              <a:pathLst>
                <a:path w="4437" h="5304" extrusionOk="0">
                  <a:moveTo>
                    <a:pt x="1480" y="0"/>
                  </a:moveTo>
                  <a:cubicBezTo>
                    <a:pt x="1255" y="0"/>
                    <a:pt x="997" y="32"/>
                    <a:pt x="772" y="161"/>
                  </a:cubicBezTo>
                  <a:cubicBezTo>
                    <a:pt x="515" y="321"/>
                    <a:pt x="290" y="546"/>
                    <a:pt x="162" y="836"/>
                  </a:cubicBezTo>
                  <a:cubicBezTo>
                    <a:pt x="33" y="1093"/>
                    <a:pt x="1" y="1382"/>
                    <a:pt x="1" y="1704"/>
                  </a:cubicBezTo>
                  <a:cubicBezTo>
                    <a:pt x="1" y="2347"/>
                    <a:pt x="194" y="3054"/>
                    <a:pt x="515" y="3632"/>
                  </a:cubicBezTo>
                  <a:cubicBezTo>
                    <a:pt x="805" y="4243"/>
                    <a:pt x="1190" y="4757"/>
                    <a:pt x="1576" y="5047"/>
                  </a:cubicBezTo>
                  <a:cubicBezTo>
                    <a:pt x="1833" y="5240"/>
                    <a:pt x="2155" y="5304"/>
                    <a:pt x="2444" y="5304"/>
                  </a:cubicBezTo>
                  <a:cubicBezTo>
                    <a:pt x="2926" y="5304"/>
                    <a:pt x="3376" y="5143"/>
                    <a:pt x="3730" y="4982"/>
                  </a:cubicBezTo>
                  <a:cubicBezTo>
                    <a:pt x="4051" y="4822"/>
                    <a:pt x="4276" y="4661"/>
                    <a:pt x="4276" y="4629"/>
                  </a:cubicBezTo>
                  <a:cubicBezTo>
                    <a:pt x="4405" y="4565"/>
                    <a:pt x="4437" y="4404"/>
                    <a:pt x="4340" y="4275"/>
                  </a:cubicBezTo>
                  <a:cubicBezTo>
                    <a:pt x="4282" y="4197"/>
                    <a:pt x="4200" y="4155"/>
                    <a:pt x="4116" y="4155"/>
                  </a:cubicBezTo>
                  <a:cubicBezTo>
                    <a:pt x="4061" y="4155"/>
                    <a:pt x="4005" y="4173"/>
                    <a:pt x="3955" y="4211"/>
                  </a:cubicBezTo>
                  <a:cubicBezTo>
                    <a:pt x="3923" y="4243"/>
                    <a:pt x="3698" y="4404"/>
                    <a:pt x="3408" y="4532"/>
                  </a:cubicBezTo>
                  <a:cubicBezTo>
                    <a:pt x="3119" y="4661"/>
                    <a:pt x="2765" y="4790"/>
                    <a:pt x="2444" y="4790"/>
                  </a:cubicBezTo>
                  <a:cubicBezTo>
                    <a:pt x="2219" y="4790"/>
                    <a:pt x="2058" y="4725"/>
                    <a:pt x="1865" y="4597"/>
                  </a:cubicBezTo>
                  <a:cubicBezTo>
                    <a:pt x="1608" y="4436"/>
                    <a:pt x="1255" y="3954"/>
                    <a:pt x="997" y="3407"/>
                  </a:cubicBezTo>
                  <a:cubicBezTo>
                    <a:pt x="708" y="2861"/>
                    <a:pt x="515" y="2218"/>
                    <a:pt x="515" y="1704"/>
                  </a:cubicBezTo>
                  <a:cubicBezTo>
                    <a:pt x="515" y="1447"/>
                    <a:pt x="580" y="1222"/>
                    <a:pt x="644" y="1061"/>
                  </a:cubicBezTo>
                  <a:cubicBezTo>
                    <a:pt x="740" y="868"/>
                    <a:pt x="869" y="739"/>
                    <a:pt x="1030" y="643"/>
                  </a:cubicBezTo>
                  <a:cubicBezTo>
                    <a:pt x="1190" y="546"/>
                    <a:pt x="1351" y="514"/>
                    <a:pt x="1480" y="514"/>
                  </a:cubicBezTo>
                  <a:cubicBezTo>
                    <a:pt x="1705" y="514"/>
                    <a:pt x="1930" y="611"/>
                    <a:pt x="2155" y="804"/>
                  </a:cubicBezTo>
                  <a:cubicBezTo>
                    <a:pt x="2476" y="1029"/>
                    <a:pt x="2798" y="1447"/>
                    <a:pt x="3023" y="1800"/>
                  </a:cubicBezTo>
                  <a:cubicBezTo>
                    <a:pt x="3119" y="1961"/>
                    <a:pt x="3215" y="2122"/>
                    <a:pt x="3248" y="2218"/>
                  </a:cubicBezTo>
                  <a:cubicBezTo>
                    <a:pt x="3280" y="2282"/>
                    <a:pt x="3312" y="2314"/>
                    <a:pt x="3312" y="2347"/>
                  </a:cubicBezTo>
                  <a:lnTo>
                    <a:pt x="3344" y="2379"/>
                  </a:lnTo>
                  <a:cubicBezTo>
                    <a:pt x="3392" y="2498"/>
                    <a:pt x="3492" y="2564"/>
                    <a:pt x="3594" y="2564"/>
                  </a:cubicBezTo>
                  <a:cubicBezTo>
                    <a:pt x="3629" y="2564"/>
                    <a:pt x="3664" y="2556"/>
                    <a:pt x="3698" y="2539"/>
                  </a:cubicBezTo>
                  <a:cubicBezTo>
                    <a:pt x="3826" y="2475"/>
                    <a:pt x="3890" y="2314"/>
                    <a:pt x="3826" y="2186"/>
                  </a:cubicBezTo>
                  <a:cubicBezTo>
                    <a:pt x="3826" y="2154"/>
                    <a:pt x="3601" y="1639"/>
                    <a:pt x="3215" y="1125"/>
                  </a:cubicBezTo>
                  <a:cubicBezTo>
                    <a:pt x="2990" y="836"/>
                    <a:pt x="2765" y="579"/>
                    <a:pt x="2476" y="354"/>
                  </a:cubicBezTo>
                  <a:cubicBezTo>
                    <a:pt x="2187" y="161"/>
                    <a:pt x="1865" y="0"/>
                    <a:pt x="14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4407;p64">
              <a:extLst>
                <a:ext uri="{FF2B5EF4-FFF2-40B4-BE49-F238E27FC236}">
                  <a16:creationId xmlns:a16="http://schemas.microsoft.com/office/drawing/2014/main" id="{725BE66B-48F5-CB0D-2752-B8C4A78FFD02}"/>
                </a:ext>
              </a:extLst>
            </p:cNvPr>
            <p:cNvSpPr/>
            <p:nvPr/>
          </p:nvSpPr>
          <p:spPr>
            <a:xfrm>
              <a:off x="2691350" y="2592500"/>
              <a:ext cx="45825" cy="63900"/>
            </a:xfrm>
            <a:custGeom>
              <a:avLst/>
              <a:gdLst/>
              <a:ahLst/>
              <a:cxnLst/>
              <a:rect l="l" t="t" r="r" b="b"/>
              <a:pathLst>
                <a:path w="1833" h="2556" extrusionOk="0">
                  <a:moveTo>
                    <a:pt x="1530" y="0"/>
                  </a:moveTo>
                  <a:cubicBezTo>
                    <a:pt x="1406" y="0"/>
                    <a:pt x="1308" y="67"/>
                    <a:pt x="1254" y="201"/>
                  </a:cubicBezTo>
                  <a:lnTo>
                    <a:pt x="1254" y="266"/>
                  </a:lnTo>
                  <a:cubicBezTo>
                    <a:pt x="1190" y="426"/>
                    <a:pt x="1061" y="844"/>
                    <a:pt x="836" y="1230"/>
                  </a:cubicBezTo>
                  <a:cubicBezTo>
                    <a:pt x="740" y="1423"/>
                    <a:pt x="643" y="1616"/>
                    <a:pt x="515" y="1776"/>
                  </a:cubicBezTo>
                  <a:cubicBezTo>
                    <a:pt x="418" y="1905"/>
                    <a:pt x="290" y="2001"/>
                    <a:pt x="226" y="2033"/>
                  </a:cubicBezTo>
                  <a:cubicBezTo>
                    <a:pt x="65" y="2098"/>
                    <a:pt x="1" y="2259"/>
                    <a:pt x="65" y="2387"/>
                  </a:cubicBezTo>
                  <a:cubicBezTo>
                    <a:pt x="118" y="2494"/>
                    <a:pt x="238" y="2556"/>
                    <a:pt x="350" y="2556"/>
                  </a:cubicBezTo>
                  <a:cubicBezTo>
                    <a:pt x="373" y="2556"/>
                    <a:pt x="396" y="2553"/>
                    <a:pt x="418" y="2548"/>
                  </a:cubicBezTo>
                  <a:cubicBezTo>
                    <a:pt x="676" y="2419"/>
                    <a:pt x="836" y="2226"/>
                    <a:pt x="997" y="2001"/>
                  </a:cubicBezTo>
                  <a:cubicBezTo>
                    <a:pt x="1479" y="1358"/>
                    <a:pt x="1768" y="362"/>
                    <a:pt x="1768" y="362"/>
                  </a:cubicBezTo>
                  <a:cubicBezTo>
                    <a:pt x="1833" y="201"/>
                    <a:pt x="1736" y="73"/>
                    <a:pt x="1608" y="8"/>
                  </a:cubicBezTo>
                  <a:cubicBezTo>
                    <a:pt x="1581" y="3"/>
                    <a:pt x="1555" y="0"/>
                    <a:pt x="1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4408;p64">
              <a:extLst>
                <a:ext uri="{FF2B5EF4-FFF2-40B4-BE49-F238E27FC236}">
                  <a16:creationId xmlns:a16="http://schemas.microsoft.com/office/drawing/2014/main" id="{B8E3F3C4-F9AB-865C-12B8-73E4F32B8626}"/>
                </a:ext>
              </a:extLst>
            </p:cNvPr>
            <p:cNvSpPr/>
            <p:nvPr/>
          </p:nvSpPr>
          <p:spPr>
            <a:xfrm>
              <a:off x="2938050" y="3199600"/>
              <a:ext cx="86025" cy="149600"/>
            </a:xfrm>
            <a:custGeom>
              <a:avLst/>
              <a:gdLst/>
              <a:ahLst/>
              <a:cxnLst/>
              <a:rect l="l" t="t" r="r" b="b"/>
              <a:pathLst>
                <a:path w="3441" h="5984" extrusionOk="0">
                  <a:moveTo>
                    <a:pt x="1221" y="1"/>
                  </a:moveTo>
                  <a:cubicBezTo>
                    <a:pt x="1011" y="1"/>
                    <a:pt x="823" y="104"/>
                    <a:pt x="772" y="444"/>
                  </a:cubicBezTo>
                  <a:cubicBezTo>
                    <a:pt x="675" y="1125"/>
                    <a:pt x="1223" y="1844"/>
                    <a:pt x="1495" y="2153"/>
                  </a:cubicBezTo>
                  <a:lnTo>
                    <a:pt x="1495" y="2153"/>
                  </a:lnTo>
                  <a:cubicBezTo>
                    <a:pt x="1252" y="1902"/>
                    <a:pt x="765" y="1437"/>
                    <a:pt x="489" y="1437"/>
                  </a:cubicBezTo>
                  <a:cubicBezTo>
                    <a:pt x="380" y="1437"/>
                    <a:pt x="305" y="1510"/>
                    <a:pt x="290" y="1697"/>
                  </a:cubicBezTo>
                  <a:cubicBezTo>
                    <a:pt x="226" y="2501"/>
                    <a:pt x="1029" y="3401"/>
                    <a:pt x="1029" y="3401"/>
                  </a:cubicBezTo>
                  <a:cubicBezTo>
                    <a:pt x="1029" y="3401"/>
                    <a:pt x="529" y="3166"/>
                    <a:pt x="226" y="3166"/>
                  </a:cubicBezTo>
                  <a:cubicBezTo>
                    <a:pt x="95" y="3166"/>
                    <a:pt x="1" y="3210"/>
                    <a:pt x="1" y="3337"/>
                  </a:cubicBezTo>
                  <a:cubicBezTo>
                    <a:pt x="1" y="3722"/>
                    <a:pt x="1447" y="5169"/>
                    <a:pt x="1512" y="5844"/>
                  </a:cubicBezTo>
                  <a:cubicBezTo>
                    <a:pt x="1520" y="5940"/>
                    <a:pt x="1552" y="5984"/>
                    <a:pt x="1601" y="5984"/>
                  </a:cubicBezTo>
                  <a:cubicBezTo>
                    <a:pt x="1914" y="5984"/>
                    <a:pt x="2929" y="4207"/>
                    <a:pt x="3151" y="2790"/>
                  </a:cubicBezTo>
                  <a:cubicBezTo>
                    <a:pt x="3440" y="1119"/>
                    <a:pt x="1930" y="251"/>
                    <a:pt x="1930" y="251"/>
                  </a:cubicBezTo>
                  <a:cubicBezTo>
                    <a:pt x="1930" y="251"/>
                    <a:pt x="1548" y="1"/>
                    <a:pt x="122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4409;p64">
              <a:extLst>
                <a:ext uri="{FF2B5EF4-FFF2-40B4-BE49-F238E27FC236}">
                  <a16:creationId xmlns:a16="http://schemas.microsoft.com/office/drawing/2014/main" id="{7F7BF71B-C0CF-B53A-950D-949741F708A7}"/>
                </a:ext>
              </a:extLst>
            </p:cNvPr>
            <p:cNvSpPr/>
            <p:nvPr/>
          </p:nvSpPr>
          <p:spPr>
            <a:xfrm>
              <a:off x="2931625" y="3193000"/>
              <a:ext cx="93250" cy="163150"/>
            </a:xfrm>
            <a:custGeom>
              <a:avLst/>
              <a:gdLst/>
              <a:ahLst/>
              <a:cxnLst/>
              <a:rect l="l" t="t" r="r" b="b"/>
              <a:pathLst>
                <a:path w="3730" h="6526" extrusionOk="0">
                  <a:moveTo>
                    <a:pt x="1479" y="515"/>
                  </a:moveTo>
                  <a:cubicBezTo>
                    <a:pt x="1576" y="515"/>
                    <a:pt x="1736" y="579"/>
                    <a:pt x="1833" y="611"/>
                  </a:cubicBezTo>
                  <a:cubicBezTo>
                    <a:pt x="1897" y="643"/>
                    <a:pt x="1962" y="675"/>
                    <a:pt x="1994" y="708"/>
                  </a:cubicBezTo>
                  <a:lnTo>
                    <a:pt x="2026" y="740"/>
                  </a:lnTo>
                  <a:lnTo>
                    <a:pt x="2058" y="740"/>
                  </a:lnTo>
                  <a:cubicBezTo>
                    <a:pt x="2122" y="772"/>
                    <a:pt x="2412" y="965"/>
                    <a:pt x="2669" y="1286"/>
                  </a:cubicBezTo>
                  <a:cubicBezTo>
                    <a:pt x="2926" y="1640"/>
                    <a:pt x="3183" y="2058"/>
                    <a:pt x="3183" y="2636"/>
                  </a:cubicBezTo>
                  <a:cubicBezTo>
                    <a:pt x="3183" y="2765"/>
                    <a:pt x="3183" y="2861"/>
                    <a:pt x="3151" y="2990"/>
                  </a:cubicBezTo>
                  <a:cubicBezTo>
                    <a:pt x="3054" y="3665"/>
                    <a:pt x="2733" y="4468"/>
                    <a:pt x="2412" y="5047"/>
                  </a:cubicBezTo>
                  <a:cubicBezTo>
                    <a:pt x="2283" y="5368"/>
                    <a:pt x="2122" y="5626"/>
                    <a:pt x="1994" y="5786"/>
                  </a:cubicBezTo>
                  <a:cubicBezTo>
                    <a:pt x="1987" y="5796"/>
                    <a:pt x="1981" y="5805"/>
                    <a:pt x="1975" y="5814"/>
                  </a:cubicBezTo>
                  <a:lnTo>
                    <a:pt x="1975" y="5814"/>
                  </a:lnTo>
                  <a:cubicBezTo>
                    <a:pt x="1923" y="5658"/>
                    <a:pt x="1836" y="5507"/>
                    <a:pt x="1736" y="5368"/>
                  </a:cubicBezTo>
                  <a:cubicBezTo>
                    <a:pt x="1511" y="4983"/>
                    <a:pt x="1190" y="4565"/>
                    <a:pt x="933" y="4243"/>
                  </a:cubicBezTo>
                  <a:cubicBezTo>
                    <a:pt x="804" y="4051"/>
                    <a:pt x="708" y="3890"/>
                    <a:pt x="644" y="3761"/>
                  </a:cubicBezTo>
                  <a:cubicBezTo>
                    <a:pt x="615" y="3747"/>
                    <a:pt x="599" y="3726"/>
                    <a:pt x="588" y="3705"/>
                  </a:cubicBezTo>
                  <a:lnTo>
                    <a:pt x="588" y="3705"/>
                  </a:lnTo>
                  <a:cubicBezTo>
                    <a:pt x="686" y="3718"/>
                    <a:pt x="810" y="3748"/>
                    <a:pt x="901" y="3793"/>
                  </a:cubicBezTo>
                  <a:cubicBezTo>
                    <a:pt x="997" y="3826"/>
                    <a:pt x="1061" y="3858"/>
                    <a:pt x="1094" y="3858"/>
                  </a:cubicBezTo>
                  <a:lnTo>
                    <a:pt x="1158" y="3890"/>
                  </a:lnTo>
                  <a:lnTo>
                    <a:pt x="1190" y="3890"/>
                  </a:lnTo>
                  <a:cubicBezTo>
                    <a:pt x="1224" y="3913"/>
                    <a:pt x="1266" y="3923"/>
                    <a:pt x="1310" y="3923"/>
                  </a:cubicBezTo>
                  <a:cubicBezTo>
                    <a:pt x="1388" y="3923"/>
                    <a:pt x="1470" y="3888"/>
                    <a:pt x="1511" y="3826"/>
                  </a:cubicBezTo>
                  <a:cubicBezTo>
                    <a:pt x="1576" y="3697"/>
                    <a:pt x="1576" y="3568"/>
                    <a:pt x="1479" y="3472"/>
                  </a:cubicBezTo>
                  <a:cubicBezTo>
                    <a:pt x="1447" y="3440"/>
                    <a:pt x="1286" y="3215"/>
                    <a:pt x="1126" y="2958"/>
                  </a:cubicBezTo>
                  <a:cubicBezTo>
                    <a:pt x="933" y="2668"/>
                    <a:pt x="804" y="2347"/>
                    <a:pt x="804" y="2058"/>
                  </a:cubicBezTo>
                  <a:lnTo>
                    <a:pt x="804" y="1971"/>
                  </a:lnTo>
                  <a:lnTo>
                    <a:pt x="804" y="1971"/>
                  </a:lnTo>
                  <a:cubicBezTo>
                    <a:pt x="849" y="1991"/>
                    <a:pt x="923" y="2040"/>
                    <a:pt x="997" y="2090"/>
                  </a:cubicBezTo>
                  <a:cubicBezTo>
                    <a:pt x="1158" y="2218"/>
                    <a:pt x="1351" y="2379"/>
                    <a:pt x="1479" y="2508"/>
                  </a:cubicBezTo>
                  <a:cubicBezTo>
                    <a:pt x="1515" y="2543"/>
                    <a:pt x="1550" y="2578"/>
                    <a:pt x="1580" y="2608"/>
                  </a:cubicBezTo>
                  <a:lnTo>
                    <a:pt x="1580" y="2608"/>
                  </a:lnTo>
                  <a:cubicBezTo>
                    <a:pt x="1672" y="2709"/>
                    <a:pt x="1736" y="2765"/>
                    <a:pt x="1736" y="2765"/>
                  </a:cubicBezTo>
                  <a:cubicBezTo>
                    <a:pt x="1785" y="2813"/>
                    <a:pt x="1849" y="2837"/>
                    <a:pt x="1913" y="2837"/>
                  </a:cubicBezTo>
                  <a:cubicBezTo>
                    <a:pt x="1978" y="2837"/>
                    <a:pt x="2042" y="2813"/>
                    <a:pt x="2090" y="2765"/>
                  </a:cubicBezTo>
                  <a:cubicBezTo>
                    <a:pt x="2187" y="2636"/>
                    <a:pt x="2219" y="2475"/>
                    <a:pt x="2122" y="2379"/>
                  </a:cubicBezTo>
                  <a:cubicBezTo>
                    <a:pt x="2122" y="2379"/>
                    <a:pt x="2111" y="2368"/>
                    <a:pt x="2090" y="2347"/>
                  </a:cubicBezTo>
                  <a:lnTo>
                    <a:pt x="2090" y="2347"/>
                  </a:lnTo>
                  <a:lnTo>
                    <a:pt x="2090" y="2347"/>
                  </a:lnTo>
                  <a:cubicBezTo>
                    <a:pt x="2087" y="2344"/>
                    <a:pt x="2083" y="2340"/>
                    <a:pt x="2078" y="2335"/>
                  </a:cubicBezTo>
                  <a:lnTo>
                    <a:pt x="2078" y="2335"/>
                  </a:lnTo>
                  <a:cubicBezTo>
                    <a:pt x="2049" y="2307"/>
                    <a:pt x="2007" y="2266"/>
                    <a:pt x="1957" y="2219"/>
                  </a:cubicBezTo>
                  <a:lnTo>
                    <a:pt x="1957" y="2219"/>
                  </a:lnTo>
                  <a:cubicBezTo>
                    <a:pt x="1868" y="2128"/>
                    <a:pt x="1749" y="1996"/>
                    <a:pt x="1640" y="1833"/>
                  </a:cubicBezTo>
                  <a:cubicBezTo>
                    <a:pt x="1447" y="1543"/>
                    <a:pt x="1286" y="1190"/>
                    <a:pt x="1286" y="868"/>
                  </a:cubicBezTo>
                  <a:lnTo>
                    <a:pt x="1286" y="772"/>
                  </a:lnTo>
                  <a:lnTo>
                    <a:pt x="1286" y="740"/>
                  </a:lnTo>
                  <a:cubicBezTo>
                    <a:pt x="1319" y="611"/>
                    <a:pt x="1351" y="579"/>
                    <a:pt x="1351" y="547"/>
                  </a:cubicBezTo>
                  <a:cubicBezTo>
                    <a:pt x="1383" y="547"/>
                    <a:pt x="1415" y="515"/>
                    <a:pt x="1479" y="515"/>
                  </a:cubicBezTo>
                  <a:close/>
                  <a:moveTo>
                    <a:pt x="2026" y="6076"/>
                  </a:moveTo>
                  <a:lnTo>
                    <a:pt x="2025" y="6076"/>
                  </a:lnTo>
                  <a:lnTo>
                    <a:pt x="2025" y="6076"/>
                  </a:lnTo>
                  <a:cubicBezTo>
                    <a:pt x="2025" y="6076"/>
                    <a:pt x="2025" y="6076"/>
                    <a:pt x="2025" y="6076"/>
                  </a:cubicBezTo>
                  <a:lnTo>
                    <a:pt x="2025" y="6076"/>
                  </a:lnTo>
                  <a:lnTo>
                    <a:pt x="2026" y="6076"/>
                  </a:lnTo>
                  <a:close/>
                  <a:moveTo>
                    <a:pt x="1479" y="0"/>
                  </a:moveTo>
                  <a:cubicBezTo>
                    <a:pt x="1319" y="0"/>
                    <a:pt x="1158" y="32"/>
                    <a:pt x="1029" y="161"/>
                  </a:cubicBezTo>
                  <a:cubicBezTo>
                    <a:pt x="869" y="290"/>
                    <a:pt x="804" y="450"/>
                    <a:pt x="772" y="675"/>
                  </a:cubicBezTo>
                  <a:cubicBezTo>
                    <a:pt x="740" y="740"/>
                    <a:pt x="740" y="804"/>
                    <a:pt x="740" y="868"/>
                  </a:cubicBezTo>
                  <a:cubicBezTo>
                    <a:pt x="740" y="1060"/>
                    <a:pt x="776" y="1246"/>
                    <a:pt x="834" y="1422"/>
                  </a:cubicBezTo>
                  <a:lnTo>
                    <a:pt x="834" y="1422"/>
                  </a:lnTo>
                  <a:cubicBezTo>
                    <a:pt x="803" y="1417"/>
                    <a:pt x="772" y="1415"/>
                    <a:pt x="740" y="1415"/>
                  </a:cubicBezTo>
                  <a:cubicBezTo>
                    <a:pt x="644" y="1415"/>
                    <a:pt x="483" y="1479"/>
                    <a:pt x="419" y="1575"/>
                  </a:cubicBezTo>
                  <a:cubicBezTo>
                    <a:pt x="322" y="1672"/>
                    <a:pt x="290" y="1800"/>
                    <a:pt x="290" y="1929"/>
                  </a:cubicBezTo>
                  <a:lnTo>
                    <a:pt x="258" y="2058"/>
                  </a:lnTo>
                  <a:cubicBezTo>
                    <a:pt x="258" y="2481"/>
                    <a:pt x="431" y="2854"/>
                    <a:pt x="604" y="3156"/>
                  </a:cubicBezTo>
                  <a:lnTo>
                    <a:pt x="604" y="3156"/>
                  </a:lnTo>
                  <a:cubicBezTo>
                    <a:pt x="564" y="3153"/>
                    <a:pt x="523" y="3150"/>
                    <a:pt x="483" y="3150"/>
                  </a:cubicBezTo>
                  <a:cubicBezTo>
                    <a:pt x="386" y="3150"/>
                    <a:pt x="290" y="3150"/>
                    <a:pt x="194" y="3247"/>
                  </a:cubicBezTo>
                  <a:cubicBezTo>
                    <a:pt x="65" y="3311"/>
                    <a:pt x="1" y="3472"/>
                    <a:pt x="1" y="3601"/>
                  </a:cubicBezTo>
                  <a:cubicBezTo>
                    <a:pt x="1" y="3729"/>
                    <a:pt x="33" y="3793"/>
                    <a:pt x="97" y="3890"/>
                  </a:cubicBezTo>
                  <a:cubicBezTo>
                    <a:pt x="258" y="4243"/>
                    <a:pt x="611" y="4661"/>
                    <a:pt x="933" y="5111"/>
                  </a:cubicBezTo>
                  <a:cubicBezTo>
                    <a:pt x="1061" y="5304"/>
                    <a:pt x="1222" y="5529"/>
                    <a:pt x="1319" y="5722"/>
                  </a:cubicBezTo>
                  <a:cubicBezTo>
                    <a:pt x="1447" y="5915"/>
                    <a:pt x="1511" y="6076"/>
                    <a:pt x="1511" y="6140"/>
                  </a:cubicBezTo>
                  <a:cubicBezTo>
                    <a:pt x="1511" y="6204"/>
                    <a:pt x="1544" y="6301"/>
                    <a:pt x="1576" y="6365"/>
                  </a:cubicBezTo>
                  <a:cubicBezTo>
                    <a:pt x="1640" y="6461"/>
                    <a:pt x="1769" y="6526"/>
                    <a:pt x="1865" y="6526"/>
                  </a:cubicBezTo>
                  <a:cubicBezTo>
                    <a:pt x="2026" y="6494"/>
                    <a:pt x="2090" y="6429"/>
                    <a:pt x="2187" y="6365"/>
                  </a:cubicBezTo>
                  <a:cubicBezTo>
                    <a:pt x="2315" y="6236"/>
                    <a:pt x="2444" y="6076"/>
                    <a:pt x="2604" y="5851"/>
                  </a:cubicBezTo>
                  <a:cubicBezTo>
                    <a:pt x="3022" y="5176"/>
                    <a:pt x="3504" y="4083"/>
                    <a:pt x="3665" y="3086"/>
                  </a:cubicBezTo>
                  <a:cubicBezTo>
                    <a:pt x="3697" y="2925"/>
                    <a:pt x="3729" y="2797"/>
                    <a:pt x="3729" y="2636"/>
                  </a:cubicBezTo>
                  <a:cubicBezTo>
                    <a:pt x="3729" y="1865"/>
                    <a:pt x="3376" y="1254"/>
                    <a:pt x="3022" y="868"/>
                  </a:cubicBezTo>
                  <a:cubicBezTo>
                    <a:pt x="2713" y="531"/>
                    <a:pt x="2429" y="341"/>
                    <a:pt x="2341" y="299"/>
                  </a:cubicBezTo>
                  <a:lnTo>
                    <a:pt x="2341" y="299"/>
                  </a:lnTo>
                  <a:lnTo>
                    <a:pt x="2347" y="290"/>
                  </a:lnTo>
                  <a:cubicBezTo>
                    <a:pt x="2315" y="290"/>
                    <a:pt x="2219" y="225"/>
                    <a:pt x="2058" y="129"/>
                  </a:cubicBezTo>
                  <a:cubicBezTo>
                    <a:pt x="1929" y="65"/>
                    <a:pt x="1704" y="0"/>
                    <a:pt x="14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4410;p64">
              <a:extLst>
                <a:ext uri="{FF2B5EF4-FFF2-40B4-BE49-F238E27FC236}">
                  <a16:creationId xmlns:a16="http://schemas.microsoft.com/office/drawing/2014/main" id="{3A3648DC-AAFF-7E3E-E793-1BBB727350E6}"/>
                </a:ext>
              </a:extLst>
            </p:cNvPr>
            <p:cNvSpPr/>
            <p:nvPr/>
          </p:nvSpPr>
          <p:spPr>
            <a:xfrm>
              <a:off x="2937250" y="3178425"/>
              <a:ext cx="143875" cy="321575"/>
            </a:xfrm>
            <a:custGeom>
              <a:avLst/>
              <a:gdLst/>
              <a:ahLst/>
              <a:cxnLst/>
              <a:rect l="l" t="t" r="r" b="b"/>
              <a:pathLst>
                <a:path w="5755" h="12863" extrusionOk="0">
                  <a:moveTo>
                    <a:pt x="2279" y="0"/>
                  </a:moveTo>
                  <a:cubicBezTo>
                    <a:pt x="2105" y="0"/>
                    <a:pt x="1925" y="42"/>
                    <a:pt x="1737" y="133"/>
                  </a:cubicBezTo>
                  <a:cubicBezTo>
                    <a:pt x="676" y="680"/>
                    <a:pt x="2926" y="2544"/>
                    <a:pt x="2412" y="3637"/>
                  </a:cubicBezTo>
                  <a:cubicBezTo>
                    <a:pt x="1865" y="4698"/>
                    <a:pt x="676" y="6562"/>
                    <a:pt x="676" y="7655"/>
                  </a:cubicBezTo>
                  <a:cubicBezTo>
                    <a:pt x="676" y="8716"/>
                    <a:pt x="1" y="11255"/>
                    <a:pt x="1" y="11255"/>
                  </a:cubicBezTo>
                  <a:lnTo>
                    <a:pt x="676" y="12863"/>
                  </a:lnTo>
                  <a:cubicBezTo>
                    <a:pt x="676" y="12863"/>
                    <a:pt x="1190" y="12605"/>
                    <a:pt x="1994" y="11802"/>
                  </a:cubicBezTo>
                  <a:cubicBezTo>
                    <a:pt x="2797" y="10998"/>
                    <a:pt x="4147" y="9134"/>
                    <a:pt x="4951" y="7366"/>
                  </a:cubicBezTo>
                  <a:cubicBezTo>
                    <a:pt x="5755" y="5630"/>
                    <a:pt x="5497" y="3091"/>
                    <a:pt x="4533" y="1901"/>
                  </a:cubicBezTo>
                  <a:cubicBezTo>
                    <a:pt x="3766" y="896"/>
                    <a:pt x="3086" y="0"/>
                    <a:pt x="22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4411;p64">
              <a:extLst>
                <a:ext uri="{FF2B5EF4-FFF2-40B4-BE49-F238E27FC236}">
                  <a16:creationId xmlns:a16="http://schemas.microsoft.com/office/drawing/2014/main" id="{6E9BE3C5-9B20-8B17-9722-CDFD8FFC662F}"/>
                </a:ext>
              </a:extLst>
            </p:cNvPr>
            <p:cNvSpPr/>
            <p:nvPr/>
          </p:nvSpPr>
          <p:spPr>
            <a:xfrm>
              <a:off x="2930025" y="3172100"/>
              <a:ext cx="149500" cy="334925"/>
            </a:xfrm>
            <a:custGeom>
              <a:avLst/>
              <a:gdLst/>
              <a:ahLst/>
              <a:cxnLst/>
              <a:rect l="l" t="t" r="r" b="b"/>
              <a:pathLst>
                <a:path w="5980" h="13397" extrusionOk="0">
                  <a:moveTo>
                    <a:pt x="2572" y="515"/>
                  </a:moveTo>
                  <a:cubicBezTo>
                    <a:pt x="2893" y="515"/>
                    <a:pt x="3183" y="708"/>
                    <a:pt x="3536" y="1029"/>
                  </a:cubicBezTo>
                  <a:cubicBezTo>
                    <a:pt x="3890" y="1351"/>
                    <a:pt x="4243" y="1801"/>
                    <a:pt x="4629" y="2315"/>
                  </a:cubicBezTo>
                  <a:cubicBezTo>
                    <a:pt x="5111" y="2958"/>
                    <a:pt x="5433" y="4083"/>
                    <a:pt x="5433" y="5240"/>
                  </a:cubicBezTo>
                  <a:cubicBezTo>
                    <a:pt x="5433" y="6044"/>
                    <a:pt x="5304" y="6847"/>
                    <a:pt x="4983" y="7522"/>
                  </a:cubicBezTo>
                  <a:cubicBezTo>
                    <a:pt x="4211" y="9226"/>
                    <a:pt x="2861" y="11090"/>
                    <a:pt x="2090" y="11862"/>
                  </a:cubicBezTo>
                  <a:cubicBezTo>
                    <a:pt x="1704" y="12248"/>
                    <a:pt x="1383" y="12505"/>
                    <a:pt x="1158" y="12666"/>
                  </a:cubicBezTo>
                  <a:cubicBezTo>
                    <a:pt x="1129" y="12695"/>
                    <a:pt x="1099" y="12718"/>
                    <a:pt x="1071" y="12737"/>
                  </a:cubicBezTo>
                  <a:lnTo>
                    <a:pt x="1071" y="12737"/>
                  </a:lnTo>
                  <a:lnTo>
                    <a:pt x="560" y="11520"/>
                  </a:lnTo>
                  <a:lnTo>
                    <a:pt x="560" y="11520"/>
                  </a:lnTo>
                  <a:cubicBezTo>
                    <a:pt x="601" y="11351"/>
                    <a:pt x="735" y="10799"/>
                    <a:pt x="868" y="10158"/>
                  </a:cubicBezTo>
                  <a:cubicBezTo>
                    <a:pt x="1061" y="9387"/>
                    <a:pt x="1222" y="8487"/>
                    <a:pt x="1222" y="7908"/>
                  </a:cubicBezTo>
                  <a:cubicBezTo>
                    <a:pt x="1222" y="7458"/>
                    <a:pt x="1479" y="6719"/>
                    <a:pt x="1865" y="6012"/>
                  </a:cubicBezTo>
                  <a:cubicBezTo>
                    <a:pt x="2218" y="5272"/>
                    <a:pt x="2668" y="4565"/>
                    <a:pt x="2926" y="3986"/>
                  </a:cubicBezTo>
                  <a:cubicBezTo>
                    <a:pt x="3022" y="3826"/>
                    <a:pt x="3054" y="3665"/>
                    <a:pt x="3054" y="3504"/>
                  </a:cubicBezTo>
                  <a:cubicBezTo>
                    <a:pt x="3022" y="2958"/>
                    <a:pt x="2733" y="2476"/>
                    <a:pt x="2476" y="1994"/>
                  </a:cubicBezTo>
                  <a:cubicBezTo>
                    <a:pt x="2347" y="1736"/>
                    <a:pt x="2218" y="1511"/>
                    <a:pt x="2122" y="1319"/>
                  </a:cubicBezTo>
                  <a:cubicBezTo>
                    <a:pt x="2058" y="1126"/>
                    <a:pt x="1993" y="965"/>
                    <a:pt x="1993" y="836"/>
                  </a:cubicBezTo>
                  <a:cubicBezTo>
                    <a:pt x="1993" y="804"/>
                    <a:pt x="1993" y="772"/>
                    <a:pt x="2026" y="740"/>
                  </a:cubicBezTo>
                  <a:cubicBezTo>
                    <a:pt x="2026" y="708"/>
                    <a:pt x="2058" y="676"/>
                    <a:pt x="2154" y="643"/>
                  </a:cubicBezTo>
                  <a:cubicBezTo>
                    <a:pt x="2315" y="547"/>
                    <a:pt x="2443" y="515"/>
                    <a:pt x="2572" y="515"/>
                  </a:cubicBezTo>
                  <a:close/>
                  <a:moveTo>
                    <a:pt x="2572" y="1"/>
                  </a:moveTo>
                  <a:cubicBezTo>
                    <a:pt x="2347" y="1"/>
                    <a:pt x="2122" y="33"/>
                    <a:pt x="1897" y="161"/>
                  </a:cubicBezTo>
                  <a:cubicBezTo>
                    <a:pt x="1768" y="226"/>
                    <a:pt x="1640" y="322"/>
                    <a:pt x="1575" y="451"/>
                  </a:cubicBezTo>
                  <a:cubicBezTo>
                    <a:pt x="1479" y="579"/>
                    <a:pt x="1447" y="708"/>
                    <a:pt x="1447" y="836"/>
                  </a:cubicBezTo>
                  <a:cubicBezTo>
                    <a:pt x="1447" y="1093"/>
                    <a:pt x="1543" y="1319"/>
                    <a:pt x="1640" y="1544"/>
                  </a:cubicBezTo>
                  <a:cubicBezTo>
                    <a:pt x="1800" y="1897"/>
                    <a:pt x="2026" y="2251"/>
                    <a:pt x="2218" y="2604"/>
                  </a:cubicBezTo>
                  <a:cubicBezTo>
                    <a:pt x="2379" y="2926"/>
                    <a:pt x="2508" y="3279"/>
                    <a:pt x="2508" y="3504"/>
                  </a:cubicBezTo>
                  <a:cubicBezTo>
                    <a:pt x="2508" y="3601"/>
                    <a:pt x="2476" y="3697"/>
                    <a:pt x="2443" y="3761"/>
                  </a:cubicBezTo>
                  <a:cubicBezTo>
                    <a:pt x="2186" y="4276"/>
                    <a:pt x="1768" y="5015"/>
                    <a:pt x="1383" y="5754"/>
                  </a:cubicBezTo>
                  <a:cubicBezTo>
                    <a:pt x="997" y="6526"/>
                    <a:pt x="675" y="7265"/>
                    <a:pt x="675" y="7908"/>
                  </a:cubicBezTo>
                  <a:cubicBezTo>
                    <a:pt x="675" y="8390"/>
                    <a:pt x="515" y="9290"/>
                    <a:pt x="354" y="10062"/>
                  </a:cubicBezTo>
                  <a:cubicBezTo>
                    <a:pt x="258" y="10448"/>
                    <a:pt x="193" y="10769"/>
                    <a:pt x="129" y="11026"/>
                  </a:cubicBezTo>
                  <a:cubicBezTo>
                    <a:pt x="65" y="11283"/>
                    <a:pt x="33" y="11444"/>
                    <a:pt x="33" y="11444"/>
                  </a:cubicBezTo>
                  <a:cubicBezTo>
                    <a:pt x="0" y="11508"/>
                    <a:pt x="0" y="11573"/>
                    <a:pt x="33" y="11605"/>
                  </a:cubicBezTo>
                  <a:lnTo>
                    <a:pt x="708" y="13212"/>
                  </a:lnTo>
                  <a:cubicBezTo>
                    <a:pt x="740" y="13308"/>
                    <a:pt x="772" y="13341"/>
                    <a:pt x="868" y="13373"/>
                  </a:cubicBezTo>
                  <a:cubicBezTo>
                    <a:pt x="900" y="13389"/>
                    <a:pt x="933" y="13397"/>
                    <a:pt x="965" y="13397"/>
                  </a:cubicBezTo>
                  <a:cubicBezTo>
                    <a:pt x="997" y="13397"/>
                    <a:pt x="1029" y="13389"/>
                    <a:pt x="1061" y="13373"/>
                  </a:cubicBezTo>
                  <a:cubicBezTo>
                    <a:pt x="1093" y="13341"/>
                    <a:pt x="1640" y="13051"/>
                    <a:pt x="2476" y="12248"/>
                  </a:cubicBezTo>
                  <a:cubicBezTo>
                    <a:pt x="3311" y="11412"/>
                    <a:pt x="4661" y="9515"/>
                    <a:pt x="5465" y="7747"/>
                  </a:cubicBezTo>
                  <a:cubicBezTo>
                    <a:pt x="5819" y="6976"/>
                    <a:pt x="5979" y="6108"/>
                    <a:pt x="5979" y="5240"/>
                  </a:cubicBezTo>
                  <a:cubicBezTo>
                    <a:pt x="5979" y="3986"/>
                    <a:pt x="5658" y="2765"/>
                    <a:pt x="5047" y="1961"/>
                  </a:cubicBezTo>
                  <a:cubicBezTo>
                    <a:pt x="4661" y="1479"/>
                    <a:pt x="4308" y="997"/>
                    <a:pt x="3922" y="643"/>
                  </a:cubicBezTo>
                  <a:cubicBezTo>
                    <a:pt x="3504" y="258"/>
                    <a:pt x="3086" y="1"/>
                    <a:pt x="25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4412;p64">
              <a:extLst>
                <a:ext uri="{FF2B5EF4-FFF2-40B4-BE49-F238E27FC236}">
                  <a16:creationId xmlns:a16="http://schemas.microsoft.com/office/drawing/2014/main" id="{91DCD9F4-A111-7108-320B-6C9F4216AB98}"/>
                </a:ext>
              </a:extLst>
            </p:cNvPr>
            <p:cNvSpPr/>
            <p:nvPr/>
          </p:nvSpPr>
          <p:spPr>
            <a:xfrm>
              <a:off x="2962175" y="3205825"/>
              <a:ext cx="55475" cy="189700"/>
            </a:xfrm>
            <a:custGeom>
              <a:avLst/>
              <a:gdLst/>
              <a:ahLst/>
              <a:cxnLst/>
              <a:rect l="l" t="t" r="r" b="b"/>
              <a:pathLst>
                <a:path w="2219" h="7588" extrusionOk="0">
                  <a:moveTo>
                    <a:pt x="1022" y="0"/>
                  </a:moveTo>
                  <a:cubicBezTo>
                    <a:pt x="986" y="0"/>
                    <a:pt x="965" y="2"/>
                    <a:pt x="965" y="2"/>
                  </a:cubicBezTo>
                  <a:cubicBezTo>
                    <a:pt x="965" y="2"/>
                    <a:pt x="0" y="2509"/>
                    <a:pt x="0" y="4213"/>
                  </a:cubicBezTo>
                  <a:lnTo>
                    <a:pt x="0" y="7588"/>
                  </a:lnTo>
                  <a:lnTo>
                    <a:pt x="2218" y="4502"/>
                  </a:lnTo>
                  <a:cubicBezTo>
                    <a:pt x="2218" y="4502"/>
                    <a:pt x="1800" y="2509"/>
                    <a:pt x="1993" y="1191"/>
                  </a:cubicBezTo>
                  <a:cubicBezTo>
                    <a:pt x="2189" y="73"/>
                    <a:pt x="1266" y="0"/>
                    <a:pt x="10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4413;p64">
              <a:extLst>
                <a:ext uri="{FF2B5EF4-FFF2-40B4-BE49-F238E27FC236}">
                  <a16:creationId xmlns:a16="http://schemas.microsoft.com/office/drawing/2014/main" id="{F7C7D096-C946-84FA-DE89-A02D70EBEFE9}"/>
                </a:ext>
              </a:extLst>
            </p:cNvPr>
            <p:cNvSpPr/>
            <p:nvPr/>
          </p:nvSpPr>
          <p:spPr>
            <a:xfrm>
              <a:off x="2955750" y="3198625"/>
              <a:ext cx="69125" cy="203325"/>
            </a:xfrm>
            <a:custGeom>
              <a:avLst/>
              <a:gdLst/>
              <a:ahLst/>
              <a:cxnLst/>
              <a:rect l="l" t="t" r="r" b="b"/>
              <a:pathLst>
                <a:path w="2765" h="8133" extrusionOk="0">
                  <a:moveTo>
                    <a:pt x="1286" y="0"/>
                  </a:moveTo>
                  <a:lnTo>
                    <a:pt x="1189" y="32"/>
                  </a:lnTo>
                  <a:cubicBezTo>
                    <a:pt x="1093" y="32"/>
                    <a:pt x="997" y="97"/>
                    <a:pt x="964" y="193"/>
                  </a:cubicBezTo>
                  <a:cubicBezTo>
                    <a:pt x="964" y="193"/>
                    <a:pt x="739" y="836"/>
                    <a:pt x="482" y="1672"/>
                  </a:cubicBezTo>
                  <a:cubicBezTo>
                    <a:pt x="257" y="2540"/>
                    <a:pt x="0" y="3601"/>
                    <a:pt x="0" y="4501"/>
                  </a:cubicBezTo>
                  <a:cubicBezTo>
                    <a:pt x="0" y="6172"/>
                    <a:pt x="0" y="7876"/>
                    <a:pt x="0" y="7876"/>
                  </a:cubicBezTo>
                  <a:cubicBezTo>
                    <a:pt x="0" y="8036"/>
                    <a:pt x="129" y="8133"/>
                    <a:pt x="257" y="8133"/>
                  </a:cubicBezTo>
                  <a:cubicBezTo>
                    <a:pt x="418" y="8133"/>
                    <a:pt x="546" y="8036"/>
                    <a:pt x="546" y="7876"/>
                  </a:cubicBezTo>
                  <a:lnTo>
                    <a:pt x="546" y="4501"/>
                  </a:lnTo>
                  <a:cubicBezTo>
                    <a:pt x="546" y="3697"/>
                    <a:pt x="771" y="2636"/>
                    <a:pt x="997" y="1833"/>
                  </a:cubicBezTo>
                  <a:cubicBezTo>
                    <a:pt x="1125" y="1415"/>
                    <a:pt x="1222" y="1061"/>
                    <a:pt x="1318" y="804"/>
                  </a:cubicBezTo>
                  <a:cubicBezTo>
                    <a:pt x="1362" y="716"/>
                    <a:pt x="1391" y="628"/>
                    <a:pt x="1415" y="561"/>
                  </a:cubicBezTo>
                  <a:lnTo>
                    <a:pt x="1415" y="561"/>
                  </a:lnTo>
                  <a:cubicBezTo>
                    <a:pt x="1511" y="576"/>
                    <a:pt x="1636" y="603"/>
                    <a:pt x="1736" y="643"/>
                  </a:cubicBezTo>
                  <a:cubicBezTo>
                    <a:pt x="1800" y="708"/>
                    <a:pt x="1864" y="772"/>
                    <a:pt x="1929" y="836"/>
                  </a:cubicBezTo>
                  <a:cubicBezTo>
                    <a:pt x="1961" y="933"/>
                    <a:pt x="2025" y="1029"/>
                    <a:pt x="2025" y="1222"/>
                  </a:cubicBezTo>
                  <a:cubicBezTo>
                    <a:pt x="2025" y="1286"/>
                    <a:pt x="2025" y="1383"/>
                    <a:pt x="1993" y="1447"/>
                  </a:cubicBezTo>
                  <a:cubicBezTo>
                    <a:pt x="1961" y="1736"/>
                    <a:pt x="1929" y="2025"/>
                    <a:pt x="1929" y="2347"/>
                  </a:cubicBezTo>
                  <a:cubicBezTo>
                    <a:pt x="1929" y="3536"/>
                    <a:pt x="2186" y="4822"/>
                    <a:pt x="2186" y="4854"/>
                  </a:cubicBezTo>
                  <a:cubicBezTo>
                    <a:pt x="2214" y="4966"/>
                    <a:pt x="2339" y="5053"/>
                    <a:pt x="2455" y="5053"/>
                  </a:cubicBezTo>
                  <a:cubicBezTo>
                    <a:pt x="2473" y="5053"/>
                    <a:pt x="2490" y="5051"/>
                    <a:pt x="2507" y="5047"/>
                  </a:cubicBezTo>
                  <a:cubicBezTo>
                    <a:pt x="2668" y="5015"/>
                    <a:pt x="2764" y="4886"/>
                    <a:pt x="2732" y="4726"/>
                  </a:cubicBezTo>
                  <a:cubicBezTo>
                    <a:pt x="2732" y="4726"/>
                    <a:pt x="2700" y="4661"/>
                    <a:pt x="2700" y="4533"/>
                  </a:cubicBezTo>
                  <a:cubicBezTo>
                    <a:pt x="2604" y="4115"/>
                    <a:pt x="2475" y="3183"/>
                    <a:pt x="2475" y="2347"/>
                  </a:cubicBezTo>
                  <a:cubicBezTo>
                    <a:pt x="2475" y="2058"/>
                    <a:pt x="2475" y="1768"/>
                    <a:pt x="2539" y="1543"/>
                  </a:cubicBezTo>
                  <a:cubicBezTo>
                    <a:pt x="2539" y="1415"/>
                    <a:pt x="2539" y="1318"/>
                    <a:pt x="2539" y="1222"/>
                  </a:cubicBezTo>
                  <a:cubicBezTo>
                    <a:pt x="2539" y="965"/>
                    <a:pt x="2475" y="740"/>
                    <a:pt x="2379" y="579"/>
                  </a:cubicBezTo>
                  <a:cubicBezTo>
                    <a:pt x="2218" y="290"/>
                    <a:pt x="1993" y="161"/>
                    <a:pt x="1768" y="97"/>
                  </a:cubicBezTo>
                  <a:cubicBezTo>
                    <a:pt x="1543" y="32"/>
                    <a:pt x="1382" y="0"/>
                    <a:pt x="12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4414;p64">
              <a:extLst>
                <a:ext uri="{FF2B5EF4-FFF2-40B4-BE49-F238E27FC236}">
                  <a16:creationId xmlns:a16="http://schemas.microsoft.com/office/drawing/2014/main" id="{D6121082-8277-86D9-4286-228FFA9D971E}"/>
                </a:ext>
              </a:extLst>
            </p:cNvPr>
            <p:cNvSpPr/>
            <p:nvPr/>
          </p:nvSpPr>
          <p:spPr>
            <a:xfrm>
              <a:off x="2173825" y="3252475"/>
              <a:ext cx="853450" cy="753000"/>
            </a:xfrm>
            <a:custGeom>
              <a:avLst/>
              <a:gdLst/>
              <a:ahLst/>
              <a:cxnLst/>
              <a:rect l="l" t="t" r="r" b="b"/>
              <a:pathLst>
                <a:path w="34138" h="30120" extrusionOk="0">
                  <a:moveTo>
                    <a:pt x="7104" y="0"/>
                  </a:moveTo>
                  <a:lnTo>
                    <a:pt x="1865" y="3761"/>
                  </a:lnTo>
                  <a:cubicBezTo>
                    <a:pt x="1865" y="3761"/>
                    <a:pt x="1" y="6429"/>
                    <a:pt x="933" y="9386"/>
                  </a:cubicBezTo>
                  <a:cubicBezTo>
                    <a:pt x="1865" y="12311"/>
                    <a:pt x="15269" y="30119"/>
                    <a:pt x="17134" y="30119"/>
                  </a:cubicBezTo>
                  <a:cubicBezTo>
                    <a:pt x="18998" y="30119"/>
                    <a:pt x="32531" y="12601"/>
                    <a:pt x="33334" y="11508"/>
                  </a:cubicBezTo>
                  <a:cubicBezTo>
                    <a:pt x="34138" y="10447"/>
                    <a:pt x="30666" y="7779"/>
                    <a:pt x="30666" y="7779"/>
                  </a:cubicBezTo>
                  <a:lnTo>
                    <a:pt x="17134" y="20090"/>
                  </a:lnTo>
                  <a:cubicBezTo>
                    <a:pt x="17134" y="20090"/>
                    <a:pt x="13533" y="5625"/>
                    <a:pt x="12055" y="2957"/>
                  </a:cubicBezTo>
                  <a:cubicBezTo>
                    <a:pt x="10576" y="257"/>
                    <a:pt x="7104" y="0"/>
                    <a:pt x="71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4415;p64">
              <a:extLst>
                <a:ext uri="{FF2B5EF4-FFF2-40B4-BE49-F238E27FC236}">
                  <a16:creationId xmlns:a16="http://schemas.microsoft.com/office/drawing/2014/main" id="{3D9AA36E-5374-E045-3A85-FC624030E9E8}"/>
                </a:ext>
              </a:extLst>
            </p:cNvPr>
            <p:cNvSpPr/>
            <p:nvPr/>
          </p:nvSpPr>
          <p:spPr>
            <a:xfrm>
              <a:off x="2183475" y="3245900"/>
              <a:ext cx="833350" cy="766800"/>
            </a:xfrm>
            <a:custGeom>
              <a:avLst/>
              <a:gdLst/>
              <a:ahLst/>
              <a:cxnLst/>
              <a:rect l="l" t="t" r="r" b="b"/>
              <a:pathLst>
                <a:path w="33334" h="30672" extrusionOk="0">
                  <a:moveTo>
                    <a:pt x="6678" y="1"/>
                  </a:moveTo>
                  <a:cubicBezTo>
                    <a:pt x="6564" y="1"/>
                    <a:pt x="6458" y="116"/>
                    <a:pt x="6429" y="231"/>
                  </a:cubicBezTo>
                  <a:cubicBezTo>
                    <a:pt x="6429" y="392"/>
                    <a:pt x="6526" y="520"/>
                    <a:pt x="6686" y="520"/>
                  </a:cubicBezTo>
                  <a:lnTo>
                    <a:pt x="6718" y="520"/>
                  </a:lnTo>
                  <a:cubicBezTo>
                    <a:pt x="6879" y="552"/>
                    <a:pt x="7747" y="649"/>
                    <a:pt x="8711" y="1067"/>
                  </a:cubicBezTo>
                  <a:cubicBezTo>
                    <a:pt x="9708" y="1452"/>
                    <a:pt x="10769" y="2160"/>
                    <a:pt x="11412" y="3349"/>
                  </a:cubicBezTo>
                  <a:cubicBezTo>
                    <a:pt x="11765" y="3960"/>
                    <a:pt x="12279" y="5374"/>
                    <a:pt x="12826" y="7110"/>
                  </a:cubicBezTo>
                  <a:cubicBezTo>
                    <a:pt x="13629" y="9681"/>
                    <a:pt x="14562" y="13024"/>
                    <a:pt x="15269" y="15692"/>
                  </a:cubicBezTo>
                  <a:cubicBezTo>
                    <a:pt x="15622" y="17042"/>
                    <a:pt x="15944" y="18232"/>
                    <a:pt x="16137" y="19068"/>
                  </a:cubicBezTo>
                  <a:cubicBezTo>
                    <a:pt x="16362" y="19903"/>
                    <a:pt x="16490" y="20418"/>
                    <a:pt x="16490" y="20418"/>
                  </a:cubicBezTo>
                  <a:cubicBezTo>
                    <a:pt x="16522" y="20514"/>
                    <a:pt x="16587" y="20578"/>
                    <a:pt x="16683" y="20610"/>
                  </a:cubicBezTo>
                  <a:cubicBezTo>
                    <a:pt x="16700" y="20619"/>
                    <a:pt x="16720" y="20623"/>
                    <a:pt x="16741" y="20623"/>
                  </a:cubicBezTo>
                  <a:cubicBezTo>
                    <a:pt x="16799" y="20623"/>
                    <a:pt x="16870" y="20593"/>
                    <a:pt x="16940" y="20546"/>
                  </a:cubicBezTo>
                  <a:lnTo>
                    <a:pt x="30283" y="8379"/>
                  </a:lnTo>
                  <a:lnTo>
                    <a:pt x="30283" y="8379"/>
                  </a:lnTo>
                  <a:cubicBezTo>
                    <a:pt x="30597" y="8607"/>
                    <a:pt x="31190" y="9147"/>
                    <a:pt x="31727" y="9714"/>
                  </a:cubicBezTo>
                  <a:cubicBezTo>
                    <a:pt x="32048" y="10003"/>
                    <a:pt x="32305" y="10324"/>
                    <a:pt x="32498" y="10646"/>
                  </a:cubicBezTo>
                  <a:cubicBezTo>
                    <a:pt x="32691" y="10935"/>
                    <a:pt x="32820" y="11224"/>
                    <a:pt x="32820" y="11385"/>
                  </a:cubicBezTo>
                  <a:cubicBezTo>
                    <a:pt x="32820" y="11481"/>
                    <a:pt x="32788" y="11546"/>
                    <a:pt x="32755" y="11610"/>
                  </a:cubicBezTo>
                  <a:cubicBezTo>
                    <a:pt x="32338" y="12156"/>
                    <a:pt x="28769" y="16817"/>
                    <a:pt x="25041" y="21318"/>
                  </a:cubicBezTo>
                  <a:cubicBezTo>
                    <a:pt x="23176" y="23568"/>
                    <a:pt x="21312" y="25786"/>
                    <a:pt x="19769" y="27457"/>
                  </a:cubicBezTo>
                  <a:cubicBezTo>
                    <a:pt x="18998" y="28293"/>
                    <a:pt x="18323" y="28968"/>
                    <a:pt x="17776" y="29450"/>
                  </a:cubicBezTo>
                  <a:cubicBezTo>
                    <a:pt x="17519" y="29675"/>
                    <a:pt x="17262" y="29868"/>
                    <a:pt x="17101" y="29965"/>
                  </a:cubicBezTo>
                  <a:cubicBezTo>
                    <a:pt x="16908" y="30093"/>
                    <a:pt x="16780" y="30125"/>
                    <a:pt x="16748" y="30125"/>
                  </a:cubicBezTo>
                  <a:cubicBezTo>
                    <a:pt x="16748" y="30125"/>
                    <a:pt x="16587" y="30093"/>
                    <a:pt x="16426" y="29965"/>
                  </a:cubicBezTo>
                  <a:cubicBezTo>
                    <a:pt x="16072" y="29740"/>
                    <a:pt x="15558" y="29290"/>
                    <a:pt x="14947" y="28679"/>
                  </a:cubicBezTo>
                  <a:cubicBezTo>
                    <a:pt x="12826" y="26493"/>
                    <a:pt x="9451" y="22282"/>
                    <a:pt x="6558" y="18360"/>
                  </a:cubicBezTo>
                  <a:cubicBezTo>
                    <a:pt x="5079" y="16367"/>
                    <a:pt x="3729" y="14471"/>
                    <a:pt x="2700" y="12896"/>
                  </a:cubicBezTo>
                  <a:cubicBezTo>
                    <a:pt x="2186" y="12124"/>
                    <a:pt x="1768" y="11417"/>
                    <a:pt x="1447" y="10839"/>
                  </a:cubicBezTo>
                  <a:cubicBezTo>
                    <a:pt x="1093" y="10260"/>
                    <a:pt x="868" y="9810"/>
                    <a:pt x="804" y="9553"/>
                  </a:cubicBezTo>
                  <a:cubicBezTo>
                    <a:pt x="611" y="9006"/>
                    <a:pt x="547" y="8428"/>
                    <a:pt x="547" y="7913"/>
                  </a:cubicBezTo>
                  <a:cubicBezTo>
                    <a:pt x="547" y="6885"/>
                    <a:pt x="836" y="5920"/>
                    <a:pt x="1125" y="5245"/>
                  </a:cubicBezTo>
                  <a:cubicBezTo>
                    <a:pt x="1286" y="4892"/>
                    <a:pt x="1415" y="4635"/>
                    <a:pt x="1511" y="4442"/>
                  </a:cubicBezTo>
                  <a:cubicBezTo>
                    <a:pt x="1575" y="4345"/>
                    <a:pt x="1607" y="4281"/>
                    <a:pt x="1640" y="4217"/>
                  </a:cubicBezTo>
                  <a:lnTo>
                    <a:pt x="1704" y="4185"/>
                  </a:lnTo>
                  <a:lnTo>
                    <a:pt x="1704" y="4153"/>
                  </a:lnTo>
                  <a:cubicBezTo>
                    <a:pt x="1800" y="4056"/>
                    <a:pt x="1768" y="3863"/>
                    <a:pt x="1640" y="3799"/>
                  </a:cubicBezTo>
                  <a:cubicBezTo>
                    <a:pt x="1589" y="3761"/>
                    <a:pt x="1533" y="3743"/>
                    <a:pt x="1478" y="3743"/>
                  </a:cubicBezTo>
                  <a:cubicBezTo>
                    <a:pt x="1394" y="3743"/>
                    <a:pt x="1312" y="3785"/>
                    <a:pt x="1254" y="3863"/>
                  </a:cubicBezTo>
                  <a:cubicBezTo>
                    <a:pt x="1254" y="3863"/>
                    <a:pt x="0" y="5631"/>
                    <a:pt x="0" y="7913"/>
                  </a:cubicBezTo>
                  <a:cubicBezTo>
                    <a:pt x="0" y="8492"/>
                    <a:pt x="97" y="9103"/>
                    <a:pt x="290" y="9714"/>
                  </a:cubicBezTo>
                  <a:cubicBezTo>
                    <a:pt x="418" y="10131"/>
                    <a:pt x="740" y="10742"/>
                    <a:pt x="1190" y="11514"/>
                  </a:cubicBezTo>
                  <a:cubicBezTo>
                    <a:pt x="2829" y="14214"/>
                    <a:pt x="6236" y="18971"/>
                    <a:pt x="9483" y="23053"/>
                  </a:cubicBezTo>
                  <a:cubicBezTo>
                    <a:pt x="11090" y="25111"/>
                    <a:pt x="12665" y="26975"/>
                    <a:pt x="13919" y="28357"/>
                  </a:cubicBezTo>
                  <a:cubicBezTo>
                    <a:pt x="14562" y="29032"/>
                    <a:pt x="15108" y="29611"/>
                    <a:pt x="15590" y="29997"/>
                  </a:cubicBezTo>
                  <a:cubicBezTo>
                    <a:pt x="15815" y="30190"/>
                    <a:pt x="16008" y="30350"/>
                    <a:pt x="16201" y="30479"/>
                  </a:cubicBezTo>
                  <a:cubicBezTo>
                    <a:pt x="16394" y="30575"/>
                    <a:pt x="16555" y="30672"/>
                    <a:pt x="16748" y="30672"/>
                  </a:cubicBezTo>
                  <a:cubicBezTo>
                    <a:pt x="16973" y="30640"/>
                    <a:pt x="17165" y="30575"/>
                    <a:pt x="17390" y="30415"/>
                  </a:cubicBezTo>
                  <a:cubicBezTo>
                    <a:pt x="17776" y="30157"/>
                    <a:pt x="18323" y="29707"/>
                    <a:pt x="18933" y="29097"/>
                  </a:cubicBezTo>
                  <a:cubicBezTo>
                    <a:pt x="21119" y="26943"/>
                    <a:pt x="24494" y="22861"/>
                    <a:pt x="27419" y="19228"/>
                  </a:cubicBezTo>
                  <a:cubicBezTo>
                    <a:pt x="30377" y="15596"/>
                    <a:pt x="32820" y="12382"/>
                    <a:pt x="33173" y="11931"/>
                  </a:cubicBezTo>
                  <a:cubicBezTo>
                    <a:pt x="33302" y="11771"/>
                    <a:pt x="33334" y="11578"/>
                    <a:pt x="33334" y="11385"/>
                  </a:cubicBezTo>
                  <a:cubicBezTo>
                    <a:pt x="33334" y="10999"/>
                    <a:pt x="33141" y="10614"/>
                    <a:pt x="32852" y="10196"/>
                  </a:cubicBezTo>
                  <a:cubicBezTo>
                    <a:pt x="32016" y="9038"/>
                    <a:pt x="30441" y="7817"/>
                    <a:pt x="30441" y="7817"/>
                  </a:cubicBezTo>
                  <a:cubicBezTo>
                    <a:pt x="30397" y="7773"/>
                    <a:pt x="30341" y="7756"/>
                    <a:pt x="30283" y="7756"/>
                  </a:cubicBezTo>
                  <a:cubicBezTo>
                    <a:pt x="30213" y="7756"/>
                    <a:pt x="30140" y="7782"/>
                    <a:pt x="30087" y="7817"/>
                  </a:cubicBezTo>
                  <a:lnTo>
                    <a:pt x="16895" y="19850"/>
                  </a:lnTo>
                  <a:lnTo>
                    <a:pt x="16895" y="19850"/>
                  </a:lnTo>
                  <a:cubicBezTo>
                    <a:pt x="16623" y="18769"/>
                    <a:pt x="15878" y="15837"/>
                    <a:pt x="15012" y="12703"/>
                  </a:cubicBezTo>
                  <a:cubicBezTo>
                    <a:pt x="14465" y="10742"/>
                    <a:pt x="13887" y="8685"/>
                    <a:pt x="13340" y="6917"/>
                  </a:cubicBezTo>
                  <a:cubicBezTo>
                    <a:pt x="12794" y="5181"/>
                    <a:pt x="12279" y="3799"/>
                    <a:pt x="11894" y="3060"/>
                  </a:cubicBezTo>
                  <a:cubicBezTo>
                    <a:pt x="11122" y="1645"/>
                    <a:pt x="9804" y="906"/>
                    <a:pt x="8711" y="488"/>
                  </a:cubicBezTo>
                  <a:cubicBezTo>
                    <a:pt x="7618" y="70"/>
                    <a:pt x="6751" y="6"/>
                    <a:pt x="6718" y="6"/>
                  </a:cubicBezTo>
                  <a:cubicBezTo>
                    <a:pt x="6705" y="2"/>
                    <a:pt x="6691" y="1"/>
                    <a:pt x="66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4416;p64">
              <a:extLst>
                <a:ext uri="{FF2B5EF4-FFF2-40B4-BE49-F238E27FC236}">
                  <a16:creationId xmlns:a16="http://schemas.microsoft.com/office/drawing/2014/main" id="{35982EDE-EF22-74AC-8E7A-E95CEBB95EE6}"/>
                </a:ext>
              </a:extLst>
            </p:cNvPr>
            <p:cNvSpPr/>
            <p:nvPr/>
          </p:nvSpPr>
          <p:spPr>
            <a:xfrm>
              <a:off x="3821225" y="1865575"/>
              <a:ext cx="186475" cy="152025"/>
            </a:xfrm>
            <a:custGeom>
              <a:avLst/>
              <a:gdLst/>
              <a:ahLst/>
              <a:cxnLst/>
              <a:rect l="l" t="t" r="r" b="b"/>
              <a:pathLst>
                <a:path w="7459" h="6081" extrusionOk="0">
                  <a:moveTo>
                    <a:pt x="5146" y="1"/>
                  </a:moveTo>
                  <a:cubicBezTo>
                    <a:pt x="4953" y="1"/>
                    <a:pt x="4749" y="20"/>
                    <a:pt x="4533" y="59"/>
                  </a:cubicBezTo>
                  <a:cubicBezTo>
                    <a:pt x="2604" y="445"/>
                    <a:pt x="740" y="2470"/>
                    <a:pt x="740" y="2470"/>
                  </a:cubicBezTo>
                  <a:cubicBezTo>
                    <a:pt x="740" y="2470"/>
                    <a:pt x="1" y="3113"/>
                    <a:pt x="483" y="4334"/>
                  </a:cubicBezTo>
                  <a:cubicBezTo>
                    <a:pt x="933" y="5523"/>
                    <a:pt x="2604" y="6006"/>
                    <a:pt x="3633" y="6070"/>
                  </a:cubicBezTo>
                  <a:cubicBezTo>
                    <a:pt x="3703" y="6077"/>
                    <a:pt x="3777" y="6080"/>
                    <a:pt x="3855" y="6080"/>
                  </a:cubicBezTo>
                  <a:cubicBezTo>
                    <a:pt x="4873" y="6080"/>
                    <a:pt x="6436" y="5456"/>
                    <a:pt x="6944" y="3306"/>
                  </a:cubicBezTo>
                  <a:cubicBezTo>
                    <a:pt x="7459" y="1246"/>
                    <a:pt x="6701" y="1"/>
                    <a:pt x="51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4417;p64">
              <a:extLst>
                <a:ext uri="{FF2B5EF4-FFF2-40B4-BE49-F238E27FC236}">
                  <a16:creationId xmlns:a16="http://schemas.microsoft.com/office/drawing/2014/main" id="{A102C1A3-C789-6C12-A12B-732AC8444DDC}"/>
                </a:ext>
              </a:extLst>
            </p:cNvPr>
            <p:cNvSpPr/>
            <p:nvPr/>
          </p:nvSpPr>
          <p:spPr>
            <a:xfrm>
              <a:off x="3822025" y="1859000"/>
              <a:ext cx="183250" cy="165575"/>
            </a:xfrm>
            <a:custGeom>
              <a:avLst/>
              <a:gdLst/>
              <a:ahLst/>
              <a:cxnLst/>
              <a:rect l="l" t="t" r="r" b="b"/>
              <a:pathLst>
                <a:path w="7330" h="6623" extrusionOk="0">
                  <a:moveTo>
                    <a:pt x="5144" y="547"/>
                  </a:moveTo>
                  <a:cubicBezTo>
                    <a:pt x="5690" y="547"/>
                    <a:pt x="6076" y="708"/>
                    <a:pt x="6365" y="997"/>
                  </a:cubicBezTo>
                  <a:cubicBezTo>
                    <a:pt x="6622" y="1318"/>
                    <a:pt x="6815" y="1768"/>
                    <a:pt x="6815" y="2411"/>
                  </a:cubicBezTo>
                  <a:cubicBezTo>
                    <a:pt x="6815" y="2733"/>
                    <a:pt x="6751" y="3086"/>
                    <a:pt x="6655" y="3504"/>
                  </a:cubicBezTo>
                  <a:cubicBezTo>
                    <a:pt x="6397" y="4533"/>
                    <a:pt x="5915" y="5176"/>
                    <a:pt x="5401" y="5561"/>
                  </a:cubicBezTo>
                  <a:cubicBezTo>
                    <a:pt x="4854" y="5947"/>
                    <a:pt x="4276" y="6076"/>
                    <a:pt x="3794" y="6076"/>
                  </a:cubicBezTo>
                  <a:lnTo>
                    <a:pt x="3601" y="6076"/>
                  </a:lnTo>
                  <a:cubicBezTo>
                    <a:pt x="3119" y="6044"/>
                    <a:pt x="2476" y="5915"/>
                    <a:pt x="1929" y="5658"/>
                  </a:cubicBezTo>
                  <a:cubicBezTo>
                    <a:pt x="1351" y="5369"/>
                    <a:pt x="869" y="5015"/>
                    <a:pt x="676" y="4501"/>
                  </a:cubicBezTo>
                  <a:cubicBezTo>
                    <a:pt x="579" y="4244"/>
                    <a:pt x="547" y="4019"/>
                    <a:pt x="547" y="3826"/>
                  </a:cubicBezTo>
                  <a:cubicBezTo>
                    <a:pt x="547" y="3536"/>
                    <a:pt x="644" y="3311"/>
                    <a:pt x="740" y="3151"/>
                  </a:cubicBezTo>
                  <a:cubicBezTo>
                    <a:pt x="772" y="3086"/>
                    <a:pt x="804" y="3022"/>
                    <a:pt x="836" y="2990"/>
                  </a:cubicBezTo>
                  <a:lnTo>
                    <a:pt x="869" y="2958"/>
                  </a:lnTo>
                  <a:lnTo>
                    <a:pt x="901" y="2926"/>
                  </a:lnTo>
                  <a:lnTo>
                    <a:pt x="933" y="2893"/>
                  </a:lnTo>
                  <a:cubicBezTo>
                    <a:pt x="1029" y="2797"/>
                    <a:pt x="1511" y="2283"/>
                    <a:pt x="2186" y="1768"/>
                  </a:cubicBezTo>
                  <a:cubicBezTo>
                    <a:pt x="2862" y="1254"/>
                    <a:pt x="3729" y="740"/>
                    <a:pt x="4565" y="579"/>
                  </a:cubicBezTo>
                  <a:cubicBezTo>
                    <a:pt x="4758" y="547"/>
                    <a:pt x="4951" y="547"/>
                    <a:pt x="5144" y="547"/>
                  </a:cubicBezTo>
                  <a:close/>
                  <a:moveTo>
                    <a:pt x="5144" y="0"/>
                  </a:moveTo>
                  <a:cubicBezTo>
                    <a:pt x="4919" y="0"/>
                    <a:pt x="4694" y="33"/>
                    <a:pt x="4469" y="65"/>
                  </a:cubicBezTo>
                  <a:cubicBezTo>
                    <a:pt x="3408" y="258"/>
                    <a:pt x="2444" y="901"/>
                    <a:pt x="1704" y="1447"/>
                  </a:cubicBezTo>
                  <a:cubicBezTo>
                    <a:pt x="1073" y="1963"/>
                    <a:pt x="621" y="2429"/>
                    <a:pt x="531" y="2545"/>
                  </a:cubicBezTo>
                  <a:lnTo>
                    <a:pt x="531" y="2545"/>
                  </a:lnTo>
                  <a:cubicBezTo>
                    <a:pt x="484" y="2572"/>
                    <a:pt x="371" y="2696"/>
                    <a:pt x="258" y="2893"/>
                  </a:cubicBezTo>
                  <a:cubicBezTo>
                    <a:pt x="129" y="3086"/>
                    <a:pt x="1" y="3408"/>
                    <a:pt x="1" y="3826"/>
                  </a:cubicBezTo>
                  <a:cubicBezTo>
                    <a:pt x="1" y="4083"/>
                    <a:pt x="65" y="4372"/>
                    <a:pt x="194" y="4694"/>
                  </a:cubicBezTo>
                  <a:cubicBezTo>
                    <a:pt x="451" y="5369"/>
                    <a:pt x="1061" y="5819"/>
                    <a:pt x="1704" y="6140"/>
                  </a:cubicBezTo>
                  <a:cubicBezTo>
                    <a:pt x="2315" y="6429"/>
                    <a:pt x="3022" y="6558"/>
                    <a:pt x="3569" y="6622"/>
                  </a:cubicBezTo>
                  <a:lnTo>
                    <a:pt x="3794" y="6622"/>
                  </a:lnTo>
                  <a:cubicBezTo>
                    <a:pt x="4372" y="6622"/>
                    <a:pt x="5079" y="6462"/>
                    <a:pt x="5722" y="5979"/>
                  </a:cubicBezTo>
                  <a:cubicBezTo>
                    <a:pt x="6365" y="5529"/>
                    <a:pt x="6912" y="4758"/>
                    <a:pt x="7169" y="3633"/>
                  </a:cubicBezTo>
                  <a:cubicBezTo>
                    <a:pt x="7297" y="3183"/>
                    <a:pt x="7330" y="2765"/>
                    <a:pt x="7330" y="2411"/>
                  </a:cubicBezTo>
                  <a:cubicBezTo>
                    <a:pt x="7330" y="1672"/>
                    <a:pt x="7137" y="1061"/>
                    <a:pt x="6751" y="643"/>
                  </a:cubicBezTo>
                  <a:cubicBezTo>
                    <a:pt x="6365" y="225"/>
                    <a:pt x="5787" y="0"/>
                    <a:pt x="514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4418;p64">
              <a:extLst>
                <a:ext uri="{FF2B5EF4-FFF2-40B4-BE49-F238E27FC236}">
                  <a16:creationId xmlns:a16="http://schemas.microsoft.com/office/drawing/2014/main" id="{9DB31EB0-C87E-A821-004D-3140E19942EA}"/>
                </a:ext>
              </a:extLst>
            </p:cNvPr>
            <p:cNvSpPr/>
            <p:nvPr/>
          </p:nvSpPr>
          <p:spPr>
            <a:xfrm>
              <a:off x="3668550" y="1913650"/>
              <a:ext cx="247525" cy="173600"/>
            </a:xfrm>
            <a:custGeom>
              <a:avLst/>
              <a:gdLst/>
              <a:ahLst/>
              <a:cxnLst/>
              <a:rect l="l" t="t" r="r" b="b"/>
              <a:pathLst>
                <a:path w="9901" h="6944" extrusionOk="0">
                  <a:moveTo>
                    <a:pt x="7972" y="0"/>
                  </a:moveTo>
                  <a:cubicBezTo>
                    <a:pt x="7972" y="0"/>
                    <a:pt x="3986" y="547"/>
                    <a:pt x="3054" y="1190"/>
                  </a:cubicBezTo>
                  <a:cubicBezTo>
                    <a:pt x="2122" y="1833"/>
                    <a:pt x="0" y="5465"/>
                    <a:pt x="0" y="5915"/>
                  </a:cubicBezTo>
                  <a:cubicBezTo>
                    <a:pt x="0" y="6397"/>
                    <a:pt x="1286" y="6847"/>
                    <a:pt x="1961" y="6847"/>
                  </a:cubicBezTo>
                  <a:cubicBezTo>
                    <a:pt x="2604" y="6847"/>
                    <a:pt x="4275" y="4629"/>
                    <a:pt x="4275" y="4629"/>
                  </a:cubicBezTo>
                  <a:lnTo>
                    <a:pt x="4275" y="4629"/>
                  </a:lnTo>
                  <a:lnTo>
                    <a:pt x="3440" y="6943"/>
                  </a:lnTo>
                  <a:cubicBezTo>
                    <a:pt x="3440" y="6943"/>
                    <a:pt x="4275" y="6847"/>
                    <a:pt x="4340" y="6461"/>
                  </a:cubicBezTo>
                  <a:cubicBezTo>
                    <a:pt x="4436" y="6108"/>
                    <a:pt x="5754" y="3600"/>
                    <a:pt x="5754" y="3600"/>
                  </a:cubicBezTo>
                  <a:cubicBezTo>
                    <a:pt x="5754" y="3600"/>
                    <a:pt x="5806" y="3603"/>
                    <a:pt x="5896" y="3603"/>
                  </a:cubicBezTo>
                  <a:cubicBezTo>
                    <a:pt x="6422" y="3603"/>
                    <a:pt x="8259" y="3532"/>
                    <a:pt x="8808" y="2572"/>
                  </a:cubicBezTo>
                  <a:cubicBezTo>
                    <a:pt x="9451" y="1479"/>
                    <a:pt x="9901" y="740"/>
                    <a:pt x="7972"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4419;p64">
              <a:extLst>
                <a:ext uri="{FF2B5EF4-FFF2-40B4-BE49-F238E27FC236}">
                  <a16:creationId xmlns:a16="http://schemas.microsoft.com/office/drawing/2014/main" id="{C21F8638-DBAB-F972-717C-411745A6F516}"/>
                </a:ext>
              </a:extLst>
            </p:cNvPr>
            <p:cNvSpPr/>
            <p:nvPr/>
          </p:nvSpPr>
          <p:spPr>
            <a:xfrm>
              <a:off x="3662100" y="1907225"/>
              <a:ext cx="247550" cy="186675"/>
            </a:xfrm>
            <a:custGeom>
              <a:avLst/>
              <a:gdLst/>
              <a:ahLst/>
              <a:cxnLst/>
              <a:rect l="l" t="t" r="r" b="b"/>
              <a:pathLst>
                <a:path w="9902" h="7467" extrusionOk="0">
                  <a:moveTo>
                    <a:pt x="8178" y="532"/>
                  </a:moveTo>
                  <a:lnTo>
                    <a:pt x="8178" y="532"/>
                  </a:lnTo>
                  <a:cubicBezTo>
                    <a:pt x="8635" y="717"/>
                    <a:pt x="8943" y="874"/>
                    <a:pt x="9130" y="1061"/>
                  </a:cubicBezTo>
                  <a:cubicBezTo>
                    <a:pt x="9291" y="1222"/>
                    <a:pt x="9355" y="1350"/>
                    <a:pt x="9355" y="1511"/>
                  </a:cubicBezTo>
                  <a:cubicBezTo>
                    <a:pt x="9355" y="1768"/>
                    <a:pt x="9130" y="2186"/>
                    <a:pt x="8841" y="2700"/>
                  </a:cubicBezTo>
                  <a:cubicBezTo>
                    <a:pt x="8616" y="3086"/>
                    <a:pt x="8101" y="3311"/>
                    <a:pt x="7523" y="3440"/>
                  </a:cubicBezTo>
                  <a:cubicBezTo>
                    <a:pt x="6944" y="3568"/>
                    <a:pt x="6366" y="3600"/>
                    <a:pt x="6141" y="3600"/>
                  </a:cubicBezTo>
                  <a:lnTo>
                    <a:pt x="6012" y="3600"/>
                  </a:lnTo>
                  <a:cubicBezTo>
                    <a:pt x="5916" y="3600"/>
                    <a:pt x="5819" y="3632"/>
                    <a:pt x="5755" y="3729"/>
                  </a:cubicBezTo>
                  <a:cubicBezTo>
                    <a:pt x="5755" y="3729"/>
                    <a:pt x="5433" y="4372"/>
                    <a:pt x="5112" y="5047"/>
                  </a:cubicBezTo>
                  <a:cubicBezTo>
                    <a:pt x="4919" y="5368"/>
                    <a:pt x="4758" y="5722"/>
                    <a:pt x="4630" y="6011"/>
                  </a:cubicBezTo>
                  <a:cubicBezTo>
                    <a:pt x="4565" y="6172"/>
                    <a:pt x="4501" y="6300"/>
                    <a:pt x="4437" y="6397"/>
                  </a:cubicBezTo>
                  <a:cubicBezTo>
                    <a:pt x="4405" y="6525"/>
                    <a:pt x="4373" y="6590"/>
                    <a:pt x="4340" y="6654"/>
                  </a:cubicBezTo>
                  <a:lnTo>
                    <a:pt x="4340" y="6686"/>
                  </a:lnTo>
                  <a:cubicBezTo>
                    <a:pt x="4317" y="6732"/>
                    <a:pt x="4211" y="6779"/>
                    <a:pt x="4093" y="6825"/>
                  </a:cubicBezTo>
                  <a:lnTo>
                    <a:pt x="4093" y="6825"/>
                  </a:lnTo>
                  <a:lnTo>
                    <a:pt x="4758" y="4983"/>
                  </a:lnTo>
                  <a:cubicBezTo>
                    <a:pt x="4823" y="4854"/>
                    <a:pt x="4758" y="4725"/>
                    <a:pt x="4662" y="4661"/>
                  </a:cubicBezTo>
                  <a:cubicBezTo>
                    <a:pt x="4616" y="4638"/>
                    <a:pt x="4567" y="4628"/>
                    <a:pt x="4519" y="4628"/>
                  </a:cubicBezTo>
                  <a:cubicBezTo>
                    <a:pt x="4432" y="4628"/>
                    <a:pt x="4350" y="4663"/>
                    <a:pt x="4308" y="4725"/>
                  </a:cubicBezTo>
                  <a:cubicBezTo>
                    <a:pt x="4308" y="4725"/>
                    <a:pt x="4276" y="4758"/>
                    <a:pt x="4244" y="4822"/>
                  </a:cubicBezTo>
                  <a:cubicBezTo>
                    <a:pt x="4083" y="5015"/>
                    <a:pt x="3665" y="5561"/>
                    <a:pt x="3215" y="6011"/>
                  </a:cubicBezTo>
                  <a:cubicBezTo>
                    <a:pt x="2990" y="6236"/>
                    <a:pt x="2765" y="6461"/>
                    <a:pt x="2572" y="6622"/>
                  </a:cubicBezTo>
                  <a:cubicBezTo>
                    <a:pt x="2476" y="6686"/>
                    <a:pt x="2412" y="6750"/>
                    <a:pt x="2315" y="6783"/>
                  </a:cubicBezTo>
                  <a:cubicBezTo>
                    <a:pt x="2251" y="6815"/>
                    <a:pt x="2219" y="6847"/>
                    <a:pt x="2219" y="6847"/>
                  </a:cubicBezTo>
                  <a:cubicBezTo>
                    <a:pt x="1930" y="6847"/>
                    <a:pt x="1480" y="6718"/>
                    <a:pt x="1094" y="6558"/>
                  </a:cubicBezTo>
                  <a:cubicBezTo>
                    <a:pt x="901" y="6493"/>
                    <a:pt x="740" y="6397"/>
                    <a:pt x="644" y="6300"/>
                  </a:cubicBezTo>
                  <a:cubicBezTo>
                    <a:pt x="580" y="6268"/>
                    <a:pt x="547" y="6236"/>
                    <a:pt x="547" y="6204"/>
                  </a:cubicBezTo>
                  <a:lnTo>
                    <a:pt x="515" y="6172"/>
                  </a:lnTo>
                  <a:cubicBezTo>
                    <a:pt x="547" y="6140"/>
                    <a:pt x="580" y="6011"/>
                    <a:pt x="644" y="5883"/>
                  </a:cubicBezTo>
                  <a:cubicBezTo>
                    <a:pt x="869" y="5368"/>
                    <a:pt x="1415" y="4436"/>
                    <a:pt x="1962" y="3568"/>
                  </a:cubicBezTo>
                  <a:cubicBezTo>
                    <a:pt x="2251" y="3118"/>
                    <a:pt x="2540" y="2700"/>
                    <a:pt x="2798" y="2379"/>
                  </a:cubicBezTo>
                  <a:cubicBezTo>
                    <a:pt x="3055" y="2025"/>
                    <a:pt x="3312" y="1768"/>
                    <a:pt x="3473" y="1672"/>
                  </a:cubicBezTo>
                  <a:cubicBezTo>
                    <a:pt x="3633" y="1543"/>
                    <a:pt x="4051" y="1382"/>
                    <a:pt x="4533" y="1254"/>
                  </a:cubicBezTo>
                  <a:cubicBezTo>
                    <a:pt x="5273" y="1029"/>
                    <a:pt x="6205" y="868"/>
                    <a:pt x="6976" y="739"/>
                  </a:cubicBezTo>
                  <a:cubicBezTo>
                    <a:pt x="7330" y="675"/>
                    <a:pt x="7651" y="611"/>
                    <a:pt x="7876" y="579"/>
                  </a:cubicBezTo>
                  <a:cubicBezTo>
                    <a:pt x="8013" y="562"/>
                    <a:pt x="8114" y="545"/>
                    <a:pt x="8178" y="532"/>
                  </a:cubicBezTo>
                  <a:close/>
                  <a:moveTo>
                    <a:pt x="8198" y="0"/>
                  </a:moveTo>
                  <a:cubicBezTo>
                    <a:pt x="8198" y="0"/>
                    <a:pt x="7169" y="129"/>
                    <a:pt x="6076" y="354"/>
                  </a:cubicBezTo>
                  <a:cubicBezTo>
                    <a:pt x="5498" y="450"/>
                    <a:pt x="4919" y="579"/>
                    <a:pt x="4405" y="739"/>
                  </a:cubicBezTo>
                  <a:cubicBezTo>
                    <a:pt x="3890" y="900"/>
                    <a:pt x="3440" y="1029"/>
                    <a:pt x="3151" y="1222"/>
                  </a:cubicBezTo>
                  <a:cubicBezTo>
                    <a:pt x="2894" y="1447"/>
                    <a:pt x="2572" y="1800"/>
                    <a:pt x="2219" y="2250"/>
                  </a:cubicBezTo>
                  <a:cubicBezTo>
                    <a:pt x="1737" y="2925"/>
                    <a:pt x="1190" y="3761"/>
                    <a:pt x="740" y="4533"/>
                  </a:cubicBezTo>
                  <a:cubicBezTo>
                    <a:pt x="547" y="4886"/>
                    <a:pt x="355" y="5240"/>
                    <a:pt x="226" y="5497"/>
                  </a:cubicBezTo>
                  <a:cubicBezTo>
                    <a:pt x="162" y="5658"/>
                    <a:pt x="97" y="5786"/>
                    <a:pt x="65" y="5883"/>
                  </a:cubicBezTo>
                  <a:cubicBezTo>
                    <a:pt x="33" y="5979"/>
                    <a:pt x="1" y="6075"/>
                    <a:pt x="1" y="6172"/>
                  </a:cubicBezTo>
                  <a:cubicBezTo>
                    <a:pt x="1" y="6300"/>
                    <a:pt x="33" y="6397"/>
                    <a:pt x="97" y="6493"/>
                  </a:cubicBezTo>
                  <a:cubicBezTo>
                    <a:pt x="194" y="6654"/>
                    <a:pt x="322" y="6750"/>
                    <a:pt x="483" y="6879"/>
                  </a:cubicBezTo>
                  <a:cubicBezTo>
                    <a:pt x="740" y="7008"/>
                    <a:pt x="1062" y="7136"/>
                    <a:pt x="1351" y="7233"/>
                  </a:cubicBezTo>
                  <a:cubicBezTo>
                    <a:pt x="1640" y="7329"/>
                    <a:pt x="1962" y="7361"/>
                    <a:pt x="2219" y="7361"/>
                  </a:cubicBezTo>
                  <a:cubicBezTo>
                    <a:pt x="2347" y="7361"/>
                    <a:pt x="2476" y="7329"/>
                    <a:pt x="2637" y="7233"/>
                  </a:cubicBezTo>
                  <a:cubicBezTo>
                    <a:pt x="2862" y="7104"/>
                    <a:pt x="3087" y="6911"/>
                    <a:pt x="3312" y="6686"/>
                  </a:cubicBezTo>
                  <a:cubicBezTo>
                    <a:pt x="3462" y="6542"/>
                    <a:pt x="3613" y="6385"/>
                    <a:pt x="3757" y="6228"/>
                  </a:cubicBezTo>
                  <a:lnTo>
                    <a:pt x="3757" y="6228"/>
                  </a:lnTo>
                  <a:lnTo>
                    <a:pt x="3440" y="7104"/>
                  </a:lnTo>
                  <a:cubicBezTo>
                    <a:pt x="3408" y="7200"/>
                    <a:pt x="3408" y="7297"/>
                    <a:pt x="3473" y="7361"/>
                  </a:cubicBezTo>
                  <a:cubicBezTo>
                    <a:pt x="3525" y="7414"/>
                    <a:pt x="3599" y="7466"/>
                    <a:pt x="3677" y="7466"/>
                  </a:cubicBezTo>
                  <a:cubicBezTo>
                    <a:pt x="3694" y="7466"/>
                    <a:pt x="3712" y="7464"/>
                    <a:pt x="3730" y="7458"/>
                  </a:cubicBezTo>
                  <a:cubicBezTo>
                    <a:pt x="3730" y="7458"/>
                    <a:pt x="3955" y="7426"/>
                    <a:pt x="4180" y="7361"/>
                  </a:cubicBezTo>
                  <a:cubicBezTo>
                    <a:pt x="4308" y="7329"/>
                    <a:pt x="4437" y="7265"/>
                    <a:pt x="4565" y="7200"/>
                  </a:cubicBezTo>
                  <a:cubicBezTo>
                    <a:pt x="4694" y="7104"/>
                    <a:pt x="4823" y="6975"/>
                    <a:pt x="4887" y="6815"/>
                  </a:cubicBezTo>
                  <a:cubicBezTo>
                    <a:pt x="4887" y="6783"/>
                    <a:pt x="4887" y="6718"/>
                    <a:pt x="4951" y="6622"/>
                  </a:cubicBezTo>
                  <a:cubicBezTo>
                    <a:pt x="5080" y="6268"/>
                    <a:pt x="5433" y="5593"/>
                    <a:pt x="5690" y="5047"/>
                  </a:cubicBezTo>
                  <a:cubicBezTo>
                    <a:pt x="5879" y="4671"/>
                    <a:pt x="6053" y="4335"/>
                    <a:pt x="6152" y="4147"/>
                  </a:cubicBezTo>
                  <a:lnTo>
                    <a:pt x="6152" y="4147"/>
                  </a:lnTo>
                  <a:cubicBezTo>
                    <a:pt x="6416" y="4146"/>
                    <a:pt x="7018" y="4113"/>
                    <a:pt x="7651" y="3986"/>
                  </a:cubicBezTo>
                  <a:cubicBezTo>
                    <a:pt x="8262" y="3825"/>
                    <a:pt x="8937" y="3568"/>
                    <a:pt x="9291" y="2990"/>
                  </a:cubicBezTo>
                  <a:cubicBezTo>
                    <a:pt x="9580" y="2475"/>
                    <a:pt x="9869" y="2025"/>
                    <a:pt x="9869" y="1511"/>
                  </a:cubicBezTo>
                  <a:cubicBezTo>
                    <a:pt x="9901" y="1189"/>
                    <a:pt x="9741" y="900"/>
                    <a:pt x="9484" y="675"/>
                  </a:cubicBezTo>
                  <a:cubicBezTo>
                    <a:pt x="9226" y="418"/>
                    <a:pt x="8873" y="193"/>
                    <a:pt x="8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4420;p64">
              <a:extLst>
                <a:ext uri="{FF2B5EF4-FFF2-40B4-BE49-F238E27FC236}">
                  <a16:creationId xmlns:a16="http://schemas.microsoft.com/office/drawing/2014/main" id="{66D42F60-73CE-33A6-3742-E073E8276E7F}"/>
                </a:ext>
              </a:extLst>
            </p:cNvPr>
            <p:cNvSpPr/>
            <p:nvPr/>
          </p:nvSpPr>
          <p:spPr>
            <a:xfrm>
              <a:off x="4006850" y="1760950"/>
              <a:ext cx="176825" cy="613200"/>
            </a:xfrm>
            <a:custGeom>
              <a:avLst/>
              <a:gdLst/>
              <a:ahLst/>
              <a:cxnLst/>
              <a:rect l="l" t="t" r="r" b="b"/>
              <a:pathLst>
                <a:path w="7073" h="24528" extrusionOk="0">
                  <a:moveTo>
                    <a:pt x="2412" y="1"/>
                  </a:moveTo>
                  <a:cubicBezTo>
                    <a:pt x="2412" y="1"/>
                    <a:pt x="1319" y="3730"/>
                    <a:pt x="1319" y="6076"/>
                  </a:cubicBezTo>
                  <a:cubicBezTo>
                    <a:pt x="1319" y="8391"/>
                    <a:pt x="2926" y="15880"/>
                    <a:pt x="2926" y="15880"/>
                  </a:cubicBezTo>
                  <a:cubicBezTo>
                    <a:pt x="2926" y="15880"/>
                    <a:pt x="2637" y="17905"/>
                    <a:pt x="1319" y="19320"/>
                  </a:cubicBezTo>
                  <a:cubicBezTo>
                    <a:pt x="1" y="20766"/>
                    <a:pt x="387" y="22663"/>
                    <a:pt x="997" y="23273"/>
                  </a:cubicBezTo>
                  <a:cubicBezTo>
                    <a:pt x="1470" y="23746"/>
                    <a:pt x="2310" y="24528"/>
                    <a:pt x="2858" y="24528"/>
                  </a:cubicBezTo>
                  <a:cubicBezTo>
                    <a:pt x="3018" y="24528"/>
                    <a:pt x="3153" y="24462"/>
                    <a:pt x="3247" y="24302"/>
                  </a:cubicBezTo>
                  <a:cubicBezTo>
                    <a:pt x="3633" y="23595"/>
                    <a:pt x="3344" y="22277"/>
                    <a:pt x="3730" y="21763"/>
                  </a:cubicBezTo>
                  <a:cubicBezTo>
                    <a:pt x="4148" y="21248"/>
                    <a:pt x="5658" y="20445"/>
                    <a:pt x="5883" y="18934"/>
                  </a:cubicBezTo>
                  <a:cubicBezTo>
                    <a:pt x="6076" y="17423"/>
                    <a:pt x="5755" y="12762"/>
                    <a:pt x="5755" y="10223"/>
                  </a:cubicBezTo>
                  <a:cubicBezTo>
                    <a:pt x="5755" y="7683"/>
                    <a:pt x="7073" y="3922"/>
                    <a:pt x="5658" y="1319"/>
                  </a:cubicBezTo>
                  <a:lnTo>
                    <a:pt x="241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4421;p64">
              <a:extLst>
                <a:ext uri="{FF2B5EF4-FFF2-40B4-BE49-F238E27FC236}">
                  <a16:creationId xmlns:a16="http://schemas.microsoft.com/office/drawing/2014/main" id="{948FAA4E-3CAD-B259-A77B-97991DDFABA9}"/>
                </a:ext>
              </a:extLst>
            </p:cNvPr>
            <p:cNvSpPr/>
            <p:nvPr/>
          </p:nvSpPr>
          <p:spPr>
            <a:xfrm>
              <a:off x="4010875" y="1754025"/>
              <a:ext cx="160750" cy="626550"/>
            </a:xfrm>
            <a:custGeom>
              <a:avLst/>
              <a:gdLst/>
              <a:ahLst/>
              <a:cxnLst/>
              <a:rect l="l" t="t" r="r" b="b"/>
              <a:pathLst>
                <a:path w="6430" h="25062" extrusionOk="0">
                  <a:moveTo>
                    <a:pt x="2246" y="0"/>
                  </a:moveTo>
                  <a:cubicBezTo>
                    <a:pt x="2133" y="0"/>
                    <a:pt x="2044" y="81"/>
                    <a:pt x="1994" y="181"/>
                  </a:cubicBezTo>
                  <a:cubicBezTo>
                    <a:pt x="1994" y="181"/>
                    <a:pt x="1736" y="1146"/>
                    <a:pt x="1447" y="2367"/>
                  </a:cubicBezTo>
                  <a:cubicBezTo>
                    <a:pt x="1158" y="3621"/>
                    <a:pt x="869" y="5132"/>
                    <a:pt x="869" y="6353"/>
                  </a:cubicBezTo>
                  <a:cubicBezTo>
                    <a:pt x="901" y="7542"/>
                    <a:pt x="1286" y="10018"/>
                    <a:pt x="1704" y="12171"/>
                  </a:cubicBezTo>
                  <a:cubicBezTo>
                    <a:pt x="2062" y="14200"/>
                    <a:pt x="2448" y="15951"/>
                    <a:pt x="2502" y="16193"/>
                  </a:cubicBezTo>
                  <a:lnTo>
                    <a:pt x="2502" y="16193"/>
                  </a:lnTo>
                  <a:cubicBezTo>
                    <a:pt x="2442" y="16514"/>
                    <a:pt x="2070" y="18239"/>
                    <a:pt x="965" y="19436"/>
                  </a:cubicBezTo>
                  <a:cubicBezTo>
                    <a:pt x="258" y="20175"/>
                    <a:pt x="1" y="21043"/>
                    <a:pt x="1" y="21847"/>
                  </a:cubicBezTo>
                  <a:cubicBezTo>
                    <a:pt x="1" y="22650"/>
                    <a:pt x="258" y="23358"/>
                    <a:pt x="643" y="23743"/>
                  </a:cubicBezTo>
                  <a:cubicBezTo>
                    <a:pt x="901" y="24000"/>
                    <a:pt x="1222" y="24322"/>
                    <a:pt x="1576" y="24579"/>
                  </a:cubicBezTo>
                  <a:cubicBezTo>
                    <a:pt x="1769" y="24708"/>
                    <a:pt x="1929" y="24836"/>
                    <a:pt x="2122" y="24901"/>
                  </a:cubicBezTo>
                  <a:cubicBezTo>
                    <a:pt x="2315" y="24997"/>
                    <a:pt x="2476" y="25061"/>
                    <a:pt x="2701" y="25061"/>
                  </a:cubicBezTo>
                  <a:cubicBezTo>
                    <a:pt x="2797" y="25061"/>
                    <a:pt x="2926" y="25061"/>
                    <a:pt x="3054" y="24997"/>
                  </a:cubicBezTo>
                  <a:cubicBezTo>
                    <a:pt x="3151" y="24933"/>
                    <a:pt x="3247" y="24836"/>
                    <a:pt x="3311" y="24708"/>
                  </a:cubicBezTo>
                  <a:cubicBezTo>
                    <a:pt x="3569" y="24258"/>
                    <a:pt x="3569" y="23743"/>
                    <a:pt x="3601" y="23261"/>
                  </a:cubicBezTo>
                  <a:cubicBezTo>
                    <a:pt x="3601" y="23004"/>
                    <a:pt x="3633" y="22779"/>
                    <a:pt x="3665" y="22586"/>
                  </a:cubicBezTo>
                  <a:cubicBezTo>
                    <a:pt x="3697" y="22425"/>
                    <a:pt x="3729" y="22265"/>
                    <a:pt x="3794" y="22200"/>
                  </a:cubicBezTo>
                  <a:cubicBezTo>
                    <a:pt x="3858" y="22104"/>
                    <a:pt x="4019" y="21975"/>
                    <a:pt x="4244" y="21815"/>
                  </a:cubicBezTo>
                  <a:cubicBezTo>
                    <a:pt x="4533" y="21557"/>
                    <a:pt x="4919" y="21236"/>
                    <a:pt x="5272" y="20818"/>
                  </a:cubicBezTo>
                  <a:cubicBezTo>
                    <a:pt x="5594" y="20400"/>
                    <a:pt x="5883" y="19886"/>
                    <a:pt x="5979" y="19243"/>
                  </a:cubicBezTo>
                  <a:cubicBezTo>
                    <a:pt x="6044" y="18825"/>
                    <a:pt x="6044" y="18247"/>
                    <a:pt x="6044" y="17572"/>
                  </a:cubicBezTo>
                  <a:cubicBezTo>
                    <a:pt x="6044" y="15482"/>
                    <a:pt x="5883" y="12396"/>
                    <a:pt x="5883" y="10500"/>
                  </a:cubicBezTo>
                  <a:cubicBezTo>
                    <a:pt x="5883" y="8893"/>
                    <a:pt x="6429" y="6739"/>
                    <a:pt x="6429" y="4649"/>
                  </a:cubicBezTo>
                  <a:cubicBezTo>
                    <a:pt x="6429" y="3524"/>
                    <a:pt x="6269" y="2432"/>
                    <a:pt x="5754" y="1467"/>
                  </a:cubicBezTo>
                  <a:cubicBezTo>
                    <a:pt x="5684" y="1373"/>
                    <a:pt x="5579" y="1313"/>
                    <a:pt x="5477" y="1313"/>
                  </a:cubicBezTo>
                  <a:cubicBezTo>
                    <a:pt x="5440" y="1313"/>
                    <a:pt x="5403" y="1321"/>
                    <a:pt x="5369" y="1339"/>
                  </a:cubicBezTo>
                  <a:cubicBezTo>
                    <a:pt x="5240" y="1403"/>
                    <a:pt x="5208" y="1564"/>
                    <a:pt x="5272" y="1724"/>
                  </a:cubicBezTo>
                  <a:cubicBezTo>
                    <a:pt x="5722" y="2560"/>
                    <a:pt x="5883" y="3589"/>
                    <a:pt x="5883" y="4649"/>
                  </a:cubicBezTo>
                  <a:cubicBezTo>
                    <a:pt x="5883" y="6642"/>
                    <a:pt x="5337" y="8796"/>
                    <a:pt x="5337" y="10500"/>
                  </a:cubicBezTo>
                  <a:cubicBezTo>
                    <a:pt x="5337" y="12396"/>
                    <a:pt x="5497" y="15514"/>
                    <a:pt x="5497" y="17572"/>
                  </a:cubicBezTo>
                  <a:cubicBezTo>
                    <a:pt x="5497" y="18247"/>
                    <a:pt x="5497" y="18825"/>
                    <a:pt x="5433" y="19179"/>
                  </a:cubicBezTo>
                  <a:cubicBezTo>
                    <a:pt x="5369" y="19854"/>
                    <a:pt x="4983" y="20368"/>
                    <a:pt x="4533" y="20818"/>
                  </a:cubicBezTo>
                  <a:cubicBezTo>
                    <a:pt x="4308" y="21043"/>
                    <a:pt x="4083" y="21236"/>
                    <a:pt x="3890" y="21397"/>
                  </a:cubicBezTo>
                  <a:cubicBezTo>
                    <a:pt x="3665" y="21557"/>
                    <a:pt x="3504" y="21718"/>
                    <a:pt x="3376" y="21879"/>
                  </a:cubicBezTo>
                  <a:cubicBezTo>
                    <a:pt x="3215" y="22072"/>
                    <a:pt x="3151" y="22265"/>
                    <a:pt x="3119" y="22522"/>
                  </a:cubicBezTo>
                  <a:cubicBezTo>
                    <a:pt x="3054" y="22843"/>
                    <a:pt x="3054" y="23229"/>
                    <a:pt x="3054" y="23583"/>
                  </a:cubicBezTo>
                  <a:cubicBezTo>
                    <a:pt x="3022" y="23936"/>
                    <a:pt x="2958" y="24258"/>
                    <a:pt x="2829" y="24450"/>
                  </a:cubicBezTo>
                  <a:lnTo>
                    <a:pt x="2765" y="24515"/>
                  </a:lnTo>
                  <a:lnTo>
                    <a:pt x="2701" y="24547"/>
                  </a:lnTo>
                  <a:cubicBezTo>
                    <a:pt x="2604" y="24547"/>
                    <a:pt x="2508" y="24515"/>
                    <a:pt x="2347" y="24450"/>
                  </a:cubicBezTo>
                  <a:cubicBezTo>
                    <a:pt x="1929" y="24225"/>
                    <a:pt x="1383" y="23711"/>
                    <a:pt x="1029" y="23358"/>
                  </a:cubicBezTo>
                  <a:cubicBezTo>
                    <a:pt x="804" y="23133"/>
                    <a:pt x="547" y="22522"/>
                    <a:pt x="547" y="21847"/>
                  </a:cubicBezTo>
                  <a:cubicBezTo>
                    <a:pt x="547" y="21172"/>
                    <a:pt x="772" y="20432"/>
                    <a:pt x="1351" y="19790"/>
                  </a:cubicBezTo>
                  <a:cubicBezTo>
                    <a:pt x="2733" y="18279"/>
                    <a:pt x="3022" y="16222"/>
                    <a:pt x="3022" y="16222"/>
                  </a:cubicBezTo>
                  <a:lnTo>
                    <a:pt x="3022" y="16125"/>
                  </a:lnTo>
                  <a:cubicBezTo>
                    <a:pt x="3022" y="16125"/>
                    <a:pt x="2926" y="15643"/>
                    <a:pt x="2765" y="14904"/>
                  </a:cubicBezTo>
                  <a:cubicBezTo>
                    <a:pt x="2540" y="13811"/>
                    <a:pt x="2219" y="12075"/>
                    <a:pt x="1929" y="10435"/>
                  </a:cubicBezTo>
                  <a:cubicBezTo>
                    <a:pt x="1640" y="8764"/>
                    <a:pt x="1415" y="7189"/>
                    <a:pt x="1415" y="6353"/>
                  </a:cubicBezTo>
                  <a:cubicBezTo>
                    <a:pt x="1415" y="5228"/>
                    <a:pt x="1704" y="3717"/>
                    <a:pt x="1961" y="2496"/>
                  </a:cubicBezTo>
                  <a:cubicBezTo>
                    <a:pt x="2122" y="1885"/>
                    <a:pt x="2251" y="1339"/>
                    <a:pt x="2347" y="953"/>
                  </a:cubicBezTo>
                  <a:cubicBezTo>
                    <a:pt x="2444" y="567"/>
                    <a:pt x="2508" y="342"/>
                    <a:pt x="2508" y="342"/>
                  </a:cubicBezTo>
                  <a:cubicBezTo>
                    <a:pt x="2572" y="214"/>
                    <a:pt x="2476" y="53"/>
                    <a:pt x="2347" y="21"/>
                  </a:cubicBezTo>
                  <a:cubicBezTo>
                    <a:pt x="2312" y="7"/>
                    <a:pt x="2278" y="0"/>
                    <a:pt x="22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4422;p64">
              <a:extLst>
                <a:ext uri="{FF2B5EF4-FFF2-40B4-BE49-F238E27FC236}">
                  <a16:creationId xmlns:a16="http://schemas.microsoft.com/office/drawing/2014/main" id="{C13B6A10-EEED-8B3A-BBED-8C9BEE6C6E47}"/>
                </a:ext>
              </a:extLst>
            </p:cNvPr>
            <p:cNvSpPr/>
            <p:nvPr/>
          </p:nvSpPr>
          <p:spPr>
            <a:xfrm>
              <a:off x="4006850" y="2125825"/>
              <a:ext cx="149500" cy="248325"/>
            </a:xfrm>
            <a:custGeom>
              <a:avLst/>
              <a:gdLst/>
              <a:ahLst/>
              <a:cxnLst/>
              <a:rect l="l" t="t" r="r" b="b"/>
              <a:pathLst>
                <a:path w="5980" h="9933" extrusionOk="0">
                  <a:moveTo>
                    <a:pt x="4967" y="1"/>
                  </a:moveTo>
                  <a:cubicBezTo>
                    <a:pt x="3893" y="1"/>
                    <a:pt x="3245" y="446"/>
                    <a:pt x="2862" y="932"/>
                  </a:cubicBezTo>
                  <a:cubicBezTo>
                    <a:pt x="2894" y="1157"/>
                    <a:pt x="2926" y="1285"/>
                    <a:pt x="2926" y="1285"/>
                  </a:cubicBezTo>
                  <a:cubicBezTo>
                    <a:pt x="2926" y="1285"/>
                    <a:pt x="2637" y="3310"/>
                    <a:pt x="1319" y="4725"/>
                  </a:cubicBezTo>
                  <a:cubicBezTo>
                    <a:pt x="1" y="6171"/>
                    <a:pt x="387" y="8068"/>
                    <a:pt x="997" y="8678"/>
                  </a:cubicBezTo>
                  <a:cubicBezTo>
                    <a:pt x="1470" y="9151"/>
                    <a:pt x="2310" y="9933"/>
                    <a:pt x="2858" y="9933"/>
                  </a:cubicBezTo>
                  <a:cubicBezTo>
                    <a:pt x="3018" y="9933"/>
                    <a:pt x="3153" y="9867"/>
                    <a:pt x="3247" y="9707"/>
                  </a:cubicBezTo>
                  <a:cubicBezTo>
                    <a:pt x="3633" y="9000"/>
                    <a:pt x="3344" y="7682"/>
                    <a:pt x="3730" y="7168"/>
                  </a:cubicBezTo>
                  <a:cubicBezTo>
                    <a:pt x="4148" y="6653"/>
                    <a:pt x="5658" y="5850"/>
                    <a:pt x="5883" y="4339"/>
                  </a:cubicBezTo>
                  <a:cubicBezTo>
                    <a:pt x="5980" y="3535"/>
                    <a:pt x="5948" y="1864"/>
                    <a:pt x="5883" y="96"/>
                  </a:cubicBezTo>
                  <a:cubicBezTo>
                    <a:pt x="5548" y="30"/>
                    <a:pt x="5244" y="1"/>
                    <a:pt x="496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4423;p64">
              <a:extLst>
                <a:ext uri="{FF2B5EF4-FFF2-40B4-BE49-F238E27FC236}">
                  <a16:creationId xmlns:a16="http://schemas.microsoft.com/office/drawing/2014/main" id="{FC81506D-4369-7762-733C-E9D6A0BC3DD7}"/>
                </a:ext>
              </a:extLst>
            </p:cNvPr>
            <p:cNvSpPr/>
            <p:nvPr/>
          </p:nvSpPr>
          <p:spPr>
            <a:xfrm>
              <a:off x="4010875" y="2119375"/>
              <a:ext cx="151100" cy="261200"/>
            </a:xfrm>
            <a:custGeom>
              <a:avLst/>
              <a:gdLst/>
              <a:ahLst/>
              <a:cxnLst/>
              <a:rect l="l" t="t" r="r" b="b"/>
              <a:pathLst>
                <a:path w="6044" h="10448" extrusionOk="0">
                  <a:moveTo>
                    <a:pt x="4822" y="515"/>
                  </a:moveTo>
                  <a:cubicBezTo>
                    <a:pt x="5020" y="515"/>
                    <a:pt x="5237" y="534"/>
                    <a:pt x="5472" y="572"/>
                  </a:cubicBezTo>
                  <a:lnTo>
                    <a:pt x="5472" y="572"/>
                  </a:lnTo>
                  <a:cubicBezTo>
                    <a:pt x="5497" y="1426"/>
                    <a:pt x="5497" y="2246"/>
                    <a:pt x="5497" y="2958"/>
                  </a:cubicBezTo>
                  <a:cubicBezTo>
                    <a:pt x="5497" y="3633"/>
                    <a:pt x="5497" y="4211"/>
                    <a:pt x="5433" y="4565"/>
                  </a:cubicBezTo>
                  <a:cubicBezTo>
                    <a:pt x="5369" y="5240"/>
                    <a:pt x="4983" y="5754"/>
                    <a:pt x="4533" y="6204"/>
                  </a:cubicBezTo>
                  <a:cubicBezTo>
                    <a:pt x="4308" y="6429"/>
                    <a:pt x="4083" y="6622"/>
                    <a:pt x="3890" y="6783"/>
                  </a:cubicBezTo>
                  <a:cubicBezTo>
                    <a:pt x="3665" y="6943"/>
                    <a:pt x="3504" y="7104"/>
                    <a:pt x="3376" y="7265"/>
                  </a:cubicBezTo>
                  <a:cubicBezTo>
                    <a:pt x="3215" y="7458"/>
                    <a:pt x="3151" y="7651"/>
                    <a:pt x="3119" y="7908"/>
                  </a:cubicBezTo>
                  <a:cubicBezTo>
                    <a:pt x="3054" y="8229"/>
                    <a:pt x="3054" y="8615"/>
                    <a:pt x="3054" y="8969"/>
                  </a:cubicBezTo>
                  <a:cubicBezTo>
                    <a:pt x="3022" y="9322"/>
                    <a:pt x="2958" y="9644"/>
                    <a:pt x="2829" y="9836"/>
                  </a:cubicBezTo>
                  <a:lnTo>
                    <a:pt x="2765" y="9901"/>
                  </a:lnTo>
                  <a:lnTo>
                    <a:pt x="2701" y="9933"/>
                  </a:lnTo>
                  <a:cubicBezTo>
                    <a:pt x="2604" y="9933"/>
                    <a:pt x="2508" y="9901"/>
                    <a:pt x="2347" y="9836"/>
                  </a:cubicBezTo>
                  <a:cubicBezTo>
                    <a:pt x="1929" y="9611"/>
                    <a:pt x="1383" y="9097"/>
                    <a:pt x="1029" y="8744"/>
                  </a:cubicBezTo>
                  <a:cubicBezTo>
                    <a:pt x="804" y="8519"/>
                    <a:pt x="547" y="7908"/>
                    <a:pt x="547" y="7233"/>
                  </a:cubicBezTo>
                  <a:cubicBezTo>
                    <a:pt x="547" y="6558"/>
                    <a:pt x="772" y="5818"/>
                    <a:pt x="1351" y="5176"/>
                  </a:cubicBezTo>
                  <a:cubicBezTo>
                    <a:pt x="2733" y="3665"/>
                    <a:pt x="3022" y="1608"/>
                    <a:pt x="3022" y="1608"/>
                  </a:cubicBezTo>
                  <a:lnTo>
                    <a:pt x="3022" y="1511"/>
                  </a:lnTo>
                  <a:cubicBezTo>
                    <a:pt x="3022" y="1511"/>
                    <a:pt x="3002" y="1410"/>
                    <a:pt x="2978" y="1256"/>
                  </a:cubicBezTo>
                  <a:lnTo>
                    <a:pt x="2978" y="1256"/>
                  </a:lnTo>
                  <a:cubicBezTo>
                    <a:pt x="3333" y="876"/>
                    <a:pt x="3872" y="544"/>
                    <a:pt x="4822" y="515"/>
                  </a:cubicBezTo>
                  <a:close/>
                  <a:moveTo>
                    <a:pt x="4822" y="0"/>
                  </a:moveTo>
                  <a:cubicBezTo>
                    <a:pt x="3665" y="0"/>
                    <a:pt x="2894" y="482"/>
                    <a:pt x="2476" y="1029"/>
                  </a:cubicBezTo>
                  <a:cubicBezTo>
                    <a:pt x="2444" y="1093"/>
                    <a:pt x="2411" y="1157"/>
                    <a:pt x="2444" y="1254"/>
                  </a:cubicBezTo>
                  <a:cubicBezTo>
                    <a:pt x="2467" y="1418"/>
                    <a:pt x="2490" y="1531"/>
                    <a:pt x="2501" y="1580"/>
                  </a:cubicBezTo>
                  <a:lnTo>
                    <a:pt x="2501" y="1580"/>
                  </a:lnTo>
                  <a:cubicBezTo>
                    <a:pt x="2442" y="1902"/>
                    <a:pt x="2069" y="3626"/>
                    <a:pt x="965" y="4822"/>
                  </a:cubicBezTo>
                  <a:cubicBezTo>
                    <a:pt x="258" y="5561"/>
                    <a:pt x="1" y="6429"/>
                    <a:pt x="1" y="7233"/>
                  </a:cubicBezTo>
                  <a:cubicBezTo>
                    <a:pt x="1" y="8036"/>
                    <a:pt x="258" y="8744"/>
                    <a:pt x="643" y="9129"/>
                  </a:cubicBezTo>
                  <a:cubicBezTo>
                    <a:pt x="901" y="9386"/>
                    <a:pt x="1222" y="9708"/>
                    <a:pt x="1576" y="9965"/>
                  </a:cubicBezTo>
                  <a:cubicBezTo>
                    <a:pt x="1769" y="10094"/>
                    <a:pt x="1929" y="10222"/>
                    <a:pt x="2122" y="10287"/>
                  </a:cubicBezTo>
                  <a:cubicBezTo>
                    <a:pt x="2315" y="10383"/>
                    <a:pt x="2476" y="10447"/>
                    <a:pt x="2701" y="10447"/>
                  </a:cubicBezTo>
                  <a:cubicBezTo>
                    <a:pt x="2797" y="10447"/>
                    <a:pt x="2926" y="10447"/>
                    <a:pt x="3054" y="10383"/>
                  </a:cubicBezTo>
                  <a:cubicBezTo>
                    <a:pt x="3151" y="10319"/>
                    <a:pt x="3247" y="10222"/>
                    <a:pt x="3311" y="10094"/>
                  </a:cubicBezTo>
                  <a:cubicBezTo>
                    <a:pt x="3569" y="9644"/>
                    <a:pt x="3569" y="9129"/>
                    <a:pt x="3601" y="8647"/>
                  </a:cubicBezTo>
                  <a:cubicBezTo>
                    <a:pt x="3601" y="8390"/>
                    <a:pt x="3633" y="8165"/>
                    <a:pt x="3665" y="7972"/>
                  </a:cubicBezTo>
                  <a:cubicBezTo>
                    <a:pt x="3697" y="7811"/>
                    <a:pt x="3729" y="7651"/>
                    <a:pt x="3794" y="7586"/>
                  </a:cubicBezTo>
                  <a:cubicBezTo>
                    <a:pt x="3858" y="7490"/>
                    <a:pt x="4019" y="7361"/>
                    <a:pt x="4244" y="7201"/>
                  </a:cubicBezTo>
                  <a:cubicBezTo>
                    <a:pt x="4533" y="6943"/>
                    <a:pt x="4919" y="6622"/>
                    <a:pt x="5272" y="6204"/>
                  </a:cubicBezTo>
                  <a:cubicBezTo>
                    <a:pt x="5594" y="5786"/>
                    <a:pt x="5883" y="5272"/>
                    <a:pt x="5979" y="4629"/>
                  </a:cubicBezTo>
                  <a:cubicBezTo>
                    <a:pt x="6044" y="4211"/>
                    <a:pt x="6044" y="3633"/>
                    <a:pt x="6044" y="2958"/>
                  </a:cubicBezTo>
                  <a:cubicBezTo>
                    <a:pt x="6044" y="2186"/>
                    <a:pt x="6012" y="1286"/>
                    <a:pt x="5979" y="354"/>
                  </a:cubicBezTo>
                  <a:cubicBezTo>
                    <a:pt x="5979" y="225"/>
                    <a:pt x="5915" y="129"/>
                    <a:pt x="5787" y="97"/>
                  </a:cubicBezTo>
                  <a:cubicBezTo>
                    <a:pt x="5433" y="32"/>
                    <a:pt x="5112" y="0"/>
                    <a:pt x="48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4424;p64">
              <a:extLst>
                <a:ext uri="{FF2B5EF4-FFF2-40B4-BE49-F238E27FC236}">
                  <a16:creationId xmlns:a16="http://schemas.microsoft.com/office/drawing/2014/main" id="{88956B88-F7C7-232C-ED66-0D458E95D7D6}"/>
                </a:ext>
              </a:extLst>
            </p:cNvPr>
            <p:cNvSpPr/>
            <p:nvPr/>
          </p:nvSpPr>
          <p:spPr>
            <a:xfrm>
              <a:off x="3981150" y="2125000"/>
              <a:ext cx="481375" cy="450850"/>
            </a:xfrm>
            <a:custGeom>
              <a:avLst/>
              <a:gdLst/>
              <a:ahLst/>
              <a:cxnLst/>
              <a:rect l="l" t="t" r="r" b="b"/>
              <a:pathLst>
                <a:path w="19255" h="18034" extrusionOk="0">
                  <a:moveTo>
                    <a:pt x="9740" y="0"/>
                  </a:moveTo>
                  <a:lnTo>
                    <a:pt x="0" y="11058"/>
                  </a:lnTo>
                  <a:lnTo>
                    <a:pt x="9836" y="18033"/>
                  </a:lnTo>
                  <a:lnTo>
                    <a:pt x="19255" y="6076"/>
                  </a:lnTo>
                  <a:lnTo>
                    <a:pt x="97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4425;p64">
              <a:extLst>
                <a:ext uri="{FF2B5EF4-FFF2-40B4-BE49-F238E27FC236}">
                  <a16:creationId xmlns:a16="http://schemas.microsoft.com/office/drawing/2014/main" id="{D8A99D3B-3375-BA6E-1A1C-593332A8BE24}"/>
                </a:ext>
              </a:extLst>
            </p:cNvPr>
            <p:cNvSpPr/>
            <p:nvPr/>
          </p:nvSpPr>
          <p:spPr>
            <a:xfrm>
              <a:off x="3974725" y="2118525"/>
              <a:ext cx="495050" cy="464350"/>
            </a:xfrm>
            <a:custGeom>
              <a:avLst/>
              <a:gdLst/>
              <a:ahLst/>
              <a:cxnLst/>
              <a:rect l="l" t="t" r="r" b="b"/>
              <a:pathLst>
                <a:path w="19802" h="18574" extrusionOk="0">
                  <a:moveTo>
                    <a:pt x="10044" y="617"/>
                  </a:moveTo>
                  <a:lnTo>
                    <a:pt x="19126" y="6431"/>
                  </a:lnTo>
                  <a:lnTo>
                    <a:pt x="10029" y="17939"/>
                  </a:lnTo>
                  <a:lnTo>
                    <a:pt x="675" y="11253"/>
                  </a:lnTo>
                  <a:lnTo>
                    <a:pt x="10044" y="617"/>
                  </a:lnTo>
                  <a:close/>
                  <a:moveTo>
                    <a:pt x="10006" y="1"/>
                  </a:moveTo>
                  <a:cubicBezTo>
                    <a:pt x="9927" y="1"/>
                    <a:pt x="9846" y="36"/>
                    <a:pt x="9804" y="99"/>
                  </a:cubicBezTo>
                  <a:lnTo>
                    <a:pt x="64" y="11124"/>
                  </a:lnTo>
                  <a:cubicBezTo>
                    <a:pt x="32" y="11188"/>
                    <a:pt x="0" y="11253"/>
                    <a:pt x="0" y="11349"/>
                  </a:cubicBezTo>
                  <a:cubicBezTo>
                    <a:pt x="0" y="11413"/>
                    <a:pt x="64" y="11478"/>
                    <a:pt x="129" y="11542"/>
                  </a:cubicBezTo>
                  <a:lnTo>
                    <a:pt x="9933" y="18517"/>
                  </a:lnTo>
                  <a:cubicBezTo>
                    <a:pt x="9983" y="18555"/>
                    <a:pt x="10039" y="18573"/>
                    <a:pt x="10094" y="18573"/>
                  </a:cubicBezTo>
                  <a:cubicBezTo>
                    <a:pt x="10178" y="18573"/>
                    <a:pt x="10260" y="18531"/>
                    <a:pt x="10318" y="18453"/>
                  </a:cubicBezTo>
                  <a:lnTo>
                    <a:pt x="19737" y="6527"/>
                  </a:lnTo>
                  <a:cubicBezTo>
                    <a:pt x="19769" y="6463"/>
                    <a:pt x="19801" y="6367"/>
                    <a:pt x="19769" y="6302"/>
                  </a:cubicBezTo>
                  <a:cubicBezTo>
                    <a:pt x="19769" y="6238"/>
                    <a:pt x="19705" y="6174"/>
                    <a:pt x="19672" y="6110"/>
                  </a:cubicBezTo>
                  <a:lnTo>
                    <a:pt x="10126" y="34"/>
                  </a:lnTo>
                  <a:cubicBezTo>
                    <a:pt x="10091" y="12"/>
                    <a:pt x="10049" y="1"/>
                    <a:pt x="1000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4426;p64">
              <a:extLst>
                <a:ext uri="{FF2B5EF4-FFF2-40B4-BE49-F238E27FC236}">
                  <a16:creationId xmlns:a16="http://schemas.microsoft.com/office/drawing/2014/main" id="{02690731-26CA-E71E-C84C-BB00A62C1328}"/>
                </a:ext>
              </a:extLst>
            </p:cNvPr>
            <p:cNvSpPr/>
            <p:nvPr/>
          </p:nvSpPr>
          <p:spPr>
            <a:xfrm>
              <a:off x="4117750" y="2193300"/>
              <a:ext cx="56275" cy="160075"/>
            </a:xfrm>
            <a:custGeom>
              <a:avLst/>
              <a:gdLst/>
              <a:ahLst/>
              <a:cxnLst/>
              <a:rect l="l" t="t" r="r" b="b"/>
              <a:pathLst>
                <a:path w="2251" h="6403" extrusionOk="0">
                  <a:moveTo>
                    <a:pt x="1447" y="1"/>
                  </a:moveTo>
                  <a:lnTo>
                    <a:pt x="1" y="1833"/>
                  </a:lnTo>
                  <a:cubicBezTo>
                    <a:pt x="1" y="1833"/>
                    <a:pt x="129" y="5272"/>
                    <a:pt x="129" y="5787"/>
                  </a:cubicBezTo>
                  <a:cubicBezTo>
                    <a:pt x="129" y="6079"/>
                    <a:pt x="483" y="6403"/>
                    <a:pt x="806" y="6403"/>
                  </a:cubicBezTo>
                  <a:cubicBezTo>
                    <a:pt x="1050" y="6403"/>
                    <a:pt x="1277" y="6217"/>
                    <a:pt x="1319" y="5690"/>
                  </a:cubicBezTo>
                  <a:cubicBezTo>
                    <a:pt x="1447" y="4469"/>
                    <a:pt x="1447" y="3954"/>
                    <a:pt x="1544" y="3665"/>
                  </a:cubicBezTo>
                  <a:cubicBezTo>
                    <a:pt x="1640" y="3344"/>
                    <a:pt x="2251" y="1447"/>
                    <a:pt x="14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4427;p64">
              <a:extLst>
                <a:ext uri="{FF2B5EF4-FFF2-40B4-BE49-F238E27FC236}">
                  <a16:creationId xmlns:a16="http://schemas.microsoft.com/office/drawing/2014/main" id="{BEB55B52-7F47-1840-6EDC-00CBB0EAD3F9}"/>
                </a:ext>
              </a:extLst>
            </p:cNvPr>
            <p:cNvSpPr/>
            <p:nvPr/>
          </p:nvSpPr>
          <p:spPr>
            <a:xfrm>
              <a:off x="4111325" y="2186875"/>
              <a:ext cx="59500" cy="172800"/>
            </a:xfrm>
            <a:custGeom>
              <a:avLst/>
              <a:gdLst/>
              <a:ahLst/>
              <a:cxnLst/>
              <a:rect l="l" t="t" r="r" b="b"/>
              <a:pathLst>
                <a:path w="2380" h="6912" extrusionOk="0">
                  <a:moveTo>
                    <a:pt x="1686" y="0"/>
                  </a:moveTo>
                  <a:cubicBezTo>
                    <a:pt x="1636" y="0"/>
                    <a:pt x="1586" y="11"/>
                    <a:pt x="1544" y="33"/>
                  </a:cubicBezTo>
                  <a:cubicBezTo>
                    <a:pt x="1415" y="97"/>
                    <a:pt x="1383" y="290"/>
                    <a:pt x="1447" y="418"/>
                  </a:cubicBezTo>
                  <a:cubicBezTo>
                    <a:pt x="1736" y="900"/>
                    <a:pt x="1833" y="1479"/>
                    <a:pt x="1833" y="2026"/>
                  </a:cubicBezTo>
                  <a:cubicBezTo>
                    <a:pt x="1833" y="2893"/>
                    <a:pt x="1608" y="3665"/>
                    <a:pt x="1544" y="3826"/>
                  </a:cubicBezTo>
                  <a:cubicBezTo>
                    <a:pt x="1415" y="4211"/>
                    <a:pt x="1415" y="4694"/>
                    <a:pt x="1319" y="5915"/>
                  </a:cubicBezTo>
                  <a:cubicBezTo>
                    <a:pt x="1319" y="6140"/>
                    <a:pt x="1254" y="6269"/>
                    <a:pt x="1190" y="6333"/>
                  </a:cubicBezTo>
                  <a:cubicBezTo>
                    <a:pt x="1158" y="6365"/>
                    <a:pt x="1126" y="6397"/>
                    <a:pt x="1061" y="6397"/>
                  </a:cubicBezTo>
                  <a:cubicBezTo>
                    <a:pt x="997" y="6397"/>
                    <a:pt x="869" y="6333"/>
                    <a:pt x="772" y="6269"/>
                  </a:cubicBezTo>
                  <a:cubicBezTo>
                    <a:pt x="676" y="6172"/>
                    <a:pt x="644" y="6076"/>
                    <a:pt x="644" y="6044"/>
                  </a:cubicBezTo>
                  <a:cubicBezTo>
                    <a:pt x="644" y="5529"/>
                    <a:pt x="547" y="2090"/>
                    <a:pt x="547" y="2090"/>
                  </a:cubicBezTo>
                  <a:cubicBezTo>
                    <a:pt x="547" y="1929"/>
                    <a:pt x="419" y="1833"/>
                    <a:pt x="258" y="1833"/>
                  </a:cubicBezTo>
                  <a:cubicBezTo>
                    <a:pt x="129" y="1833"/>
                    <a:pt x="1" y="1961"/>
                    <a:pt x="1" y="2090"/>
                  </a:cubicBezTo>
                  <a:cubicBezTo>
                    <a:pt x="1" y="2090"/>
                    <a:pt x="33" y="2958"/>
                    <a:pt x="65" y="3890"/>
                  </a:cubicBezTo>
                  <a:cubicBezTo>
                    <a:pt x="97" y="4822"/>
                    <a:pt x="97" y="5786"/>
                    <a:pt x="97" y="6044"/>
                  </a:cubicBezTo>
                  <a:cubicBezTo>
                    <a:pt x="97" y="6301"/>
                    <a:pt x="258" y="6494"/>
                    <a:pt x="419" y="6654"/>
                  </a:cubicBezTo>
                  <a:cubicBezTo>
                    <a:pt x="579" y="6815"/>
                    <a:pt x="804" y="6911"/>
                    <a:pt x="1061" y="6911"/>
                  </a:cubicBezTo>
                  <a:cubicBezTo>
                    <a:pt x="1254" y="6911"/>
                    <a:pt x="1479" y="6847"/>
                    <a:pt x="1608" y="6654"/>
                  </a:cubicBezTo>
                  <a:cubicBezTo>
                    <a:pt x="1769" y="6494"/>
                    <a:pt x="1833" y="6269"/>
                    <a:pt x="1865" y="5979"/>
                  </a:cubicBezTo>
                  <a:cubicBezTo>
                    <a:pt x="1961" y="4758"/>
                    <a:pt x="1961" y="4211"/>
                    <a:pt x="2058" y="4018"/>
                  </a:cubicBezTo>
                  <a:cubicBezTo>
                    <a:pt x="2122" y="3793"/>
                    <a:pt x="2379" y="2990"/>
                    <a:pt x="2379" y="2026"/>
                  </a:cubicBezTo>
                  <a:cubicBezTo>
                    <a:pt x="2379" y="1415"/>
                    <a:pt x="2283" y="740"/>
                    <a:pt x="1929" y="129"/>
                  </a:cubicBezTo>
                  <a:cubicBezTo>
                    <a:pt x="1886" y="43"/>
                    <a:pt x="1786" y="0"/>
                    <a:pt x="16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4428;p64">
              <a:extLst>
                <a:ext uri="{FF2B5EF4-FFF2-40B4-BE49-F238E27FC236}">
                  <a16:creationId xmlns:a16="http://schemas.microsoft.com/office/drawing/2014/main" id="{70A343F6-E77B-A16C-B773-A7EDC5834580}"/>
                </a:ext>
              </a:extLst>
            </p:cNvPr>
            <p:cNvSpPr/>
            <p:nvPr/>
          </p:nvSpPr>
          <p:spPr>
            <a:xfrm>
              <a:off x="4286825" y="1530325"/>
              <a:ext cx="624125" cy="906500"/>
            </a:xfrm>
            <a:custGeom>
              <a:avLst/>
              <a:gdLst/>
              <a:ahLst/>
              <a:cxnLst/>
              <a:rect l="l" t="t" r="r" b="b"/>
              <a:pathLst>
                <a:path w="24965" h="36260" extrusionOk="0">
                  <a:moveTo>
                    <a:pt x="23839" y="0"/>
                  </a:moveTo>
                  <a:lnTo>
                    <a:pt x="20593" y="1511"/>
                  </a:lnTo>
                  <a:cubicBezTo>
                    <a:pt x="20593" y="1511"/>
                    <a:pt x="17860" y="4565"/>
                    <a:pt x="16542" y="7394"/>
                  </a:cubicBezTo>
                  <a:cubicBezTo>
                    <a:pt x="15225" y="10222"/>
                    <a:pt x="14228" y="17519"/>
                    <a:pt x="14228" y="17519"/>
                  </a:cubicBezTo>
                  <a:cubicBezTo>
                    <a:pt x="14228" y="17519"/>
                    <a:pt x="8956" y="26134"/>
                    <a:pt x="8249" y="26841"/>
                  </a:cubicBezTo>
                  <a:cubicBezTo>
                    <a:pt x="7542" y="27548"/>
                    <a:pt x="7928" y="27452"/>
                    <a:pt x="6224" y="28255"/>
                  </a:cubicBezTo>
                  <a:cubicBezTo>
                    <a:pt x="4488" y="29059"/>
                    <a:pt x="2270" y="29477"/>
                    <a:pt x="1949" y="29991"/>
                  </a:cubicBezTo>
                  <a:cubicBezTo>
                    <a:pt x="1660" y="30473"/>
                    <a:pt x="535" y="32916"/>
                    <a:pt x="245" y="33206"/>
                  </a:cubicBezTo>
                  <a:cubicBezTo>
                    <a:pt x="1" y="33450"/>
                    <a:pt x="369" y="33861"/>
                    <a:pt x="730" y="33861"/>
                  </a:cubicBezTo>
                  <a:cubicBezTo>
                    <a:pt x="843" y="33861"/>
                    <a:pt x="956" y="33820"/>
                    <a:pt x="1049" y="33720"/>
                  </a:cubicBezTo>
                  <a:cubicBezTo>
                    <a:pt x="1467" y="33334"/>
                    <a:pt x="2881" y="31695"/>
                    <a:pt x="2881" y="31695"/>
                  </a:cubicBezTo>
                  <a:lnTo>
                    <a:pt x="2881" y="31695"/>
                  </a:lnTo>
                  <a:lnTo>
                    <a:pt x="1145" y="35745"/>
                  </a:lnTo>
                  <a:cubicBezTo>
                    <a:pt x="1145" y="35745"/>
                    <a:pt x="1145" y="36259"/>
                    <a:pt x="1756" y="36259"/>
                  </a:cubicBezTo>
                  <a:cubicBezTo>
                    <a:pt x="2367" y="36259"/>
                    <a:pt x="3878" y="35552"/>
                    <a:pt x="3878" y="35552"/>
                  </a:cubicBezTo>
                  <a:cubicBezTo>
                    <a:pt x="3878" y="35552"/>
                    <a:pt x="5613" y="35134"/>
                    <a:pt x="6224" y="34331"/>
                  </a:cubicBezTo>
                  <a:cubicBezTo>
                    <a:pt x="6835" y="33527"/>
                    <a:pt x="9053" y="29155"/>
                    <a:pt x="9053" y="29155"/>
                  </a:cubicBezTo>
                  <a:cubicBezTo>
                    <a:pt x="9053" y="29155"/>
                    <a:pt x="14935" y="25427"/>
                    <a:pt x="17057" y="22887"/>
                  </a:cubicBezTo>
                  <a:cubicBezTo>
                    <a:pt x="19178" y="20348"/>
                    <a:pt x="20593" y="17230"/>
                    <a:pt x="20914" y="16201"/>
                  </a:cubicBezTo>
                  <a:cubicBezTo>
                    <a:pt x="21203" y="15205"/>
                    <a:pt x="24964" y="3954"/>
                    <a:pt x="24868" y="2122"/>
                  </a:cubicBezTo>
                  <a:cubicBezTo>
                    <a:pt x="24771" y="290"/>
                    <a:pt x="23839" y="0"/>
                    <a:pt x="238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4429;p64">
              <a:extLst>
                <a:ext uri="{FF2B5EF4-FFF2-40B4-BE49-F238E27FC236}">
                  <a16:creationId xmlns:a16="http://schemas.microsoft.com/office/drawing/2014/main" id="{DF90CB72-0B00-4B11-5A15-87E5E192FC53}"/>
                </a:ext>
              </a:extLst>
            </p:cNvPr>
            <p:cNvSpPr/>
            <p:nvPr/>
          </p:nvSpPr>
          <p:spPr>
            <a:xfrm>
              <a:off x="4284100" y="1523375"/>
              <a:ext cx="630875" cy="919875"/>
            </a:xfrm>
            <a:custGeom>
              <a:avLst/>
              <a:gdLst/>
              <a:ahLst/>
              <a:cxnLst/>
              <a:rect l="l" t="t" r="r" b="b"/>
              <a:pathLst>
                <a:path w="25235" h="36795" extrusionOk="0">
                  <a:moveTo>
                    <a:pt x="23944" y="1"/>
                  </a:moveTo>
                  <a:cubicBezTo>
                    <a:pt x="23831" y="1"/>
                    <a:pt x="23741" y="82"/>
                    <a:pt x="23691" y="182"/>
                  </a:cubicBezTo>
                  <a:cubicBezTo>
                    <a:pt x="23661" y="334"/>
                    <a:pt x="23716" y="457"/>
                    <a:pt x="23858" y="524"/>
                  </a:cubicBezTo>
                  <a:lnTo>
                    <a:pt x="23858" y="524"/>
                  </a:lnTo>
                  <a:lnTo>
                    <a:pt x="23852" y="536"/>
                  </a:lnTo>
                  <a:cubicBezTo>
                    <a:pt x="23884" y="536"/>
                    <a:pt x="24045" y="600"/>
                    <a:pt x="24238" y="857"/>
                  </a:cubicBezTo>
                  <a:cubicBezTo>
                    <a:pt x="24430" y="1146"/>
                    <a:pt x="24655" y="1596"/>
                    <a:pt x="24688" y="2400"/>
                  </a:cubicBezTo>
                  <a:lnTo>
                    <a:pt x="24688" y="2464"/>
                  </a:lnTo>
                  <a:cubicBezTo>
                    <a:pt x="24688" y="2689"/>
                    <a:pt x="24655" y="3075"/>
                    <a:pt x="24559" y="3557"/>
                  </a:cubicBezTo>
                  <a:cubicBezTo>
                    <a:pt x="24205" y="5293"/>
                    <a:pt x="23305" y="8282"/>
                    <a:pt x="22502" y="10950"/>
                  </a:cubicBezTo>
                  <a:cubicBezTo>
                    <a:pt x="21666" y="13618"/>
                    <a:pt x="20895" y="15965"/>
                    <a:pt x="20766" y="16415"/>
                  </a:cubicBezTo>
                  <a:cubicBezTo>
                    <a:pt x="20605" y="16865"/>
                    <a:pt x="20187" y="17926"/>
                    <a:pt x="19544" y="19115"/>
                  </a:cubicBezTo>
                  <a:cubicBezTo>
                    <a:pt x="18902" y="20337"/>
                    <a:pt x="18002" y="21751"/>
                    <a:pt x="16973" y="23005"/>
                  </a:cubicBezTo>
                  <a:cubicBezTo>
                    <a:pt x="15944" y="24226"/>
                    <a:pt x="13951" y="25801"/>
                    <a:pt x="12216" y="27023"/>
                  </a:cubicBezTo>
                  <a:cubicBezTo>
                    <a:pt x="11348" y="27665"/>
                    <a:pt x="10544" y="28212"/>
                    <a:pt x="9965" y="28598"/>
                  </a:cubicBezTo>
                  <a:cubicBezTo>
                    <a:pt x="9676" y="28791"/>
                    <a:pt x="9451" y="28951"/>
                    <a:pt x="9258" y="29048"/>
                  </a:cubicBezTo>
                  <a:cubicBezTo>
                    <a:pt x="9098" y="29176"/>
                    <a:pt x="9033" y="29208"/>
                    <a:pt x="9033" y="29208"/>
                  </a:cubicBezTo>
                  <a:lnTo>
                    <a:pt x="8937" y="29337"/>
                  </a:lnTo>
                  <a:cubicBezTo>
                    <a:pt x="8937" y="29337"/>
                    <a:pt x="8776" y="29594"/>
                    <a:pt x="8583" y="30012"/>
                  </a:cubicBezTo>
                  <a:cubicBezTo>
                    <a:pt x="8230" y="30655"/>
                    <a:pt x="7747" y="31619"/>
                    <a:pt x="7265" y="32487"/>
                  </a:cubicBezTo>
                  <a:cubicBezTo>
                    <a:pt x="7008" y="32937"/>
                    <a:pt x="6783" y="33355"/>
                    <a:pt x="6590" y="33709"/>
                  </a:cubicBezTo>
                  <a:cubicBezTo>
                    <a:pt x="6397" y="34030"/>
                    <a:pt x="6205" y="34319"/>
                    <a:pt x="6108" y="34448"/>
                  </a:cubicBezTo>
                  <a:cubicBezTo>
                    <a:pt x="5883" y="34769"/>
                    <a:pt x="5337" y="35091"/>
                    <a:pt x="4822" y="35284"/>
                  </a:cubicBezTo>
                  <a:cubicBezTo>
                    <a:pt x="4597" y="35380"/>
                    <a:pt x="4372" y="35444"/>
                    <a:pt x="4212" y="35509"/>
                  </a:cubicBezTo>
                  <a:cubicBezTo>
                    <a:pt x="4115" y="35509"/>
                    <a:pt x="4051" y="35541"/>
                    <a:pt x="4019" y="35541"/>
                  </a:cubicBezTo>
                  <a:lnTo>
                    <a:pt x="3922" y="35573"/>
                  </a:lnTo>
                  <a:lnTo>
                    <a:pt x="3890" y="35573"/>
                  </a:lnTo>
                  <a:cubicBezTo>
                    <a:pt x="3890" y="35573"/>
                    <a:pt x="3794" y="35637"/>
                    <a:pt x="3633" y="35702"/>
                  </a:cubicBezTo>
                  <a:cubicBezTo>
                    <a:pt x="3408" y="35798"/>
                    <a:pt x="3054" y="35927"/>
                    <a:pt x="2733" y="36055"/>
                  </a:cubicBezTo>
                  <a:cubicBezTo>
                    <a:pt x="2379" y="36184"/>
                    <a:pt x="2026" y="36280"/>
                    <a:pt x="1865" y="36280"/>
                  </a:cubicBezTo>
                  <a:cubicBezTo>
                    <a:pt x="1769" y="36280"/>
                    <a:pt x="1704" y="36248"/>
                    <a:pt x="1640" y="36216"/>
                  </a:cubicBezTo>
                  <a:cubicBezTo>
                    <a:pt x="1576" y="36184"/>
                    <a:pt x="1576" y="36152"/>
                    <a:pt x="1544" y="36087"/>
                  </a:cubicBezTo>
                  <a:lnTo>
                    <a:pt x="1544" y="36055"/>
                  </a:lnTo>
                  <a:lnTo>
                    <a:pt x="1544" y="36044"/>
                  </a:lnTo>
                  <a:lnTo>
                    <a:pt x="3247" y="32069"/>
                  </a:lnTo>
                  <a:cubicBezTo>
                    <a:pt x="3279" y="31973"/>
                    <a:pt x="3247" y="31812"/>
                    <a:pt x="3119" y="31748"/>
                  </a:cubicBezTo>
                  <a:cubicBezTo>
                    <a:pt x="3085" y="31725"/>
                    <a:pt x="3042" y="31714"/>
                    <a:pt x="2999" y="31714"/>
                  </a:cubicBezTo>
                  <a:cubicBezTo>
                    <a:pt x="2920" y="31714"/>
                    <a:pt x="2839" y="31750"/>
                    <a:pt x="2797" y="31812"/>
                  </a:cubicBezTo>
                  <a:cubicBezTo>
                    <a:pt x="2797" y="31812"/>
                    <a:pt x="2776" y="31836"/>
                    <a:pt x="2737" y="31878"/>
                  </a:cubicBezTo>
                  <a:lnTo>
                    <a:pt x="2737" y="31878"/>
                  </a:lnTo>
                  <a:lnTo>
                    <a:pt x="2733" y="31876"/>
                  </a:lnTo>
                  <a:lnTo>
                    <a:pt x="2729" y="31887"/>
                  </a:lnTo>
                  <a:lnTo>
                    <a:pt x="2729" y="31887"/>
                  </a:lnTo>
                  <a:cubicBezTo>
                    <a:pt x="2606" y="32020"/>
                    <a:pt x="2333" y="32317"/>
                    <a:pt x="2026" y="32648"/>
                  </a:cubicBezTo>
                  <a:cubicBezTo>
                    <a:pt x="1608" y="33130"/>
                    <a:pt x="1158" y="33612"/>
                    <a:pt x="965" y="33805"/>
                  </a:cubicBezTo>
                  <a:cubicBezTo>
                    <a:pt x="933" y="33869"/>
                    <a:pt x="901" y="33869"/>
                    <a:pt x="836" y="33869"/>
                  </a:cubicBezTo>
                  <a:cubicBezTo>
                    <a:pt x="772" y="33869"/>
                    <a:pt x="676" y="33837"/>
                    <a:pt x="611" y="33773"/>
                  </a:cubicBezTo>
                  <a:lnTo>
                    <a:pt x="547" y="33709"/>
                  </a:lnTo>
                  <a:lnTo>
                    <a:pt x="547" y="33676"/>
                  </a:lnTo>
                  <a:cubicBezTo>
                    <a:pt x="611" y="33612"/>
                    <a:pt x="676" y="33548"/>
                    <a:pt x="740" y="33419"/>
                  </a:cubicBezTo>
                  <a:cubicBezTo>
                    <a:pt x="965" y="33066"/>
                    <a:pt x="1286" y="32423"/>
                    <a:pt x="1576" y="31812"/>
                  </a:cubicBezTo>
                  <a:cubicBezTo>
                    <a:pt x="1897" y="31201"/>
                    <a:pt x="2187" y="30591"/>
                    <a:pt x="2315" y="30398"/>
                  </a:cubicBezTo>
                  <a:cubicBezTo>
                    <a:pt x="2315" y="30398"/>
                    <a:pt x="2347" y="30333"/>
                    <a:pt x="2412" y="30301"/>
                  </a:cubicBezTo>
                  <a:cubicBezTo>
                    <a:pt x="2540" y="30205"/>
                    <a:pt x="2765" y="30108"/>
                    <a:pt x="3054" y="30012"/>
                  </a:cubicBezTo>
                  <a:cubicBezTo>
                    <a:pt x="3922" y="29691"/>
                    <a:pt x="5272" y="29337"/>
                    <a:pt x="6430" y="28791"/>
                  </a:cubicBezTo>
                  <a:cubicBezTo>
                    <a:pt x="7297" y="28373"/>
                    <a:pt x="7651" y="28180"/>
                    <a:pt x="7876" y="27987"/>
                  </a:cubicBezTo>
                  <a:cubicBezTo>
                    <a:pt x="8005" y="27890"/>
                    <a:pt x="8101" y="27794"/>
                    <a:pt x="8198" y="27698"/>
                  </a:cubicBezTo>
                  <a:cubicBezTo>
                    <a:pt x="8262" y="27601"/>
                    <a:pt x="8358" y="27473"/>
                    <a:pt x="8551" y="27312"/>
                  </a:cubicBezTo>
                  <a:cubicBezTo>
                    <a:pt x="8648" y="27183"/>
                    <a:pt x="8808" y="26990"/>
                    <a:pt x="9033" y="26669"/>
                  </a:cubicBezTo>
                  <a:cubicBezTo>
                    <a:pt x="10544" y="24515"/>
                    <a:pt x="14562" y="17926"/>
                    <a:pt x="14562" y="17926"/>
                  </a:cubicBezTo>
                  <a:lnTo>
                    <a:pt x="14594" y="17829"/>
                  </a:lnTo>
                  <a:cubicBezTo>
                    <a:pt x="14594" y="17829"/>
                    <a:pt x="14659" y="17379"/>
                    <a:pt x="14787" y="16640"/>
                  </a:cubicBezTo>
                  <a:cubicBezTo>
                    <a:pt x="14948" y="15579"/>
                    <a:pt x="15237" y="13875"/>
                    <a:pt x="15591" y="12172"/>
                  </a:cubicBezTo>
                  <a:cubicBezTo>
                    <a:pt x="15976" y="10500"/>
                    <a:pt x="16426" y="8797"/>
                    <a:pt x="16909" y="7768"/>
                  </a:cubicBezTo>
                  <a:cubicBezTo>
                    <a:pt x="17552" y="6386"/>
                    <a:pt x="18548" y="4939"/>
                    <a:pt x="19384" y="3814"/>
                  </a:cubicBezTo>
                  <a:cubicBezTo>
                    <a:pt x="19802" y="3268"/>
                    <a:pt x="20187" y="2818"/>
                    <a:pt x="20477" y="2496"/>
                  </a:cubicBezTo>
                  <a:cubicBezTo>
                    <a:pt x="20605" y="2336"/>
                    <a:pt x="20702" y="2207"/>
                    <a:pt x="20798" y="2111"/>
                  </a:cubicBezTo>
                  <a:cubicBezTo>
                    <a:pt x="20862" y="2014"/>
                    <a:pt x="20895" y="1982"/>
                    <a:pt x="20895" y="1982"/>
                  </a:cubicBezTo>
                  <a:cubicBezTo>
                    <a:pt x="21023" y="1853"/>
                    <a:pt x="20991" y="1693"/>
                    <a:pt x="20895" y="1596"/>
                  </a:cubicBezTo>
                  <a:cubicBezTo>
                    <a:pt x="20835" y="1552"/>
                    <a:pt x="20768" y="1528"/>
                    <a:pt x="20704" y="1528"/>
                  </a:cubicBezTo>
                  <a:cubicBezTo>
                    <a:pt x="20631" y="1528"/>
                    <a:pt x="20560" y="1560"/>
                    <a:pt x="20509" y="1628"/>
                  </a:cubicBezTo>
                  <a:cubicBezTo>
                    <a:pt x="20509" y="1628"/>
                    <a:pt x="17777" y="4650"/>
                    <a:pt x="16426" y="7543"/>
                  </a:cubicBezTo>
                  <a:cubicBezTo>
                    <a:pt x="15751" y="9022"/>
                    <a:pt x="15173" y="11561"/>
                    <a:pt x="14723" y="13747"/>
                  </a:cubicBezTo>
                  <a:cubicBezTo>
                    <a:pt x="14349" y="15701"/>
                    <a:pt x="14130" y="17372"/>
                    <a:pt x="14088" y="17705"/>
                  </a:cubicBezTo>
                  <a:lnTo>
                    <a:pt x="14088" y="17705"/>
                  </a:lnTo>
                  <a:cubicBezTo>
                    <a:pt x="14000" y="17835"/>
                    <a:pt x="13684" y="18312"/>
                    <a:pt x="13276" y="19019"/>
                  </a:cubicBezTo>
                  <a:cubicBezTo>
                    <a:pt x="12505" y="20240"/>
                    <a:pt x="11348" y="22104"/>
                    <a:pt x="10319" y="23712"/>
                  </a:cubicBezTo>
                  <a:cubicBezTo>
                    <a:pt x="9805" y="24515"/>
                    <a:pt x="9323" y="25255"/>
                    <a:pt x="8937" y="25833"/>
                  </a:cubicBezTo>
                  <a:cubicBezTo>
                    <a:pt x="8744" y="26123"/>
                    <a:pt x="8583" y="26380"/>
                    <a:pt x="8455" y="26573"/>
                  </a:cubicBezTo>
                  <a:cubicBezTo>
                    <a:pt x="8326" y="26765"/>
                    <a:pt x="8198" y="26894"/>
                    <a:pt x="8165" y="26926"/>
                  </a:cubicBezTo>
                  <a:cubicBezTo>
                    <a:pt x="7972" y="27119"/>
                    <a:pt x="7876" y="27248"/>
                    <a:pt x="7780" y="27344"/>
                  </a:cubicBezTo>
                  <a:cubicBezTo>
                    <a:pt x="7651" y="27505"/>
                    <a:pt x="7587" y="27569"/>
                    <a:pt x="7394" y="27698"/>
                  </a:cubicBezTo>
                  <a:cubicBezTo>
                    <a:pt x="7201" y="27826"/>
                    <a:pt x="6847" y="27987"/>
                    <a:pt x="6205" y="28276"/>
                  </a:cubicBezTo>
                  <a:cubicBezTo>
                    <a:pt x="5369" y="28694"/>
                    <a:pt x="4404" y="28983"/>
                    <a:pt x="3601" y="29241"/>
                  </a:cubicBezTo>
                  <a:cubicBezTo>
                    <a:pt x="3183" y="29401"/>
                    <a:pt x="2797" y="29498"/>
                    <a:pt x="2508" y="29626"/>
                  </a:cubicBezTo>
                  <a:cubicBezTo>
                    <a:pt x="2379" y="29691"/>
                    <a:pt x="2251" y="29787"/>
                    <a:pt x="2122" y="29851"/>
                  </a:cubicBezTo>
                  <a:cubicBezTo>
                    <a:pt x="2026" y="29916"/>
                    <a:pt x="1929" y="30012"/>
                    <a:pt x="1833" y="30108"/>
                  </a:cubicBezTo>
                  <a:cubicBezTo>
                    <a:pt x="1769" y="30269"/>
                    <a:pt x="1640" y="30494"/>
                    <a:pt x="1479" y="30816"/>
                  </a:cubicBezTo>
                  <a:cubicBezTo>
                    <a:pt x="1254" y="31266"/>
                    <a:pt x="965" y="31844"/>
                    <a:pt x="708" y="32359"/>
                  </a:cubicBezTo>
                  <a:cubicBezTo>
                    <a:pt x="579" y="32584"/>
                    <a:pt x="451" y="32809"/>
                    <a:pt x="354" y="33001"/>
                  </a:cubicBezTo>
                  <a:cubicBezTo>
                    <a:pt x="322" y="33098"/>
                    <a:pt x="258" y="33162"/>
                    <a:pt x="226" y="33226"/>
                  </a:cubicBezTo>
                  <a:cubicBezTo>
                    <a:pt x="194" y="33259"/>
                    <a:pt x="161" y="33291"/>
                    <a:pt x="161" y="33323"/>
                  </a:cubicBezTo>
                  <a:cubicBezTo>
                    <a:pt x="65" y="33387"/>
                    <a:pt x="1" y="33548"/>
                    <a:pt x="1" y="33676"/>
                  </a:cubicBezTo>
                  <a:cubicBezTo>
                    <a:pt x="1" y="33902"/>
                    <a:pt x="129" y="34062"/>
                    <a:pt x="290" y="34191"/>
                  </a:cubicBezTo>
                  <a:cubicBezTo>
                    <a:pt x="419" y="34319"/>
                    <a:pt x="611" y="34416"/>
                    <a:pt x="836" y="34416"/>
                  </a:cubicBezTo>
                  <a:cubicBezTo>
                    <a:pt x="1029" y="34416"/>
                    <a:pt x="1190" y="34352"/>
                    <a:pt x="1351" y="34191"/>
                  </a:cubicBezTo>
                  <a:cubicBezTo>
                    <a:pt x="1518" y="34024"/>
                    <a:pt x="1808" y="33716"/>
                    <a:pt x="2104" y="33371"/>
                  </a:cubicBezTo>
                  <a:lnTo>
                    <a:pt x="2104" y="33371"/>
                  </a:lnTo>
                  <a:lnTo>
                    <a:pt x="1029" y="35927"/>
                  </a:lnTo>
                  <a:lnTo>
                    <a:pt x="997" y="36023"/>
                  </a:lnTo>
                  <a:cubicBezTo>
                    <a:pt x="997" y="36055"/>
                    <a:pt x="997" y="36216"/>
                    <a:pt x="1094" y="36409"/>
                  </a:cubicBezTo>
                  <a:cubicBezTo>
                    <a:pt x="1158" y="36505"/>
                    <a:pt x="1254" y="36634"/>
                    <a:pt x="1383" y="36698"/>
                  </a:cubicBezTo>
                  <a:cubicBezTo>
                    <a:pt x="1511" y="36762"/>
                    <a:pt x="1672" y="36795"/>
                    <a:pt x="1865" y="36795"/>
                  </a:cubicBezTo>
                  <a:cubicBezTo>
                    <a:pt x="2058" y="36795"/>
                    <a:pt x="2283" y="36762"/>
                    <a:pt x="2540" y="36698"/>
                  </a:cubicBezTo>
                  <a:cubicBezTo>
                    <a:pt x="3157" y="36502"/>
                    <a:pt x="3895" y="36184"/>
                    <a:pt x="4075" y="36084"/>
                  </a:cubicBezTo>
                  <a:lnTo>
                    <a:pt x="4075" y="36084"/>
                  </a:lnTo>
                  <a:cubicBezTo>
                    <a:pt x="4175" y="36065"/>
                    <a:pt x="4560" y="35967"/>
                    <a:pt x="5047" y="35766"/>
                  </a:cubicBezTo>
                  <a:cubicBezTo>
                    <a:pt x="5562" y="35573"/>
                    <a:pt x="6172" y="35252"/>
                    <a:pt x="6526" y="34769"/>
                  </a:cubicBezTo>
                  <a:cubicBezTo>
                    <a:pt x="6719" y="34544"/>
                    <a:pt x="6976" y="34127"/>
                    <a:pt x="7265" y="33580"/>
                  </a:cubicBezTo>
                  <a:cubicBezTo>
                    <a:pt x="8039" y="32176"/>
                    <a:pt x="9119" y="30082"/>
                    <a:pt x="9345" y="29644"/>
                  </a:cubicBezTo>
                  <a:lnTo>
                    <a:pt x="9345" y="29644"/>
                  </a:lnTo>
                  <a:cubicBezTo>
                    <a:pt x="9532" y="29523"/>
                    <a:pt x="10896" y="28636"/>
                    <a:pt x="12537" y="27473"/>
                  </a:cubicBezTo>
                  <a:cubicBezTo>
                    <a:pt x="14273" y="26219"/>
                    <a:pt x="16266" y="24644"/>
                    <a:pt x="17359" y="23326"/>
                  </a:cubicBezTo>
                  <a:cubicBezTo>
                    <a:pt x="18452" y="22040"/>
                    <a:pt x="19352" y="20626"/>
                    <a:pt x="19994" y="19372"/>
                  </a:cubicBezTo>
                  <a:cubicBezTo>
                    <a:pt x="20670" y="18151"/>
                    <a:pt x="21120" y="17090"/>
                    <a:pt x="21280" y="16543"/>
                  </a:cubicBezTo>
                  <a:cubicBezTo>
                    <a:pt x="21409" y="16061"/>
                    <a:pt x="22405" y="13072"/>
                    <a:pt x="23370" y="9954"/>
                  </a:cubicBezTo>
                  <a:cubicBezTo>
                    <a:pt x="23820" y="8379"/>
                    <a:pt x="24302" y="6804"/>
                    <a:pt x="24655" y="5454"/>
                  </a:cubicBezTo>
                  <a:cubicBezTo>
                    <a:pt x="24816" y="4779"/>
                    <a:pt x="24977" y="4168"/>
                    <a:pt x="25073" y="3686"/>
                  </a:cubicBezTo>
                  <a:cubicBezTo>
                    <a:pt x="25170" y="3171"/>
                    <a:pt x="25234" y="2786"/>
                    <a:pt x="25234" y="2464"/>
                  </a:cubicBezTo>
                  <a:lnTo>
                    <a:pt x="25234" y="2400"/>
                  </a:lnTo>
                  <a:cubicBezTo>
                    <a:pt x="25170" y="1436"/>
                    <a:pt x="24913" y="825"/>
                    <a:pt x="24623" y="471"/>
                  </a:cubicBezTo>
                  <a:cubicBezTo>
                    <a:pt x="24366" y="150"/>
                    <a:pt x="24077" y="21"/>
                    <a:pt x="24045" y="21"/>
                  </a:cubicBezTo>
                  <a:cubicBezTo>
                    <a:pt x="24009" y="7"/>
                    <a:pt x="23976" y="1"/>
                    <a:pt x="239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4430;p64">
              <a:extLst>
                <a:ext uri="{FF2B5EF4-FFF2-40B4-BE49-F238E27FC236}">
                  <a16:creationId xmlns:a16="http://schemas.microsoft.com/office/drawing/2014/main" id="{F876BF2B-5DC9-9226-F846-CE63C5AF8CCA}"/>
                </a:ext>
              </a:extLst>
            </p:cNvPr>
            <p:cNvSpPr/>
            <p:nvPr/>
          </p:nvSpPr>
          <p:spPr>
            <a:xfrm>
              <a:off x="4286825" y="2209375"/>
              <a:ext cx="250450" cy="227450"/>
            </a:xfrm>
            <a:custGeom>
              <a:avLst/>
              <a:gdLst/>
              <a:ahLst/>
              <a:cxnLst/>
              <a:rect l="l" t="t" r="r" b="b"/>
              <a:pathLst>
                <a:path w="10018" h="9098" extrusionOk="0">
                  <a:moveTo>
                    <a:pt x="7928" y="0"/>
                  </a:moveTo>
                  <a:cubicBezTo>
                    <a:pt x="7606" y="386"/>
                    <a:pt x="7606" y="450"/>
                    <a:pt x="6224" y="1093"/>
                  </a:cubicBezTo>
                  <a:cubicBezTo>
                    <a:pt x="4488" y="1897"/>
                    <a:pt x="2270" y="2315"/>
                    <a:pt x="1949" y="2829"/>
                  </a:cubicBezTo>
                  <a:cubicBezTo>
                    <a:pt x="1660" y="3311"/>
                    <a:pt x="535" y="5754"/>
                    <a:pt x="245" y="6044"/>
                  </a:cubicBezTo>
                  <a:cubicBezTo>
                    <a:pt x="1" y="6288"/>
                    <a:pt x="369" y="6699"/>
                    <a:pt x="730" y="6699"/>
                  </a:cubicBezTo>
                  <a:cubicBezTo>
                    <a:pt x="843" y="6699"/>
                    <a:pt x="956" y="6658"/>
                    <a:pt x="1049" y="6558"/>
                  </a:cubicBezTo>
                  <a:cubicBezTo>
                    <a:pt x="1467" y="6172"/>
                    <a:pt x="2881" y="4533"/>
                    <a:pt x="2881" y="4533"/>
                  </a:cubicBezTo>
                  <a:lnTo>
                    <a:pt x="2881" y="4533"/>
                  </a:lnTo>
                  <a:lnTo>
                    <a:pt x="1145" y="8583"/>
                  </a:lnTo>
                  <a:cubicBezTo>
                    <a:pt x="1145" y="8583"/>
                    <a:pt x="1145" y="9097"/>
                    <a:pt x="1756" y="9097"/>
                  </a:cubicBezTo>
                  <a:cubicBezTo>
                    <a:pt x="2367" y="9097"/>
                    <a:pt x="3878" y="8390"/>
                    <a:pt x="3878" y="8390"/>
                  </a:cubicBezTo>
                  <a:cubicBezTo>
                    <a:pt x="3878" y="8390"/>
                    <a:pt x="5613" y="7972"/>
                    <a:pt x="6224" y="7169"/>
                  </a:cubicBezTo>
                  <a:cubicBezTo>
                    <a:pt x="6835" y="6365"/>
                    <a:pt x="9053" y="1993"/>
                    <a:pt x="9053" y="1993"/>
                  </a:cubicBezTo>
                  <a:cubicBezTo>
                    <a:pt x="9053" y="1993"/>
                    <a:pt x="9439" y="1768"/>
                    <a:pt x="10017" y="1383"/>
                  </a:cubicBezTo>
                  <a:cubicBezTo>
                    <a:pt x="9406" y="611"/>
                    <a:pt x="8603" y="193"/>
                    <a:pt x="792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4431;p64">
              <a:extLst>
                <a:ext uri="{FF2B5EF4-FFF2-40B4-BE49-F238E27FC236}">
                  <a16:creationId xmlns:a16="http://schemas.microsoft.com/office/drawing/2014/main" id="{6A613C90-5021-6F26-4385-ABD2F23CF603}"/>
                </a:ext>
              </a:extLst>
            </p:cNvPr>
            <p:cNvSpPr/>
            <p:nvPr/>
          </p:nvSpPr>
          <p:spPr>
            <a:xfrm>
              <a:off x="4284100" y="2202625"/>
              <a:ext cx="259600" cy="240625"/>
            </a:xfrm>
            <a:custGeom>
              <a:avLst/>
              <a:gdLst/>
              <a:ahLst/>
              <a:cxnLst/>
              <a:rect l="l" t="t" r="r" b="b"/>
              <a:pathLst>
                <a:path w="10384" h="9625" extrusionOk="0">
                  <a:moveTo>
                    <a:pt x="8130" y="581"/>
                  </a:moveTo>
                  <a:cubicBezTo>
                    <a:pt x="8643" y="763"/>
                    <a:pt x="9240" y="1079"/>
                    <a:pt x="9717" y="1596"/>
                  </a:cubicBezTo>
                  <a:lnTo>
                    <a:pt x="9717" y="1596"/>
                  </a:lnTo>
                  <a:cubicBezTo>
                    <a:pt x="9544" y="1713"/>
                    <a:pt x="9402" y="1811"/>
                    <a:pt x="9290" y="1878"/>
                  </a:cubicBezTo>
                  <a:cubicBezTo>
                    <a:pt x="9098" y="2006"/>
                    <a:pt x="9033" y="2038"/>
                    <a:pt x="9033" y="2038"/>
                  </a:cubicBezTo>
                  <a:lnTo>
                    <a:pt x="8937" y="2167"/>
                  </a:lnTo>
                  <a:cubicBezTo>
                    <a:pt x="8937" y="2167"/>
                    <a:pt x="8776" y="2424"/>
                    <a:pt x="8583" y="2842"/>
                  </a:cubicBezTo>
                  <a:cubicBezTo>
                    <a:pt x="8230" y="3485"/>
                    <a:pt x="7747" y="4449"/>
                    <a:pt x="7265" y="5317"/>
                  </a:cubicBezTo>
                  <a:cubicBezTo>
                    <a:pt x="7008" y="5767"/>
                    <a:pt x="6783" y="6185"/>
                    <a:pt x="6590" y="6539"/>
                  </a:cubicBezTo>
                  <a:cubicBezTo>
                    <a:pt x="6397" y="6860"/>
                    <a:pt x="6205" y="7149"/>
                    <a:pt x="6108" y="7278"/>
                  </a:cubicBezTo>
                  <a:cubicBezTo>
                    <a:pt x="5883" y="7599"/>
                    <a:pt x="5337" y="7921"/>
                    <a:pt x="4822" y="8114"/>
                  </a:cubicBezTo>
                  <a:cubicBezTo>
                    <a:pt x="4597" y="8210"/>
                    <a:pt x="4372" y="8274"/>
                    <a:pt x="4212" y="8339"/>
                  </a:cubicBezTo>
                  <a:cubicBezTo>
                    <a:pt x="4115" y="8339"/>
                    <a:pt x="4051" y="8371"/>
                    <a:pt x="4019" y="8371"/>
                  </a:cubicBezTo>
                  <a:lnTo>
                    <a:pt x="3922" y="8403"/>
                  </a:lnTo>
                  <a:lnTo>
                    <a:pt x="3890" y="8403"/>
                  </a:lnTo>
                  <a:cubicBezTo>
                    <a:pt x="3890" y="8403"/>
                    <a:pt x="3794" y="8467"/>
                    <a:pt x="3633" y="8532"/>
                  </a:cubicBezTo>
                  <a:cubicBezTo>
                    <a:pt x="3408" y="8628"/>
                    <a:pt x="3054" y="8757"/>
                    <a:pt x="2733" y="8885"/>
                  </a:cubicBezTo>
                  <a:cubicBezTo>
                    <a:pt x="2379" y="9014"/>
                    <a:pt x="2026" y="9110"/>
                    <a:pt x="1865" y="9110"/>
                  </a:cubicBezTo>
                  <a:cubicBezTo>
                    <a:pt x="1769" y="9110"/>
                    <a:pt x="1704" y="9078"/>
                    <a:pt x="1640" y="9046"/>
                  </a:cubicBezTo>
                  <a:cubicBezTo>
                    <a:pt x="1576" y="9014"/>
                    <a:pt x="1576" y="8982"/>
                    <a:pt x="1544" y="8917"/>
                  </a:cubicBezTo>
                  <a:lnTo>
                    <a:pt x="1544" y="8885"/>
                  </a:lnTo>
                  <a:lnTo>
                    <a:pt x="1544" y="8874"/>
                  </a:lnTo>
                  <a:lnTo>
                    <a:pt x="3247" y="4899"/>
                  </a:lnTo>
                  <a:cubicBezTo>
                    <a:pt x="3279" y="4803"/>
                    <a:pt x="3247" y="4642"/>
                    <a:pt x="3119" y="4578"/>
                  </a:cubicBezTo>
                  <a:cubicBezTo>
                    <a:pt x="3085" y="4555"/>
                    <a:pt x="3042" y="4544"/>
                    <a:pt x="2999" y="4544"/>
                  </a:cubicBezTo>
                  <a:cubicBezTo>
                    <a:pt x="2920" y="4544"/>
                    <a:pt x="2839" y="4580"/>
                    <a:pt x="2797" y="4642"/>
                  </a:cubicBezTo>
                  <a:cubicBezTo>
                    <a:pt x="2797" y="4642"/>
                    <a:pt x="2776" y="4666"/>
                    <a:pt x="2737" y="4708"/>
                  </a:cubicBezTo>
                  <a:lnTo>
                    <a:pt x="2737" y="4708"/>
                  </a:lnTo>
                  <a:lnTo>
                    <a:pt x="2733" y="4706"/>
                  </a:lnTo>
                  <a:lnTo>
                    <a:pt x="2729" y="4717"/>
                  </a:lnTo>
                  <a:lnTo>
                    <a:pt x="2729" y="4717"/>
                  </a:lnTo>
                  <a:cubicBezTo>
                    <a:pt x="2606" y="4850"/>
                    <a:pt x="2333" y="5147"/>
                    <a:pt x="2026" y="5478"/>
                  </a:cubicBezTo>
                  <a:cubicBezTo>
                    <a:pt x="1608" y="5960"/>
                    <a:pt x="1158" y="6442"/>
                    <a:pt x="965" y="6635"/>
                  </a:cubicBezTo>
                  <a:cubicBezTo>
                    <a:pt x="933" y="6699"/>
                    <a:pt x="901" y="6699"/>
                    <a:pt x="836" y="6699"/>
                  </a:cubicBezTo>
                  <a:cubicBezTo>
                    <a:pt x="772" y="6699"/>
                    <a:pt x="676" y="6667"/>
                    <a:pt x="611" y="6603"/>
                  </a:cubicBezTo>
                  <a:lnTo>
                    <a:pt x="547" y="6539"/>
                  </a:lnTo>
                  <a:lnTo>
                    <a:pt x="547" y="6506"/>
                  </a:lnTo>
                  <a:cubicBezTo>
                    <a:pt x="611" y="6442"/>
                    <a:pt x="676" y="6378"/>
                    <a:pt x="740" y="6249"/>
                  </a:cubicBezTo>
                  <a:cubicBezTo>
                    <a:pt x="965" y="5896"/>
                    <a:pt x="1286" y="5253"/>
                    <a:pt x="1576" y="4642"/>
                  </a:cubicBezTo>
                  <a:cubicBezTo>
                    <a:pt x="1897" y="4031"/>
                    <a:pt x="2187" y="3421"/>
                    <a:pt x="2315" y="3228"/>
                  </a:cubicBezTo>
                  <a:cubicBezTo>
                    <a:pt x="2315" y="3228"/>
                    <a:pt x="2347" y="3163"/>
                    <a:pt x="2412" y="3131"/>
                  </a:cubicBezTo>
                  <a:cubicBezTo>
                    <a:pt x="2540" y="3035"/>
                    <a:pt x="2765" y="2938"/>
                    <a:pt x="3054" y="2842"/>
                  </a:cubicBezTo>
                  <a:cubicBezTo>
                    <a:pt x="3922" y="2521"/>
                    <a:pt x="5272" y="2167"/>
                    <a:pt x="6430" y="1621"/>
                  </a:cubicBezTo>
                  <a:cubicBezTo>
                    <a:pt x="7137" y="1267"/>
                    <a:pt x="7490" y="1106"/>
                    <a:pt x="7747" y="945"/>
                  </a:cubicBezTo>
                  <a:cubicBezTo>
                    <a:pt x="7876" y="849"/>
                    <a:pt x="7940" y="785"/>
                    <a:pt x="8037" y="688"/>
                  </a:cubicBezTo>
                  <a:cubicBezTo>
                    <a:pt x="8067" y="658"/>
                    <a:pt x="8097" y="621"/>
                    <a:pt x="8130" y="581"/>
                  </a:cubicBezTo>
                  <a:close/>
                  <a:moveTo>
                    <a:pt x="8051" y="1"/>
                  </a:moveTo>
                  <a:cubicBezTo>
                    <a:pt x="7972" y="1"/>
                    <a:pt x="7891" y="31"/>
                    <a:pt x="7844" y="78"/>
                  </a:cubicBezTo>
                  <a:cubicBezTo>
                    <a:pt x="7780" y="206"/>
                    <a:pt x="7715" y="270"/>
                    <a:pt x="7651" y="335"/>
                  </a:cubicBezTo>
                  <a:cubicBezTo>
                    <a:pt x="7555" y="399"/>
                    <a:pt x="7490" y="463"/>
                    <a:pt x="7265" y="592"/>
                  </a:cubicBezTo>
                  <a:cubicBezTo>
                    <a:pt x="7072" y="720"/>
                    <a:pt x="6751" y="881"/>
                    <a:pt x="6205" y="1106"/>
                  </a:cubicBezTo>
                  <a:cubicBezTo>
                    <a:pt x="5369" y="1524"/>
                    <a:pt x="4404" y="1813"/>
                    <a:pt x="3601" y="2071"/>
                  </a:cubicBezTo>
                  <a:cubicBezTo>
                    <a:pt x="3183" y="2231"/>
                    <a:pt x="2797" y="2328"/>
                    <a:pt x="2508" y="2456"/>
                  </a:cubicBezTo>
                  <a:cubicBezTo>
                    <a:pt x="2379" y="2521"/>
                    <a:pt x="2251" y="2617"/>
                    <a:pt x="2122" y="2681"/>
                  </a:cubicBezTo>
                  <a:cubicBezTo>
                    <a:pt x="2026" y="2746"/>
                    <a:pt x="1929" y="2842"/>
                    <a:pt x="1833" y="2938"/>
                  </a:cubicBezTo>
                  <a:cubicBezTo>
                    <a:pt x="1769" y="3099"/>
                    <a:pt x="1640" y="3324"/>
                    <a:pt x="1479" y="3646"/>
                  </a:cubicBezTo>
                  <a:cubicBezTo>
                    <a:pt x="1254" y="4096"/>
                    <a:pt x="965" y="4674"/>
                    <a:pt x="708" y="5189"/>
                  </a:cubicBezTo>
                  <a:cubicBezTo>
                    <a:pt x="579" y="5414"/>
                    <a:pt x="451" y="5639"/>
                    <a:pt x="354" y="5831"/>
                  </a:cubicBezTo>
                  <a:cubicBezTo>
                    <a:pt x="322" y="5928"/>
                    <a:pt x="258" y="5992"/>
                    <a:pt x="226" y="6056"/>
                  </a:cubicBezTo>
                  <a:cubicBezTo>
                    <a:pt x="194" y="6089"/>
                    <a:pt x="161" y="6121"/>
                    <a:pt x="161" y="6153"/>
                  </a:cubicBezTo>
                  <a:cubicBezTo>
                    <a:pt x="65" y="6217"/>
                    <a:pt x="1" y="6378"/>
                    <a:pt x="1" y="6506"/>
                  </a:cubicBezTo>
                  <a:cubicBezTo>
                    <a:pt x="1" y="6732"/>
                    <a:pt x="129" y="6892"/>
                    <a:pt x="290" y="7021"/>
                  </a:cubicBezTo>
                  <a:cubicBezTo>
                    <a:pt x="419" y="7149"/>
                    <a:pt x="611" y="7246"/>
                    <a:pt x="836" y="7246"/>
                  </a:cubicBezTo>
                  <a:cubicBezTo>
                    <a:pt x="1029" y="7246"/>
                    <a:pt x="1190" y="7182"/>
                    <a:pt x="1351" y="7021"/>
                  </a:cubicBezTo>
                  <a:cubicBezTo>
                    <a:pt x="1518" y="6854"/>
                    <a:pt x="1808" y="6546"/>
                    <a:pt x="2104" y="6201"/>
                  </a:cubicBezTo>
                  <a:lnTo>
                    <a:pt x="2104" y="6201"/>
                  </a:lnTo>
                  <a:lnTo>
                    <a:pt x="1029" y="8757"/>
                  </a:lnTo>
                  <a:lnTo>
                    <a:pt x="997" y="8853"/>
                  </a:lnTo>
                  <a:cubicBezTo>
                    <a:pt x="997" y="8885"/>
                    <a:pt x="997" y="9046"/>
                    <a:pt x="1126" y="9239"/>
                  </a:cubicBezTo>
                  <a:cubicBezTo>
                    <a:pt x="1158" y="9335"/>
                    <a:pt x="1254" y="9464"/>
                    <a:pt x="1383" y="9528"/>
                  </a:cubicBezTo>
                  <a:cubicBezTo>
                    <a:pt x="1511" y="9592"/>
                    <a:pt x="1672" y="9625"/>
                    <a:pt x="1865" y="9625"/>
                  </a:cubicBezTo>
                  <a:cubicBezTo>
                    <a:pt x="2058" y="9625"/>
                    <a:pt x="2283" y="9592"/>
                    <a:pt x="2540" y="9528"/>
                  </a:cubicBezTo>
                  <a:cubicBezTo>
                    <a:pt x="3157" y="9332"/>
                    <a:pt x="3895" y="9014"/>
                    <a:pt x="4075" y="8914"/>
                  </a:cubicBezTo>
                  <a:lnTo>
                    <a:pt x="4075" y="8914"/>
                  </a:lnTo>
                  <a:cubicBezTo>
                    <a:pt x="4175" y="8895"/>
                    <a:pt x="4560" y="8797"/>
                    <a:pt x="5047" y="8596"/>
                  </a:cubicBezTo>
                  <a:cubicBezTo>
                    <a:pt x="5562" y="8403"/>
                    <a:pt x="6172" y="8082"/>
                    <a:pt x="6526" y="7599"/>
                  </a:cubicBezTo>
                  <a:cubicBezTo>
                    <a:pt x="6719" y="7374"/>
                    <a:pt x="6976" y="6957"/>
                    <a:pt x="7265" y="6410"/>
                  </a:cubicBezTo>
                  <a:cubicBezTo>
                    <a:pt x="8039" y="5006"/>
                    <a:pt x="9119" y="2913"/>
                    <a:pt x="9344" y="2474"/>
                  </a:cubicBezTo>
                  <a:lnTo>
                    <a:pt x="9344" y="2474"/>
                  </a:lnTo>
                  <a:cubicBezTo>
                    <a:pt x="9430" y="2420"/>
                    <a:pt x="9760" y="2207"/>
                    <a:pt x="10255" y="1878"/>
                  </a:cubicBezTo>
                  <a:cubicBezTo>
                    <a:pt x="10319" y="1846"/>
                    <a:pt x="10383" y="1781"/>
                    <a:pt x="10383" y="1685"/>
                  </a:cubicBezTo>
                  <a:cubicBezTo>
                    <a:pt x="10383" y="1621"/>
                    <a:pt x="10383" y="1556"/>
                    <a:pt x="10319" y="1492"/>
                  </a:cubicBezTo>
                  <a:cubicBezTo>
                    <a:pt x="9708" y="656"/>
                    <a:pt x="8808" y="238"/>
                    <a:pt x="8133" y="13"/>
                  </a:cubicBezTo>
                  <a:cubicBezTo>
                    <a:pt x="8107" y="5"/>
                    <a:pt x="8079" y="1"/>
                    <a:pt x="8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4432;p64">
              <a:extLst>
                <a:ext uri="{FF2B5EF4-FFF2-40B4-BE49-F238E27FC236}">
                  <a16:creationId xmlns:a16="http://schemas.microsoft.com/office/drawing/2014/main" id="{14857FFD-D929-F5A2-5B4D-AF45FB13C1E6}"/>
                </a:ext>
              </a:extLst>
            </p:cNvPr>
            <p:cNvSpPr/>
            <p:nvPr/>
          </p:nvSpPr>
          <p:spPr>
            <a:xfrm>
              <a:off x="4783150" y="2218225"/>
              <a:ext cx="904075" cy="420950"/>
            </a:xfrm>
            <a:custGeom>
              <a:avLst/>
              <a:gdLst/>
              <a:ahLst/>
              <a:cxnLst/>
              <a:rect l="l" t="t" r="r" b="b"/>
              <a:pathLst>
                <a:path w="36163" h="16838" extrusionOk="0">
                  <a:moveTo>
                    <a:pt x="34427" y="0"/>
                  </a:moveTo>
                  <a:lnTo>
                    <a:pt x="28287" y="2829"/>
                  </a:lnTo>
                  <a:cubicBezTo>
                    <a:pt x="28287" y="2829"/>
                    <a:pt x="26037" y="7072"/>
                    <a:pt x="25619" y="8711"/>
                  </a:cubicBezTo>
                  <a:cubicBezTo>
                    <a:pt x="25202" y="10383"/>
                    <a:pt x="24559" y="12183"/>
                    <a:pt x="24559" y="12183"/>
                  </a:cubicBezTo>
                  <a:cubicBezTo>
                    <a:pt x="24559" y="12183"/>
                    <a:pt x="20412" y="11540"/>
                    <a:pt x="16844" y="11122"/>
                  </a:cubicBezTo>
                  <a:cubicBezTo>
                    <a:pt x="13276" y="10704"/>
                    <a:pt x="8229" y="9804"/>
                    <a:pt x="6976" y="9547"/>
                  </a:cubicBezTo>
                  <a:cubicBezTo>
                    <a:pt x="5999" y="9347"/>
                    <a:pt x="4379" y="8912"/>
                    <a:pt x="3468" y="8912"/>
                  </a:cubicBezTo>
                  <a:cubicBezTo>
                    <a:pt x="3209" y="8912"/>
                    <a:pt x="3007" y="8947"/>
                    <a:pt x="2893" y="9033"/>
                  </a:cubicBezTo>
                  <a:cubicBezTo>
                    <a:pt x="2411" y="9451"/>
                    <a:pt x="2733" y="9386"/>
                    <a:pt x="3311" y="9611"/>
                  </a:cubicBezTo>
                  <a:cubicBezTo>
                    <a:pt x="3568" y="9726"/>
                    <a:pt x="3895" y="9757"/>
                    <a:pt x="4179" y="9757"/>
                  </a:cubicBezTo>
                  <a:cubicBezTo>
                    <a:pt x="4534" y="9757"/>
                    <a:pt x="4822" y="9708"/>
                    <a:pt x="4822" y="9708"/>
                  </a:cubicBezTo>
                  <a:lnTo>
                    <a:pt x="4822" y="9708"/>
                  </a:lnTo>
                  <a:cubicBezTo>
                    <a:pt x="4822" y="9708"/>
                    <a:pt x="3986" y="9965"/>
                    <a:pt x="3086" y="10286"/>
                  </a:cubicBezTo>
                  <a:cubicBezTo>
                    <a:pt x="2154" y="10608"/>
                    <a:pt x="515" y="11186"/>
                    <a:pt x="258" y="11540"/>
                  </a:cubicBezTo>
                  <a:cubicBezTo>
                    <a:pt x="0" y="11861"/>
                    <a:pt x="579" y="13019"/>
                    <a:pt x="1511" y="13019"/>
                  </a:cubicBezTo>
                  <a:cubicBezTo>
                    <a:pt x="2111" y="13019"/>
                    <a:pt x="2611" y="12990"/>
                    <a:pt x="3021" y="12990"/>
                  </a:cubicBezTo>
                  <a:cubicBezTo>
                    <a:pt x="3226" y="12990"/>
                    <a:pt x="3408" y="12997"/>
                    <a:pt x="3568" y="13019"/>
                  </a:cubicBezTo>
                  <a:cubicBezTo>
                    <a:pt x="4083" y="13115"/>
                    <a:pt x="4308" y="13597"/>
                    <a:pt x="5979" y="13597"/>
                  </a:cubicBezTo>
                  <a:cubicBezTo>
                    <a:pt x="7619" y="13597"/>
                    <a:pt x="9965" y="12279"/>
                    <a:pt x="9965" y="12279"/>
                  </a:cubicBezTo>
                  <a:cubicBezTo>
                    <a:pt x="9965" y="12279"/>
                    <a:pt x="17744" y="15847"/>
                    <a:pt x="22148" y="16587"/>
                  </a:cubicBezTo>
                  <a:cubicBezTo>
                    <a:pt x="23180" y="16760"/>
                    <a:pt x="24005" y="16838"/>
                    <a:pt x="24688" y="16838"/>
                  </a:cubicBezTo>
                  <a:cubicBezTo>
                    <a:pt x="26918" y="16838"/>
                    <a:pt x="27624" y="16006"/>
                    <a:pt x="29027" y="14947"/>
                  </a:cubicBezTo>
                  <a:cubicBezTo>
                    <a:pt x="30859" y="13533"/>
                    <a:pt x="36163" y="4822"/>
                    <a:pt x="35745" y="3086"/>
                  </a:cubicBezTo>
                  <a:cubicBezTo>
                    <a:pt x="35327" y="1350"/>
                    <a:pt x="34427" y="0"/>
                    <a:pt x="344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4433;p64">
              <a:extLst>
                <a:ext uri="{FF2B5EF4-FFF2-40B4-BE49-F238E27FC236}">
                  <a16:creationId xmlns:a16="http://schemas.microsoft.com/office/drawing/2014/main" id="{41552B15-5A6B-3F53-08D2-5C7F94686588}"/>
                </a:ext>
              </a:extLst>
            </p:cNvPr>
            <p:cNvSpPr/>
            <p:nvPr/>
          </p:nvSpPr>
          <p:spPr>
            <a:xfrm>
              <a:off x="4781550" y="2211775"/>
              <a:ext cx="902475" cy="433975"/>
            </a:xfrm>
            <a:custGeom>
              <a:avLst/>
              <a:gdLst/>
              <a:ahLst/>
              <a:cxnLst/>
              <a:rect l="l" t="t" r="r" b="b"/>
              <a:pathLst>
                <a:path w="36099" h="17359" extrusionOk="0">
                  <a:moveTo>
                    <a:pt x="34465" y="1"/>
                  </a:moveTo>
                  <a:cubicBezTo>
                    <a:pt x="34420" y="1"/>
                    <a:pt x="34373" y="12"/>
                    <a:pt x="34330" y="33"/>
                  </a:cubicBezTo>
                  <a:cubicBezTo>
                    <a:pt x="34202" y="129"/>
                    <a:pt x="34170" y="290"/>
                    <a:pt x="34266" y="419"/>
                  </a:cubicBezTo>
                  <a:lnTo>
                    <a:pt x="34298" y="483"/>
                  </a:lnTo>
                  <a:cubicBezTo>
                    <a:pt x="34459" y="740"/>
                    <a:pt x="35198" y="1930"/>
                    <a:pt x="35552" y="3408"/>
                  </a:cubicBezTo>
                  <a:cubicBezTo>
                    <a:pt x="35552" y="3440"/>
                    <a:pt x="35552" y="3505"/>
                    <a:pt x="35552" y="3569"/>
                  </a:cubicBezTo>
                  <a:cubicBezTo>
                    <a:pt x="35552" y="3794"/>
                    <a:pt x="35487" y="4115"/>
                    <a:pt x="35359" y="4533"/>
                  </a:cubicBezTo>
                  <a:cubicBezTo>
                    <a:pt x="34877" y="6012"/>
                    <a:pt x="33623" y="8358"/>
                    <a:pt x="32337" y="10448"/>
                  </a:cubicBezTo>
                  <a:cubicBezTo>
                    <a:pt x="31662" y="11509"/>
                    <a:pt x="30987" y="12505"/>
                    <a:pt x="30409" y="13309"/>
                  </a:cubicBezTo>
                  <a:cubicBezTo>
                    <a:pt x="29798" y="14112"/>
                    <a:pt x="29251" y="14723"/>
                    <a:pt x="28930" y="14980"/>
                  </a:cubicBezTo>
                  <a:cubicBezTo>
                    <a:pt x="28223" y="15527"/>
                    <a:pt x="27709" y="16009"/>
                    <a:pt x="27098" y="16330"/>
                  </a:cubicBezTo>
                  <a:cubicBezTo>
                    <a:pt x="26519" y="16652"/>
                    <a:pt x="25844" y="16845"/>
                    <a:pt x="24751" y="16845"/>
                  </a:cubicBezTo>
                  <a:cubicBezTo>
                    <a:pt x="24076" y="16845"/>
                    <a:pt x="23273" y="16748"/>
                    <a:pt x="22244" y="16587"/>
                  </a:cubicBezTo>
                  <a:cubicBezTo>
                    <a:pt x="20090" y="16234"/>
                    <a:pt x="17037" y="15141"/>
                    <a:pt x="14561" y="14177"/>
                  </a:cubicBezTo>
                  <a:cubicBezTo>
                    <a:pt x="13308" y="13662"/>
                    <a:pt x="12215" y="13212"/>
                    <a:pt x="11411" y="12859"/>
                  </a:cubicBezTo>
                  <a:cubicBezTo>
                    <a:pt x="11026" y="12698"/>
                    <a:pt x="10704" y="12537"/>
                    <a:pt x="10479" y="12441"/>
                  </a:cubicBezTo>
                  <a:cubicBezTo>
                    <a:pt x="10254" y="12344"/>
                    <a:pt x="10126" y="12280"/>
                    <a:pt x="10126" y="12280"/>
                  </a:cubicBezTo>
                  <a:cubicBezTo>
                    <a:pt x="10099" y="12267"/>
                    <a:pt x="10067" y="12259"/>
                    <a:pt x="10034" y="12259"/>
                  </a:cubicBezTo>
                  <a:cubicBezTo>
                    <a:pt x="9987" y="12259"/>
                    <a:pt x="9938" y="12275"/>
                    <a:pt x="9901" y="12312"/>
                  </a:cubicBezTo>
                  <a:cubicBezTo>
                    <a:pt x="9901" y="12312"/>
                    <a:pt x="9868" y="12312"/>
                    <a:pt x="9804" y="12344"/>
                  </a:cubicBezTo>
                  <a:cubicBezTo>
                    <a:pt x="9547" y="12473"/>
                    <a:pt x="8968" y="12794"/>
                    <a:pt x="8261" y="13084"/>
                  </a:cubicBezTo>
                  <a:cubicBezTo>
                    <a:pt x="7522" y="13341"/>
                    <a:pt x="6718" y="13598"/>
                    <a:pt x="6043" y="13598"/>
                  </a:cubicBezTo>
                  <a:cubicBezTo>
                    <a:pt x="5240" y="13598"/>
                    <a:pt x="4790" y="13469"/>
                    <a:pt x="4500" y="13341"/>
                  </a:cubicBezTo>
                  <a:cubicBezTo>
                    <a:pt x="4340" y="13309"/>
                    <a:pt x="4243" y="13244"/>
                    <a:pt x="4115" y="13180"/>
                  </a:cubicBezTo>
                  <a:cubicBezTo>
                    <a:pt x="3986" y="13116"/>
                    <a:pt x="3857" y="13052"/>
                    <a:pt x="3665" y="13019"/>
                  </a:cubicBezTo>
                  <a:cubicBezTo>
                    <a:pt x="3504" y="12987"/>
                    <a:pt x="3279" y="12987"/>
                    <a:pt x="3086" y="12987"/>
                  </a:cubicBezTo>
                  <a:cubicBezTo>
                    <a:pt x="2668" y="12987"/>
                    <a:pt x="2154" y="13019"/>
                    <a:pt x="1575" y="13019"/>
                  </a:cubicBezTo>
                  <a:cubicBezTo>
                    <a:pt x="1286" y="13019"/>
                    <a:pt x="1029" y="12859"/>
                    <a:pt x="836" y="12634"/>
                  </a:cubicBezTo>
                  <a:cubicBezTo>
                    <a:pt x="643" y="12409"/>
                    <a:pt x="514" y="12119"/>
                    <a:pt x="514" y="11991"/>
                  </a:cubicBezTo>
                  <a:lnTo>
                    <a:pt x="547" y="11959"/>
                  </a:lnTo>
                  <a:cubicBezTo>
                    <a:pt x="547" y="11959"/>
                    <a:pt x="579" y="11927"/>
                    <a:pt x="611" y="11862"/>
                  </a:cubicBezTo>
                  <a:cubicBezTo>
                    <a:pt x="836" y="11734"/>
                    <a:pt x="1286" y="11541"/>
                    <a:pt x="1800" y="11348"/>
                  </a:cubicBezTo>
                  <a:cubicBezTo>
                    <a:pt x="2282" y="11123"/>
                    <a:pt x="2829" y="10930"/>
                    <a:pt x="3215" y="10801"/>
                  </a:cubicBezTo>
                  <a:cubicBezTo>
                    <a:pt x="3697" y="10641"/>
                    <a:pt x="4115" y="10480"/>
                    <a:pt x="4436" y="10384"/>
                  </a:cubicBezTo>
                  <a:cubicBezTo>
                    <a:pt x="4757" y="10287"/>
                    <a:pt x="4950" y="10223"/>
                    <a:pt x="4950" y="10223"/>
                  </a:cubicBezTo>
                  <a:cubicBezTo>
                    <a:pt x="5079" y="10191"/>
                    <a:pt x="5175" y="10030"/>
                    <a:pt x="5143" y="9901"/>
                  </a:cubicBezTo>
                  <a:cubicBezTo>
                    <a:pt x="5115" y="9790"/>
                    <a:pt x="5015" y="9702"/>
                    <a:pt x="4883" y="9702"/>
                  </a:cubicBezTo>
                  <a:cubicBezTo>
                    <a:pt x="4863" y="9702"/>
                    <a:pt x="4843" y="9704"/>
                    <a:pt x="4822" y="9709"/>
                  </a:cubicBezTo>
                  <a:lnTo>
                    <a:pt x="4790" y="9709"/>
                  </a:lnTo>
                  <a:cubicBezTo>
                    <a:pt x="4790" y="9709"/>
                    <a:pt x="4786" y="9710"/>
                    <a:pt x="4780" y="9712"/>
                  </a:cubicBezTo>
                  <a:lnTo>
                    <a:pt x="4780" y="9712"/>
                  </a:lnTo>
                  <a:cubicBezTo>
                    <a:pt x="4678" y="9741"/>
                    <a:pt x="4460" y="9741"/>
                    <a:pt x="4211" y="9741"/>
                  </a:cubicBezTo>
                  <a:cubicBezTo>
                    <a:pt x="3954" y="9741"/>
                    <a:pt x="3697" y="9709"/>
                    <a:pt x="3504" y="9644"/>
                  </a:cubicBezTo>
                  <a:cubicBezTo>
                    <a:pt x="3369" y="9587"/>
                    <a:pt x="3258" y="9541"/>
                    <a:pt x="3163" y="9506"/>
                  </a:cubicBezTo>
                  <a:lnTo>
                    <a:pt x="3163" y="9506"/>
                  </a:lnTo>
                  <a:cubicBezTo>
                    <a:pt x="3179" y="9494"/>
                    <a:pt x="3215" y="9473"/>
                    <a:pt x="3279" y="9451"/>
                  </a:cubicBezTo>
                  <a:lnTo>
                    <a:pt x="3568" y="9451"/>
                  </a:lnTo>
                  <a:cubicBezTo>
                    <a:pt x="3986" y="9451"/>
                    <a:pt x="4597" y="9548"/>
                    <a:pt x="5240" y="9676"/>
                  </a:cubicBezTo>
                  <a:cubicBezTo>
                    <a:pt x="5850" y="9805"/>
                    <a:pt x="6493" y="9966"/>
                    <a:pt x="6975" y="10062"/>
                  </a:cubicBezTo>
                  <a:cubicBezTo>
                    <a:pt x="8229" y="10319"/>
                    <a:pt x="13276" y="11219"/>
                    <a:pt x="16876" y="11637"/>
                  </a:cubicBezTo>
                  <a:cubicBezTo>
                    <a:pt x="18644" y="11862"/>
                    <a:pt x="20572" y="12119"/>
                    <a:pt x="22051" y="12344"/>
                  </a:cubicBezTo>
                  <a:cubicBezTo>
                    <a:pt x="22790" y="12441"/>
                    <a:pt x="23433" y="12537"/>
                    <a:pt x="23851" y="12602"/>
                  </a:cubicBezTo>
                  <a:cubicBezTo>
                    <a:pt x="24301" y="12666"/>
                    <a:pt x="24558" y="12730"/>
                    <a:pt x="24558" y="12730"/>
                  </a:cubicBezTo>
                  <a:cubicBezTo>
                    <a:pt x="24687" y="12730"/>
                    <a:pt x="24816" y="12666"/>
                    <a:pt x="24848" y="12537"/>
                  </a:cubicBezTo>
                  <a:cubicBezTo>
                    <a:pt x="24848" y="12537"/>
                    <a:pt x="25523" y="10705"/>
                    <a:pt x="25941" y="9034"/>
                  </a:cubicBezTo>
                  <a:cubicBezTo>
                    <a:pt x="26133" y="8262"/>
                    <a:pt x="26808" y="6783"/>
                    <a:pt x="27419" y="5530"/>
                  </a:cubicBezTo>
                  <a:cubicBezTo>
                    <a:pt x="27709" y="4887"/>
                    <a:pt x="27998" y="4308"/>
                    <a:pt x="28223" y="3890"/>
                  </a:cubicBezTo>
                  <a:cubicBezTo>
                    <a:pt x="28448" y="3473"/>
                    <a:pt x="28576" y="3215"/>
                    <a:pt x="28576" y="3215"/>
                  </a:cubicBezTo>
                  <a:cubicBezTo>
                    <a:pt x="28641" y="3087"/>
                    <a:pt x="28609" y="2926"/>
                    <a:pt x="28480" y="2862"/>
                  </a:cubicBezTo>
                  <a:cubicBezTo>
                    <a:pt x="28437" y="2830"/>
                    <a:pt x="28387" y="2815"/>
                    <a:pt x="28337" y="2815"/>
                  </a:cubicBezTo>
                  <a:cubicBezTo>
                    <a:pt x="28237" y="2815"/>
                    <a:pt x="28137" y="2872"/>
                    <a:pt x="28094" y="2958"/>
                  </a:cubicBezTo>
                  <a:cubicBezTo>
                    <a:pt x="28094" y="2958"/>
                    <a:pt x="27548" y="4019"/>
                    <a:pt x="26937" y="5305"/>
                  </a:cubicBezTo>
                  <a:cubicBezTo>
                    <a:pt x="26326" y="6558"/>
                    <a:pt x="25651" y="8037"/>
                    <a:pt x="25426" y="8905"/>
                  </a:cubicBezTo>
                  <a:cubicBezTo>
                    <a:pt x="25233" y="9741"/>
                    <a:pt x="24944" y="10609"/>
                    <a:pt x="24751" y="11251"/>
                  </a:cubicBezTo>
                  <a:cubicBezTo>
                    <a:pt x="24623" y="11573"/>
                    <a:pt x="24526" y="11862"/>
                    <a:pt x="24462" y="12055"/>
                  </a:cubicBezTo>
                  <a:cubicBezTo>
                    <a:pt x="24451" y="12089"/>
                    <a:pt x="24441" y="12120"/>
                    <a:pt x="24431" y="12149"/>
                  </a:cubicBezTo>
                  <a:lnTo>
                    <a:pt x="24431" y="12149"/>
                  </a:lnTo>
                  <a:cubicBezTo>
                    <a:pt x="23524" y="12011"/>
                    <a:pt x="20017" y="11483"/>
                    <a:pt x="16940" y="11123"/>
                  </a:cubicBezTo>
                  <a:cubicBezTo>
                    <a:pt x="13372" y="10705"/>
                    <a:pt x="8325" y="9773"/>
                    <a:pt x="7072" y="9548"/>
                  </a:cubicBezTo>
                  <a:cubicBezTo>
                    <a:pt x="6622" y="9451"/>
                    <a:pt x="5979" y="9291"/>
                    <a:pt x="5336" y="9162"/>
                  </a:cubicBezTo>
                  <a:cubicBezTo>
                    <a:pt x="4693" y="9034"/>
                    <a:pt x="4050" y="8905"/>
                    <a:pt x="3568" y="8905"/>
                  </a:cubicBezTo>
                  <a:cubicBezTo>
                    <a:pt x="3407" y="8905"/>
                    <a:pt x="3279" y="8905"/>
                    <a:pt x="3150" y="8937"/>
                  </a:cubicBezTo>
                  <a:cubicBezTo>
                    <a:pt x="3022" y="8969"/>
                    <a:pt x="2893" y="9001"/>
                    <a:pt x="2797" y="9098"/>
                  </a:cubicBezTo>
                  <a:cubicBezTo>
                    <a:pt x="2700" y="9162"/>
                    <a:pt x="2636" y="9226"/>
                    <a:pt x="2572" y="9291"/>
                  </a:cubicBezTo>
                  <a:cubicBezTo>
                    <a:pt x="2539" y="9355"/>
                    <a:pt x="2475" y="9451"/>
                    <a:pt x="2475" y="9580"/>
                  </a:cubicBezTo>
                  <a:cubicBezTo>
                    <a:pt x="2475" y="9644"/>
                    <a:pt x="2475" y="9741"/>
                    <a:pt x="2539" y="9773"/>
                  </a:cubicBezTo>
                  <a:cubicBezTo>
                    <a:pt x="2604" y="9869"/>
                    <a:pt x="2668" y="9901"/>
                    <a:pt x="2700" y="9934"/>
                  </a:cubicBezTo>
                  <a:cubicBezTo>
                    <a:pt x="2797" y="9966"/>
                    <a:pt x="2861" y="9998"/>
                    <a:pt x="2957" y="10030"/>
                  </a:cubicBezTo>
                  <a:cubicBezTo>
                    <a:pt x="3054" y="10062"/>
                    <a:pt x="3182" y="10094"/>
                    <a:pt x="3279" y="10126"/>
                  </a:cubicBezTo>
                  <a:cubicBezTo>
                    <a:pt x="3317" y="10142"/>
                    <a:pt x="3355" y="10155"/>
                    <a:pt x="3393" y="10168"/>
                  </a:cubicBezTo>
                  <a:lnTo>
                    <a:pt x="3393" y="10168"/>
                  </a:lnTo>
                  <a:cubicBezTo>
                    <a:pt x="3282" y="10206"/>
                    <a:pt x="3168" y="10246"/>
                    <a:pt x="3054" y="10287"/>
                  </a:cubicBezTo>
                  <a:cubicBezTo>
                    <a:pt x="2604" y="10448"/>
                    <a:pt x="1961" y="10705"/>
                    <a:pt x="1382" y="10930"/>
                  </a:cubicBezTo>
                  <a:cubicBezTo>
                    <a:pt x="1093" y="11026"/>
                    <a:pt x="836" y="11155"/>
                    <a:pt x="611" y="11251"/>
                  </a:cubicBezTo>
                  <a:cubicBezTo>
                    <a:pt x="514" y="11316"/>
                    <a:pt x="418" y="11380"/>
                    <a:pt x="322" y="11444"/>
                  </a:cubicBezTo>
                  <a:cubicBezTo>
                    <a:pt x="225" y="11509"/>
                    <a:pt x="161" y="11541"/>
                    <a:pt x="96" y="11637"/>
                  </a:cubicBezTo>
                  <a:cubicBezTo>
                    <a:pt x="32" y="11734"/>
                    <a:pt x="0" y="11894"/>
                    <a:pt x="0" y="11991"/>
                  </a:cubicBezTo>
                  <a:cubicBezTo>
                    <a:pt x="0" y="12344"/>
                    <a:pt x="161" y="12666"/>
                    <a:pt x="418" y="12987"/>
                  </a:cubicBezTo>
                  <a:cubicBezTo>
                    <a:pt x="675" y="13309"/>
                    <a:pt x="1093" y="13566"/>
                    <a:pt x="1575" y="13566"/>
                  </a:cubicBezTo>
                  <a:cubicBezTo>
                    <a:pt x="2186" y="13566"/>
                    <a:pt x="2668" y="13502"/>
                    <a:pt x="3086" y="13502"/>
                  </a:cubicBezTo>
                  <a:cubicBezTo>
                    <a:pt x="3279" y="13502"/>
                    <a:pt x="3440" y="13534"/>
                    <a:pt x="3600" y="13534"/>
                  </a:cubicBezTo>
                  <a:cubicBezTo>
                    <a:pt x="3665" y="13566"/>
                    <a:pt x="3761" y="13598"/>
                    <a:pt x="3857" y="13662"/>
                  </a:cubicBezTo>
                  <a:cubicBezTo>
                    <a:pt x="4050" y="13727"/>
                    <a:pt x="4275" y="13855"/>
                    <a:pt x="4597" y="13952"/>
                  </a:cubicBezTo>
                  <a:cubicBezTo>
                    <a:pt x="4950" y="14048"/>
                    <a:pt x="5400" y="14144"/>
                    <a:pt x="6043" y="14144"/>
                  </a:cubicBezTo>
                  <a:cubicBezTo>
                    <a:pt x="6943" y="14144"/>
                    <a:pt x="7940" y="13791"/>
                    <a:pt x="8743" y="13437"/>
                  </a:cubicBezTo>
                  <a:cubicBezTo>
                    <a:pt x="9312" y="13210"/>
                    <a:pt x="9784" y="12966"/>
                    <a:pt x="10012" y="12843"/>
                  </a:cubicBezTo>
                  <a:lnTo>
                    <a:pt x="10012" y="12843"/>
                  </a:lnTo>
                  <a:cubicBezTo>
                    <a:pt x="10459" y="13040"/>
                    <a:pt x="12212" y="13802"/>
                    <a:pt x="14369" y="14659"/>
                  </a:cubicBezTo>
                  <a:cubicBezTo>
                    <a:pt x="16876" y="15655"/>
                    <a:pt x="19930" y="16716"/>
                    <a:pt x="22148" y="17102"/>
                  </a:cubicBezTo>
                  <a:cubicBezTo>
                    <a:pt x="23208" y="17295"/>
                    <a:pt x="24044" y="17359"/>
                    <a:pt x="24751" y="17359"/>
                  </a:cubicBezTo>
                  <a:cubicBezTo>
                    <a:pt x="25908" y="17359"/>
                    <a:pt x="26680" y="17166"/>
                    <a:pt x="27355" y="16780"/>
                  </a:cubicBezTo>
                  <a:cubicBezTo>
                    <a:pt x="28030" y="16427"/>
                    <a:pt x="28576" y="15945"/>
                    <a:pt x="29251" y="15398"/>
                  </a:cubicBezTo>
                  <a:cubicBezTo>
                    <a:pt x="29734" y="15012"/>
                    <a:pt x="30377" y="14241"/>
                    <a:pt x="31084" y="13277"/>
                  </a:cubicBezTo>
                  <a:cubicBezTo>
                    <a:pt x="32177" y="11766"/>
                    <a:pt x="33430" y="9773"/>
                    <a:pt x="34395" y="7941"/>
                  </a:cubicBezTo>
                  <a:cubicBezTo>
                    <a:pt x="34877" y="7041"/>
                    <a:pt x="35295" y="6173"/>
                    <a:pt x="35616" y="5401"/>
                  </a:cubicBezTo>
                  <a:cubicBezTo>
                    <a:pt x="35905" y="4662"/>
                    <a:pt x="36098" y="4051"/>
                    <a:pt x="36098" y="3569"/>
                  </a:cubicBezTo>
                  <a:cubicBezTo>
                    <a:pt x="36098" y="3473"/>
                    <a:pt x="36098" y="3376"/>
                    <a:pt x="36066" y="3280"/>
                  </a:cubicBezTo>
                  <a:cubicBezTo>
                    <a:pt x="35648" y="1480"/>
                    <a:pt x="34716" y="129"/>
                    <a:pt x="34684" y="129"/>
                  </a:cubicBezTo>
                  <a:cubicBezTo>
                    <a:pt x="34641" y="44"/>
                    <a:pt x="34555" y="1"/>
                    <a:pt x="344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4434;p64">
              <a:extLst>
                <a:ext uri="{FF2B5EF4-FFF2-40B4-BE49-F238E27FC236}">
                  <a16:creationId xmlns:a16="http://schemas.microsoft.com/office/drawing/2014/main" id="{DA2A03E5-A59D-3192-DD3A-6B54C5E8EEA4}"/>
                </a:ext>
              </a:extLst>
            </p:cNvPr>
            <p:cNvSpPr/>
            <p:nvPr/>
          </p:nvSpPr>
          <p:spPr>
            <a:xfrm>
              <a:off x="4783150" y="2441025"/>
              <a:ext cx="293350" cy="117150"/>
            </a:xfrm>
            <a:custGeom>
              <a:avLst/>
              <a:gdLst/>
              <a:ahLst/>
              <a:cxnLst/>
              <a:rect l="l" t="t" r="r" b="b"/>
              <a:pathLst>
                <a:path w="11734" h="4686" extrusionOk="0">
                  <a:moveTo>
                    <a:pt x="3468" y="0"/>
                  </a:moveTo>
                  <a:cubicBezTo>
                    <a:pt x="3209" y="0"/>
                    <a:pt x="3007" y="35"/>
                    <a:pt x="2893" y="121"/>
                  </a:cubicBezTo>
                  <a:cubicBezTo>
                    <a:pt x="2411" y="539"/>
                    <a:pt x="2733" y="474"/>
                    <a:pt x="3311" y="699"/>
                  </a:cubicBezTo>
                  <a:cubicBezTo>
                    <a:pt x="3568" y="814"/>
                    <a:pt x="3895" y="845"/>
                    <a:pt x="4179" y="845"/>
                  </a:cubicBezTo>
                  <a:cubicBezTo>
                    <a:pt x="4534" y="845"/>
                    <a:pt x="4822" y="796"/>
                    <a:pt x="4822" y="796"/>
                  </a:cubicBezTo>
                  <a:lnTo>
                    <a:pt x="4822" y="796"/>
                  </a:lnTo>
                  <a:cubicBezTo>
                    <a:pt x="4822" y="796"/>
                    <a:pt x="3986" y="1053"/>
                    <a:pt x="3086" y="1374"/>
                  </a:cubicBezTo>
                  <a:cubicBezTo>
                    <a:pt x="2154" y="1696"/>
                    <a:pt x="515" y="2274"/>
                    <a:pt x="258" y="2628"/>
                  </a:cubicBezTo>
                  <a:cubicBezTo>
                    <a:pt x="0" y="2949"/>
                    <a:pt x="579" y="4107"/>
                    <a:pt x="1511" y="4107"/>
                  </a:cubicBezTo>
                  <a:cubicBezTo>
                    <a:pt x="2111" y="4107"/>
                    <a:pt x="2611" y="4078"/>
                    <a:pt x="3021" y="4078"/>
                  </a:cubicBezTo>
                  <a:cubicBezTo>
                    <a:pt x="3226" y="4078"/>
                    <a:pt x="3408" y="4085"/>
                    <a:pt x="3568" y="4107"/>
                  </a:cubicBezTo>
                  <a:cubicBezTo>
                    <a:pt x="4083" y="4203"/>
                    <a:pt x="4308" y="4685"/>
                    <a:pt x="5979" y="4685"/>
                  </a:cubicBezTo>
                  <a:cubicBezTo>
                    <a:pt x="7619" y="4685"/>
                    <a:pt x="9965" y="3367"/>
                    <a:pt x="9965" y="3367"/>
                  </a:cubicBezTo>
                  <a:cubicBezTo>
                    <a:pt x="9965" y="3367"/>
                    <a:pt x="10576" y="3657"/>
                    <a:pt x="11540" y="4074"/>
                  </a:cubicBezTo>
                  <a:lnTo>
                    <a:pt x="11733" y="1471"/>
                  </a:lnTo>
                  <a:cubicBezTo>
                    <a:pt x="9579" y="1117"/>
                    <a:pt x="7683" y="764"/>
                    <a:pt x="6976" y="635"/>
                  </a:cubicBezTo>
                  <a:cubicBezTo>
                    <a:pt x="5999" y="435"/>
                    <a:pt x="4379" y="0"/>
                    <a:pt x="3468"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4435;p64">
              <a:extLst>
                <a:ext uri="{FF2B5EF4-FFF2-40B4-BE49-F238E27FC236}">
                  <a16:creationId xmlns:a16="http://schemas.microsoft.com/office/drawing/2014/main" id="{F9237B7C-73E6-619E-AE40-D59BC5792862}"/>
                </a:ext>
              </a:extLst>
            </p:cNvPr>
            <p:cNvSpPr/>
            <p:nvPr/>
          </p:nvSpPr>
          <p:spPr>
            <a:xfrm>
              <a:off x="4781550" y="2434375"/>
              <a:ext cx="302175" cy="131025"/>
            </a:xfrm>
            <a:custGeom>
              <a:avLst/>
              <a:gdLst/>
              <a:ahLst/>
              <a:cxnLst/>
              <a:rect l="l" t="t" r="r" b="b"/>
              <a:pathLst>
                <a:path w="12087" h="5241" extrusionOk="0">
                  <a:moveTo>
                    <a:pt x="3568" y="547"/>
                  </a:moveTo>
                  <a:cubicBezTo>
                    <a:pt x="3986" y="547"/>
                    <a:pt x="4597" y="644"/>
                    <a:pt x="5240" y="772"/>
                  </a:cubicBezTo>
                  <a:cubicBezTo>
                    <a:pt x="5850" y="901"/>
                    <a:pt x="6493" y="1062"/>
                    <a:pt x="6975" y="1158"/>
                  </a:cubicBezTo>
                  <a:cubicBezTo>
                    <a:pt x="7656" y="1282"/>
                    <a:pt x="9439" y="1614"/>
                    <a:pt x="11521" y="1954"/>
                  </a:cubicBezTo>
                  <a:lnTo>
                    <a:pt x="11521" y="1954"/>
                  </a:lnTo>
                  <a:lnTo>
                    <a:pt x="11374" y="3947"/>
                  </a:lnTo>
                  <a:lnTo>
                    <a:pt x="11374" y="3947"/>
                  </a:lnTo>
                  <a:cubicBezTo>
                    <a:pt x="11041" y="3803"/>
                    <a:pt x="10764" y="3667"/>
                    <a:pt x="10543" y="3569"/>
                  </a:cubicBezTo>
                  <a:cubicBezTo>
                    <a:pt x="10286" y="3473"/>
                    <a:pt x="10126" y="3376"/>
                    <a:pt x="10126" y="3376"/>
                  </a:cubicBezTo>
                  <a:cubicBezTo>
                    <a:pt x="10099" y="3363"/>
                    <a:pt x="10067" y="3355"/>
                    <a:pt x="10034" y="3355"/>
                  </a:cubicBezTo>
                  <a:cubicBezTo>
                    <a:pt x="9987" y="3355"/>
                    <a:pt x="9938" y="3371"/>
                    <a:pt x="9901" y="3408"/>
                  </a:cubicBezTo>
                  <a:cubicBezTo>
                    <a:pt x="9901" y="3408"/>
                    <a:pt x="9868" y="3408"/>
                    <a:pt x="9804" y="3440"/>
                  </a:cubicBezTo>
                  <a:cubicBezTo>
                    <a:pt x="9547" y="3569"/>
                    <a:pt x="8968" y="3890"/>
                    <a:pt x="8261" y="4180"/>
                  </a:cubicBezTo>
                  <a:cubicBezTo>
                    <a:pt x="7522" y="4437"/>
                    <a:pt x="6718" y="4694"/>
                    <a:pt x="6043" y="4694"/>
                  </a:cubicBezTo>
                  <a:cubicBezTo>
                    <a:pt x="5240" y="4694"/>
                    <a:pt x="4790" y="4565"/>
                    <a:pt x="4500" y="4437"/>
                  </a:cubicBezTo>
                  <a:cubicBezTo>
                    <a:pt x="4340" y="4405"/>
                    <a:pt x="4243" y="4340"/>
                    <a:pt x="4115" y="4276"/>
                  </a:cubicBezTo>
                  <a:cubicBezTo>
                    <a:pt x="3986" y="4212"/>
                    <a:pt x="3857" y="4148"/>
                    <a:pt x="3665" y="4115"/>
                  </a:cubicBezTo>
                  <a:cubicBezTo>
                    <a:pt x="3504" y="4083"/>
                    <a:pt x="3279" y="4083"/>
                    <a:pt x="3086" y="4083"/>
                  </a:cubicBezTo>
                  <a:cubicBezTo>
                    <a:pt x="2668" y="4083"/>
                    <a:pt x="2154" y="4115"/>
                    <a:pt x="1575" y="4115"/>
                  </a:cubicBezTo>
                  <a:cubicBezTo>
                    <a:pt x="1286" y="4115"/>
                    <a:pt x="1029" y="3955"/>
                    <a:pt x="836" y="3730"/>
                  </a:cubicBezTo>
                  <a:cubicBezTo>
                    <a:pt x="643" y="3505"/>
                    <a:pt x="514" y="3215"/>
                    <a:pt x="514" y="3087"/>
                  </a:cubicBezTo>
                  <a:lnTo>
                    <a:pt x="547" y="3055"/>
                  </a:lnTo>
                  <a:cubicBezTo>
                    <a:pt x="547" y="3055"/>
                    <a:pt x="579" y="3023"/>
                    <a:pt x="611" y="2958"/>
                  </a:cubicBezTo>
                  <a:cubicBezTo>
                    <a:pt x="836" y="2830"/>
                    <a:pt x="1286" y="2637"/>
                    <a:pt x="1800" y="2444"/>
                  </a:cubicBezTo>
                  <a:cubicBezTo>
                    <a:pt x="2282" y="2219"/>
                    <a:pt x="2829" y="2026"/>
                    <a:pt x="3215" y="1897"/>
                  </a:cubicBezTo>
                  <a:cubicBezTo>
                    <a:pt x="3697" y="1737"/>
                    <a:pt x="4115" y="1576"/>
                    <a:pt x="4436" y="1480"/>
                  </a:cubicBezTo>
                  <a:cubicBezTo>
                    <a:pt x="4757" y="1383"/>
                    <a:pt x="4950" y="1319"/>
                    <a:pt x="4950" y="1319"/>
                  </a:cubicBezTo>
                  <a:cubicBezTo>
                    <a:pt x="5079" y="1287"/>
                    <a:pt x="5175" y="1126"/>
                    <a:pt x="5143" y="997"/>
                  </a:cubicBezTo>
                  <a:cubicBezTo>
                    <a:pt x="5115" y="886"/>
                    <a:pt x="5015" y="798"/>
                    <a:pt x="4883" y="798"/>
                  </a:cubicBezTo>
                  <a:cubicBezTo>
                    <a:pt x="4863" y="798"/>
                    <a:pt x="4843" y="800"/>
                    <a:pt x="4822" y="805"/>
                  </a:cubicBezTo>
                  <a:lnTo>
                    <a:pt x="4790" y="805"/>
                  </a:lnTo>
                  <a:cubicBezTo>
                    <a:pt x="4790" y="805"/>
                    <a:pt x="4786" y="806"/>
                    <a:pt x="4780" y="808"/>
                  </a:cubicBezTo>
                  <a:lnTo>
                    <a:pt x="4780" y="808"/>
                  </a:lnTo>
                  <a:cubicBezTo>
                    <a:pt x="4678" y="837"/>
                    <a:pt x="4460" y="837"/>
                    <a:pt x="4211" y="837"/>
                  </a:cubicBezTo>
                  <a:cubicBezTo>
                    <a:pt x="3954" y="837"/>
                    <a:pt x="3697" y="805"/>
                    <a:pt x="3504" y="740"/>
                  </a:cubicBezTo>
                  <a:cubicBezTo>
                    <a:pt x="3369" y="683"/>
                    <a:pt x="3258" y="637"/>
                    <a:pt x="3163" y="602"/>
                  </a:cubicBezTo>
                  <a:lnTo>
                    <a:pt x="3163" y="602"/>
                  </a:lnTo>
                  <a:cubicBezTo>
                    <a:pt x="3179" y="590"/>
                    <a:pt x="3215" y="569"/>
                    <a:pt x="3279" y="547"/>
                  </a:cubicBezTo>
                  <a:close/>
                  <a:moveTo>
                    <a:pt x="3568" y="1"/>
                  </a:moveTo>
                  <a:cubicBezTo>
                    <a:pt x="3407" y="1"/>
                    <a:pt x="3279" y="1"/>
                    <a:pt x="3150" y="33"/>
                  </a:cubicBezTo>
                  <a:cubicBezTo>
                    <a:pt x="3022" y="65"/>
                    <a:pt x="2893" y="97"/>
                    <a:pt x="2797" y="194"/>
                  </a:cubicBezTo>
                  <a:cubicBezTo>
                    <a:pt x="2700" y="258"/>
                    <a:pt x="2636" y="322"/>
                    <a:pt x="2572" y="387"/>
                  </a:cubicBezTo>
                  <a:cubicBezTo>
                    <a:pt x="2539" y="451"/>
                    <a:pt x="2475" y="547"/>
                    <a:pt x="2475" y="676"/>
                  </a:cubicBezTo>
                  <a:cubicBezTo>
                    <a:pt x="2475" y="740"/>
                    <a:pt x="2475" y="837"/>
                    <a:pt x="2539" y="869"/>
                  </a:cubicBezTo>
                  <a:cubicBezTo>
                    <a:pt x="2604" y="965"/>
                    <a:pt x="2668" y="997"/>
                    <a:pt x="2700" y="1030"/>
                  </a:cubicBezTo>
                  <a:cubicBezTo>
                    <a:pt x="2797" y="1062"/>
                    <a:pt x="2861" y="1094"/>
                    <a:pt x="2957" y="1126"/>
                  </a:cubicBezTo>
                  <a:cubicBezTo>
                    <a:pt x="3054" y="1158"/>
                    <a:pt x="3182" y="1190"/>
                    <a:pt x="3279" y="1222"/>
                  </a:cubicBezTo>
                  <a:cubicBezTo>
                    <a:pt x="3317" y="1238"/>
                    <a:pt x="3355" y="1251"/>
                    <a:pt x="3393" y="1264"/>
                  </a:cubicBezTo>
                  <a:lnTo>
                    <a:pt x="3393" y="1264"/>
                  </a:lnTo>
                  <a:cubicBezTo>
                    <a:pt x="3282" y="1302"/>
                    <a:pt x="3168" y="1342"/>
                    <a:pt x="3054" y="1383"/>
                  </a:cubicBezTo>
                  <a:cubicBezTo>
                    <a:pt x="2604" y="1544"/>
                    <a:pt x="1961" y="1801"/>
                    <a:pt x="1382" y="2026"/>
                  </a:cubicBezTo>
                  <a:cubicBezTo>
                    <a:pt x="1093" y="2122"/>
                    <a:pt x="836" y="2251"/>
                    <a:pt x="611" y="2347"/>
                  </a:cubicBezTo>
                  <a:cubicBezTo>
                    <a:pt x="514" y="2412"/>
                    <a:pt x="418" y="2476"/>
                    <a:pt x="322" y="2540"/>
                  </a:cubicBezTo>
                  <a:cubicBezTo>
                    <a:pt x="225" y="2605"/>
                    <a:pt x="161" y="2637"/>
                    <a:pt x="96" y="2733"/>
                  </a:cubicBezTo>
                  <a:cubicBezTo>
                    <a:pt x="32" y="2830"/>
                    <a:pt x="0" y="2990"/>
                    <a:pt x="0" y="3087"/>
                  </a:cubicBezTo>
                  <a:cubicBezTo>
                    <a:pt x="0" y="3440"/>
                    <a:pt x="161" y="3762"/>
                    <a:pt x="418" y="4083"/>
                  </a:cubicBezTo>
                  <a:cubicBezTo>
                    <a:pt x="675" y="4405"/>
                    <a:pt x="1093" y="4662"/>
                    <a:pt x="1575" y="4662"/>
                  </a:cubicBezTo>
                  <a:cubicBezTo>
                    <a:pt x="2186" y="4662"/>
                    <a:pt x="2668" y="4598"/>
                    <a:pt x="3086" y="4598"/>
                  </a:cubicBezTo>
                  <a:cubicBezTo>
                    <a:pt x="3279" y="4598"/>
                    <a:pt x="3440" y="4630"/>
                    <a:pt x="3600" y="4630"/>
                  </a:cubicBezTo>
                  <a:cubicBezTo>
                    <a:pt x="3665" y="4662"/>
                    <a:pt x="3761" y="4694"/>
                    <a:pt x="3857" y="4758"/>
                  </a:cubicBezTo>
                  <a:cubicBezTo>
                    <a:pt x="4050" y="4823"/>
                    <a:pt x="4275" y="4951"/>
                    <a:pt x="4597" y="5048"/>
                  </a:cubicBezTo>
                  <a:cubicBezTo>
                    <a:pt x="4950" y="5144"/>
                    <a:pt x="5400" y="5240"/>
                    <a:pt x="6043" y="5240"/>
                  </a:cubicBezTo>
                  <a:cubicBezTo>
                    <a:pt x="6943" y="5240"/>
                    <a:pt x="7940" y="4887"/>
                    <a:pt x="8743" y="4533"/>
                  </a:cubicBezTo>
                  <a:cubicBezTo>
                    <a:pt x="9314" y="4305"/>
                    <a:pt x="9787" y="4061"/>
                    <a:pt x="10014" y="3938"/>
                  </a:cubicBezTo>
                  <a:lnTo>
                    <a:pt x="10014" y="3938"/>
                  </a:lnTo>
                  <a:cubicBezTo>
                    <a:pt x="10234" y="4031"/>
                    <a:pt x="10763" y="4253"/>
                    <a:pt x="11508" y="4565"/>
                  </a:cubicBezTo>
                  <a:cubicBezTo>
                    <a:pt x="11540" y="4582"/>
                    <a:pt x="11580" y="4590"/>
                    <a:pt x="11620" y="4590"/>
                  </a:cubicBezTo>
                  <a:cubicBezTo>
                    <a:pt x="11660" y="4590"/>
                    <a:pt x="11701" y="4582"/>
                    <a:pt x="11733" y="4565"/>
                  </a:cubicBezTo>
                  <a:cubicBezTo>
                    <a:pt x="11797" y="4501"/>
                    <a:pt x="11861" y="4437"/>
                    <a:pt x="11861" y="4340"/>
                  </a:cubicBezTo>
                  <a:lnTo>
                    <a:pt x="12086" y="1769"/>
                  </a:lnTo>
                  <a:cubicBezTo>
                    <a:pt x="12086" y="1608"/>
                    <a:pt x="11990" y="1512"/>
                    <a:pt x="11861" y="1480"/>
                  </a:cubicBezTo>
                  <a:cubicBezTo>
                    <a:pt x="9676" y="1126"/>
                    <a:pt x="7779" y="772"/>
                    <a:pt x="7104" y="644"/>
                  </a:cubicBezTo>
                  <a:cubicBezTo>
                    <a:pt x="6622" y="547"/>
                    <a:pt x="5979" y="387"/>
                    <a:pt x="5336" y="258"/>
                  </a:cubicBezTo>
                  <a:cubicBezTo>
                    <a:pt x="4693" y="130"/>
                    <a:pt x="4050" y="1"/>
                    <a:pt x="35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4436;p64">
              <a:extLst>
                <a:ext uri="{FF2B5EF4-FFF2-40B4-BE49-F238E27FC236}">
                  <a16:creationId xmlns:a16="http://schemas.microsoft.com/office/drawing/2014/main" id="{CE079EC8-0AEF-39D6-389D-EA52F78A2FAC}"/>
                </a:ext>
              </a:extLst>
            </p:cNvPr>
            <p:cNvSpPr/>
            <p:nvPr/>
          </p:nvSpPr>
          <p:spPr>
            <a:xfrm>
              <a:off x="4674150" y="1969900"/>
              <a:ext cx="309925" cy="357350"/>
            </a:xfrm>
            <a:custGeom>
              <a:avLst/>
              <a:gdLst/>
              <a:ahLst/>
              <a:cxnLst/>
              <a:rect l="l" t="t" r="r" b="b"/>
              <a:pathLst>
                <a:path w="12397" h="14294" extrusionOk="0">
                  <a:moveTo>
                    <a:pt x="10757" y="0"/>
                  </a:moveTo>
                  <a:cubicBezTo>
                    <a:pt x="10757" y="0"/>
                    <a:pt x="6868" y="1897"/>
                    <a:pt x="5357" y="3215"/>
                  </a:cubicBezTo>
                  <a:cubicBezTo>
                    <a:pt x="3878" y="4565"/>
                    <a:pt x="149" y="12922"/>
                    <a:pt x="53" y="13501"/>
                  </a:cubicBezTo>
                  <a:cubicBezTo>
                    <a:pt x="1" y="13972"/>
                    <a:pt x="1904" y="14293"/>
                    <a:pt x="2790" y="14293"/>
                  </a:cubicBezTo>
                  <a:cubicBezTo>
                    <a:pt x="2993" y="14293"/>
                    <a:pt x="3143" y="14276"/>
                    <a:pt x="3203" y="14240"/>
                  </a:cubicBezTo>
                  <a:cubicBezTo>
                    <a:pt x="3525" y="14080"/>
                    <a:pt x="9439" y="7297"/>
                    <a:pt x="10918" y="6140"/>
                  </a:cubicBezTo>
                  <a:cubicBezTo>
                    <a:pt x="12396" y="4983"/>
                    <a:pt x="11754" y="3568"/>
                    <a:pt x="11754" y="3568"/>
                  </a:cubicBezTo>
                  <a:lnTo>
                    <a:pt x="107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4437;p64">
              <a:extLst>
                <a:ext uri="{FF2B5EF4-FFF2-40B4-BE49-F238E27FC236}">
                  <a16:creationId xmlns:a16="http://schemas.microsoft.com/office/drawing/2014/main" id="{E59AEF38-81CF-C8D5-96AD-172719BBE3C3}"/>
                </a:ext>
              </a:extLst>
            </p:cNvPr>
            <p:cNvSpPr/>
            <p:nvPr/>
          </p:nvSpPr>
          <p:spPr>
            <a:xfrm>
              <a:off x="4669025" y="1962850"/>
              <a:ext cx="309425" cy="371100"/>
            </a:xfrm>
            <a:custGeom>
              <a:avLst/>
              <a:gdLst/>
              <a:ahLst/>
              <a:cxnLst/>
              <a:rect l="l" t="t" r="r" b="b"/>
              <a:pathLst>
                <a:path w="12377" h="14844" extrusionOk="0">
                  <a:moveTo>
                    <a:pt x="10941" y="0"/>
                  </a:moveTo>
                  <a:cubicBezTo>
                    <a:pt x="10905" y="0"/>
                    <a:pt x="10868" y="8"/>
                    <a:pt x="10834" y="25"/>
                  </a:cubicBezTo>
                  <a:cubicBezTo>
                    <a:pt x="10834" y="25"/>
                    <a:pt x="9869" y="507"/>
                    <a:pt x="8680" y="1150"/>
                  </a:cubicBezTo>
                  <a:cubicBezTo>
                    <a:pt x="7523" y="1825"/>
                    <a:pt x="6173" y="2629"/>
                    <a:pt x="5401" y="3304"/>
                  </a:cubicBezTo>
                  <a:cubicBezTo>
                    <a:pt x="5176" y="3497"/>
                    <a:pt x="4951" y="3786"/>
                    <a:pt x="4694" y="4172"/>
                  </a:cubicBezTo>
                  <a:cubicBezTo>
                    <a:pt x="3826" y="5426"/>
                    <a:pt x="2669" y="7676"/>
                    <a:pt x="1737" y="9669"/>
                  </a:cubicBezTo>
                  <a:cubicBezTo>
                    <a:pt x="1254" y="10697"/>
                    <a:pt x="837" y="11629"/>
                    <a:pt x="547" y="12337"/>
                  </a:cubicBezTo>
                  <a:cubicBezTo>
                    <a:pt x="387" y="12690"/>
                    <a:pt x="258" y="13012"/>
                    <a:pt x="162" y="13237"/>
                  </a:cubicBezTo>
                  <a:cubicBezTo>
                    <a:pt x="129" y="13365"/>
                    <a:pt x="65" y="13462"/>
                    <a:pt x="65" y="13558"/>
                  </a:cubicBezTo>
                  <a:cubicBezTo>
                    <a:pt x="33" y="13622"/>
                    <a:pt x="1" y="13687"/>
                    <a:pt x="1" y="13751"/>
                  </a:cubicBezTo>
                  <a:lnTo>
                    <a:pt x="1" y="13815"/>
                  </a:lnTo>
                  <a:cubicBezTo>
                    <a:pt x="1" y="13976"/>
                    <a:pt x="65" y="14105"/>
                    <a:pt x="162" y="14169"/>
                  </a:cubicBezTo>
                  <a:cubicBezTo>
                    <a:pt x="322" y="14330"/>
                    <a:pt x="515" y="14394"/>
                    <a:pt x="740" y="14490"/>
                  </a:cubicBezTo>
                  <a:cubicBezTo>
                    <a:pt x="1415" y="14715"/>
                    <a:pt x="2444" y="14844"/>
                    <a:pt x="3022" y="14844"/>
                  </a:cubicBezTo>
                  <a:lnTo>
                    <a:pt x="3312" y="14844"/>
                  </a:lnTo>
                  <a:cubicBezTo>
                    <a:pt x="3376" y="14812"/>
                    <a:pt x="3440" y="14812"/>
                    <a:pt x="3537" y="14780"/>
                  </a:cubicBezTo>
                  <a:cubicBezTo>
                    <a:pt x="3569" y="14747"/>
                    <a:pt x="3601" y="14715"/>
                    <a:pt x="3633" y="14715"/>
                  </a:cubicBezTo>
                  <a:cubicBezTo>
                    <a:pt x="3730" y="14619"/>
                    <a:pt x="3890" y="14458"/>
                    <a:pt x="4115" y="14233"/>
                  </a:cubicBezTo>
                  <a:cubicBezTo>
                    <a:pt x="4887" y="13430"/>
                    <a:pt x="6365" y="11758"/>
                    <a:pt x="7812" y="10183"/>
                  </a:cubicBezTo>
                  <a:cubicBezTo>
                    <a:pt x="8551" y="9379"/>
                    <a:pt x="9258" y="8608"/>
                    <a:pt x="9869" y="7965"/>
                  </a:cubicBezTo>
                  <a:cubicBezTo>
                    <a:pt x="10480" y="7354"/>
                    <a:pt x="10994" y="6840"/>
                    <a:pt x="11284" y="6615"/>
                  </a:cubicBezTo>
                  <a:cubicBezTo>
                    <a:pt x="12151" y="5972"/>
                    <a:pt x="12376" y="5168"/>
                    <a:pt x="12376" y="4590"/>
                  </a:cubicBezTo>
                  <a:cubicBezTo>
                    <a:pt x="12376" y="4108"/>
                    <a:pt x="12216" y="3754"/>
                    <a:pt x="12184" y="3722"/>
                  </a:cubicBezTo>
                  <a:cubicBezTo>
                    <a:pt x="12137" y="3628"/>
                    <a:pt x="12038" y="3568"/>
                    <a:pt x="11938" y="3568"/>
                  </a:cubicBezTo>
                  <a:cubicBezTo>
                    <a:pt x="11901" y="3568"/>
                    <a:pt x="11864" y="3576"/>
                    <a:pt x="11830" y="3593"/>
                  </a:cubicBezTo>
                  <a:cubicBezTo>
                    <a:pt x="11701" y="3658"/>
                    <a:pt x="11637" y="3818"/>
                    <a:pt x="11701" y="3947"/>
                  </a:cubicBezTo>
                  <a:cubicBezTo>
                    <a:pt x="11701" y="3979"/>
                    <a:pt x="11830" y="4236"/>
                    <a:pt x="11830" y="4590"/>
                  </a:cubicBezTo>
                  <a:cubicBezTo>
                    <a:pt x="11830" y="5040"/>
                    <a:pt x="11669" y="5618"/>
                    <a:pt x="10962" y="6197"/>
                  </a:cubicBezTo>
                  <a:cubicBezTo>
                    <a:pt x="10544" y="6518"/>
                    <a:pt x="9901" y="7161"/>
                    <a:pt x="9130" y="7965"/>
                  </a:cubicBezTo>
                  <a:cubicBezTo>
                    <a:pt x="7973" y="9186"/>
                    <a:pt x="6558" y="10729"/>
                    <a:pt x="5401" y="12015"/>
                  </a:cubicBezTo>
                  <a:cubicBezTo>
                    <a:pt x="4823" y="12658"/>
                    <a:pt x="4308" y="13237"/>
                    <a:pt x="3922" y="13655"/>
                  </a:cubicBezTo>
                  <a:cubicBezTo>
                    <a:pt x="3730" y="13847"/>
                    <a:pt x="3569" y="14008"/>
                    <a:pt x="3440" y="14137"/>
                  </a:cubicBezTo>
                  <a:cubicBezTo>
                    <a:pt x="3408" y="14201"/>
                    <a:pt x="3344" y="14233"/>
                    <a:pt x="3312" y="14265"/>
                  </a:cubicBezTo>
                  <a:lnTo>
                    <a:pt x="3280" y="14297"/>
                  </a:lnTo>
                  <a:lnTo>
                    <a:pt x="3022" y="14297"/>
                  </a:lnTo>
                  <a:cubicBezTo>
                    <a:pt x="2637" y="14297"/>
                    <a:pt x="1930" y="14233"/>
                    <a:pt x="1383" y="14105"/>
                  </a:cubicBezTo>
                  <a:cubicBezTo>
                    <a:pt x="1094" y="14040"/>
                    <a:pt x="837" y="13976"/>
                    <a:pt x="676" y="13880"/>
                  </a:cubicBezTo>
                  <a:cubicBezTo>
                    <a:pt x="618" y="13850"/>
                    <a:pt x="560" y="13821"/>
                    <a:pt x="525" y="13792"/>
                  </a:cubicBezTo>
                  <a:lnTo>
                    <a:pt x="525" y="13792"/>
                  </a:lnTo>
                  <a:cubicBezTo>
                    <a:pt x="560" y="13707"/>
                    <a:pt x="624" y="13498"/>
                    <a:pt x="740" y="13237"/>
                  </a:cubicBezTo>
                  <a:cubicBezTo>
                    <a:pt x="1158" y="12176"/>
                    <a:pt x="2090" y="10086"/>
                    <a:pt x="3119" y="8094"/>
                  </a:cubicBezTo>
                  <a:cubicBezTo>
                    <a:pt x="3601" y="7097"/>
                    <a:pt x="4115" y="6133"/>
                    <a:pt x="4565" y="5329"/>
                  </a:cubicBezTo>
                  <a:cubicBezTo>
                    <a:pt x="5048" y="4558"/>
                    <a:pt x="5465" y="3947"/>
                    <a:pt x="5755" y="3722"/>
                  </a:cubicBezTo>
                  <a:cubicBezTo>
                    <a:pt x="6462" y="3079"/>
                    <a:pt x="7812" y="2275"/>
                    <a:pt x="8937" y="1632"/>
                  </a:cubicBezTo>
                  <a:cubicBezTo>
                    <a:pt x="9516" y="1311"/>
                    <a:pt x="10062" y="1022"/>
                    <a:pt x="10448" y="829"/>
                  </a:cubicBezTo>
                  <a:cubicBezTo>
                    <a:pt x="10834" y="636"/>
                    <a:pt x="11059" y="507"/>
                    <a:pt x="11059" y="507"/>
                  </a:cubicBezTo>
                  <a:cubicBezTo>
                    <a:pt x="11219" y="443"/>
                    <a:pt x="11251" y="282"/>
                    <a:pt x="11187" y="154"/>
                  </a:cubicBezTo>
                  <a:cubicBezTo>
                    <a:pt x="11140" y="60"/>
                    <a:pt x="11041" y="0"/>
                    <a:pt x="109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4438;p64">
              <a:extLst>
                <a:ext uri="{FF2B5EF4-FFF2-40B4-BE49-F238E27FC236}">
                  <a16:creationId xmlns:a16="http://schemas.microsoft.com/office/drawing/2014/main" id="{B166EE4F-F804-FD01-BEBC-447DA2A436AD}"/>
                </a:ext>
              </a:extLst>
            </p:cNvPr>
            <p:cNvSpPr/>
            <p:nvPr/>
          </p:nvSpPr>
          <p:spPr>
            <a:xfrm>
              <a:off x="4536450" y="2239600"/>
              <a:ext cx="249125" cy="205200"/>
            </a:xfrm>
            <a:custGeom>
              <a:avLst/>
              <a:gdLst/>
              <a:ahLst/>
              <a:cxnLst/>
              <a:rect l="l" t="t" r="r" b="b"/>
              <a:pathLst>
                <a:path w="9965" h="8208" extrusionOk="0">
                  <a:moveTo>
                    <a:pt x="8969" y="1"/>
                  </a:moveTo>
                  <a:cubicBezTo>
                    <a:pt x="8187" y="1"/>
                    <a:pt x="6975" y="977"/>
                    <a:pt x="6975" y="977"/>
                  </a:cubicBezTo>
                  <a:cubicBezTo>
                    <a:pt x="6975" y="977"/>
                    <a:pt x="4307" y="1556"/>
                    <a:pt x="3311" y="1974"/>
                  </a:cubicBezTo>
                  <a:cubicBezTo>
                    <a:pt x="2347" y="2392"/>
                    <a:pt x="0" y="5381"/>
                    <a:pt x="579" y="5542"/>
                  </a:cubicBezTo>
                  <a:cubicBezTo>
                    <a:pt x="602" y="5548"/>
                    <a:pt x="627" y="5551"/>
                    <a:pt x="654" y="5551"/>
                  </a:cubicBezTo>
                  <a:cubicBezTo>
                    <a:pt x="1283" y="5551"/>
                    <a:pt x="2732" y="3807"/>
                    <a:pt x="2732" y="3806"/>
                  </a:cubicBezTo>
                  <a:lnTo>
                    <a:pt x="2732" y="3806"/>
                  </a:lnTo>
                  <a:cubicBezTo>
                    <a:pt x="2732" y="3807"/>
                    <a:pt x="1511" y="5606"/>
                    <a:pt x="1350" y="6281"/>
                  </a:cubicBezTo>
                  <a:cubicBezTo>
                    <a:pt x="1172" y="6903"/>
                    <a:pt x="1022" y="8207"/>
                    <a:pt x="1527" y="8207"/>
                  </a:cubicBezTo>
                  <a:cubicBezTo>
                    <a:pt x="1571" y="8207"/>
                    <a:pt x="1618" y="8198"/>
                    <a:pt x="1672" y="8178"/>
                  </a:cubicBezTo>
                  <a:cubicBezTo>
                    <a:pt x="2347" y="7953"/>
                    <a:pt x="3664" y="6120"/>
                    <a:pt x="3664" y="6120"/>
                  </a:cubicBezTo>
                  <a:cubicBezTo>
                    <a:pt x="3664" y="6120"/>
                    <a:pt x="5304" y="5124"/>
                    <a:pt x="6654" y="5124"/>
                  </a:cubicBezTo>
                  <a:cubicBezTo>
                    <a:pt x="7972" y="5124"/>
                    <a:pt x="8872" y="2649"/>
                    <a:pt x="8872" y="2649"/>
                  </a:cubicBezTo>
                  <a:cubicBezTo>
                    <a:pt x="8872" y="2649"/>
                    <a:pt x="9965" y="1556"/>
                    <a:pt x="9547" y="399"/>
                  </a:cubicBezTo>
                  <a:cubicBezTo>
                    <a:pt x="9442" y="109"/>
                    <a:pt x="9229" y="1"/>
                    <a:pt x="8969"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4439;p64">
              <a:extLst>
                <a:ext uri="{FF2B5EF4-FFF2-40B4-BE49-F238E27FC236}">
                  <a16:creationId xmlns:a16="http://schemas.microsoft.com/office/drawing/2014/main" id="{F329E402-6AEC-4CD1-1F03-C99A3C1043D2}"/>
                </a:ext>
              </a:extLst>
            </p:cNvPr>
            <p:cNvSpPr/>
            <p:nvPr/>
          </p:nvSpPr>
          <p:spPr>
            <a:xfrm>
              <a:off x="4542075" y="2232675"/>
              <a:ext cx="241900" cy="219425"/>
            </a:xfrm>
            <a:custGeom>
              <a:avLst/>
              <a:gdLst/>
              <a:ahLst/>
              <a:cxnLst/>
              <a:rect l="l" t="t" r="r" b="b"/>
              <a:pathLst>
                <a:path w="9676" h="8777" extrusionOk="0">
                  <a:moveTo>
                    <a:pt x="8743" y="547"/>
                  </a:moveTo>
                  <a:cubicBezTo>
                    <a:pt x="8840" y="547"/>
                    <a:pt x="8904" y="579"/>
                    <a:pt x="8936" y="579"/>
                  </a:cubicBezTo>
                  <a:cubicBezTo>
                    <a:pt x="9000" y="611"/>
                    <a:pt x="9033" y="676"/>
                    <a:pt x="9065" y="772"/>
                  </a:cubicBezTo>
                  <a:cubicBezTo>
                    <a:pt x="9129" y="933"/>
                    <a:pt x="9129" y="1061"/>
                    <a:pt x="9129" y="1222"/>
                  </a:cubicBezTo>
                  <a:cubicBezTo>
                    <a:pt x="9161" y="1608"/>
                    <a:pt x="8968" y="1994"/>
                    <a:pt x="8808" y="2283"/>
                  </a:cubicBezTo>
                  <a:cubicBezTo>
                    <a:pt x="8711" y="2411"/>
                    <a:pt x="8647" y="2540"/>
                    <a:pt x="8583" y="2604"/>
                  </a:cubicBezTo>
                  <a:lnTo>
                    <a:pt x="8486" y="2701"/>
                  </a:lnTo>
                  <a:lnTo>
                    <a:pt x="8486" y="2733"/>
                  </a:lnTo>
                  <a:lnTo>
                    <a:pt x="8454" y="2733"/>
                  </a:lnTo>
                  <a:lnTo>
                    <a:pt x="8390" y="2829"/>
                  </a:lnTo>
                  <a:lnTo>
                    <a:pt x="8390" y="2862"/>
                  </a:lnTo>
                  <a:cubicBezTo>
                    <a:pt x="8358" y="2958"/>
                    <a:pt x="8100" y="3569"/>
                    <a:pt x="7747" y="4115"/>
                  </a:cubicBezTo>
                  <a:cubicBezTo>
                    <a:pt x="7554" y="4404"/>
                    <a:pt x="7329" y="4662"/>
                    <a:pt x="7104" y="4854"/>
                  </a:cubicBezTo>
                  <a:cubicBezTo>
                    <a:pt x="6879" y="5047"/>
                    <a:pt x="6654" y="5144"/>
                    <a:pt x="6429" y="5144"/>
                  </a:cubicBezTo>
                  <a:cubicBezTo>
                    <a:pt x="5690" y="5144"/>
                    <a:pt x="4918" y="5401"/>
                    <a:pt x="4307" y="5658"/>
                  </a:cubicBezTo>
                  <a:cubicBezTo>
                    <a:pt x="3729" y="5915"/>
                    <a:pt x="3311" y="6172"/>
                    <a:pt x="3311" y="6172"/>
                  </a:cubicBezTo>
                  <a:lnTo>
                    <a:pt x="3214" y="6237"/>
                  </a:lnTo>
                  <a:cubicBezTo>
                    <a:pt x="3214" y="6237"/>
                    <a:pt x="3150" y="6333"/>
                    <a:pt x="2989" y="6526"/>
                  </a:cubicBezTo>
                  <a:cubicBezTo>
                    <a:pt x="2797" y="6783"/>
                    <a:pt x="2475" y="7169"/>
                    <a:pt x="2154" y="7522"/>
                  </a:cubicBezTo>
                  <a:cubicBezTo>
                    <a:pt x="1993" y="7683"/>
                    <a:pt x="1832" y="7844"/>
                    <a:pt x="1704" y="7972"/>
                  </a:cubicBezTo>
                  <a:cubicBezTo>
                    <a:pt x="1543" y="8101"/>
                    <a:pt x="1414" y="8198"/>
                    <a:pt x="1350" y="8230"/>
                  </a:cubicBezTo>
                  <a:lnTo>
                    <a:pt x="1318" y="8230"/>
                  </a:lnTo>
                  <a:lnTo>
                    <a:pt x="1286" y="8198"/>
                  </a:lnTo>
                  <a:cubicBezTo>
                    <a:pt x="1254" y="8133"/>
                    <a:pt x="1222" y="7940"/>
                    <a:pt x="1222" y="7715"/>
                  </a:cubicBezTo>
                  <a:cubicBezTo>
                    <a:pt x="1222" y="7362"/>
                    <a:pt x="1286" y="6912"/>
                    <a:pt x="1382" y="6622"/>
                  </a:cubicBezTo>
                  <a:cubicBezTo>
                    <a:pt x="1414" y="6494"/>
                    <a:pt x="1511" y="6269"/>
                    <a:pt x="1639" y="6012"/>
                  </a:cubicBezTo>
                  <a:cubicBezTo>
                    <a:pt x="1832" y="5626"/>
                    <a:pt x="2122" y="5176"/>
                    <a:pt x="2347" y="4822"/>
                  </a:cubicBezTo>
                  <a:cubicBezTo>
                    <a:pt x="2443" y="4662"/>
                    <a:pt x="2572" y="4501"/>
                    <a:pt x="2636" y="4404"/>
                  </a:cubicBezTo>
                  <a:cubicBezTo>
                    <a:pt x="2659" y="4359"/>
                    <a:pt x="2677" y="4321"/>
                    <a:pt x="2692" y="4292"/>
                  </a:cubicBezTo>
                  <a:lnTo>
                    <a:pt x="2692" y="4292"/>
                  </a:lnTo>
                  <a:cubicBezTo>
                    <a:pt x="2718" y="4261"/>
                    <a:pt x="2732" y="4244"/>
                    <a:pt x="2732" y="4244"/>
                  </a:cubicBezTo>
                  <a:lnTo>
                    <a:pt x="2720" y="4235"/>
                  </a:lnTo>
                  <a:lnTo>
                    <a:pt x="2720" y="4235"/>
                  </a:lnTo>
                  <a:cubicBezTo>
                    <a:pt x="2728" y="4219"/>
                    <a:pt x="2732" y="4212"/>
                    <a:pt x="2732" y="4212"/>
                  </a:cubicBezTo>
                  <a:cubicBezTo>
                    <a:pt x="2829" y="4115"/>
                    <a:pt x="2797" y="3954"/>
                    <a:pt x="2668" y="3858"/>
                  </a:cubicBezTo>
                  <a:cubicBezTo>
                    <a:pt x="2628" y="3818"/>
                    <a:pt x="2576" y="3800"/>
                    <a:pt x="2522" y="3800"/>
                  </a:cubicBezTo>
                  <a:cubicBezTo>
                    <a:pt x="2448" y="3800"/>
                    <a:pt x="2370" y="3834"/>
                    <a:pt x="2314" y="3890"/>
                  </a:cubicBezTo>
                  <a:lnTo>
                    <a:pt x="2250" y="3987"/>
                  </a:lnTo>
                  <a:cubicBezTo>
                    <a:pt x="2122" y="4147"/>
                    <a:pt x="1768" y="4565"/>
                    <a:pt x="1350" y="4919"/>
                  </a:cubicBezTo>
                  <a:cubicBezTo>
                    <a:pt x="1157" y="5112"/>
                    <a:pt x="964" y="5272"/>
                    <a:pt x="804" y="5401"/>
                  </a:cubicBezTo>
                  <a:cubicBezTo>
                    <a:pt x="725" y="5448"/>
                    <a:pt x="646" y="5488"/>
                    <a:pt x="582" y="5516"/>
                  </a:cubicBezTo>
                  <a:lnTo>
                    <a:pt x="582" y="5516"/>
                  </a:lnTo>
                  <a:cubicBezTo>
                    <a:pt x="590" y="5499"/>
                    <a:pt x="599" y="5482"/>
                    <a:pt x="611" y="5465"/>
                  </a:cubicBezTo>
                  <a:cubicBezTo>
                    <a:pt x="772" y="5079"/>
                    <a:pt x="1254" y="4372"/>
                    <a:pt x="1800" y="3762"/>
                  </a:cubicBezTo>
                  <a:cubicBezTo>
                    <a:pt x="2057" y="3472"/>
                    <a:pt x="2314" y="3183"/>
                    <a:pt x="2572" y="2958"/>
                  </a:cubicBezTo>
                  <a:cubicBezTo>
                    <a:pt x="2829" y="2733"/>
                    <a:pt x="3054" y="2540"/>
                    <a:pt x="3214" y="2508"/>
                  </a:cubicBezTo>
                  <a:cubicBezTo>
                    <a:pt x="3664" y="2315"/>
                    <a:pt x="4597" y="2058"/>
                    <a:pt x="5368" y="1865"/>
                  </a:cubicBezTo>
                  <a:cubicBezTo>
                    <a:pt x="5754" y="1769"/>
                    <a:pt x="6107" y="1672"/>
                    <a:pt x="6365" y="1608"/>
                  </a:cubicBezTo>
                  <a:cubicBezTo>
                    <a:pt x="6654" y="1544"/>
                    <a:pt x="6815" y="1511"/>
                    <a:pt x="6815" y="1511"/>
                  </a:cubicBezTo>
                  <a:lnTo>
                    <a:pt x="6911" y="1479"/>
                  </a:lnTo>
                  <a:lnTo>
                    <a:pt x="6975" y="1415"/>
                  </a:lnTo>
                  <a:cubicBezTo>
                    <a:pt x="7072" y="1351"/>
                    <a:pt x="7393" y="1094"/>
                    <a:pt x="7747" y="901"/>
                  </a:cubicBezTo>
                  <a:cubicBezTo>
                    <a:pt x="8100" y="708"/>
                    <a:pt x="8486" y="547"/>
                    <a:pt x="8743" y="547"/>
                  </a:cubicBezTo>
                  <a:close/>
                  <a:moveTo>
                    <a:pt x="8743" y="1"/>
                  </a:moveTo>
                  <a:cubicBezTo>
                    <a:pt x="8486" y="1"/>
                    <a:pt x="8229" y="97"/>
                    <a:pt x="8004" y="194"/>
                  </a:cubicBezTo>
                  <a:cubicBezTo>
                    <a:pt x="7389" y="434"/>
                    <a:pt x="6818" y="853"/>
                    <a:pt x="6644" y="1005"/>
                  </a:cubicBezTo>
                  <a:lnTo>
                    <a:pt x="6644" y="1005"/>
                  </a:lnTo>
                  <a:cubicBezTo>
                    <a:pt x="6485" y="1037"/>
                    <a:pt x="5897" y="1159"/>
                    <a:pt x="5240" y="1351"/>
                  </a:cubicBezTo>
                  <a:cubicBezTo>
                    <a:pt x="4436" y="1544"/>
                    <a:pt x="3536" y="1769"/>
                    <a:pt x="2989" y="1994"/>
                  </a:cubicBezTo>
                  <a:cubicBezTo>
                    <a:pt x="2732" y="2122"/>
                    <a:pt x="2411" y="2347"/>
                    <a:pt x="2089" y="2669"/>
                  </a:cubicBezTo>
                  <a:cubicBezTo>
                    <a:pt x="1639" y="3119"/>
                    <a:pt x="1125" y="3697"/>
                    <a:pt x="707" y="4244"/>
                  </a:cubicBezTo>
                  <a:cubicBezTo>
                    <a:pt x="514" y="4533"/>
                    <a:pt x="354" y="4790"/>
                    <a:pt x="225" y="5015"/>
                  </a:cubicBezTo>
                  <a:cubicBezTo>
                    <a:pt x="161" y="5144"/>
                    <a:pt x="96" y="5240"/>
                    <a:pt x="64" y="5369"/>
                  </a:cubicBezTo>
                  <a:cubicBezTo>
                    <a:pt x="32" y="5465"/>
                    <a:pt x="0" y="5562"/>
                    <a:pt x="0" y="5658"/>
                  </a:cubicBezTo>
                  <a:cubicBezTo>
                    <a:pt x="0" y="5755"/>
                    <a:pt x="32" y="5819"/>
                    <a:pt x="64" y="5915"/>
                  </a:cubicBezTo>
                  <a:cubicBezTo>
                    <a:pt x="129" y="5980"/>
                    <a:pt x="193" y="6044"/>
                    <a:pt x="289" y="6076"/>
                  </a:cubicBezTo>
                  <a:cubicBezTo>
                    <a:pt x="354" y="6076"/>
                    <a:pt x="386" y="6108"/>
                    <a:pt x="450" y="6108"/>
                  </a:cubicBezTo>
                  <a:cubicBezTo>
                    <a:pt x="579" y="6108"/>
                    <a:pt x="707" y="6044"/>
                    <a:pt x="836" y="5980"/>
                  </a:cubicBezTo>
                  <a:cubicBezTo>
                    <a:pt x="933" y="5935"/>
                    <a:pt x="1033" y="5877"/>
                    <a:pt x="1132" y="5811"/>
                  </a:cubicBezTo>
                  <a:lnTo>
                    <a:pt x="1132" y="5811"/>
                  </a:lnTo>
                  <a:cubicBezTo>
                    <a:pt x="1012" y="6077"/>
                    <a:pt x="896" y="6314"/>
                    <a:pt x="836" y="6494"/>
                  </a:cubicBezTo>
                  <a:cubicBezTo>
                    <a:pt x="772" y="6815"/>
                    <a:pt x="707" y="7297"/>
                    <a:pt x="707" y="7715"/>
                  </a:cubicBezTo>
                  <a:cubicBezTo>
                    <a:pt x="707" y="7940"/>
                    <a:pt x="707" y="8165"/>
                    <a:pt x="772" y="8358"/>
                  </a:cubicBezTo>
                  <a:cubicBezTo>
                    <a:pt x="836" y="8455"/>
                    <a:pt x="868" y="8551"/>
                    <a:pt x="964" y="8648"/>
                  </a:cubicBezTo>
                  <a:cubicBezTo>
                    <a:pt x="1061" y="8712"/>
                    <a:pt x="1189" y="8776"/>
                    <a:pt x="1318" y="8776"/>
                  </a:cubicBezTo>
                  <a:cubicBezTo>
                    <a:pt x="1382" y="8776"/>
                    <a:pt x="1447" y="8744"/>
                    <a:pt x="1543" y="8712"/>
                  </a:cubicBezTo>
                  <a:cubicBezTo>
                    <a:pt x="1768" y="8615"/>
                    <a:pt x="1993" y="8455"/>
                    <a:pt x="2218" y="8230"/>
                  </a:cubicBezTo>
                  <a:cubicBezTo>
                    <a:pt x="2822" y="7654"/>
                    <a:pt x="3478" y="6770"/>
                    <a:pt x="3632" y="6591"/>
                  </a:cubicBezTo>
                  <a:lnTo>
                    <a:pt x="3632" y="6591"/>
                  </a:lnTo>
                  <a:lnTo>
                    <a:pt x="3632" y="6590"/>
                  </a:lnTo>
                  <a:cubicBezTo>
                    <a:pt x="3793" y="6494"/>
                    <a:pt x="4243" y="6269"/>
                    <a:pt x="4757" y="6044"/>
                  </a:cubicBezTo>
                  <a:cubicBezTo>
                    <a:pt x="5272" y="5851"/>
                    <a:pt x="5882" y="5658"/>
                    <a:pt x="6429" y="5658"/>
                  </a:cubicBezTo>
                  <a:cubicBezTo>
                    <a:pt x="6847" y="5658"/>
                    <a:pt x="7200" y="5465"/>
                    <a:pt x="7490" y="5208"/>
                  </a:cubicBezTo>
                  <a:cubicBezTo>
                    <a:pt x="7940" y="4822"/>
                    <a:pt x="8293" y="4276"/>
                    <a:pt x="8518" y="3826"/>
                  </a:cubicBezTo>
                  <a:cubicBezTo>
                    <a:pt x="8718" y="3476"/>
                    <a:pt x="8840" y="3185"/>
                    <a:pt x="8885" y="3057"/>
                  </a:cubicBezTo>
                  <a:lnTo>
                    <a:pt x="8885" y="3057"/>
                  </a:lnTo>
                  <a:cubicBezTo>
                    <a:pt x="8960" y="2972"/>
                    <a:pt x="9117" y="2806"/>
                    <a:pt x="9258" y="2572"/>
                  </a:cubicBezTo>
                  <a:cubicBezTo>
                    <a:pt x="9450" y="2219"/>
                    <a:pt x="9675" y="1769"/>
                    <a:pt x="9675" y="1222"/>
                  </a:cubicBezTo>
                  <a:cubicBezTo>
                    <a:pt x="9675" y="1029"/>
                    <a:pt x="9643" y="804"/>
                    <a:pt x="9579" y="579"/>
                  </a:cubicBezTo>
                  <a:cubicBezTo>
                    <a:pt x="9515" y="386"/>
                    <a:pt x="9386" y="226"/>
                    <a:pt x="9225" y="129"/>
                  </a:cubicBezTo>
                  <a:cubicBezTo>
                    <a:pt x="9065" y="33"/>
                    <a:pt x="8904" y="1"/>
                    <a:pt x="87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4440;p64">
              <a:extLst>
                <a:ext uri="{FF2B5EF4-FFF2-40B4-BE49-F238E27FC236}">
                  <a16:creationId xmlns:a16="http://schemas.microsoft.com/office/drawing/2014/main" id="{0E69A648-32B9-4D8E-0143-2D7AF67FC06A}"/>
                </a:ext>
              </a:extLst>
            </p:cNvPr>
            <p:cNvSpPr/>
            <p:nvPr/>
          </p:nvSpPr>
          <p:spPr>
            <a:xfrm>
              <a:off x="4681900" y="2220000"/>
              <a:ext cx="85200" cy="103700"/>
            </a:xfrm>
            <a:custGeom>
              <a:avLst/>
              <a:gdLst/>
              <a:ahLst/>
              <a:cxnLst/>
              <a:rect l="l" t="t" r="r" b="b"/>
              <a:pathLst>
                <a:path w="3408" h="4148" extrusionOk="0">
                  <a:moveTo>
                    <a:pt x="1137" y="1"/>
                  </a:moveTo>
                  <a:cubicBezTo>
                    <a:pt x="788" y="1"/>
                    <a:pt x="579" y="592"/>
                    <a:pt x="579" y="1183"/>
                  </a:cubicBezTo>
                  <a:cubicBezTo>
                    <a:pt x="579" y="2018"/>
                    <a:pt x="1415" y="2276"/>
                    <a:pt x="1415" y="2276"/>
                  </a:cubicBezTo>
                  <a:cubicBezTo>
                    <a:pt x="1415" y="2276"/>
                    <a:pt x="0" y="3594"/>
                    <a:pt x="836" y="4011"/>
                  </a:cubicBezTo>
                  <a:cubicBezTo>
                    <a:pt x="1026" y="4110"/>
                    <a:pt x="1218" y="4148"/>
                    <a:pt x="1400" y="4148"/>
                  </a:cubicBezTo>
                  <a:cubicBezTo>
                    <a:pt x="1988" y="4148"/>
                    <a:pt x="2475" y="3754"/>
                    <a:pt x="2475" y="3754"/>
                  </a:cubicBezTo>
                  <a:lnTo>
                    <a:pt x="3407" y="1086"/>
                  </a:lnTo>
                  <a:lnTo>
                    <a:pt x="3407" y="1086"/>
                  </a:lnTo>
                  <a:cubicBezTo>
                    <a:pt x="3407" y="1086"/>
                    <a:pt x="3369" y="1090"/>
                    <a:pt x="3302" y="1090"/>
                  </a:cubicBezTo>
                  <a:cubicBezTo>
                    <a:pt x="3012" y="1090"/>
                    <a:pt x="2188" y="1026"/>
                    <a:pt x="1640" y="347"/>
                  </a:cubicBezTo>
                  <a:cubicBezTo>
                    <a:pt x="1451" y="102"/>
                    <a:pt x="1282" y="1"/>
                    <a:pt x="11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4441;p64">
              <a:extLst>
                <a:ext uri="{FF2B5EF4-FFF2-40B4-BE49-F238E27FC236}">
                  <a16:creationId xmlns:a16="http://schemas.microsoft.com/office/drawing/2014/main" id="{C1DDFDEF-7C9F-4763-3A22-EDF988D56926}"/>
                </a:ext>
              </a:extLst>
            </p:cNvPr>
            <p:cNvSpPr/>
            <p:nvPr/>
          </p:nvSpPr>
          <p:spPr>
            <a:xfrm>
              <a:off x="4689125" y="2213400"/>
              <a:ext cx="84400" cy="116550"/>
            </a:xfrm>
            <a:custGeom>
              <a:avLst/>
              <a:gdLst/>
              <a:ahLst/>
              <a:cxnLst/>
              <a:rect l="l" t="t" r="r" b="b"/>
              <a:pathLst>
                <a:path w="3376" h="4662" extrusionOk="0">
                  <a:moveTo>
                    <a:pt x="836" y="0"/>
                  </a:moveTo>
                  <a:cubicBezTo>
                    <a:pt x="675" y="0"/>
                    <a:pt x="547" y="64"/>
                    <a:pt x="418" y="193"/>
                  </a:cubicBezTo>
                  <a:cubicBezTo>
                    <a:pt x="258" y="322"/>
                    <a:pt x="193" y="514"/>
                    <a:pt x="129" y="740"/>
                  </a:cubicBezTo>
                  <a:cubicBezTo>
                    <a:pt x="65" y="965"/>
                    <a:pt x="33" y="1190"/>
                    <a:pt x="33" y="1447"/>
                  </a:cubicBezTo>
                  <a:cubicBezTo>
                    <a:pt x="0" y="1961"/>
                    <a:pt x="290" y="2315"/>
                    <a:pt x="547" y="2507"/>
                  </a:cubicBezTo>
                  <a:cubicBezTo>
                    <a:pt x="589" y="2543"/>
                    <a:pt x="632" y="2575"/>
                    <a:pt x="674" y="2602"/>
                  </a:cubicBezTo>
                  <a:lnTo>
                    <a:pt x="674" y="2602"/>
                  </a:lnTo>
                  <a:cubicBezTo>
                    <a:pt x="614" y="2669"/>
                    <a:pt x="548" y="2745"/>
                    <a:pt x="483" y="2829"/>
                  </a:cubicBezTo>
                  <a:cubicBezTo>
                    <a:pt x="386" y="2957"/>
                    <a:pt x="258" y="3118"/>
                    <a:pt x="161" y="3311"/>
                  </a:cubicBezTo>
                  <a:cubicBezTo>
                    <a:pt x="65" y="3472"/>
                    <a:pt x="0" y="3665"/>
                    <a:pt x="0" y="3858"/>
                  </a:cubicBezTo>
                  <a:cubicBezTo>
                    <a:pt x="0" y="3986"/>
                    <a:pt x="33" y="4115"/>
                    <a:pt x="97" y="4243"/>
                  </a:cubicBezTo>
                  <a:cubicBezTo>
                    <a:pt x="161" y="4340"/>
                    <a:pt x="290" y="4436"/>
                    <a:pt x="418" y="4500"/>
                  </a:cubicBezTo>
                  <a:cubicBezTo>
                    <a:pt x="643" y="4629"/>
                    <a:pt x="901" y="4661"/>
                    <a:pt x="1126" y="4661"/>
                  </a:cubicBezTo>
                  <a:cubicBezTo>
                    <a:pt x="1833" y="4661"/>
                    <a:pt x="2347" y="4243"/>
                    <a:pt x="2347" y="4211"/>
                  </a:cubicBezTo>
                  <a:cubicBezTo>
                    <a:pt x="2476" y="4147"/>
                    <a:pt x="2508" y="3954"/>
                    <a:pt x="2411" y="3858"/>
                  </a:cubicBezTo>
                  <a:cubicBezTo>
                    <a:pt x="2355" y="3782"/>
                    <a:pt x="2276" y="3751"/>
                    <a:pt x="2195" y="3751"/>
                  </a:cubicBezTo>
                  <a:cubicBezTo>
                    <a:pt x="2138" y="3751"/>
                    <a:pt x="2079" y="3767"/>
                    <a:pt x="2026" y="3793"/>
                  </a:cubicBezTo>
                  <a:cubicBezTo>
                    <a:pt x="1993" y="3825"/>
                    <a:pt x="1576" y="4147"/>
                    <a:pt x="1126" y="4147"/>
                  </a:cubicBezTo>
                  <a:cubicBezTo>
                    <a:pt x="965" y="4147"/>
                    <a:pt x="804" y="4115"/>
                    <a:pt x="643" y="4018"/>
                  </a:cubicBezTo>
                  <a:cubicBezTo>
                    <a:pt x="579" y="3986"/>
                    <a:pt x="579" y="3954"/>
                    <a:pt x="547" y="3954"/>
                  </a:cubicBezTo>
                  <a:lnTo>
                    <a:pt x="547" y="3858"/>
                  </a:lnTo>
                  <a:cubicBezTo>
                    <a:pt x="547" y="3793"/>
                    <a:pt x="579" y="3665"/>
                    <a:pt x="643" y="3536"/>
                  </a:cubicBezTo>
                  <a:cubicBezTo>
                    <a:pt x="740" y="3343"/>
                    <a:pt x="901" y="3150"/>
                    <a:pt x="1061" y="2990"/>
                  </a:cubicBezTo>
                  <a:cubicBezTo>
                    <a:pt x="1126" y="2893"/>
                    <a:pt x="1190" y="2829"/>
                    <a:pt x="1222" y="2797"/>
                  </a:cubicBezTo>
                  <a:lnTo>
                    <a:pt x="1286" y="2732"/>
                  </a:lnTo>
                  <a:cubicBezTo>
                    <a:pt x="1383" y="2668"/>
                    <a:pt x="1383" y="2572"/>
                    <a:pt x="1383" y="2475"/>
                  </a:cubicBezTo>
                  <a:cubicBezTo>
                    <a:pt x="1351" y="2379"/>
                    <a:pt x="1286" y="2282"/>
                    <a:pt x="1190" y="2282"/>
                  </a:cubicBezTo>
                  <a:cubicBezTo>
                    <a:pt x="1190" y="2282"/>
                    <a:pt x="997" y="2218"/>
                    <a:pt x="868" y="2090"/>
                  </a:cubicBezTo>
                  <a:cubicBezTo>
                    <a:pt x="708" y="1929"/>
                    <a:pt x="547" y="1768"/>
                    <a:pt x="547" y="1447"/>
                  </a:cubicBezTo>
                  <a:cubicBezTo>
                    <a:pt x="547" y="1190"/>
                    <a:pt x="611" y="932"/>
                    <a:pt x="675" y="740"/>
                  </a:cubicBezTo>
                  <a:cubicBezTo>
                    <a:pt x="708" y="675"/>
                    <a:pt x="772" y="611"/>
                    <a:pt x="804" y="579"/>
                  </a:cubicBezTo>
                  <a:lnTo>
                    <a:pt x="836" y="547"/>
                  </a:lnTo>
                  <a:cubicBezTo>
                    <a:pt x="868" y="547"/>
                    <a:pt x="901" y="547"/>
                    <a:pt x="933" y="579"/>
                  </a:cubicBezTo>
                  <a:cubicBezTo>
                    <a:pt x="997" y="611"/>
                    <a:pt x="1061" y="675"/>
                    <a:pt x="1158" y="772"/>
                  </a:cubicBezTo>
                  <a:cubicBezTo>
                    <a:pt x="1479" y="1190"/>
                    <a:pt x="1865" y="1382"/>
                    <a:pt x="2218" y="1511"/>
                  </a:cubicBezTo>
                  <a:cubicBezTo>
                    <a:pt x="2572" y="1607"/>
                    <a:pt x="2861" y="1640"/>
                    <a:pt x="3022" y="1640"/>
                  </a:cubicBezTo>
                  <a:lnTo>
                    <a:pt x="3118" y="1640"/>
                  </a:lnTo>
                  <a:cubicBezTo>
                    <a:pt x="3279" y="1607"/>
                    <a:pt x="3376" y="1479"/>
                    <a:pt x="3376" y="1350"/>
                  </a:cubicBezTo>
                  <a:cubicBezTo>
                    <a:pt x="3376" y="1190"/>
                    <a:pt x="3247" y="1093"/>
                    <a:pt x="3086" y="1093"/>
                  </a:cubicBezTo>
                  <a:lnTo>
                    <a:pt x="3022" y="1093"/>
                  </a:lnTo>
                  <a:cubicBezTo>
                    <a:pt x="2893" y="1093"/>
                    <a:pt x="2668" y="1093"/>
                    <a:pt x="2379" y="997"/>
                  </a:cubicBezTo>
                  <a:cubicBezTo>
                    <a:pt x="2122" y="900"/>
                    <a:pt x="1801" y="740"/>
                    <a:pt x="1576" y="450"/>
                  </a:cubicBezTo>
                  <a:cubicBezTo>
                    <a:pt x="1447" y="322"/>
                    <a:pt x="1351" y="193"/>
                    <a:pt x="1222" y="129"/>
                  </a:cubicBezTo>
                  <a:cubicBezTo>
                    <a:pt x="1126" y="64"/>
                    <a:pt x="997" y="0"/>
                    <a:pt x="8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4442;p64">
              <a:extLst>
                <a:ext uri="{FF2B5EF4-FFF2-40B4-BE49-F238E27FC236}">
                  <a16:creationId xmlns:a16="http://schemas.microsoft.com/office/drawing/2014/main" id="{91CDD033-90A5-7399-1F14-FCCC917AC245}"/>
                </a:ext>
              </a:extLst>
            </p:cNvPr>
            <p:cNvSpPr/>
            <p:nvPr/>
          </p:nvSpPr>
          <p:spPr>
            <a:xfrm>
              <a:off x="5131100" y="2759925"/>
              <a:ext cx="513550" cy="155050"/>
            </a:xfrm>
            <a:custGeom>
              <a:avLst/>
              <a:gdLst/>
              <a:ahLst/>
              <a:cxnLst/>
              <a:rect l="l" t="t" r="r" b="b"/>
              <a:pathLst>
                <a:path w="20542" h="6202" extrusionOk="0">
                  <a:moveTo>
                    <a:pt x="8655" y="1"/>
                  </a:moveTo>
                  <a:cubicBezTo>
                    <a:pt x="6886" y="1"/>
                    <a:pt x="2639" y="1734"/>
                    <a:pt x="1351" y="2183"/>
                  </a:cubicBezTo>
                  <a:cubicBezTo>
                    <a:pt x="1" y="2665"/>
                    <a:pt x="1351" y="3051"/>
                    <a:pt x="2830" y="3340"/>
                  </a:cubicBezTo>
                  <a:cubicBezTo>
                    <a:pt x="3125" y="3398"/>
                    <a:pt x="3479" y="3421"/>
                    <a:pt x="3855" y="3421"/>
                  </a:cubicBezTo>
                  <a:cubicBezTo>
                    <a:pt x="5361" y="3421"/>
                    <a:pt x="7233" y="3051"/>
                    <a:pt x="7233" y="3051"/>
                  </a:cubicBezTo>
                  <a:lnTo>
                    <a:pt x="7233" y="3051"/>
                  </a:lnTo>
                  <a:cubicBezTo>
                    <a:pt x="7233" y="3051"/>
                    <a:pt x="4019" y="4433"/>
                    <a:pt x="4790" y="4626"/>
                  </a:cubicBezTo>
                  <a:cubicBezTo>
                    <a:pt x="4941" y="4664"/>
                    <a:pt x="5122" y="4680"/>
                    <a:pt x="5327" y="4680"/>
                  </a:cubicBezTo>
                  <a:cubicBezTo>
                    <a:pt x="6170" y="4680"/>
                    <a:pt x="7407" y="4415"/>
                    <a:pt x="8519" y="4337"/>
                  </a:cubicBezTo>
                  <a:cubicBezTo>
                    <a:pt x="9869" y="4241"/>
                    <a:pt x="11251" y="2955"/>
                    <a:pt x="11251" y="2955"/>
                  </a:cubicBezTo>
                  <a:cubicBezTo>
                    <a:pt x="11251" y="2955"/>
                    <a:pt x="17809" y="6201"/>
                    <a:pt x="18580" y="6201"/>
                  </a:cubicBezTo>
                  <a:cubicBezTo>
                    <a:pt x="19352" y="6201"/>
                    <a:pt x="20541" y="3855"/>
                    <a:pt x="18870" y="2858"/>
                  </a:cubicBezTo>
                  <a:cubicBezTo>
                    <a:pt x="17198" y="1894"/>
                    <a:pt x="14562" y="1090"/>
                    <a:pt x="14562" y="1090"/>
                  </a:cubicBezTo>
                  <a:cubicBezTo>
                    <a:pt x="14562" y="1090"/>
                    <a:pt x="10448" y="319"/>
                    <a:pt x="9001" y="30"/>
                  </a:cubicBezTo>
                  <a:cubicBezTo>
                    <a:pt x="8901" y="10"/>
                    <a:pt x="8784" y="1"/>
                    <a:pt x="8655" y="1"/>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4443;p64">
              <a:extLst>
                <a:ext uri="{FF2B5EF4-FFF2-40B4-BE49-F238E27FC236}">
                  <a16:creationId xmlns:a16="http://schemas.microsoft.com/office/drawing/2014/main" id="{6E1E2C61-5BF6-A630-8033-CFA220839A95}"/>
                </a:ext>
              </a:extLst>
            </p:cNvPr>
            <p:cNvSpPr/>
            <p:nvPr/>
          </p:nvSpPr>
          <p:spPr>
            <a:xfrm>
              <a:off x="5143975" y="2753425"/>
              <a:ext cx="487000" cy="167975"/>
            </a:xfrm>
            <a:custGeom>
              <a:avLst/>
              <a:gdLst/>
              <a:ahLst/>
              <a:cxnLst/>
              <a:rect l="l" t="t" r="r" b="b"/>
              <a:pathLst>
                <a:path w="19480" h="6719" extrusionOk="0">
                  <a:moveTo>
                    <a:pt x="8133" y="515"/>
                  </a:moveTo>
                  <a:cubicBezTo>
                    <a:pt x="8261" y="515"/>
                    <a:pt x="8358" y="547"/>
                    <a:pt x="8422" y="547"/>
                  </a:cubicBezTo>
                  <a:cubicBezTo>
                    <a:pt x="9901" y="836"/>
                    <a:pt x="14015" y="1640"/>
                    <a:pt x="14015" y="1640"/>
                  </a:cubicBezTo>
                  <a:lnTo>
                    <a:pt x="14017" y="1621"/>
                  </a:lnTo>
                  <a:lnTo>
                    <a:pt x="14017" y="1621"/>
                  </a:lnTo>
                  <a:cubicBezTo>
                    <a:pt x="14077" y="1645"/>
                    <a:pt x="14213" y="1698"/>
                    <a:pt x="14401" y="1768"/>
                  </a:cubicBezTo>
                  <a:cubicBezTo>
                    <a:pt x="15237" y="2025"/>
                    <a:pt x="17005" y="2636"/>
                    <a:pt x="18226" y="3343"/>
                  </a:cubicBezTo>
                  <a:cubicBezTo>
                    <a:pt x="18772" y="3665"/>
                    <a:pt x="18933" y="4115"/>
                    <a:pt x="18933" y="4597"/>
                  </a:cubicBezTo>
                  <a:cubicBezTo>
                    <a:pt x="18933" y="4983"/>
                    <a:pt x="18805" y="5433"/>
                    <a:pt x="18580" y="5722"/>
                  </a:cubicBezTo>
                  <a:cubicBezTo>
                    <a:pt x="18483" y="5883"/>
                    <a:pt x="18387" y="6011"/>
                    <a:pt x="18290" y="6076"/>
                  </a:cubicBezTo>
                  <a:cubicBezTo>
                    <a:pt x="18194" y="6172"/>
                    <a:pt x="18097" y="6172"/>
                    <a:pt x="18065" y="6172"/>
                  </a:cubicBezTo>
                  <a:cubicBezTo>
                    <a:pt x="18065" y="6172"/>
                    <a:pt x="18001" y="6172"/>
                    <a:pt x="17937" y="6140"/>
                  </a:cubicBezTo>
                  <a:cubicBezTo>
                    <a:pt x="17615" y="6076"/>
                    <a:pt x="17005" y="5818"/>
                    <a:pt x="16265" y="5529"/>
                  </a:cubicBezTo>
                  <a:cubicBezTo>
                    <a:pt x="15172" y="5047"/>
                    <a:pt x="13822" y="4404"/>
                    <a:pt x="12729" y="3890"/>
                  </a:cubicBezTo>
                  <a:cubicBezTo>
                    <a:pt x="12183" y="3633"/>
                    <a:pt x="11733" y="3408"/>
                    <a:pt x="11379" y="3247"/>
                  </a:cubicBezTo>
                  <a:cubicBezTo>
                    <a:pt x="11058" y="3086"/>
                    <a:pt x="10865" y="2990"/>
                    <a:pt x="10833" y="2990"/>
                  </a:cubicBezTo>
                  <a:cubicBezTo>
                    <a:pt x="10796" y="2965"/>
                    <a:pt x="10759" y="2955"/>
                    <a:pt x="10722" y="2955"/>
                  </a:cubicBezTo>
                  <a:cubicBezTo>
                    <a:pt x="10663" y="2955"/>
                    <a:pt x="10603" y="2982"/>
                    <a:pt x="10544" y="3022"/>
                  </a:cubicBezTo>
                  <a:cubicBezTo>
                    <a:pt x="10479" y="3086"/>
                    <a:pt x="10126" y="3408"/>
                    <a:pt x="9643" y="3697"/>
                  </a:cubicBezTo>
                  <a:cubicBezTo>
                    <a:pt x="9161" y="3986"/>
                    <a:pt x="8551" y="4276"/>
                    <a:pt x="7972" y="4308"/>
                  </a:cubicBezTo>
                  <a:cubicBezTo>
                    <a:pt x="6847" y="4404"/>
                    <a:pt x="5593" y="4661"/>
                    <a:pt x="4822" y="4661"/>
                  </a:cubicBezTo>
                  <a:cubicBezTo>
                    <a:pt x="4752" y="4661"/>
                    <a:pt x="4687" y="4661"/>
                    <a:pt x="4626" y="4660"/>
                  </a:cubicBezTo>
                  <a:lnTo>
                    <a:pt x="4626" y="4660"/>
                  </a:lnTo>
                  <a:cubicBezTo>
                    <a:pt x="4918" y="4465"/>
                    <a:pt x="5452" y="4187"/>
                    <a:pt x="5883" y="3986"/>
                  </a:cubicBezTo>
                  <a:cubicBezTo>
                    <a:pt x="6140" y="3858"/>
                    <a:pt x="6365" y="3761"/>
                    <a:pt x="6558" y="3697"/>
                  </a:cubicBezTo>
                  <a:cubicBezTo>
                    <a:pt x="6718" y="3600"/>
                    <a:pt x="6815" y="3568"/>
                    <a:pt x="6815" y="3568"/>
                  </a:cubicBezTo>
                  <a:cubicBezTo>
                    <a:pt x="6943" y="3504"/>
                    <a:pt x="7008" y="3375"/>
                    <a:pt x="6976" y="3247"/>
                  </a:cubicBezTo>
                  <a:cubicBezTo>
                    <a:pt x="6948" y="3135"/>
                    <a:pt x="6847" y="3048"/>
                    <a:pt x="6716" y="3048"/>
                  </a:cubicBezTo>
                  <a:cubicBezTo>
                    <a:pt x="6696" y="3048"/>
                    <a:pt x="6675" y="3050"/>
                    <a:pt x="6654" y="3054"/>
                  </a:cubicBezTo>
                  <a:cubicBezTo>
                    <a:pt x="6654" y="3054"/>
                    <a:pt x="6558" y="3086"/>
                    <a:pt x="6365" y="3118"/>
                  </a:cubicBezTo>
                  <a:cubicBezTo>
                    <a:pt x="5754" y="3215"/>
                    <a:pt x="4436" y="3440"/>
                    <a:pt x="3343" y="3440"/>
                  </a:cubicBezTo>
                  <a:cubicBezTo>
                    <a:pt x="2957" y="3440"/>
                    <a:pt x="2636" y="3408"/>
                    <a:pt x="2379" y="3343"/>
                  </a:cubicBezTo>
                  <a:cubicBezTo>
                    <a:pt x="1865" y="3247"/>
                    <a:pt x="1350" y="3118"/>
                    <a:pt x="997" y="3022"/>
                  </a:cubicBezTo>
                  <a:cubicBezTo>
                    <a:pt x="804" y="2958"/>
                    <a:pt x="676" y="2894"/>
                    <a:pt x="611" y="2829"/>
                  </a:cubicBezTo>
                  <a:lnTo>
                    <a:pt x="611" y="2829"/>
                  </a:lnTo>
                  <a:cubicBezTo>
                    <a:pt x="684" y="2795"/>
                    <a:pt x="791" y="2748"/>
                    <a:pt x="932" y="2700"/>
                  </a:cubicBezTo>
                  <a:cubicBezTo>
                    <a:pt x="1575" y="2443"/>
                    <a:pt x="2957" y="1929"/>
                    <a:pt x="4404" y="1415"/>
                  </a:cubicBezTo>
                  <a:cubicBezTo>
                    <a:pt x="5111" y="1190"/>
                    <a:pt x="5850" y="965"/>
                    <a:pt x="6493" y="804"/>
                  </a:cubicBezTo>
                  <a:cubicBezTo>
                    <a:pt x="7136" y="611"/>
                    <a:pt x="7715" y="515"/>
                    <a:pt x="8133" y="515"/>
                  </a:cubicBezTo>
                  <a:close/>
                  <a:moveTo>
                    <a:pt x="8133" y="0"/>
                  </a:moveTo>
                  <a:cubicBezTo>
                    <a:pt x="7651" y="0"/>
                    <a:pt x="7040" y="97"/>
                    <a:pt x="6365" y="257"/>
                  </a:cubicBezTo>
                  <a:cubicBezTo>
                    <a:pt x="4340" y="772"/>
                    <a:pt x="1704" y="1833"/>
                    <a:pt x="772" y="2186"/>
                  </a:cubicBezTo>
                  <a:cubicBezTo>
                    <a:pt x="547" y="2250"/>
                    <a:pt x="386" y="2347"/>
                    <a:pt x="257" y="2443"/>
                  </a:cubicBezTo>
                  <a:cubicBezTo>
                    <a:pt x="193" y="2475"/>
                    <a:pt x="129" y="2540"/>
                    <a:pt x="97" y="2604"/>
                  </a:cubicBezTo>
                  <a:cubicBezTo>
                    <a:pt x="32" y="2668"/>
                    <a:pt x="0" y="2733"/>
                    <a:pt x="0" y="2829"/>
                  </a:cubicBezTo>
                  <a:cubicBezTo>
                    <a:pt x="0" y="2958"/>
                    <a:pt x="64" y="3054"/>
                    <a:pt x="129" y="3118"/>
                  </a:cubicBezTo>
                  <a:cubicBezTo>
                    <a:pt x="225" y="3247"/>
                    <a:pt x="354" y="3311"/>
                    <a:pt x="482" y="3375"/>
                  </a:cubicBezTo>
                  <a:cubicBezTo>
                    <a:pt x="900" y="3568"/>
                    <a:pt x="1575" y="3729"/>
                    <a:pt x="2250" y="3890"/>
                  </a:cubicBezTo>
                  <a:cubicBezTo>
                    <a:pt x="2572" y="3954"/>
                    <a:pt x="2957" y="3954"/>
                    <a:pt x="3343" y="3954"/>
                  </a:cubicBezTo>
                  <a:cubicBezTo>
                    <a:pt x="3873" y="3954"/>
                    <a:pt x="4440" y="3909"/>
                    <a:pt x="4958" y="3849"/>
                  </a:cubicBezTo>
                  <a:lnTo>
                    <a:pt x="4958" y="3849"/>
                  </a:lnTo>
                  <a:cubicBezTo>
                    <a:pt x="4758" y="3961"/>
                    <a:pt x="4568" y="4077"/>
                    <a:pt x="4404" y="4179"/>
                  </a:cubicBezTo>
                  <a:cubicBezTo>
                    <a:pt x="4275" y="4243"/>
                    <a:pt x="4179" y="4340"/>
                    <a:pt x="4083" y="4404"/>
                  </a:cubicBezTo>
                  <a:cubicBezTo>
                    <a:pt x="4018" y="4468"/>
                    <a:pt x="3986" y="4501"/>
                    <a:pt x="3954" y="4565"/>
                  </a:cubicBezTo>
                  <a:cubicBezTo>
                    <a:pt x="3922" y="4597"/>
                    <a:pt x="3890" y="4693"/>
                    <a:pt x="3890" y="4790"/>
                  </a:cubicBezTo>
                  <a:cubicBezTo>
                    <a:pt x="3890" y="4886"/>
                    <a:pt x="3922" y="4983"/>
                    <a:pt x="4018" y="5047"/>
                  </a:cubicBezTo>
                  <a:cubicBezTo>
                    <a:pt x="4083" y="5111"/>
                    <a:pt x="4147" y="5111"/>
                    <a:pt x="4211" y="5143"/>
                  </a:cubicBezTo>
                  <a:cubicBezTo>
                    <a:pt x="4404" y="5176"/>
                    <a:pt x="4597" y="5208"/>
                    <a:pt x="4822" y="5208"/>
                  </a:cubicBezTo>
                  <a:cubicBezTo>
                    <a:pt x="5722" y="5208"/>
                    <a:pt x="6943" y="4918"/>
                    <a:pt x="8004" y="4854"/>
                  </a:cubicBezTo>
                  <a:cubicBezTo>
                    <a:pt x="8776" y="4790"/>
                    <a:pt x="9483" y="4436"/>
                    <a:pt x="10029" y="4083"/>
                  </a:cubicBezTo>
                  <a:cubicBezTo>
                    <a:pt x="10353" y="3880"/>
                    <a:pt x="10614" y="3677"/>
                    <a:pt x="10762" y="3547"/>
                  </a:cubicBezTo>
                  <a:lnTo>
                    <a:pt x="10762" y="3547"/>
                  </a:lnTo>
                  <a:cubicBezTo>
                    <a:pt x="11209" y="3765"/>
                    <a:pt x="12564" y="4422"/>
                    <a:pt x="13983" y="5079"/>
                  </a:cubicBezTo>
                  <a:cubicBezTo>
                    <a:pt x="14851" y="5497"/>
                    <a:pt x="15751" y="5883"/>
                    <a:pt x="16490" y="6204"/>
                  </a:cubicBezTo>
                  <a:cubicBezTo>
                    <a:pt x="16844" y="6333"/>
                    <a:pt x="17165" y="6461"/>
                    <a:pt x="17455" y="6558"/>
                  </a:cubicBezTo>
                  <a:cubicBezTo>
                    <a:pt x="17583" y="6622"/>
                    <a:pt x="17680" y="6654"/>
                    <a:pt x="17776" y="6686"/>
                  </a:cubicBezTo>
                  <a:cubicBezTo>
                    <a:pt x="17905" y="6686"/>
                    <a:pt x="17969" y="6718"/>
                    <a:pt x="18065" y="6718"/>
                  </a:cubicBezTo>
                  <a:cubicBezTo>
                    <a:pt x="18290" y="6718"/>
                    <a:pt x="18451" y="6622"/>
                    <a:pt x="18612" y="6493"/>
                  </a:cubicBezTo>
                  <a:cubicBezTo>
                    <a:pt x="18869" y="6301"/>
                    <a:pt x="19062" y="6043"/>
                    <a:pt x="19223" y="5690"/>
                  </a:cubicBezTo>
                  <a:cubicBezTo>
                    <a:pt x="19383" y="5368"/>
                    <a:pt x="19480" y="4983"/>
                    <a:pt x="19480" y="4597"/>
                  </a:cubicBezTo>
                  <a:cubicBezTo>
                    <a:pt x="19480" y="3954"/>
                    <a:pt x="19190" y="3311"/>
                    <a:pt x="18483" y="2893"/>
                  </a:cubicBezTo>
                  <a:cubicBezTo>
                    <a:pt x="16780" y="1897"/>
                    <a:pt x="14144" y="1125"/>
                    <a:pt x="14144" y="1093"/>
                  </a:cubicBezTo>
                  <a:lnTo>
                    <a:pt x="14112" y="1093"/>
                  </a:lnTo>
                  <a:cubicBezTo>
                    <a:pt x="14112" y="1093"/>
                    <a:pt x="13083" y="900"/>
                    <a:pt x="11861" y="675"/>
                  </a:cubicBezTo>
                  <a:cubicBezTo>
                    <a:pt x="10672" y="450"/>
                    <a:pt x="9258" y="161"/>
                    <a:pt x="8518" y="32"/>
                  </a:cubicBezTo>
                  <a:cubicBezTo>
                    <a:pt x="8422" y="0"/>
                    <a:pt x="8261" y="0"/>
                    <a:pt x="81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4444;p64">
              <a:extLst>
                <a:ext uri="{FF2B5EF4-FFF2-40B4-BE49-F238E27FC236}">
                  <a16:creationId xmlns:a16="http://schemas.microsoft.com/office/drawing/2014/main" id="{A069E49B-670E-DD16-4744-51263D834D78}"/>
                </a:ext>
              </a:extLst>
            </p:cNvPr>
            <p:cNvSpPr/>
            <p:nvPr/>
          </p:nvSpPr>
          <p:spPr>
            <a:xfrm>
              <a:off x="5279775" y="2826825"/>
              <a:ext cx="540850" cy="800375"/>
            </a:xfrm>
            <a:custGeom>
              <a:avLst/>
              <a:gdLst/>
              <a:ahLst/>
              <a:cxnLst/>
              <a:rect l="l" t="t" r="r" b="b"/>
              <a:pathLst>
                <a:path w="21634" h="32015" extrusionOk="0">
                  <a:moveTo>
                    <a:pt x="13743" y="0"/>
                  </a:moveTo>
                  <a:cubicBezTo>
                    <a:pt x="11830" y="0"/>
                    <a:pt x="10094" y="2047"/>
                    <a:pt x="10094" y="2047"/>
                  </a:cubicBezTo>
                  <a:cubicBezTo>
                    <a:pt x="10094" y="2047"/>
                    <a:pt x="6172" y="4875"/>
                    <a:pt x="3344" y="8893"/>
                  </a:cubicBezTo>
                  <a:cubicBezTo>
                    <a:pt x="515" y="12912"/>
                    <a:pt x="1" y="21012"/>
                    <a:pt x="611" y="23358"/>
                  </a:cubicBezTo>
                  <a:cubicBezTo>
                    <a:pt x="1190" y="25705"/>
                    <a:pt x="1576" y="28469"/>
                    <a:pt x="4404" y="30302"/>
                  </a:cubicBezTo>
                  <a:cubicBezTo>
                    <a:pt x="5959" y="31315"/>
                    <a:pt x="7276" y="32015"/>
                    <a:pt x="8938" y="32015"/>
                  </a:cubicBezTo>
                  <a:cubicBezTo>
                    <a:pt x="10336" y="32015"/>
                    <a:pt x="11977" y="31520"/>
                    <a:pt x="14208" y="30302"/>
                  </a:cubicBezTo>
                  <a:cubicBezTo>
                    <a:pt x="19094" y="27666"/>
                    <a:pt x="21634" y="18858"/>
                    <a:pt x="21152" y="12108"/>
                  </a:cubicBezTo>
                  <a:cubicBezTo>
                    <a:pt x="20669" y="5358"/>
                    <a:pt x="16555" y="664"/>
                    <a:pt x="14401" y="86"/>
                  </a:cubicBezTo>
                  <a:cubicBezTo>
                    <a:pt x="14181" y="27"/>
                    <a:pt x="13961" y="0"/>
                    <a:pt x="137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4445;p64">
              <a:extLst>
                <a:ext uri="{FF2B5EF4-FFF2-40B4-BE49-F238E27FC236}">
                  <a16:creationId xmlns:a16="http://schemas.microsoft.com/office/drawing/2014/main" id="{1F72AFDA-DE17-58E8-6C1D-5B13935E47D3}"/>
                </a:ext>
              </a:extLst>
            </p:cNvPr>
            <p:cNvSpPr/>
            <p:nvPr/>
          </p:nvSpPr>
          <p:spPr>
            <a:xfrm>
              <a:off x="5283000" y="2820125"/>
              <a:ext cx="533625" cy="814075"/>
            </a:xfrm>
            <a:custGeom>
              <a:avLst/>
              <a:gdLst/>
              <a:ahLst/>
              <a:cxnLst/>
              <a:rect l="l" t="t" r="r" b="b"/>
              <a:pathLst>
                <a:path w="21345" h="32563" extrusionOk="0">
                  <a:moveTo>
                    <a:pt x="9810" y="2098"/>
                  </a:moveTo>
                  <a:cubicBezTo>
                    <a:pt x="9810" y="2098"/>
                    <a:pt x="9810" y="2098"/>
                    <a:pt x="9810" y="2098"/>
                  </a:cubicBezTo>
                  <a:lnTo>
                    <a:pt x="9810" y="2098"/>
                  </a:lnTo>
                  <a:lnTo>
                    <a:pt x="9810" y="2098"/>
                  </a:lnTo>
                  <a:close/>
                  <a:moveTo>
                    <a:pt x="13597" y="547"/>
                  </a:moveTo>
                  <a:cubicBezTo>
                    <a:pt x="13790" y="547"/>
                    <a:pt x="13983" y="547"/>
                    <a:pt x="14208" y="611"/>
                  </a:cubicBezTo>
                  <a:cubicBezTo>
                    <a:pt x="14658" y="740"/>
                    <a:pt x="15301" y="1125"/>
                    <a:pt x="15976" y="1736"/>
                  </a:cubicBezTo>
                  <a:cubicBezTo>
                    <a:pt x="18001" y="3568"/>
                    <a:pt x="20380" y="7426"/>
                    <a:pt x="20765" y="12408"/>
                  </a:cubicBezTo>
                  <a:cubicBezTo>
                    <a:pt x="20798" y="12955"/>
                    <a:pt x="20798" y="13501"/>
                    <a:pt x="20798" y="14080"/>
                  </a:cubicBezTo>
                  <a:cubicBezTo>
                    <a:pt x="20798" y="17262"/>
                    <a:pt x="20187" y="20766"/>
                    <a:pt x="18997" y="23755"/>
                  </a:cubicBezTo>
                  <a:cubicBezTo>
                    <a:pt x="17840" y="26712"/>
                    <a:pt x="16104" y="29187"/>
                    <a:pt x="13951" y="30345"/>
                  </a:cubicBezTo>
                  <a:cubicBezTo>
                    <a:pt x="11733" y="31534"/>
                    <a:pt x="10126" y="32016"/>
                    <a:pt x="8808" y="32016"/>
                  </a:cubicBezTo>
                  <a:cubicBezTo>
                    <a:pt x="7233" y="32016"/>
                    <a:pt x="5979" y="31373"/>
                    <a:pt x="4436" y="30377"/>
                  </a:cubicBezTo>
                  <a:cubicBezTo>
                    <a:pt x="3054" y="29477"/>
                    <a:pt x="2282" y="28352"/>
                    <a:pt x="1768" y="27195"/>
                  </a:cubicBezTo>
                  <a:cubicBezTo>
                    <a:pt x="1286" y="26005"/>
                    <a:pt x="1029" y="24752"/>
                    <a:pt x="739" y="23562"/>
                  </a:cubicBezTo>
                  <a:cubicBezTo>
                    <a:pt x="611" y="23048"/>
                    <a:pt x="514" y="22180"/>
                    <a:pt x="514" y="21087"/>
                  </a:cubicBezTo>
                  <a:cubicBezTo>
                    <a:pt x="514" y="19383"/>
                    <a:pt x="707" y="17198"/>
                    <a:pt x="1189" y="15044"/>
                  </a:cubicBezTo>
                  <a:cubicBezTo>
                    <a:pt x="1640" y="12890"/>
                    <a:pt x="2379" y="10801"/>
                    <a:pt x="3440" y="9322"/>
                  </a:cubicBezTo>
                  <a:cubicBezTo>
                    <a:pt x="4822" y="7329"/>
                    <a:pt x="6493" y="5626"/>
                    <a:pt x="7843" y="4436"/>
                  </a:cubicBezTo>
                  <a:cubicBezTo>
                    <a:pt x="8486" y="3825"/>
                    <a:pt x="9065" y="3343"/>
                    <a:pt x="9483" y="3022"/>
                  </a:cubicBezTo>
                  <a:cubicBezTo>
                    <a:pt x="9676" y="2861"/>
                    <a:pt x="9836" y="2733"/>
                    <a:pt x="9965" y="2668"/>
                  </a:cubicBezTo>
                  <a:cubicBezTo>
                    <a:pt x="10061" y="2572"/>
                    <a:pt x="10126" y="2540"/>
                    <a:pt x="10126" y="2540"/>
                  </a:cubicBezTo>
                  <a:lnTo>
                    <a:pt x="10158" y="2475"/>
                  </a:lnTo>
                  <a:lnTo>
                    <a:pt x="10190" y="2475"/>
                  </a:lnTo>
                  <a:cubicBezTo>
                    <a:pt x="10286" y="2379"/>
                    <a:pt x="10704" y="1865"/>
                    <a:pt x="11347" y="1415"/>
                  </a:cubicBezTo>
                  <a:cubicBezTo>
                    <a:pt x="11990" y="965"/>
                    <a:pt x="12794" y="547"/>
                    <a:pt x="13597" y="547"/>
                  </a:cubicBezTo>
                  <a:close/>
                  <a:moveTo>
                    <a:pt x="13597" y="0"/>
                  </a:moveTo>
                  <a:cubicBezTo>
                    <a:pt x="12536" y="0"/>
                    <a:pt x="11604" y="547"/>
                    <a:pt x="10897" y="1093"/>
                  </a:cubicBezTo>
                  <a:cubicBezTo>
                    <a:pt x="10337" y="1520"/>
                    <a:pt x="9932" y="1947"/>
                    <a:pt x="9810" y="2098"/>
                  </a:cubicBezTo>
                  <a:lnTo>
                    <a:pt x="9810" y="2098"/>
                  </a:lnTo>
                  <a:lnTo>
                    <a:pt x="9804" y="2090"/>
                  </a:lnTo>
                  <a:cubicBezTo>
                    <a:pt x="9804" y="2122"/>
                    <a:pt x="5850" y="4951"/>
                    <a:pt x="2990" y="9001"/>
                  </a:cubicBezTo>
                  <a:cubicBezTo>
                    <a:pt x="1897" y="10576"/>
                    <a:pt x="1125" y="12730"/>
                    <a:pt x="675" y="14915"/>
                  </a:cubicBezTo>
                  <a:cubicBezTo>
                    <a:pt x="193" y="17101"/>
                    <a:pt x="0" y="19351"/>
                    <a:pt x="0" y="21087"/>
                  </a:cubicBezTo>
                  <a:cubicBezTo>
                    <a:pt x="0" y="22212"/>
                    <a:pt x="64" y="23112"/>
                    <a:pt x="225" y="23691"/>
                  </a:cubicBezTo>
                  <a:cubicBezTo>
                    <a:pt x="514" y="24880"/>
                    <a:pt x="739" y="26166"/>
                    <a:pt x="1286" y="27387"/>
                  </a:cubicBezTo>
                  <a:cubicBezTo>
                    <a:pt x="1832" y="28641"/>
                    <a:pt x="2668" y="29863"/>
                    <a:pt x="4147" y="30795"/>
                  </a:cubicBezTo>
                  <a:cubicBezTo>
                    <a:pt x="5690" y="31823"/>
                    <a:pt x="7040" y="32563"/>
                    <a:pt x="8808" y="32563"/>
                  </a:cubicBezTo>
                  <a:cubicBezTo>
                    <a:pt x="10254" y="32563"/>
                    <a:pt x="11926" y="32048"/>
                    <a:pt x="14208" y="30827"/>
                  </a:cubicBezTo>
                  <a:cubicBezTo>
                    <a:pt x="16522" y="29573"/>
                    <a:pt x="18290" y="27002"/>
                    <a:pt x="19512" y="23948"/>
                  </a:cubicBezTo>
                  <a:cubicBezTo>
                    <a:pt x="20701" y="20894"/>
                    <a:pt x="21344" y="17326"/>
                    <a:pt x="21344" y="14080"/>
                  </a:cubicBezTo>
                  <a:cubicBezTo>
                    <a:pt x="21344" y="13501"/>
                    <a:pt x="21312" y="12922"/>
                    <a:pt x="21280" y="12376"/>
                  </a:cubicBezTo>
                  <a:cubicBezTo>
                    <a:pt x="21023" y="8936"/>
                    <a:pt x="19865" y="6043"/>
                    <a:pt x="18483" y="3922"/>
                  </a:cubicBezTo>
                  <a:cubicBezTo>
                    <a:pt x="17808" y="2861"/>
                    <a:pt x="17069" y="1993"/>
                    <a:pt x="16330" y="1350"/>
                  </a:cubicBezTo>
                  <a:cubicBezTo>
                    <a:pt x="15622" y="675"/>
                    <a:pt x="14947" y="257"/>
                    <a:pt x="14337" y="97"/>
                  </a:cubicBezTo>
                  <a:cubicBezTo>
                    <a:pt x="14079" y="32"/>
                    <a:pt x="13854" y="0"/>
                    <a:pt x="135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4446;p64">
              <a:extLst>
                <a:ext uri="{FF2B5EF4-FFF2-40B4-BE49-F238E27FC236}">
                  <a16:creationId xmlns:a16="http://schemas.microsoft.com/office/drawing/2014/main" id="{1D9F69A7-2F8B-F04A-FD76-C873EBAACAC3}"/>
                </a:ext>
              </a:extLst>
            </p:cNvPr>
            <p:cNvSpPr/>
            <p:nvPr/>
          </p:nvSpPr>
          <p:spPr>
            <a:xfrm>
              <a:off x="5438900" y="2899100"/>
              <a:ext cx="237875" cy="221725"/>
            </a:xfrm>
            <a:custGeom>
              <a:avLst/>
              <a:gdLst/>
              <a:ahLst/>
              <a:cxnLst/>
              <a:rect l="l" t="t" r="r" b="b"/>
              <a:pathLst>
                <a:path w="9515" h="8869" extrusionOk="0">
                  <a:moveTo>
                    <a:pt x="6904" y="0"/>
                  </a:moveTo>
                  <a:cubicBezTo>
                    <a:pt x="5656" y="0"/>
                    <a:pt x="4018" y="441"/>
                    <a:pt x="4018" y="441"/>
                  </a:cubicBezTo>
                  <a:cubicBezTo>
                    <a:pt x="4018" y="441"/>
                    <a:pt x="2250" y="634"/>
                    <a:pt x="1382" y="1792"/>
                  </a:cubicBezTo>
                  <a:cubicBezTo>
                    <a:pt x="514" y="2981"/>
                    <a:pt x="804" y="3367"/>
                    <a:pt x="1382" y="3656"/>
                  </a:cubicBezTo>
                  <a:cubicBezTo>
                    <a:pt x="1961" y="3945"/>
                    <a:pt x="2057" y="4717"/>
                    <a:pt x="2057" y="4717"/>
                  </a:cubicBezTo>
                  <a:cubicBezTo>
                    <a:pt x="2057" y="4717"/>
                    <a:pt x="0" y="8060"/>
                    <a:pt x="1093" y="8735"/>
                  </a:cubicBezTo>
                  <a:cubicBezTo>
                    <a:pt x="1231" y="8826"/>
                    <a:pt x="1431" y="8868"/>
                    <a:pt x="1678" y="8868"/>
                  </a:cubicBezTo>
                  <a:cubicBezTo>
                    <a:pt x="3336" y="8868"/>
                    <a:pt x="7110" y="6975"/>
                    <a:pt x="8229" y="5520"/>
                  </a:cubicBezTo>
                  <a:cubicBezTo>
                    <a:pt x="9515" y="3849"/>
                    <a:pt x="8904" y="1117"/>
                    <a:pt x="8133" y="313"/>
                  </a:cubicBezTo>
                  <a:cubicBezTo>
                    <a:pt x="7901" y="81"/>
                    <a:pt x="7438" y="0"/>
                    <a:pt x="6904" y="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4447;p64">
              <a:extLst>
                <a:ext uri="{FF2B5EF4-FFF2-40B4-BE49-F238E27FC236}">
                  <a16:creationId xmlns:a16="http://schemas.microsoft.com/office/drawing/2014/main" id="{5190B40E-23C3-B4C6-EB58-6F79C99D3888}"/>
                </a:ext>
              </a:extLst>
            </p:cNvPr>
            <p:cNvSpPr/>
            <p:nvPr/>
          </p:nvSpPr>
          <p:spPr>
            <a:xfrm>
              <a:off x="5451750" y="2892450"/>
              <a:ext cx="217800" cy="234675"/>
            </a:xfrm>
            <a:custGeom>
              <a:avLst/>
              <a:gdLst/>
              <a:ahLst/>
              <a:cxnLst/>
              <a:rect l="l" t="t" r="r" b="b"/>
              <a:pathLst>
                <a:path w="8712" h="9387" extrusionOk="0">
                  <a:moveTo>
                    <a:pt x="6333" y="547"/>
                  </a:moveTo>
                  <a:cubicBezTo>
                    <a:pt x="6590" y="547"/>
                    <a:pt x="6847" y="547"/>
                    <a:pt x="7040" y="611"/>
                  </a:cubicBezTo>
                  <a:cubicBezTo>
                    <a:pt x="7233" y="643"/>
                    <a:pt x="7362" y="707"/>
                    <a:pt x="7426" y="772"/>
                  </a:cubicBezTo>
                  <a:cubicBezTo>
                    <a:pt x="7619" y="965"/>
                    <a:pt x="7812" y="1318"/>
                    <a:pt x="7940" y="1768"/>
                  </a:cubicBezTo>
                  <a:cubicBezTo>
                    <a:pt x="8101" y="2218"/>
                    <a:pt x="8197" y="2765"/>
                    <a:pt x="8197" y="3343"/>
                  </a:cubicBezTo>
                  <a:cubicBezTo>
                    <a:pt x="8197" y="4147"/>
                    <a:pt x="8004" y="4983"/>
                    <a:pt x="7490" y="5626"/>
                  </a:cubicBezTo>
                  <a:cubicBezTo>
                    <a:pt x="7008" y="6268"/>
                    <a:pt x="5786" y="7104"/>
                    <a:pt x="4501" y="7747"/>
                  </a:cubicBezTo>
                  <a:cubicBezTo>
                    <a:pt x="3890" y="8101"/>
                    <a:pt x="3215" y="8358"/>
                    <a:pt x="2636" y="8551"/>
                  </a:cubicBezTo>
                  <a:cubicBezTo>
                    <a:pt x="2026" y="8744"/>
                    <a:pt x="1511" y="8872"/>
                    <a:pt x="1158" y="8872"/>
                  </a:cubicBezTo>
                  <a:cubicBezTo>
                    <a:pt x="933" y="8872"/>
                    <a:pt x="772" y="8840"/>
                    <a:pt x="708" y="8776"/>
                  </a:cubicBezTo>
                  <a:cubicBezTo>
                    <a:pt x="643" y="8744"/>
                    <a:pt x="611" y="8679"/>
                    <a:pt x="579" y="8615"/>
                  </a:cubicBezTo>
                  <a:cubicBezTo>
                    <a:pt x="547" y="8551"/>
                    <a:pt x="515" y="8422"/>
                    <a:pt x="515" y="8294"/>
                  </a:cubicBezTo>
                  <a:cubicBezTo>
                    <a:pt x="515" y="7779"/>
                    <a:pt x="836" y="6976"/>
                    <a:pt x="1158" y="6301"/>
                  </a:cubicBezTo>
                  <a:cubicBezTo>
                    <a:pt x="1318" y="5979"/>
                    <a:pt x="1447" y="5690"/>
                    <a:pt x="1576" y="5465"/>
                  </a:cubicBezTo>
                  <a:cubicBezTo>
                    <a:pt x="1640" y="5368"/>
                    <a:pt x="1704" y="5272"/>
                    <a:pt x="1736" y="5240"/>
                  </a:cubicBezTo>
                  <a:cubicBezTo>
                    <a:pt x="1768" y="5176"/>
                    <a:pt x="1768" y="5143"/>
                    <a:pt x="1768" y="5143"/>
                  </a:cubicBezTo>
                  <a:cubicBezTo>
                    <a:pt x="1801" y="5079"/>
                    <a:pt x="1833" y="5015"/>
                    <a:pt x="1801" y="4951"/>
                  </a:cubicBezTo>
                  <a:cubicBezTo>
                    <a:pt x="1801" y="4951"/>
                    <a:pt x="1801" y="4726"/>
                    <a:pt x="1672" y="4468"/>
                  </a:cubicBezTo>
                  <a:cubicBezTo>
                    <a:pt x="1576" y="4211"/>
                    <a:pt x="1351" y="3858"/>
                    <a:pt x="997" y="3697"/>
                  </a:cubicBezTo>
                  <a:cubicBezTo>
                    <a:pt x="836" y="3600"/>
                    <a:pt x="740" y="3536"/>
                    <a:pt x="676" y="3472"/>
                  </a:cubicBezTo>
                  <a:cubicBezTo>
                    <a:pt x="611" y="3408"/>
                    <a:pt x="579" y="3343"/>
                    <a:pt x="579" y="3247"/>
                  </a:cubicBezTo>
                  <a:cubicBezTo>
                    <a:pt x="579" y="3054"/>
                    <a:pt x="708" y="2733"/>
                    <a:pt x="1093" y="2218"/>
                  </a:cubicBezTo>
                  <a:cubicBezTo>
                    <a:pt x="1479" y="1704"/>
                    <a:pt x="2090" y="1383"/>
                    <a:pt x="2604" y="1190"/>
                  </a:cubicBezTo>
                  <a:cubicBezTo>
                    <a:pt x="2861" y="1093"/>
                    <a:pt x="3086" y="1029"/>
                    <a:pt x="3279" y="997"/>
                  </a:cubicBezTo>
                  <a:cubicBezTo>
                    <a:pt x="3343" y="997"/>
                    <a:pt x="3408" y="965"/>
                    <a:pt x="3472" y="965"/>
                  </a:cubicBezTo>
                  <a:lnTo>
                    <a:pt x="3569" y="965"/>
                  </a:lnTo>
                  <a:cubicBezTo>
                    <a:pt x="3569" y="965"/>
                    <a:pt x="3665" y="932"/>
                    <a:pt x="3826" y="900"/>
                  </a:cubicBezTo>
                  <a:cubicBezTo>
                    <a:pt x="4340" y="772"/>
                    <a:pt x="5465" y="547"/>
                    <a:pt x="6333" y="547"/>
                  </a:cubicBezTo>
                  <a:close/>
                  <a:moveTo>
                    <a:pt x="6333" y="0"/>
                  </a:moveTo>
                  <a:cubicBezTo>
                    <a:pt x="5047" y="0"/>
                    <a:pt x="3440" y="418"/>
                    <a:pt x="3440" y="418"/>
                  </a:cubicBezTo>
                  <a:lnTo>
                    <a:pt x="3441" y="423"/>
                  </a:lnTo>
                  <a:lnTo>
                    <a:pt x="3441" y="423"/>
                  </a:lnTo>
                  <a:cubicBezTo>
                    <a:pt x="3326" y="440"/>
                    <a:pt x="2903" y="511"/>
                    <a:pt x="2411" y="675"/>
                  </a:cubicBezTo>
                  <a:cubicBezTo>
                    <a:pt x="1833" y="900"/>
                    <a:pt x="1126" y="1254"/>
                    <a:pt x="643" y="1897"/>
                  </a:cubicBezTo>
                  <a:cubicBezTo>
                    <a:pt x="225" y="2443"/>
                    <a:pt x="33" y="2861"/>
                    <a:pt x="33" y="3247"/>
                  </a:cubicBezTo>
                  <a:cubicBezTo>
                    <a:pt x="33" y="3472"/>
                    <a:pt x="129" y="3665"/>
                    <a:pt x="258" y="3825"/>
                  </a:cubicBezTo>
                  <a:cubicBezTo>
                    <a:pt x="386" y="3986"/>
                    <a:pt x="579" y="4083"/>
                    <a:pt x="740" y="4147"/>
                  </a:cubicBezTo>
                  <a:cubicBezTo>
                    <a:pt x="965" y="4276"/>
                    <a:pt x="1093" y="4468"/>
                    <a:pt x="1190" y="4661"/>
                  </a:cubicBezTo>
                  <a:cubicBezTo>
                    <a:pt x="1222" y="4758"/>
                    <a:pt x="1254" y="4854"/>
                    <a:pt x="1254" y="4918"/>
                  </a:cubicBezTo>
                  <a:lnTo>
                    <a:pt x="1264" y="4948"/>
                  </a:lnTo>
                  <a:lnTo>
                    <a:pt x="1264" y="4948"/>
                  </a:lnTo>
                  <a:cubicBezTo>
                    <a:pt x="1159" y="5133"/>
                    <a:pt x="917" y="5568"/>
                    <a:pt x="676" y="6076"/>
                  </a:cubicBezTo>
                  <a:cubicBezTo>
                    <a:pt x="322" y="6783"/>
                    <a:pt x="0" y="7586"/>
                    <a:pt x="0" y="8294"/>
                  </a:cubicBezTo>
                  <a:cubicBezTo>
                    <a:pt x="0" y="8486"/>
                    <a:pt x="0" y="8647"/>
                    <a:pt x="97" y="8808"/>
                  </a:cubicBezTo>
                  <a:cubicBezTo>
                    <a:pt x="161" y="8969"/>
                    <a:pt x="258" y="9129"/>
                    <a:pt x="418" y="9226"/>
                  </a:cubicBezTo>
                  <a:cubicBezTo>
                    <a:pt x="643" y="9354"/>
                    <a:pt x="868" y="9386"/>
                    <a:pt x="1158" y="9386"/>
                  </a:cubicBezTo>
                  <a:cubicBezTo>
                    <a:pt x="1608" y="9386"/>
                    <a:pt x="2186" y="9258"/>
                    <a:pt x="2797" y="9065"/>
                  </a:cubicBezTo>
                  <a:cubicBezTo>
                    <a:pt x="3729" y="8744"/>
                    <a:pt x="4790" y="8261"/>
                    <a:pt x="5722" y="7715"/>
                  </a:cubicBezTo>
                  <a:cubicBezTo>
                    <a:pt x="6654" y="7136"/>
                    <a:pt x="7458" y="6526"/>
                    <a:pt x="7940" y="5947"/>
                  </a:cubicBezTo>
                  <a:cubicBezTo>
                    <a:pt x="8519" y="5176"/>
                    <a:pt x="8712" y="4211"/>
                    <a:pt x="8712" y="3343"/>
                  </a:cubicBezTo>
                  <a:cubicBezTo>
                    <a:pt x="8712" y="2700"/>
                    <a:pt x="8615" y="2122"/>
                    <a:pt x="8454" y="1608"/>
                  </a:cubicBezTo>
                  <a:cubicBezTo>
                    <a:pt x="8294" y="1093"/>
                    <a:pt x="8069" y="675"/>
                    <a:pt x="7812" y="418"/>
                  </a:cubicBezTo>
                  <a:cubicBezTo>
                    <a:pt x="7619" y="225"/>
                    <a:pt x="7394" y="129"/>
                    <a:pt x="7169" y="97"/>
                  </a:cubicBezTo>
                  <a:cubicBezTo>
                    <a:pt x="6912" y="32"/>
                    <a:pt x="6622" y="0"/>
                    <a:pt x="6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4448;p64">
              <a:extLst>
                <a:ext uri="{FF2B5EF4-FFF2-40B4-BE49-F238E27FC236}">
                  <a16:creationId xmlns:a16="http://schemas.microsoft.com/office/drawing/2014/main" id="{0C83E27A-7F01-7C5E-AE7B-02AAE27AE05D}"/>
                </a:ext>
              </a:extLst>
            </p:cNvPr>
            <p:cNvSpPr/>
            <p:nvPr/>
          </p:nvSpPr>
          <p:spPr>
            <a:xfrm>
              <a:off x="5417200" y="2584950"/>
              <a:ext cx="305400" cy="460675"/>
            </a:xfrm>
            <a:custGeom>
              <a:avLst/>
              <a:gdLst/>
              <a:ahLst/>
              <a:cxnLst/>
              <a:rect l="l" t="t" r="r" b="b"/>
              <a:pathLst>
                <a:path w="12216" h="18427" extrusionOk="0">
                  <a:moveTo>
                    <a:pt x="5587" y="0"/>
                  </a:moveTo>
                  <a:cubicBezTo>
                    <a:pt x="4508" y="0"/>
                    <a:pt x="3729" y="278"/>
                    <a:pt x="3729" y="278"/>
                  </a:cubicBezTo>
                  <a:cubicBezTo>
                    <a:pt x="3729" y="278"/>
                    <a:pt x="2540" y="1628"/>
                    <a:pt x="1768" y="2046"/>
                  </a:cubicBezTo>
                  <a:cubicBezTo>
                    <a:pt x="965" y="2432"/>
                    <a:pt x="0" y="2818"/>
                    <a:pt x="772" y="3396"/>
                  </a:cubicBezTo>
                  <a:cubicBezTo>
                    <a:pt x="1575" y="4007"/>
                    <a:pt x="2058" y="4489"/>
                    <a:pt x="2058" y="4489"/>
                  </a:cubicBezTo>
                  <a:cubicBezTo>
                    <a:pt x="2058" y="4489"/>
                    <a:pt x="1061" y="7704"/>
                    <a:pt x="1479" y="9568"/>
                  </a:cubicBezTo>
                  <a:cubicBezTo>
                    <a:pt x="1733" y="10797"/>
                    <a:pt x="2588" y="11006"/>
                    <a:pt x="3141" y="11006"/>
                  </a:cubicBezTo>
                  <a:cubicBezTo>
                    <a:pt x="3427" y="11006"/>
                    <a:pt x="3633" y="10950"/>
                    <a:pt x="3633" y="10950"/>
                  </a:cubicBezTo>
                  <a:lnTo>
                    <a:pt x="3633" y="10950"/>
                  </a:lnTo>
                  <a:cubicBezTo>
                    <a:pt x="3633" y="10950"/>
                    <a:pt x="3311" y="15836"/>
                    <a:pt x="2925" y="17283"/>
                  </a:cubicBezTo>
                  <a:cubicBezTo>
                    <a:pt x="2715" y="18089"/>
                    <a:pt x="3174" y="18427"/>
                    <a:pt x="3869" y="18427"/>
                  </a:cubicBezTo>
                  <a:cubicBezTo>
                    <a:pt x="4448" y="18427"/>
                    <a:pt x="5193" y="18192"/>
                    <a:pt x="5851" y="17797"/>
                  </a:cubicBezTo>
                  <a:cubicBezTo>
                    <a:pt x="7329" y="16897"/>
                    <a:pt x="7522" y="13297"/>
                    <a:pt x="8101" y="10629"/>
                  </a:cubicBezTo>
                  <a:cubicBezTo>
                    <a:pt x="8711" y="7993"/>
                    <a:pt x="12215" y="4875"/>
                    <a:pt x="9772" y="1950"/>
                  </a:cubicBezTo>
                  <a:cubicBezTo>
                    <a:pt x="8465" y="368"/>
                    <a:pt x="6828" y="0"/>
                    <a:pt x="5587" y="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4449;p64">
              <a:extLst>
                <a:ext uri="{FF2B5EF4-FFF2-40B4-BE49-F238E27FC236}">
                  <a16:creationId xmlns:a16="http://schemas.microsoft.com/office/drawing/2014/main" id="{51A8D377-D13C-CC80-45B6-623B5EC033D0}"/>
                </a:ext>
              </a:extLst>
            </p:cNvPr>
            <p:cNvSpPr/>
            <p:nvPr/>
          </p:nvSpPr>
          <p:spPr>
            <a:xfrm>
              <a:off x="5422825" y="2578225"/>
              <a:ext cx="266825" cy="474175"/>
            </a:xfrm>
            <a:custGeom>
              <a:avLst/>
              <a:gdLst/>
              <a:ahLst/>
              <a:cxnLst/>
              <a:rect l="l" t="t" r="r" b="b"/>
              <a:pathLst>
                <a:path w="10673" h="18967" extrusionOk="0">
                  <a:moveTo>
                    <a:pt x="5336" y="547"/>
                  </a:moveTo>
                  <a:cubicBezTo>
                    <a:pt x="6558" y="547"/>
                    <a:pt x="8101" y="869"/>
                    <a:pt x="9354" y="2379"/>
                  </a:cubicBezTo>
                  <a:cubicBezTo>
                    <a:pt x="9933" y="3087"/>
                    <a:pt x="10126" y="3762"/>
                    <a:pt x="10126" y="4469"/>
                  </a:cubicBezTo>
                  <a:cubicBezTo>
                    <a:pt x="10158" y="5497"/>
                    <a:pt x="9644" y="6590"/>
                    <a:pt x="9065" y="7651"/>
                  </a:cubicBezTo>
                  <a:cubicBezTo>
                    <a:pt x="8519" y="8744"/>
                    <a:pt x="7876" y="9805"/>
                    <a:pt x="7618" y="10866"/>
                  </a:cubicBezTo>
                  <a:cubicBezTo>
                    <a:pt x="7329" y="12184"/>
                    <a:pt x="7136" y="13759"/>
                    <a:pt x="6847" y="15077"/>
                  </a:cubicBezTo>
                  <a:cubicBezTo>
                    <a:pt x="6686" y="15752"/>
                    <a:pt x="6493" y="16362"/>
                    <a:pt x="6301" y="16812"/>
                  </a:cubicBezTo>
                  <a:cubicBezTo>
                    <a:pt x="6076" y="17295"/>
                    <a:pt x="5786" y="17648"/>
                    <a:pt x="5497" y="17809"/>
                  </a:cubicBezTo>
                  <a:cubicBezTo>
                    <a:pt x="4854" y="18195"/>
                    <a:pt x="4147" y="18420"/>
                    <a:pt x="3633" y="18420"/>
                  </a:cubicBezTo>
                  <a:cubicBezTo>
                    <a:pt x="3375" y="18420"/>
                    <a:pt x="3183" y="18387"/>
                    <a:pt x="3086" y="18291"/>
                  </a:cubicBezTo>
                  <a:cubicBezTo>
                    <a:pt x="2990" y="18227"/>
                    <a:pt x="2925" y="18130"/>
                    <a:pt x="2925" y="17937"/>
                  </a:cubicBezTo>
                  <a:cubicBezTo>
                    <a:pt x="2925" y="17841"/>
                    <a:pt x="2925" y="17745"/>
                    <a:pt x="2958" y="17648"/>
                  </a:cubicBezTo>
                  <a:cubicBezTo>
                    <a:pt x="3054" y="17230"/>
                    <a:pt x="3150" y="16652"/>
                    <a:pt x="3247" y="15977"/>
                  </a:cubicBezTo>
                  <a:cubicBezTo>
                    <a:pt x="3504" y="13984"/>
                    <a:pt x="3665" y="11219"/>
                    <a:pt x="3665" y="11219"/>
                  </a:cubicBezTo>
                  <a:cubicBezTo>
                    <a:pt x="3665" y="11123"/>
                    <a:pt x="3633" y="11058"/>
                    <a:pt x="3568" y="10994"/>
                  </a:cubicBezTo>
                  <a:cubicBezTo>
                    <a:pt x="3531" y="10957"/>
                    <a:pt x="3482" y="10941"/>
                    <a:pt x="3429" y="10941"/>
                  </a:cubicBezTo>
                  <a:cubicBezTo>
                    <a:pt x="3391" y="10941"/>
                    <a:pt x="3351" y="10949"/>
                    <a:pt x="3311" y="10962"/>
                  </a:cubicBezTo>
                  <a:cubicBezTo>
                    <a:pt x="3279" y="10962"/>
                    <a:pt x="3118" y="10994"/>
                    <a:pt x="2893" y="10994"/>
                  </a:cubicBezTo>
                  <a:cubicBezTo>
                    <a:pt x="2636" y="10994"/>
                    <a:pt x="2347" y="10962"/>
                    <a:pt x="2090" y="10769"/>
                  </a:cubicBezTo>
                  <a:cubicBezTo>
                    <a:pt x="1865" y="10608"/>
                    <a:pt x="1607" y="10351"/>
                    <a:pt x="1511" y="9773"/>
                  </a:cubicBezTo>
                  <a:cubicBezTo>
                    <a:pt x="1447" y="9483"/>
                    <a:pt x="1415" y="9162"/>
                    <a:pt x="1415" y="8808"/>
                  </a:cubicBezTo>
                  <a:cubicBezTo>
                    <a:pt x="1415" y="7940"/>
                    <a:pt x="1575" y="6944"/>
                    <a:pt x="1736" y="6140"/>
                  </a:cubicBezTo>
                  <a:cubicBezTo>
                    <a:pt x="1833" y="5755"/>
                    <a:pt x="1929" y="5433"/>
                    <a:pt x="1993" y="5208"/>
                  </a:cubicBezTo>
                  <a:cubicBezTo>
                    <a:pt x="2025" y="5080"/>
                    <a:pt x="2025" y="4983"/>
                    <a:pt x="2058" y="4919"/>
                  </a:cubicBezTo>
                  <a:cubicBezTo>
                    <a:pt x="2058" y="4855"/>
                    <a:pt x="2090" y="4822"/>
                    <a:pt x="2090" y="4822"/>
                  </a:cubicBezTo>
                  <a:cubicBezTo>
                    <a:pt x="2122" y="4726"/>
                    <a:pt x="2090" y="4630"/>
                    <a:pt x="2025" y="4565"/>
                  </a:cubicBezTo>
                  <a:cubicBezTo>
                    <a:pt x="1993" y="4565"/>
                    <a:pt x="1511" y="4051"/>
                    <a:pt x="707" y="3472"/>
                  </a:cubicBezTo>
                  <a:cubicBezTo>
                    <a:pt x="643" y="3408"/>
                    <a:pt x="579" y="3344"/>
                    <a:pt x="547" y="3312"/>
                  </a:cubicBezTo>
                  <a:lnTo>
                    <a:pt x="547" y="3247"/>
                  </a:lnTo>
                  <a:cubicBezTo>
                    <a:pt x="547" y="3247"/>
                    <a:pt x="547" y="3215"/>
                    <a:pt x="579" y="3151"/>
                  </a:cubicBezTo>
                  <a:cubicBezTo>
                    <a:pt x="643" y="3087"/>
                    <a:pt x="804" y="2990"/>
                    <a:pt x="997" y="2862"/>
                  </a:cubicBezTo>
                  <a:cubicBezTo>
                    <a:pt x="1190" y="2765"/>
                    <a:pt x="1447" y="2669"/>
                    <a:pt x="1640" y="2540"/>
                  </a:cubicBezTo>
                  <a:cubicBezTo>
                    <a:pt x="2090" y="2315"/>
                    <a:pt x="2604" y="1865"/>
                    <a:pt x="2990" y="1479"/>
                  </a:cubicBezTo>
                  <a:cubicBezTo>
                    <a:pt x="3311" y="1158"/>
                    <a:pt x="3557" y="874"/>
                    <a:pt x="3653" y="761"/>
                  </a:cubicBezTo>
                  <a:lnTo>
                    <a:pt x="3653" y="761"/>
                  </a:lnTo>
                  <a:cubicBezTo>
                    <a:pt x="3878" y="709"/>
                    <a:pt x="4513" y="547"/>
                    <a:pt x="5336" y="547"/>
                  </a:cubicBezTo>
                  <a:close/>
                  <a:moveTo>
                    <a:pt x="5336" y="1"/>
                  </a:moveTo>
                  <a:cubicBezTo>
                    <a:pt x="4211" y="1"/>
                    <a:pt x="3408" y="290"/>
                    <a:pt x="3408" y="290"/>
                  </a:cubicBezTo>
                  <a:lnTo>
                    <a:pt x="3279" y="354"/>
                  </a:lnTo>
                  <a:cubicBezTo>
                    <a:pt x="3279" y="354"/>
                    <a:pt x="3215" y="451"/>
                    <a:pt x="3086" y="579"/>
                  </a:cubicBezTo>
                  <a:cubicBezTo>
                    <a:pt x="2925" y="772"/>
                    <a:pt x="2636" y="1094"/>
                    <a:pt x="2315" y="1383"/>
                  </a:cubicBezTo>
                  <a:cubicBezTo>
                    <a:pt x="1993" y="1672"/>
                    <a:pt x="1672" y="1929"/>
                    <a:pt x="1415" y="2058"/>
                  </a:cubicBezTo>
                  <a:cubicBezTo>
                    <a:pt x="1125" y="2219"/>
                    <a:pt x="804" y="2347"/>
                    <a:pt x="547" y="2508"/>
                  </a:cubicBezTo>
                  <a:cubicBezTo>
                    <a:pt x="418" y="2604"/>
                    <a:pt x="290" y="2701"/>
                    <a:pt x="193" y="2797"/>
                  </a:cubicBezTo>
                  <a:cubicBezTo>
                    <a:pt x="97" y="2926"/>
                    <a:pt x="0" y="3087"/>
                    <a:pt x="0" y="3247"/>
                  </a:cubicBezTo>
                  <a:cubicBezTo>
                    <a:pt x="0" y="3376"/>
                    <a:pt x="32" y="3505"/>
                    <a:pt x="97" y="3601"/>
                  </a:cubicBezTo>
                  <a:cubicBezTo>
                    <a:pt x="193" y="3697"/>
                    <a:pt x="290" y="3794"/>
                    <a:pt x="386" y="3890"/>
                  </a:cubicBezTo>
                  <a:cubicBezTo>
                    <a:pt x="772" y="4180"/>
                    <a:pt x="1093" y="4437"/>
                    <a:pt x="1318" y="4630"/>
                  </a:cubicBezTo>
                  <a:cubicBezTo>
                    <a:pt x="1403" y="4714"/>
                    <a:pt x="1487" y="4774"/>
                    <a:pt x="1529" y="4831"/>
                  </a:cubicBezTo>
                  <a:lnTo>
                    <a:pt x="1529" y="4831"/>
                  </a:lnTo>
                  <a:cubicBezTo>
                    <a:pt x="1371" y="5391"/>
                    <a:pt x="868" y="7237"/>
                    <a:pt x="868" y="8808"/>
                  </a:cubicBezTo>
                  <a:cubicBezTo>
                    <a:pt x="868" y="9194"/>
                    <a:pt x="900" y="9548"/>
                    <a:pt x="965" y="9901"/>
                  </a:cubicBezTo>
                  <a:cubicBezTo>
                    <a:pt x="1125" y="10544"/>
                    <a:pt x="1447" y="10994"/>
                    <a:pt x="1800" y="11219"/>
                  </a:cubicBezTo>
                  <a:cubicBezTo>
                    <a:pt x="2186" y="11476"/>
                    <a:pt x="2572" y="11541"/>
                    <a:pt x="2893" y="11541"/>
                  </a:cubicBezTo>
                  <a:cubicBezTo>
                    <a:pt x="2972" y="11541"/>
                    <a:pt x="3045" y="11537"/>
                    <a:pt x="3110" y="11531"/>
                  </a:cubicBezTo>
                  <a:lnTo>
                    <a:pt x="3110" y="11531"/>
                  </a:lnTo>
                  <a:cubicBezTo>
                    <a:pt x="3105" y="11657"/>
                    <a:pt x="3098" y="11813"/>
                    <a:pt x="3086" y="11991"/>
                  </a:cubicBezTo>
                  <a:cubicBezTo>
                    <a:pt x="3022" y="12698"/>
                    <a:pt x="2925" y="13823"/>
                    <a:pt x="2829" y="14884"/>
                  </a:cubicBezTo>
                  <a:cubicBezTo>
                    <a:pt x="2733" y="15944"/>
                    <a:pt x="2572" y="16973"/>
                    <a:pt x="2443" y="17487"/>
                  </a:cubicBezTo>
                  <a:cubicBezTo>
                    <a:pt x="2411" y="17648"/>
                    <a:pt x="2379" y="17809"/>
                    <a:pt x="2379" y="17937"/>
                  </a:cubicBezTo>
                  <a:cubicBezTo>
                    <a:pt x="2379" y="18259"/>
                    <a:pt x="2540" y="18548"/>
                    <a:pt x="2765" y="18741"/>
                  </a:cubicBezTo>
                  <a:cubicBezTo>
                    <a:pt x="3022" y="18902"/>
                    <a:pt x="3311" y="18966"/>
                    <a:pt x="3633" y="18966"/>
                  </a:cubicBezTo>
                  <a:cubicBezTo>
                    <a:pt x="4275" y="18966"/>
                    <a:pt x="5079" y="18709"/>
                    <a:pt x="5786" y="18291"/>
                  </a:cubicBezTo>
                  <a:cubicBezTo>
                    <a:pt x="6204" y="18034"/>
                    <a:pt x="6526" y="17584"/>
                    <a:pt x="6783" y="17037"/>
                  </a:cubicBezTo>
                  <a:cubicBezTo>
                    <a:pt x="7136" y="16266"/>
                    <a:pt x="7361" y="15237"/>
                    <a:pt x="7586" y="14144"/>
                  </a:cubicBezTo>
                  <a:cubicBezTo>
                    <a:pt x="7779" y="13084"/>
                    <a:pt x="7940" y="11959"/>
                    <a:pt x="8165" y="10962"/>
                  </a:cubicBezTo>
                  <a:cubicBezTo>
                    <a:pt x="8358" y="10062"/>
                    <a:pt x="8969" y="9001"/>
                    <a:pt x="9547" y="7908"/>
                  </a:cubicBezTo>
                  <a:cubicBezTo>
                    <a:pt x="10126" y="6815"/>
                    <a:pt x="10672" y="5658"/>
                    <a:pt x="10672" y="4469"/>
                  </a:cubicBezTo>
                  <a:cubicBezTo>
                    <a:pt x="10672" y="3633"/>
                    <a:pt x="10415" y="2830"/>
                    <a:pt x="9772" y="2026"/>
                  </a:cubicBezTo>
                  <a:cubicBezTo>
                    <a:pt x="8390" y="387"/>
                    <a:pt x="6654" y="1"/>
                    <a:pt x="5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4450;p64">
              <a:extLst>
                <a:ext uri="{FF2B5EF4-FFF2-40B4-BE49-F238E27FC236}">
                  <a16:creationId xmlns:a16="http://schemas.microsoft.com/office/drawing/2014/main" id="{BBDC9F95-58B6-CC53-C7AA-8C62F1A673E6}"/>
                </a:ext>
              </a:extLst>
            </p:cNvPr>
            <p:cNvSpPr/>
            <p:nvPr/>
          </p:nvSpPr>
          <p:spPr>
            <a:xfrm>
              <a:off x="5456575" y="2429500"/>
              <a:ext cx="532825" cy="629075"/>
            </a:xfrm>
            <a:custGeom>
              <a:avLst/>
              <a:gdLst/>
              <a:ahLst/>
              <a:cxnLst/>
              <a:rect l="l" t="t" r="r" b="b"/>
              <a:pathLst>
                <a:path w="21313" h="25163" extrusionOk="0">
                  <a:moveTo>
                    <a:pt x="0" y="22215"/>
                  </a:moveTo>
                  <a:cubicBezTo>
                    <a:pt x="1" y="22215"/>
                    <a:pt x="1" y="22215"/>
                    <a:pt x="1" y="22215"/>
                  </a:cubicBezTo>
                  <a:lnTo>
                    <a:pt x="1" y="22215"/>
                  </a:lnTo>
                  <a:cubicBezTo>
                    <a:pt x="1" y="22215"/>
                    <a:pt x="0" y="22215"/>
                    <a:pt x="0" y="22215"/>
                  </a:cubicBezTo>
                  <a:close/>
                  <a:moveTo>
                    <a:pt x="4328" y="0"/>
                  </a:moveTo>
                  <a:cubicBezTo>
                    <a:pt x="3989" y="0"/>
                    <a:pt x="3665" y="20"/>
                    <a:pt x="3376" y="67"/>
                  </a:cubicBezTo>
                  <a:cubicBezTo>
                    <a:pt x="1640" y="357"/>
                    <a:pt x="965" y="5403"/>
                    <a:pt x="2058" y="8264"/>
                  </a:cubicBezTo>
                  <a:cubicBezTo>
                    <a:pt x="2508" y="9454"/>
                    <a:pt x="3311" y="10193"/>
                    <a:pt x="4083" y="10643"/>
                  </a:cubicBezTo>
                  <a:cubicBezTo>
                    <a:pt x="3922" y="10482"/>
                    <a:pt x="2861" y="9486"/>
                    <a:pt x="3890" y="8714"/>
                  </a:cubicBezTo>
                  <a:cubicBezTo>
                    <a:pt x="4983" y="7879"/>
                    <a:pt x="5947" y="7750"/>
                    <a:pt x="5947" y="7750"/>
                  </a:cubicBezTo>
                  <a:lnTo>
                    <a:pt x="5947" y="7750"/>
                  </a:lnTo>
                  <a:cubicBezTo>
                    <a:pt x="5947" y="7750"/>
                    <a:pt x="5079" y="10546"/>
                    <a:pt x="5465" y="11029"/>
                  </a:cubicBezTo>
                  <a:cubicBezTo>
                    <a:pt x="6931" y="13005"/>
                    <a:pt x="371" y="22217"/>
                    <a:pt x="8" y="22217"/>
                  </a:cubicBezTo>
                  <a:cubicBezTo>
                    <a:pt x="6" y="22217"/>
                    <a:pt x="3" y="22216"/>
                    <a:pt x="1" y="22215"/>
                  </a:cubicBezTo>
                  <a:lnTo>
                    <a:pt x="1" y="22215"/>
                  </a:lnTo>
                  <a:cubicBezTo>
                    <a:pt x="49" y="22242"/>
                    <a:pt x="1960" y="23323"/>
                    <a:pt x="4404" y="24497"/>
                  </a:cubicBezTo>
                  <a:cubicBezTo>
                    <a:pt x="5359" y="24958"/>
                    <a:pt x="6344" y="25163"/>
                    <a:pt x="7330" y="25163"/>
                  </a:cubicBezTo>
                  <a:cubicBezTo>
                    <a:pt x="11919" y="25163"/>
                    <a:pt x="16527" y="20716"/>
                    <a:pt x="18194" y="16879"/>
                  </a:cubicBezTo>
                  <a:cubicBezTo>
                    <a:pt x="19769" y="13182"/>
                    <a:pt x="21312" y="6496"/>
                    <a:pt x="18098" y="3153"/>
                  </a:cubicBezTo>
                  <a:cubicBezTo>
                    <a:pt x="15773" y="787"/>
                    <a:pt x="12697" y="291"/>
                    <a:pt x="10574" y="291"/>
                  </a:cubicBezTo>
                  <a:cubicBezTo>
                    <a:pt x="9379" y="291"/>
                    <a:pt x="8486" y="448"/>
                    <a:pt x="8197" y="517"/>
                  </a:cubicBezTo>
                  <a:cubicBezTo>
                    <a:pt x="8197" y="517"/>
                    <a:pt x="6061" y="0"/>
                    <a:pt x="43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4451;p64">
              <a:extLst>
                <a:ext uri="{FF2B5EF4-FFF2-40B4-BE49-F238E27FC236}">
                  <a16:creationId xmlns:a16="http://schemas.microsoft.com/office/drawing/2014/main" id="{68F79C13-719D-148B-83C7-4278B0315CBE}"/>
                </a:ext>
              </a:extLst>
            </p:cNvPr>
            <p:cNvSpPr/>
            <p:nvPr/>
          </p:nvSpPr>
          <p:spPr>
            <a:xfrm>
              <a:off x="5449350" y="2423125"/>
              <a:ext cx="513525" cy="642125"/>
            </a:xfrm>
            <a:custGeom>
              <a:avLst/>
              <a:gdLst/>
              <a:ahLst/>
              <a:cxnLst/>
              <a:rect l="l" t="t" r="r" b="b"/>
              <a:pathLst>
                <a:path w="20541" h="25685" extrusionOk="0">
                  <a:moveTo>
                    <a:pt x="4629" y="547"/>
                  </a:moveTo>
                  <a:cubicBezTo>
                    <a:pt x="5465" y="547"/>
                    <a:pt x="6429" y="644"/>
                    <a:pt x="7168" y="772"/>
                  </a:cubicBezTo>
                  <a:cubicBezTo>
                    <a:pt x="7522" y="837"/>
                    <a:pt x="7843" y="901"/>
                    <a:pt x="8068" y="965"/>
                  </a:cubicBezTo>
                  <a:cubicBezTo>
                    <a:pt x="8293" y="997"/>
                    <a:pt x="8422" y="1030"/>
                    <a:pt x="8422" y="1030"/>
                  </a:cubicBezTo>
                  <a:lnTo>
                    <a:pt x="8550" y="1030"/>
                  </a:lnTo>
                  <a:cubicBezTo>
                    <a:pt x="8808" y="965"/>
                    <a:pt x="9708" y="805"/>
                    <a:pt x="10865" y="805"/>
                  </a:cubicBezTo>
                  <a:cubicBezTo>
                    <a:pt x="12954" y="805"/>
                    <a:pt x="15944" y="1319"/>
                    <a:pt x="18194" y="3601"/>
                  </a:cubicBezTo>
                  <a:cubicBezTo>
                    <a:pt x="19512" y="4951"/>
                    <a:pt x="19994" y="6944"/>
                    <a:pt x="19994" y="9066"/>
                  </a:cubicBezTo>
                  <a:cubicBezTo>
                    <a:pt x="19994" y="11894"/>
                    <a:pt x="19126" y="14948"/>
                    <a:pt x="18226" y="17005"/>
                  </a:cubicBezTo>
                  <a:cubicBezTo>
                    <a:pt x="17422" y="18902"/>
                    <a:pt x="15879" y="20927"/>
                    <a:pt x="13983" y="22502"/>
                  </a:cubicBezTo>
                  <a:cubicBezTo>
                    <a:pt x="12054" y="24077"/>
                    <a:pt x="9804" y="25138"/>
                    <a:pt x="7618" y="25138"/>
                  </a:cubicBezTo>
                  <a:cubicBezTo>
                    <a:pt x="6654" y="25138"/>
                    <a:pt x="5722" y="24945"/>
                    <a:pt x="4790" y="24495"/>
                  </a:cubicBezTo>
                  <a:cubicBezTo>
                    <a:pt x="3568" y="23916"/>
                    <a:pt x="2475" y="23338"/>
                    <a:pt x="1672" y="22920"/>
                  </a:cubicBezTo>
                  <a:cubicBezTo>
                    <a:pt x="1286" y="22727"/>
                    <a:pt x="964" y="22534"/>
                    <a:pt x="739" y="22438"/>
                  </a:cubicBezTo>
                  <a:cubicBezTo>
                    <a:pt x="736" y="22435"/>
                    <a:pt x="732" y="22433"/>
                    <a:pt x="728" y="22430"/>
                  </a:cubicBezTo>
                  <a:lnTo>
                    <a:pt x="728" y="22430"/>
                  </a:lnTo>
                  <a:cubicBezTo>
                    <a:pt x="811" y="22336"/>
                    <a:pt x="911" y="22219"/>
                    <a:pt x="1029" y="22084"/>
                  </a:cubicBezTo>
                  <a:cubicBezTo>
                    <a:pt x="1736" y="21184"/>
                    <a:pt x="3022" y="19320"/>
                    <a:pt x="4147" y="17391"/>
                  </a:cubicBezTo>
                  <a:cubicBezTo>
                    <a:pt x="4725" y="16395"/>
                    <a:pt x="5240" y="15430"/>
                    <a:pt x="5593" y="14498"/>
                  </a:cubicBezTo>
                  <a:cubicBezTo>
                    <a:pt x="5979" y="13598"/>
                    <a:pt x="6236" y="12762"/>
                    <a:pt x="6236" y="12087"/>
                  </a:cubicBezTo>
                  <a:cubicBezTo>
                    <a:pt x="6236" y="11734"/>
                    <a:pt x="6172" y="11380"/>
                    <a:pt x="5979" y="11123"/>
                  </a:cubicBezTo>
                  <a:lnTo>
                    <a:pt x="5947" y="11123"/>
                  </a:lnTo>
                  <a:cubicBezTo>
                    <a:pt x="5947" y="11123"/>
                    <a:pt x="5915" y="10994"/>
                    <a:pt x="5915" y="10834"/>
                  </a:cubicBezTo>
                  <a:cubicBezTo>
                    <a:pt x="5915" y="10416"/>
                    <a:pt x="6075" y="9709"/>
                    <a:pt x="6204" y="9130"/>
                  </a:cubicBezTo>
                  <a:cubicBezTo>
                    <a:pt x="6268" y="8841"/>
                    <a:pt x="6332" y="8583"/>
                    <a:pt x="6397" y="8391"/>
                  </a:cubicBezTo>
                  <a:cubicBezTo>
                    <a:pt x="6461" y="8198"/>
                    <a:pt x="6493" y="8069"/>
                    <a:pt x="6493" y="8069"/>
                  </a:cubicBezTo>
                  <a:cubicBezTo>
                    <a:pt x="6525" y="8005"/>
                    <a:pt x="6493" y="7908"/>
                    <a:pt x="6429" y="7812"/>
                  </a:cubicBezTo>
                  <a:cubicBezTo>
                    <a:pt x="6382" y="7765"/>
                    <a:pt x="6335" y="7735"/>
                    <a:pt x="6275" y="7735"/>
                  </a:cubicBezTo>
                  <a:cubicBezTo>
                    <a:pt x="6253" y="7735"/>
                    <a:pt x="6230" y="7739"/>
                    <a:pt x="6204" y="7748"/>
                  </a:cubicBezTo>
                  <a:cubicBezTo>
                    <a:pt x="6172" y="7748"/>
                    <a:pt x="5143" y="7876"/>
                    <a:pt x="3986" y="8776"/>
                  </a:cubicBezTo>
                  <a:lnTo>
                    <a:pt x="3986" y="8744"/>
                  </a:lnTo>
                  <a:cubicBezTo>
                    <a:pt x="3632" y="9034"/>
                    <a:pt x="3472" y="9419"/>
                    <a:pt x="3472" y="9741"/>
                  </a:cubicBezTo>
                  <a:cubicBezTo>
                    <a:pt x="3472" y="9777"/>
                    <a:pt x="3473" y="9813"/>
                    <a:pt x="3477" y="9849"/>
                  </a:cubicBezTo>
                  <a:lnTo>
                    <a:pt x="3477" y="9849"/>
                  </a:lnTo>
                  <a:cubicBezTo>
                    <a:pt x="3120" y="9475"/>
                    <a:pt x="2807" y="9010"/>
                    <a:pt x="2572" y="8423"/>
                  </a:cubicBezTo>
                  <a:cubicBezTo>
                    <a:pt x="2250" y="7523"/>
                    <a:pt x="2089" y="6366"/>
                    <a:pt x="2089" y="5240"/>
                  </a:cubicBezTo>
                  <a:cubicBezTo>
                    <a:pt x="2089" y="4083"/>
                    <a:pt x="2250" y="2926"/>
                    <a:pt x="2539" y="2058"/>
                  </a:cubicBezTo>
                  <a:cubicBezTo>
                    <a:pt x="2700" y="1640"/>
                    <a:pt x="2893" y="1255"/>
                    <a:pt x="3086" y="1030"/>
                  </a:cubicBezTo>
                  <a:cubicBezTo>
                    <a:pt x="3311" y="772"/>
                    <a:pt x="3504" y="644"/>
                    <a:pt x="3729" y="612"/>
                  </a:cubicBezTo>
                  <a:cubicBezTo>
                    <a:pt x="3986" y="547"/>
                    <a:pt x="4307" y="547"/>
                    <a:pt x="4629" y="547"/>
                  </a:cubicBezTo>
                  <a:close/>
                  <a:moveTo>
                    <a:pt x="4629" y="1"/>
                  </a:moveTo>
                  <a:cubicBezTo>
                    <a:pt x="4275" y="1"/>
                    <a:pt x="3954" y="1"/>
                    <a:pt x="3632" y="65"/>
                  </a:cubicBezTo>
                  <a:cubicBezTo>
                    <a:pt x="3247" y="129"/>
                    <a:pt x="2925" y="354"/>
                    <a:pt x="2668" y="676"/>
                  </a:cubicBezTo>
                  <a:cubicBezTo>
                    <a:pt x="2282" y="1158"/>
                    <a:pt x="2025" y="1833"/>
                    <a:pt x="1832" y="2637"/>
                  </a:cubicBezTo>
                  <a:cubicBezTo>
                    <a:pt x="1639" y="3408"/>
                    <a:pt x="1543" y="4340"/>
                    <a:pt x="1543" y="5240"/>
                  </a:cubicBezTo>
                  <a:cubicBezTo>
                    <a:pt x="1543" y="6430"/>
                    <a:pt x="1704" y="7619"/>
                    <a:pt x="2089" y="8616"/>
                  </a:cubicBezTo>
                  <a:cubicBezTo>
                    <a:pt x="2539" y="9869"/>
                    <a:pt x="3407" y="10641"/>
                    <a:pt x="4243" y="11123"/>
                  </a:cubicBezTo>
                  <a:cubicBezTo>
                    <a:pt x="4289" y="11146"/>
                    <a:pt x="4338" y="11156"/>
                    <a:pt x="4386" y="11156"/>
                  </a:cubicBezTo>
                  <a:cubicBezTo>
                    <a:pt x="4473" y="11156"/>
                    <a:pt x="4555" y="11121"/>
                    <a:pt x="4597" y="11059"/>
                  </a:cubicBezTo>
                  <a:cubicBezTo>
                    <a:pt x="4693" y="10930"/>
                    <a:pt x="4661" y="10769"/>
                    <a:pt x="4565" y="10705"/>
                  </a:cubicBezTo>
                  <a:cubicBezTo>
                    <a:pt x="4500" y="10641"/>
                    <a:pt x="4372" y="10512"/>
                    <a:pt x="4243" y="10319"/>
                  </a:cubicBezTo>
                  <a:cubicBezTo>
                    <a:pt x="4115" y="10159"/>
                    <a:pt x="3986" y="9934"/>
                    <a:pt x="3986" y="9741"/>
                  </a:cubicBezTo>
                  <a:cubicBezTo>
                    <a:pt x="4018" y="9580"/>
                    <a:pt x="4050" y="9387"/>
                    <a:pt x="4340" y="9194"/>
                  </a:cubicBezTo>
                  <a:cubicBezTo>
                    <a:pt x="4854" y="8776"/>
                    <a:pt x="5336" y="8551"/>
                    <a:pt x="5690" y="8423"/>
                  </a:cubicBezTo>
                  <a:cubicBezTo>
                    <a:pt x="5745" y="8404"/>
                    <a:pt x="5795" y="8389"/>
                    <a:pt x="5841" y="8375"/>
                  </a:cubicBezTo>
                  <a:lnTo>
                    <a:pt x="5841" y="8375"/>
                  </a:lnTo>
                  <a:cubicBezTo>
                    <a:pt x="5793" y="8551"/>
                    <a:pt x="5739" y="8767"/>
                    <a:pt x="5690" y="9001"/>
                  </a:cubicBezTo>
                  <a:cubicBezTo>
                    <a:pt x="5529" y="9612"/>
                    <a:pt x="5400" y="10319"/>
                    <a:pt x="5400" y="10834"/>
                  </a:cubicBezTo>
                  <a:cubicBezTo>
                    <a:pt x="5400" y="11059"/>
                    <a:pt x="5400" y="11251"/>
                    <a:pt x="5529" y="11444"/>
                  </a:cubicBezTo>
                  <a:cubicBezTo>
                    <a:pt x="5625" y="11573"/>
                    <a:pt x="5690" y="11798"/>
                    <a:pt x="5690" y="12087"/>
                  </a:cubicBezTo>
                  <a:cubicBezTo>
                    <a:pt x="5690" y="12730"/>
                    <a:pt x="5368" y="13727"/>
                    <a:pt x="4886" y="14820"/>
                  </a:cubicBezTo>
                  <a:cubicBezTo>
                    <a:pt x="4115" y="16491"/>
                    <a:pt x="2989" y="18355"/>
                    <a:pt x="1993" y="19802"/>
                  </a:cubicBezTo>
                  <a:cubicBezTo>
                    <a:pt x="1511" y="20541"/>
                    <a:pt x="1061" y="21152"/>
                    <a:pt x="707" y="21602"/>
                  </a:cubicBezTo>
                  <a:cubicBezTo>
                    <a:pt x="546" y="21827"/>
                    <a:pt x="386" y="21988"/>
                    <a:pt x="289" y="22116"/>
                  </a:cubicBezTo>
                  <a:cubicBezTo>
                    <a:pt x="257" y="22148"/>
                    <a:pt x="193" y="22213"/>
                    <a:pt x="193" y="22213"/>
                  </a:cubicBezTo>
                  <a:lnTo>
                    <a:pt x="182" y="22223"/>
                  </a:lnTo>
                  <a:lnTo>
                    <a:pt x="182" y="22223"/>
                  </a:lnTo>
                  <a:cubicBezTo>
                    <a:pt x="120" y="22247"/>
                    <a:pt x="67" y="22289"/>
                    <a:pt x="32" y="22341"/>
                  </a:cubicBezTo>
                  <a:cubicBezTo>
                    <a:pt x="0" y="22438"/>
                    <a:pt x="0" y="22566"/>
                    <a:pt x="96" y="22663"/>
                  </a:cubicBezTo>
                  <a:cubicBezTo>
                    <a:pt x="114" y="22697"/>
                    <a:pt x="140" y="22713"/>
                    <a:pt x="161" y="22721"/>
                  </a:cubicBezTo>
                  <a:lnTo>
                    <a:pt x="161" y="22721"/>
                  </a:lnTo>
                  <a:lnTo>
                    <a:pt x="161" y="22727"/>
                  </a:lnTo>
                  <a:lnTo>
                    <a:pt x="212" y="22727"/>
                  </a:lnTo>
                  <a:cubicBezTo>
                    <a:pt x="534" y="22919"/>
                    <a:pt x="2335" y="23921"/>
                    <a:pt x="4565" y="24977"/>
                  </a:cubicBezTo>
                  <a:cubicBezTo>
                    <a:pt x="5561" y="25459"/>
                    <a:pt x="6590" y="25684"/>
                    <a:pt x="7618" y="25684"/>
                  </a:cubicBezTo>
                  <a:cubicBezTo>
                    <a:pt x="9997" y="25684"/>
                    <a:pt x="12343" y="24527"/>
                    <a:pt x="14304" y="22920"/>
                  </a:cubicBezTo>
                  <a:cubicBezTo>
                    <a:pt x="16265" y="21281"/>
                    <a:pt x="17872" y="19191"/>
                    <a:pt x="18708" y="17230"/>
                  </a:cubicBezTo>
                  <a:cubicBezTo>
                    <a:pt x="19640" y="15077"/>
                    <a:pt x="20540" y="11991"/>
                    <a:pt x="20540" y="9066"/>
                  </a:cubicBezTo>
                  <a:cubicBezTo>
                    <a:pt x="20540" y="6848"/>
                    <a:pt x="20026" y="4726"/>
                    <a:pt x="18579" y="3247"/>
                  </a:cubicBezTo>
                  <a:cubicBezTo>
                    <a:pt x="16169" y="772"/>
                    <a:pt x="13019" y="290"/>
                    <a:pt x="10865" y="290"/>
                  </a:cubicBezTo>
                  <a:cubicBezTo>
                    <a:pt x="9723" y="290"/>
                    <a:pt x="8862" y="431"/>
                    <a:pt x="8492" y="501"/>
                  </a:cubicBezTo>
                  <a:lnTo>
                    <a:pt x="8492" y="501"/>
                  </a:lnTo>
                  <a:cubicBezTo>
                    <a:pt x="8139" y="420"/>
                    <a:pt x="6253" y="1"/>
                    <a:pt x="46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4452;p64">
              <a:extLst>
                <a:ext uri="{FF2B5EF4-FFF2-40B4-BE49-F238E27FC236}">
                  <a16:creationId xmlns:a16="http://schemas.microsoft.com/office/drawing/2014/main" id="{E1E66330-46DB-7B80-E8F8-CFCCC2AD6F9D}"/>
                </a:ext>
              </a:extLst>
            </p:cNvPr>
            <p:cNvSpPr/>
            <p:nvPr/>
          </p:nvSpPr>
          <p:spPr>
            <a:xfrm>
              <a:off x="4468125" y="2857075"/>
              <a:ext cx="348000" cy="631675"/>
            </a:xfrm>
            <a:custGeom>
              <a:avLst/>
              <a:gdLst/>
              <a:ahLst/>
              <a:cxnLst/>
              <a:rect l="l" t="t" r="r" b="b"/>
              <a:pathLst>
                <a:path w="13920" h="25267" extrusionOk="0">
                  <a:moveTo>
                    <a:pt x="4951" y="1"/>
                  </a:moveTo>
                  <a:lnTo>
                    <a:pt x="1" y="20670"/>
                  </a:lnTo>
                  <a:lnTo>
                    <a:pt x="10126" y="25267"/>
                  </a:lnTo>
                  <a:lnTo>
                    <a:pt x="13919" y="5851"/>
                  </a:lnTo>
                  <a:lnTo>
                    <a:pt x="495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4453;p64">
              <a:extLst>
                <a:ext uri="{FF2B5EF4-FFF2-40B4-BE49-F238E27FC236}">
                  <a16:creationId xmlns:a16="http://schemas.microsoft.com/office/drawing/2014/main" id="{DE168983-2D66-156B-C937-F405C4E62FEF}"/>
                </a:ext>
              </a:extLst>
            </p:cNvPr>
            <p:cNvSpPr/>
            <p:nvPr/>
          </p:nvSpPr>
          <p:spPr>
            <a:xfrm>
              <a:off x="4460900" y="2850325"/>
              <a:ext cx="362450" cy="645450"/>
            </a:xfrm>
            <a:custGeom>
              <a:avLst/>
              <a:gdLst/>
              <a:ahLst/>
              <a:cxnLst/>
              <a:rect l="l" t="t" r="r" b="b"/>
              <a:pathLst>
                <a:path w="14498" h="25818" extrusionOk="0">
                  <a:moveTo>
                    <a:pt x="5408" y="710"/>
                  </a:moveTo>
                  <a:lnTo>
                    <a:pt x="13919" y="6250"/>
                  </a:lnTo>
                  <a:lnTo>
                    <a:pt x="10222" y="25151"/>
                  </a:lnTo>
                  <a:lnTo>
                    <a:pt x="611" y="20779"/>
                  </a:lnTo>
                  <a:lnTo>
                    <a:pt x="5408" y="710"/>
                  </a:lnTo>
                  <a:close/>
                  <a:moveTo>
                    <a:pt x="5208" y="0"/>
                  </a:moveTo>
                  <a:cubicBezTo>
                    <a:pt x="5184" y="0"/>
                    <a:pt x="5162" y="4"/>
                    <a:pt x="5144" y="14"/>
                  </a:cubicBezTo>
                  <a:cubicBezTo>
                    <a:pt x="5047" y="46"/>
                    <a:pt x="5015" y="142"/>
                    <a:pt x="4983" y="207"/>
                  </a:cubicBezTo>
                  <a:lnTo>
                    <a:pt x="33" y="20876"/>
                  </a:lnTo>
                  <a:cubicBezTo>
                    <a:pt x="0" y="21004"/>
                    <a:pt x="65" y="21133"/>
                    <a:pt x="193" y="21165"/>
                  </a:cubicBezTo>
                  <a:lnTo>
                    <a:pt x="10287" y="25794"/>
                  </a:lnTo>
                  <a:cubicBezTo>
                    <a:pt x="10335" y="25810"/>
                    <a:pt x="10375" y="25818"/>
                    <a:pt x="10415" y="25818"/>
                  </a:cubicBezTo>
                  <a:cubicBezTo>
                    <a:pt x="10455" y="25818"/>
                    <a:pt x="10496" y="25810"/>
                    <a:pt x="10544" y="25794"/>
                  </a:cubicBezTo>
                  <a:cubicBezTo>
                    <a:pt x="10608" y="25729"/>
                    <a:pt x="10640" y="25665"/>
                    <a:pt x="10672" y="25601"/>
                  </a:cubicBezTo>
                  <a:lnTo>
                    <a:pt x="14498" y="6153"/>
                  </a:lnTo>
                  <a:cubicBezTo>
                    <a:pt x="14498" y="6057"/>
                    <a:pt x="14465" y="5961"/>
                    <a:pt x="14369" y="5896"/>
                  </a:cubicBezTo>
                  <a:lnTo>
                    <a:pt x="5401" y="46"/>
                  </a:lnTo>
                  <a:cubicBezTo>
                    <a:pt x="5333" y="23"/>
                    <a:pt x="5264" y="0"/>
                    <a:pt x="520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4454;p64">
              <a:extLst>
                <a:ext uri="{FF2B5EF4-FFF2-40B4-BE49-F238E27FC236}">
                  <a16:creationId xmlns:a16="http://schemas.microsoft.com/office/drawing/2014/main" id="{8586CF77-B05E-0AB3-7829-257E7FAEF6C6}"/>
                </a:ext>
              </a:extLst>
            </p:cNvPr>
            <p:cNvSpPr/>
            <p:nvPr/>
          </p:nvSpPr>
          <p:spPr>
            <a:xfrm>
              <a:off x="4497875" y="2910925"/>
              <a:ext cx="289325" cy="524775"/>
            </a:xfrm>
            <a:custGeom>
              <a:avLst/>
              <a:gdLst/>
              <a:ahLst/>
              <a:cxnLst/>
              <a:rect l="l" t="t" r="r" b="b"/>
              <a:pathLst>
                <a:path w="11573" h="20991" extrusionOk="0">
                  <a:moveTo>
                    <a:pt x="4115" y="1"/>
                  </a:moveTo>
                  <a:lnTo>
                    <a:pt x="0" y="17166"/>
                  </a:lnTo>
                  <a:lnTo>
                    <a:pt x="8390" y="20991"/>
                  </a:lnTo>
                  <a:lnTo>
                    <a:pt x="11572" y="4854"/>
                  </a:lnTo>
                  <a:lnTo>
                    <a:pt x="41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4455;p64">
              <a:extLst>
                <a:ext uri="{FF2B5EF4-FFF2-40B4-BE49-F238E27FC236}">
                  <a16:creationId xmlns:a16="http://schemas.microsoft.com/office/drawing/2014/main" id="{608FBE2F-28FA-A920-6F3C-CD855D07CB83}"/>
                </a:ext>
              </a:extLst>
            </p:cNvPr>
            <p:cNvSpPr/>
            <p:nvPr/>
          </p:nvSpPr>
          <p:spPr>
            <a:xfrm>
              <a:off x="4490625" y="2903975"/>
              <a:ext cx="303800" cy="537975"/>
            </a:xfrm>
            <a:custGeom>
              <a:avLst/>
              <a:gdLst/>
              <a:ahLst/>
              <a:cxnLst/>
              <a:rect l="l" t="t" r="r" b="b"/>
              <a:pathLst>
                <a:path w="12152" h="21519" extrusionOk="0">
                  <a:moveTo>
                    <a:pt x="4566" y="711"/>
                  </a:moveTo>
                  <a:lnTo>
                    <a:pt x="11573" y="5229"/>
                  </a:lnTo>
                  <a:lnTo>
                    <a:pt x="8487" y="20883"/>
                  </a:lnTo>
                  <a:lnTo>
                    <a:pt x="612" y="17283"/>
                  </a:lnTo>
                  <a:lnTo>
                    <a:pt x="4566" y="711"/>
                  </a:lnTo>
                  <a:close/>
                  <a:moveTo>
                    <a:pt x="4400" y="0"/>
                  </a:moveTo>
                  <a:cubicBezTo>
                    <a:pt x="4367" y="0"/>
                    <a:pt x="4335" y="8"/>
                    <a:pt x="4308" y="21"/>
                  </a:cubicBezTo>
                  <a:cubicBezTo>
                    <a:pt x="4212" y="54"/>
                    <a:pt x="4147" y="118"/>
                    <a:pt x="4147" y="214"/>
                  </a:cubicBezTo>
                  <a:lnTo>
                    <a:pt x="33" y="17379"/>
                  </a:lnTo>
                  <a:cubicBezTo>
                    <a:pt x="1" y="17508"/>
                    <a:pt x="65" y="17637"/>
                    <a:pt x="162" y="17669"/>
                  </a:cubicBezTo>
                  <a:lnTo>
                    <a:pt x="8583" y="21494"/>
                  </a:lnTo>
                  <a:cubicBezTo>
                    <a:pt x="8615" y="21510"/>
                    <a:pt x="8656" y="21518"/>
                    <a:pt x="8696" y="21518"/>
                  </a:cubicBezTo>
                  <a:cubicBezTo>
                    <a:pt x="8736" y="21518"/>
                    <a:pt x="8776" y="21510"/>
                    <a:pt x="8808" y="21494"/>
                  </a:cubicBezTo>
                  <a:cubicBezTo>
                    <a:pt x="8873" y="21462"/>
                    <a:pt x="8937" y="21398"/>
                    <a:pt x="8937" y="21301"/>
                  </a:cubicBezTo>
                  <a:lnTo>
                    <a:pt x="12119" y="5165"/>
                  </a:lnTo>
                  <a:cubicBezTo>
                    <a:pt x="12151" y="5068"/>
                    <a:pt x="12087" y="4940"/>
                    <a:pt x="11991" y="4907"/>
                  </a:cubicBezTo>
                  <a:lnTo>
                    <a:pt x="4533" y="54"/>
                  </a:lnTo>
                  <a:cubicBezTo>
                    <a:pt x="4495" y="16"/>
                    <a:pt x="4447" y="0"/>
                    <a:pt x="44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4456;p64">
              <a:extLst>
                <a:ext uri="{FF2B5EF4-FFF2-40B4-BE49-F238E27FC236}">
                  <a16:creationId xmlns:a16="http://schemas.microsoft.com/office/drawing/2014/main" id="{A0732BFF-BF39-A5C8-DD6E-6B47C315537B}"/>
                </a:ext>
              </a:extLst>
            </p:cNvPr>
            <p:cNvSpPr/>
            <p:nvPr/>
          </p:nvSpPr>
          <p:spPr>
            <a:xfrm>
              <a:off x="4721275" y="3003350"/>
              <a:ext cx="440400" cy="513525"/>
            </a:xfrm>
            <a:custGeom>
              <a:avLst/>
              <a:gdLst/>
              <a:ahLst/>
              <a:cxnLst/>
              <a:rect l="l" t="t" r="r" b="b"/>
              <a:pathLst>
                <a:path w="17616" h="20541" extrusionOk="0">
                  <a:moveTo>
                    <a:pt x="3793" y="0"/>
                  </a:moveTo>
                  <a:lnTo>
                    <a:pt x="0" y="19416"/>
                  </a:lnTo>
                  <a:lnTo>
                    <a:pt x="14915" y="20541"/>
                  </a:lnTo>
                  <a:lnTo>
                    <a:pt x="17615" y="675"/>
                  </a:lnTo>
                  <a:lnTo>
                    <a:pt x="37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4457;p64">
              <a:extLst>
                <a:ext uri="{FF2B5EF4-FFF2-40B4-BE49-F238E27FC236}">
                  <a16:creationId xmlns:a16="http://schemas.microsoft.com/office/drawing/2014/main" id="{245EADE2-B81E-EAF0-8D30-090E4F2CEB5F}"/>
                </a:ext>
              </a:extLst>
            </p:cNvPr>
            <p:cNvSpPr/>
            <p:nvPr/>
          </p:nvSpPr>
          <p:spPr>
            <a:xfrm>
              <a:off x="4714025" y="2996100"/>
              <a:ext cx="454875" cy="527350"/>
            </a:xfrm>
            <a:custGeom>
              <a:avLst/>
              <a:gdLst/>
              <a:ahLst/>
              <a:cxnLst/>
              <a:rect l="l" t="t" r="r" b="b"/>
              <a:pathLst>
                <a:path w="18195" h="21094" extrusionOk="0">
                  <a:moveTo>
                    <a:pt x="4326" y="559"/>
                  </a:moveTo>
                  <a:lnTo>
                    <a:pt x="17616" y="1222"/>
                  </a:lnTo>
                  <a:lnTo>
                    <a:pt x="14980" y="20541"/>
                  </a:lnTo>
                  <a:lnTo>
                    <a:pt x="612" y="19481"/>
                  </a:lnTo>
                  <a:lnTo>
                    <a:pt x="4326" y="559"/>
                  </a:lnTo>
                  <a:close/>
                  <a:moveTo>
                    <a:pt x="4115" y="1"/>
                  </a:moveTo>
                  <a:cubicBezTo>
                    <a:pt x="3987" y="1"/>
                    <a:pt x="3858" y="97"/>
                    <a:pt x="3826" y="226"/>
                  </a:cubicBezTo>
                  <a:lnTo>
                    <a:pt x="33" y="19673"/>
                  </a:lnTo>
                  <a:cubicBezTo>
                    <a:pt x="1" y="19738"/>
                    <a:pt x="33" y="19802"/>
                    <a:pt x="65" y="19866"/>
                  </a:cubicBezTo>
                  <a:cubicBezTo>
                    <a:pt x="130" y="19931"/>
                    <a:pt x="194" y="19963"/>
                    <a:pt x="258" y="19963"/>
                  </a:cubicBezTo>
                  <a:lnTo>
                    <a:pt x="15205" y="21088"/>
                  </a:lnTo>
                  <a:cubicBezTo>
                    <a:pt x="15222" y="21092"/>
                    <a:pt x="15238" y="21094"/>
                    <a:pt x="15255" y="21094"/>
                  </a:cubicBezTo>
                  <a:cubicBezTo>
                    <a:pt x="15365" y="21094"/>
                    <a:pt x="15467" y="21003"/>
                    <a:pt x="15495" y="20863"/>
                  </a:cubicBezTo>
                  <a:lnTo>
                    <a:pt x="18163" y="997"/>
                  </a:lnTo>
                  <a:cubicBezTo>
                    <a:pt x="18195" y="933"/>
                    <a:pt x="18163" y="837"/>
                    <a:pt x="18130" y="772"/>
                  </a:cubicBezTo>
                  <a:cubicBezTo>
                    <a:pt x="18066" y="740"/>
                    <a:pt x="18002" y="708"/>
                    <a:pt x="17937" y="676"/>
                  </a:cubicBezTo>
                  <a:lnTo>
                    <a:pt x="41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4458;p64">
              <a:extLst>
                <a:ext uri="{FF2B5EF4-FFF2-40B4-BE49-F238E27FC236}">
                  <a16:creationId xmlns:a16="http://schemas.microsoft.com/office/drawing/2014/main" id="{FC4FED05-831D-A657-9531-0934D14BBA30}"/>
                </a:ext>
              </a:extLst>
            </p:cNvPr>
            <p:cNvSpPr/>
            <p:nvPr/>
          </p:nvSpPr>
          <p:spPr>
            <a:xfrm>
              <a:off x="4918150" y="3207450"/>
              <a:ext cx="27350" cy="17725"/>
            </a:xfrm>
            <a:custGeom>
              <a:avLst/>
              <a:gdLst/>
              <a:ahLst/>
              <a:cxnLst/>
              <a:rect l="l" t="t" r="r" b="b"/>
              <a:pathLst>
                <a:path w="1094" h="709" extrusionOk="0">
                  <a:moveTo>
                    <a:pt x="129" y="1"/>
                  </a:moveTo>
                  <a:lnTo>
                    <a:pt x="1" y="644"/>
                  </a:lnTo>
                  <a:lnTo>
                    <a:pt x="997" y="708"/>
                  </a:lnTo>
                  <a:lnTo>
                    <a:pt x="1094"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4459;p64">
              <a:extLst>
                <a:ext uri="{FF2B5EF4-FFF2-40B4-BE49-F238E27FC236}">
                  <a16:creationId xmlns:a16="http://schemas.microsoft.com/office/drawing/2014/main" id="{35EF65CA-7629-F360-5879-396204412373}"/>
                </a:ext>
              </a:extLst>
            </p:cNvPr>
            <p:cNvSpPr/>
            <p:nvPr/>
          </p:nvSpPr>
          <p:spPr>
            <a:xfrm>
              <a:off x="4941450" y="3310325"/>
              <a:ext cx="38600" cy="26550"/>
            </a:xfrm>
            <a:custGeom>
              <a:avLst/>
              <a:gdLst/>
              <a:ahLst/>
              <a:cxnLst/>
              <a:rect l="l" t="t" r="r" b="b"/>
              <a:pathLst>
                <a:path w="1544" h="1062" extrusionOk="0">
                  <a:moveTo>
                    <a:pt x="162" y="0"/>
                  </a:moveTo>
                  <a:lnTo>
                    <a:pt x="1" y="965"/>
                  </a:lnTo>
                  <a:lnTo>
                    <a:pt x="1383" y="1061"/>
                  </a:lnTo>
                  <a:lnTo>
                    <a:pt x="1544" y="65"/>
                  </a:lnTo>
                  <a:lnTo>
                    <a:pt x="1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4460;p64">
              <a:extLst>
                <a:ext uri="{FF2B5EF4-FFF2-40B4-BE49-F238E27FC236}">
                  <a16:creationId xmlns:a16="http://schemas.microsoft.com/office/drawing/2014/main" id="{58569BB5-2840-A387-2BE6-31FB467E6D03}"/>
                </a:ext>
              </a:extLst>
            </p:cNvPr>
            <p:cNvSpPr/>
            <p:nvPr/>
          </p:nvSpPr>
          <p:spPr>
            <a:xfrm>
              <a:off x="4882800" y="3134325"/>
              <a:ext cx="34575" cy="19325"/>
            </a:xfrm>
            <a:custGeom>
              <a:avLst/>
              <a:gdLst/>
              <a:ahLst/>
              <a:cxnLst/>
              <a:rect l="l" t="t" r="r" b="b"/>
              <a:pathLst>
                <a:path w="1383" h="773" extrusionOk="0">
                  <a:moveTo>
                    <a:pt x="129" y="1"/>
                  </a:moveTo>
                  <a:lnTo>
                    <a:pt x="0" y="708"/>
                  </a:lnTo>
                  <a:lnTo>
                    <a:pt x="1286" y="772"/>
                  </a:lnTo>
                  <a:lnTo>
                    <a:pt x="1382" y="97"/>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4461;p64">
              <a:extLst>
                <a:ext uri="{FF2B5EF4-FFF2-40B4-BE49-F238E27FC236}">
                  <a16:creationId xmlns:a16="http://schemas.microsoft.com/office/drawing/2014/main" id="{5D9A8470-661A-E17C-4CCA-580492AEF13C}"/>
                </a:ext>
              </a:extLst>
            </p:cNvPr>
            <p:cNvSpPr/>
            <p:nvPr/>
          </p:nvSpPr>
          <p:spPr>
            <a:xfrm>
              <a:off x="4930200" y="3137550"/>
              <a:ext cx="26550" cy="17700"/>
            </a:xfrm>
            <a:custGeom>
              <a:avLst/>
              <a:gdLst/>
              <a:ahLst/>
              <a:cxnLst/>
              <a:rect l="l" t="t" r="r" b="b"/>
              <a:pathLst>
                <a:path w="1062" h="708" extrusionOk="0">
                  <a:moveTo>
                    <a:pt x="129" y="0"/>
                  </a:moveTo>
                  <a:lnTo>
                    <a:pt x="1" y="675"/>
                  </a:lnTo>
                  <a:lnTo>
                    <a:pt x="965" y="708"/>
                  </a:lnTo>
                  <a:lnTo>
                    <a:pt x="1062" y="65"/>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4462;p64">
              <a:extLst>
                <a:ext uri="{FF2B5EF4-FFF2-40B4-BE49-F238E27FC236}">
                  <a16:creationId xmlns:a16="http://schemas.microsoft.com/office/drawing/2014/main" id="{C86B5E1B-5CE2-3F5D-9D83-42FC9DD50960}"/>
                </a:ext>
              </a:extLst>
            </p:cNvPr>
            <p:cNvSpPr/>
            <p:nvPr/>
          </p:nvSpPr>
          <p:spPr>
            <a:xfrm>
              <a:off x="4911725" y="3238800"/>
              <a:ext cx="28950" cy="24950"/>
            </a:xfrm>
            <a:custGeom>
              <a:avLst/>
              <a:gdLst/>
              <a:ahLst/>
              <a:cxnLst/>
              <a:rect l="l" t="t" r="r" b="b"/>
              <a:pathLst>
                <a:path w="1158" h="998" extrusionOk="0">
                  <a:moveTo>
                    <a:pt x="161" y="1"/>
                  </a:moveTo>
                  <a:lnTo>
                    <a:pt x="0" y="901"/>
                  </a:lnTo>
                  <a:lnTo>
                    <a:pt x="1029" y="997"/>
                  </a:lnTo>
                  <a:lnTo>
                    <a:pt x="1158" y="65"/>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4463;p64">
              <a:extLst>
                <a:ext uri="{FF2B5EF4-FFF2-40B4-BE49-F238E27FC236}">
                  <a16:creationId xmlns:a16="http://schemas.microsoft.com/office/drawing/2014/main" id="{2650E66A-0A35-9171-AA3B-7182132AA3B1}"/>
                </a:ext>
              </a:extLst>
            </p:cNvPr>
            <p:cNvSpPr/>
            <p:nvPr/>
          </p:nvSpPr>
          <p:spPr>
            <a:xfrm>
              <a:off x="4963150" y="3171300"/>
              <a:ext cx="40200" cy="25750"/>
            </a:xfrm>
            <a:custGeom>
              <a:avLst/>
              <a:gdLst/>
              <a:ahLst/>
              <a:cxnLst/>
              <a:rect l="l" t="t" r="r" b="b"/>
              <a:pathLst>
                <a:path w="1608" h="1030" extrusionOk="0">
                  <a:moveTo>
                    <a:pt x="161" y="0"/>
                  </a:moveTo>
                  <a:lnTo>
                    <a:pt x="1" y="933"/>
                  </a:lnTo>
                  <a:lnTo>
                    <a:pt x="1447" y="1029"/>
                  </a:lnTo>
                  <a:lnTo>
                    <a:pt x="1608" y="65"/>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4464;p64">
              <a:extLst>
                <a:ext uri="{FF2B5EF4-FFF2-40B4-BE49-F238E27FC236}">
                  <a16:creationId xmlns:a16="http://schemas.microsoft.com/office/drawing/2014/main" id="{ADE964E0-34D0-65D7-5A37-12F48D735628}"/>
                </a:ext>
              </a:extLst>
            </p:cNvPr>
            <p:cNvSpPr/>
            <p:nvPr/>
          </p:nvSpPr>
          <p:spPr>
            <a:xfrm>
              <a:off x="4895650" y="3055575"/>
              <a:ext cx="35375" cy="28950"/>
            </a:xfrm>
            <a:custGeom>
              <a:avLst/>
              <a:gdLst/>
              <a:ahLst/>
              <a:cxnLst/>
              <a:rect l="l" t="t" r="r" b="b"/>
              <a:pathLst>
                <a:path w="1415" h="1158" extrusionOk="0">
                  <a:moveTo>
                    <a:pt x="193" y="1"/>
                  </a:moveTo>
                  <a:lnTo>
                    <a:pt x="1" y="1094"/>
                  </a:lnTo>
                  <a:lnTo>
                    <a:pt x="1254" y="1158"/>
                  </a:lnTo>
                  <a:lnTo>
                    <a:pt x="1415" y="65"/>
                  </a:lnTo>
                  <a:lnTo>
                    <a:pt x="1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4465;p64">
              <a:extLst>
                <a:ext uri="{FF2B5EF4-FFF2-40B4-BE49-F238E27FC236}">
                  <a16:creationId xmlns:a16="http://schemas.microsoft.com/office/drawing/2014/main" id="{5548B0FF-8B79-6FEC-6E8D-1EB2E16281AF}"/>
                </a:ext>
              </a:extLst>
            </p:cNvPr>
            <p:cNvSpPr/>
            <p:nvPr/>
          </p:nvSpPr>
          <p:spPr>
            <a:xfrm>
              <a:off x="4942250" y="3058000"/>
              <a:ext cx="26550" cy="28150"/>
            </a:xfrm>
            <a:custGeom>
              <a:avLst/>
              <a:gdLst/>
              <a:ahLst/>
              <a:cxnLst/>
              <a:rect l="l" t="t" r="r" b="b"/>
              <a:pathLst>
                <a:path w="1062" h="1126" extrusionOk="0">
                  <a:moveTo>
                    <a:pt x="194" y="0"/>
                  </a:moveTo>
                  <a:lnTo>
                    <a:pt x="1" y="1061"/>
                  </a:lnTo>
                  <a:lnTo>
                    <a:pt x="901" y="1125"/>
                  </a:lnTo>
                  <a:lnTo>
                    <a:pt x="1062" y="64"/>
                  </a:lnTo>
                  <a:lnTo>
                    <a:pt x="1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4466;p64">
              <a:extLst>
                <a:ext uri="{FF2B5EF4-FFF2-40B4-BE49-F238E27FC236}">
                  <a16:creationId xmlns:a16="http://schemas.microsoft.com/office/drawing/2014/main" id="{FCE4A7D6-3B68-D5EC-716B-FE238239EF4D}"/>
                </a:ext>
              </a:extLst>
            </p:cNvPr>
            <p:cNvSpPr/>
            <p:nvPr/>
          </p:nvSpPr>
          <p:spPr>
            <a:xfrm>
              <a:off x="4889225" y="3098175"/>
              <a:ext cx="34575" cy="23325"/>
            </a:xfrm>
            <a:custGeom>
              <a:avLst/>
              <a:gdLst/>
              <a:ahLst/>
              <a:cxnLst/>
              <a:rect l="l" t="t" r="r" b="b"/>
              <a:pathLst>
                <a:path w="1383" h="933" extrusionOk="0">
                  <a:moveTo>
                    <a:pt x="129" y="0"/>
                  </a:moveTo>
                  <a:lnTo>
                    <a:pt x="0" y="836"/>
                  </a:lnTo>
                  <a:lnTo>
                    <a:pt x="1254" y="932"/>
                  </a:lnTo>
                  <a:lnTo>
                    <a:pt x="1383" y="65"/>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4467;p64">
              <a:extLst>
                <a:ext uri="{FF2B5EF4-FFF2-40B4-BE49-F238E27FC236}">
                  <a16:creationId xmlns:a16="http://schemas.microsoft.com/office/drawing/2014/main" id="{866D0A98-A3E4-6A0A-5B2A-4DA9AF9E9C2D}"/>
                </a:ext>
              </a:extLst>
            </p:cNvPr>
            <p:cNvSpPr/>
            <p:nvPr/>
          </p:nvSpPr>
          <p:spPr>
            <a:xfrm>
              <a:off x="4923775" y="3169700"/>
              <a:ext cx="28150" cy="24125"/>
            </a:xfrm>
            <a:custGeom>
              <a:avLst/>
              <a:gdLst/>
              <a:ahLst/>
              <a:cxnLst/>
              <a:rect l="l" t="t" r="r" b="b"/>
              <a:pathLst>
                <a:path w="1126" h="965" extrusionOk="0">
                  <a:moveTo>
                    <a:pt x="161" y="0"/>
                  </a:moveTo>
                  <a:lnTo>
                    <a:pt x="1" y="900"/>
                  </a:lnTo>
                  <a:lnTo>
                    <a:pt x="965" y="964"/>
                  </a:lnTo>
                  <a:lnTo>
                    <a:pt x="1126" y="32"/>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4468;p64">
              <a:extLst>
                <a:ext uri="{FF2B5EF4-FFF2-40B4-BE49-F238E27FC236}">
                  <a16:creationId xmlns:a16="http://schemas.microsoft.com/office/drawing/2014/main" id="{35E1BEE3-19AA-4C64-BAD3-D54D99DE78CF}"/>
                </a:ext>
              </a:extLst>
            </p:cNvPr>
            <p:cNvSpPr/>
            <p:nvPr/>
          </p:nvSpPr>
          <p:spPr>
            <a:xfrm>
              <a:off x="4935825" y="3099775"/>
              <a:ext cx="26550" cy="24125"/>
            </a:xfrm>
            <a:custGeom>
              <a:avLst/>
              <a:gdLst/>
              <a:ahLst/>
              <a:cxnLst/>
              <a:rect l="l" t="t" r="r" b="b"/>
              <a:pathLst>
                <a:path w="1062" h="965" extrusionOk="0">
                  <a:moveTo>
                    <a:pt x="162" y="1"/>
                  </a:moveTo>
                  <a:lnTo>
                    <a:pt x="1" y="901"/>
                  </a:lnTo>
                  <a:lnTo>
                    <a:pt x="933" y="965"/>
                  </a:lnTo>
                  <a:lnTo>
                    <a:pt x="1062" y="65"/>
                  </a:lnTo>
                  <a:lnTo>
                    <a:pt x="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4469;p64">
              <a:extLst>
                <a:ext uri="{FF2B5EF4-FFF2-40B4-BE49-F238E27FC236}">
                  <a16:creationId xmlns:a16="http://schemas.microsoft.com/office/drawing/2014/main" id="{A462EEF4-7428-B877-9E14-A440190E430A}"/>
                </a:ext>
              </a:extLst>
            </p:cNvPr>
            <p:cNvSpPr/>
            <p:nvPr/>
          </p:nvSpPr>
          <p:spPr>
            <a:xfrm>
              <a:off x="4952700" y="3241225"/>
              <a:ext cx="39400" cy="25725"/>
            </a:xfrm>
            <a:custGeom>
              <a:avLst/>
              <a:gdLst/>
              <a:ahLst/>
              <a:cxnLst/>
              <a:rect l="l" t="t" r="r" b="b"/>
              <a:pathLst>
                <a:path w="1576" h="1029" extrusionOk="0">
                  <a:moveTo>
                    <a:pt x="129" y="0"/>
                  </a:moveTo>
                  <a:lnTo>
                    <a:pt x="1" y="932"/>
                  </a:lnTo>
                  <a:lnTo>
                    <a:pt x="1415" y="1029"/>
                  </a:lnTo>
                  <a:lnTo>
                    <a:pt x="1576" y="64"/>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4470;p64">
              <a:extLst>
                <a:ext uri="{FF2B5EF4-FFF2-40B4-BE49-F238E27FC236}">
                  <a16:creationId xmlns:a16="http://schemas.microsoft.com/office/drawing/2014/main" id="{5BB26F88-7304-2600-16A9-C2F5DC4D369E}"/>
                </a:ext>
              </a:extLst>
            </p:cNvPr>
            <p:cNvSpPr/>
            <p:nvPr/>
          </p:nvSpPr>
          <p:spPr>
            <a:xfrm>
              <a:off x="4817700" y="3270950"/>
              <a:ext cx="28150" cy="19300"/>
            </a:xfrm>
            <a:custGeom>
              <a:avLst/>
              <a:gdLst/>
              <a:ahLst/>
              <a:cxnLst/>
              <a:rect l="l" t="t" r="r" b="b"/>
              <a:pathLst>
                <a:path w="1126" h="772" extrusionOk="0">
                  <a:moveTo>
                    <a:pt x="129" y="0"/>
                  </a:moveTo>
                  <a:lnTo>
                    <a:pt x="1" y="740"/>
                  </a:lnTo>
                  <a:lnTo>
                    <a:pt x="997" y="772"/>
                  </a:lnTo>
                  <a:lnTo>
                    <a:pt x="1126" y="65"/>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4471;p64">
              <a:extLst>
                <a:ext uri="{FF2B5EF4-FFF2-40B4-BE49-F238E27FC236}">
                  <a16:creationId xmlns:a16="http://schemas.microsoft.com/office/drawing/2014/main" id="{26703F46-4E17-C106-30E2-144BE78E6F4F}"/>
                </a:ext>
              </a:extLst>
            </p:cNvPr>
            <p:cNvSpPr/>
            <p:nvPr/>
          </p:nvSpPr>
          <p:spPr>
            <a:xfrm>
              <a:off x="4811275" y="3304700"/>
              <a:ext cx="28950" cy="22525"/>
            </a:xfrm>
            <a:custGeom>
              <a:avLst/>
              <a:gdLst/>
              <a:ahLst/>
              <a:cxnLst/>
              <a:rect l="l" t="t" r="r" b="b"/>
              <a:pathLst>
                <a:path w="1158" h="901" extrusionOk="0">
                  <a:moveTo>
                    <a:pt x="129" y="0"/>
                  </a:moveTo>
                  <a:lnTo>
                    <a:pt x="0" y="804"/>
                  </a:lnTo>
                  <a:lnTo>
                    <a:pt x="997" y="900"/>
                  </a:lnTo>
                  <a:lnTo>
                    <a:pt x="1158" y="33"/>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4472;p64">
              <a:extLst>
                <a:ext uri="{FF2B5EF4-FFF2-40B4-BE49-F238E27FC236}">
                  <a16:creationId xmlns:a16="http://schemas.microsoft.com/office/drawing/2014/main" id="{70A1061A-CC87-341F-9C02-9DFCA3631C4B}"/>
                </a:ext>
              </a:extLst>
            </p:cNvPr>
            <p:cNvSpPr/>
            <p:nvPr/>
          </p:nvSpPr>
          <p:spPr>
            <a:xfrm>
              <a:off x="4804850" y="3340050"/>
              <a:ext cx="28950" cy="20125"/>
            </a:xfrm>
            <a:custGeom>
              <a:avLst/>
              <a:gdLst/>
              <a:ahLst/>
              <a:cxnLst/>
              <a:rect l="l" t="t" r="r" b="b"/>
              <a:pathLst>
                <a:path w="1158" h="805" extrusionOk="0">
                  <a:moveTo>
                    <a:pt x="129" y="1"/>
                  </a:moveTo>
                  <a:lnTo>
                    <a:pt x="0" y="740"/>
                  </a:lnTo>
                  <a:lnTo>
                    <a:pt x="1029" y="804"/>
                  </a:lnTo>
                  <a:lnTo>
                    <a:pt x="1157"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4473;p64">
              <a:extLst>
                <a:ext uri="{FF2B5EF4-FFF2-40B4-BE49-F238E27FC236}">
                  <a16:creationId xmlns:a16="http://schemas.microsoft.com/office/drawing/2014/main" id="{0FF666C8-F58D-01B2-1848-5B599B221C86}"/>
                </a:ext>
              </a:extLst>
            </p:cNvPr>
            <p:cNvSpPr/>
            <p:nvPr/>
          </p:nvSpPr>
          <p:spPr>
            <a:xfrm>
              <a:off x="4799225" y="3373800"/>
              <a:ext cx="28950" cy="22525"/>
            </a:xfrm>
            <a:custGeom>
              <a:avLst/>
              <a:gdLst/>
              <a:ahLst/>
              <a:cxnLst/>
              <a:rect l="l" t="t" r="r" b="b"/>
              <a:pathLst>
                <a:path w="1158" h="901" extrusionOk="0">
                  <a:moveTo>
                    <a:pt x="129" y="1"/>
                  </a:moveTo>
                  <a:lnTo>
                    <a:pt x="0" y="837"/>
                  </a:lnTo>
                  <a:lnTo>
                    <a:pt x="997" y="901"/>
                  </a:lnTo>
                  <a:lnTo>
                    <a:pt x="1157"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4474;p64">
              <a:extLst>
                <a:ext uri="{FF2B5EF4-FFF2-40B4-BE49-F238E27FC236}">
                  <a16:creationId xmlns:a16="http://schemas.microsoft.com/office/drawing/2014/main" id="{7FC3F549-5C60-3E06-8B82-41A50E00CAF2}"/>
                </a:ext>
              </a:extLst>
            </p:cNvPr>
            <p:cNvSpPr/>
            <p:nvPr/>
          </p:nvSpPr>
          <p:spPr>
            <a:xfrm>
              <a:off x="4823325" y="3234775"/>
              <a:ext cx="28950" cy="22525"/>
            </a:xfrm>
            <a:custGeom>
              <a:avLst/>
              <a:gdLst/>
              <a:ahLst/>
              <a:cxnLst/>
              <a:rect l="l" t="t" r="r" b="b"/>
              <a:pathLst>
                <a:path w="1158" h="901" extrusionOk="0">
                  <a:moveTo>
                    <a:pt x="129" y="1"/>
                  </a:moveTo>
                  <a:lnTo>
                    <a:pt x="1" y="837"/>
                  </a:lnTo>
                  <a:lnTo>
                    <a:pt x="1029" y="901"/>
                  </a:lnTo>
                  <a:lnTo>
                    <a:pt x="1158"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4475;p64">
              <a:extLst>
                <a:ext uri="{FF2B5EF4-FFF2-40B4-BE49-F238E27FC236}">
                  <a16:creationId xmlns:a16="http://schemas.microsoft.com/office/drawing/2014/main" id="{74D59425-0540-A446-B89C-8D1601BAB2EB}"/>
                </a:ext>
              </a:extLst>
            </p:cNvPr>
            <p:cNvSpPr/>
            <p:nvPr/>
          </p:nvSpPr>
          <p:spPr>
            <a:xfrm>
              <a:off x="4835375" y="3165675"/>
              <a:ext cx="29775" cy="21725"/>
            </a:xfrm>
            <a:custGeom>
              <a:avLst/>
              <a:gdLst/>
              <a:ahLst/>
              <a:cxnLst/>
              <a:rect l="l" t="t" r="r" b="b"/>
              <a:pathLst>
                <a:path w="1191" h="869" extrusionOk="0">
                  <a:moveTo>
                    <a:pt x="129" y="0"/>
                  </a:moveTo>
                  <a:lnTo>
                    <a:pt x="1" y="804"/>
                  </a:lnTo>
                  <a:lnTo>
                    <a:pt x="1029" y="868"/>
                  </a:lnTo>
                  <a:lnTo>
                    <a:pt x="1190" y="33"/>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4476;p64">
              <a:extLst>
                <a:ext uri="{FF2B5EF4-FFF2-40B4-BE49-F238E27FC236}">
                  <a16:creationId xmlns:a16="http://schemas.microsoft.com/office/drawing/2014/main" id="{3F854694-112A-DBA9-C49E-041BD83945C2}"/>
                </a:ext>
              </a:extLst>
            </p:cNvPr>
            <p:cNvSpPr/>
            <p:nvPr/>
          </p:nvSpPr>
          <p:spPr>
            <a:xfrm>
              <a:off x="4847425" y="3095750"/>
              <a:ext cx="29775" cy="22525"/>
            </a:xfrm>
            <a:custGeom>
              <a:avLst/>
              <a:gdLst/>
              <a:ahLst/>
              <a:cxnLst/>
              <a:rect l="l" t="t" r="r" b="b"/>
              <a:pathLst>
                <a:path w="1191" h="901" extrusionOk="0">
                  <a:moveTo>
                    <a:pt x="162" y="1"/>
                  </a:moveTo>
                  <a:lnTo>
                    <a:pt x="1" y="804"/>
                  </a:lnTo>
                  <a:lnTo>
                    <a:pt x="1062" y="901"/>
                  </a:lnTo>
                  <a:lnTo>
                    <a:pt x="1190" y="65"/>
                  </a:lnTo>
                  <a:lnTo>
                    <a:pt x="16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4477;p64">
              <a:extLst>
                <a:ext uri="{FF2B5EF4-FFF2-40B4-BE49-F238E27FC236}">
                  <a16:creationId xmlns:a16="http://schemas.microsoft.com/office/drawing/2014/main" id="{39B3D4E2-9DA3-13DE-6406-AB3A937BB2A8}"/>
                </a:ext>
              </a:extLst>
            </p:cNvPr>
            <p:cNvSpPr/>
            <p:nvPr/>
          </p:nvSpPr>
          <p:spPr>
            <a:xfrm>
              <a:off x="4829750" y="3201025"/>
              <a:ext cx="28950" cy="20125"/>
            </a:xfrm>
            <a:custGeom>
              <a:avLst/>
              <a:gdLst/>
              <a:ahLst/>
              <a:cxnLst/>
              <a:rect l="l" t="t" r="r" b="b"/>
              <a:pathLst>
                <a:path w="1158" h="805" extrusionOk="0">
                  <a:moveTo>
                    <a:pt x="129" y="1"/>
                  </a:moveTo>
                  <a:lnTo>
                    <a:pt x="1" y="740"/>
                  </a:lnTo>
                  <a:lnTo>
                    <a:pt x="1029" y="804"/>
                  </a:lnTo>
                  <a:lnTo>
                    <a:pt x="1158"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4478;p64">
              <a:extLst>
                <a:ext uri="{FF2B5EF4-FFF2-40B4-BE49-F238E27FC236}">
                  <a16:creationId xmlns:a16="http://schemas.microsoft.com/office/drawing/2014/main" id="{A339E808-8124-95DA-50BE-5B48EDA9F717}"/>
                </a:ext>
              </a:extLst>
            </p:cNvPr>
            <p:cNvSpPr/>
            <p:nvPr/>
          </p:nvSpPr>
          <p:spPr>
            <a:xfrm>
              <a:off x="4841800" y="3131125"/>
              <a:ext cx="28975" cy="20100"/>
            </a:xfrm>
            <a:custGeom>
              <a:avLst/>
              <a:gdLst/>
              <a:ahLst/>
              <a:cxnLst/>
              <a:rect l="l" t="t" r="r" b="b"/>
              <a:pathLst>
                <a:path w="1159" h="804" extrusionOk="0">
                  <a:moveTo>
                    <a:pt x="129" y="0"/>
                  </a:moveTo>
                  <a:lnTo>
                    <a:pt x="1" y="772"/>
                  </a:lnTo>
                  <a:lnTo>
                    <a:pt x="1030" y="804"/>
                  </a:lnTo>
                  <a:lnTo>
                    <a:pt x="1158" y="64"/>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4479;p64">
              <a:extLst>
                <a:ext uri="{FF2B5EF4-FFF2-40B4-BE49-F238E27FC236}">
                  <a16:creationId xmlns:a16="http://schemas.microsoft.com/office/drawing/2014/main" id="{E9D62113-7885-C672-D358-224B88FD6C7D}"/>
                </a:ext>
              </a:extLst>
            </p:cNvPr>
            <p:cNvSpPr/>
            <p:nvPr/>
          </p:nvSpPr>
          <p:spPr>
            <a:xfrm>
              <a:off x="4974400" y="3102200"/>
              <a:ext cx="40200" cy="24925"/>
            </a:xfrm>
            <a:custGeom>
              <a:avLst/>
              <a:gdLst/>
              <a:ahLst/>
              <a:cxnLst/>
              <a:rect l="l" t="t" r="r" b="b"/>
              <a:pathLst>
                <a:path w="1608" h="997" extrusionOk="0">
                  <a:moveTo>
                    <a:pt x="129" y="0"/>
                  </a:moveTo>
                  <a:lnTo>
                    <a:pt x="1" y="900"/>
                  </a:lnTo>
                  <a:lnTo>
                    <a:pt x="1447" y="996"/>
                  </a:lnTo>
                  <a:lnTo>
                    <a:pt x="1608" y="64"/>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4480;p64">
              <a:extLst>
                <a:ext uri="{FF2B5EF4-FFF2-40B4-BE49-F238E27FC236}">
                  <a16:creationId xmlns:a16="http://schemas.microsoft.com/office/drawing/2014/main" id="{6E7DCEC2-0CDF-94A5-2E72-A05C9334EF77}"/>
                </a:ext>
              </a:extLst>
            </p:cNvPr>
            <p:cNvSpPr/>
            <p:nvPr/>
          </p:nvSpPr>
          <p:spPr>
            <a:xfrm>
              <a:off x="4791175" y="3409975"/>
              <a:ext cx="30575" cy="30550"/>
            </a:xfrm>
            <a:custGeom>
              <a:avLst/>
              <a:gdLst/>
              <a:ahLst/>
              <a:cxnLst/>
              <a:rect l="l" t="t" r="r" b="b"/>
              <a:pathLst>
                <a:path w="1223" h="1222" extrusionOk="0">
                  <a:moveTo>
                    <a:pt x="194" y="0"/>
                  </a:moveTo>
                  <a:lnTo>
                    <a:pt x="1" y="1125"/>
                  </a:lnTo>
                  <a:lnTo>
                    <a:pt x="997" y="1222"/>
                  </a:lnTo>
                  <a:lnTo>
                    <a:pt x="1222" y="65"/>
                  </a:lnTo>
                  <a:lnTo>
                    <a:pt x="1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4481;p64">
              <a:extLst>
                <a:ext uri="{FF2B5EF4-FFF2-40B4-BE49-F238E27FC236}">
                  <a16:creationId xmlns:a16="http://schemas.microsoft.com/office/drawing/2014/main" id="{BFB75C9D-89E3-9153-88C5-B3EB8F75DD42}"/>
                </a:ext>
              </a:extLst>
            </p:cNvPr>
            <p:cNvSpPr/>
            <p:nvPr/>
          </p:nvSpPr>
          <p:spPr>
            <a:xfrm>
              <a:off x="4958325" y="3209875"/>
              <a:ext cx="38600" cy="17700"/>
            </a:xfrm>
            <a:custGeom>
              <a:avLst/>
              <a:gdLst/>
              <a:ahLst/>
              <a:cxnLst/>
              <a:rect l="l" t="t" r="r" b="b"/>
              <a:pathLst>
                <a:path w="1544" h="708" extrusionOk="0">
                  <a:moveTo>
                    <a:pt x="97" y="0"/>
                  </a:moveTo>
                  <a:lnTo>
                    <a:pt x="1" y="643"/>
                  </a:lnTo>
                  <a:lnTo>
                    <a:pt x="1447" y="708"/>
                  </a:lnTo>
                  <a:lnTo>
                    <a:pt x="1544" y="97"/>
                  </a:lnTo>
                  <a:lnTo>
                    <a:pt x="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4482;p64">
              <a:extLst>
                <a:ext uri="{FF2B5EF4-FFF2-40B4-BE49-F238E27FC236}">
                  <a16:creationId xmlns:a16="http://schemas.microsoft.com/office/drawing/2014/main" id="{320F8103-9DE5-1FA8-E6B6-A210EB8AC948}"/>
                </a:ext>
              </a:extLst>
            </p:cNvPr>
            <p:cNvSpPr/>
            <p:nvPr/>
          </p:nvSpPr>
          <p:spPr>
            <a:xfrm>
              <a:off x="4936625" y="3349700"/>
              <a:ext cx="37000" cy="16900"/>
            </a:xfrm>
            <a:custGeom>
              <a:avLst/>
              <a:gdLst/>
              <a:ahLst/>
              <a:cxnLst/>
              <a:rect l="l" t="t" r="r" b="b"/>
              <a:pathLst>
                <a:path w="1480" h="676" extrusionOk="0">
                  <a:moveTo>
                    <a:pt x="97" y="1"/>
                  </a:moveTo>
                  <a:lnTo>
                    <a:pt x="1" y="611"/>
                  </a:lnTo>
                  <a:lnTo>
                    <a:pt x="1383" y="676"/>
                  </a:lnTo>
                  <a:lnTo>
                    <a:pt x="1480" y="97"/>
                  </a:lnTo>
                  <a:lnTo>
                    <a:pt x="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4483;p64">
              <a:extLst>
                <a:ext uri="{FF2B5EF4-FFF2-40B4-BE49-F238E27FC236}">
                  <a16:creationId xmlns:a16="http://schemas.microsoft.com/office/drawing/2014/main" id="{7CA07266-56F8-4470-02D7-9FD7B5A74082}"/>
                </a:ext>
              </a:extLst>
            </p:cNvPr>
            <p:cNvSpPr/>
            <p:nvPr/>
          </p:nvSpPr>
          <p:spPr>
            <a:xfrm>
              <a:off x="4947875" y="3279775"/>
              <a:ext cx="37000" cy="16900"/>
            </a:xfrm>
            <a:custGeom>
              <a:avLst/>
              <a:gdLst/>
              <a:ahLst/>
              <a:cxnLst/>
              <a:rect l="l" t="t" r="r" b="b"/>
              <a:pathLst>
                <a:path w="1480" h="676" extrusionOk="0">
                  <a:moveTo>
                    <a:pt x="97" y="1"/>
                  </a:moveTo>
                  <a:lnTo>
                    <a:pt x="1" y="612"/>
                  </a:lnTo>
                  <a:lnTo>
                    <a:pt x="1383" y="676"/>
                  </a:lnTo>
                  <a:lnTo>
                    <a:pt x="1480" y="97"/>
                  </a:lnTo>
                  <a:lnTo>
                    <a:pt x="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4484;p64">
              <a:extLst>
                <a:ext uri="{FF2B5EF4-FFF2-40B4-BE49-F238E27FC236}">
                  <a16:creationId xmlns:a16="http://schemas.microsoft.com/office/drawing/2014/main" id="{64AB018E-E6EE-008D-894A-93F4BE8A1DAD}"/>
                </a:ext>
              </a:extLst>
            </p:cNvPr>
            <p:cNvSpPr/>
            <p:nvPr/>
          </p:nvSpPr>
          <p:spPr>
            <a:xfrm>
              <a:off x="4906100" y="3276575"/>
              <a:ext cx="28950" cy="17700"/>
            </a:xfrm>
            <a:custGeom>
              <a:avLst/>
              <a:gdLst/>
              <a:ahLst/>
              <a:cxnLst/>
              <a:rect l="l" t="t" r="r" b="b"/>
              <a:pathLst>
                <a:path w="1158" h="708" extrusionOk="0">
                  <a:moveTo>
                    <a:pt x="129" y="0"/>
                  </a:moveTo>
                  <a:lnTo>
                    <a:pt x="0" y="675"/>
                  </a:lnTo>
                  <a:lnTo>
                    <a:pt x="1061" y="708"/>
                  </a:lnTo>
                  <a:lnTo>
                    <a:pt x="1158" y="97"/>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4485;p64">
              <a:extLst>
                <a:ext uri="{FF2B5EF4-FFF2-40B4-BE49-F238E27FC236}">
                  <a16:creationId xmlns:a16="http://schemas.microsoft.com/office/drawing/2014/main" id="{C47E4142-2F11-1843-4313-74749793D654}"/>
                </a:ext>
              </a:extLst>
            </p:cNvPr>
            <p:cNvSpPr/>
            <p:nvPr/>
          </p:nvSpPr>
          <p:spPr>
            <a:xfrm>
              <a:off x="4931000" y="3380250"/>
              <a:ext cx="37800" cy="25725"/>
            </a:xfrm>
            <a:custGeom>
              <a:avLst/>
              <a:gdLst/>
              <a:ahLst/>
              <a:cxnLst/>
              <a:rect l="l" t="t" r="r" b="b"/>
              <a:pathLst>
                <a:path w="1512" h="1029" extrusionOk="0">
                  <a:moveTo>
                    <a:pt x="129" y="0"/>
                  </a:moveTo>
                  <a:lnTo>
                    <a:pt x="1" y="964"/>
                  </a:lnTo>
                  <a:lnTo>
                    <a:pt x="1351" y="1029"/>
                  </a:lnTo>
                  <a:lnTo>
                    <a:pt x="1512" y="64"/>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4486;p64">
              <a:extLst>
                <a:ext uri="{FF2B5EF4-FFF2-40B4-BE49-F238E27FC236}">
                  <a16:creationId xmlns:a16="http://schemas.microsoft.com/office/drawing/2014/main" id="{7DA98BEC-7024-417C-4AE2-F5AE555FED53}"/>
                </a:ext>
              </a:extLst>
            </p:cNvPr>
            <p:cNvSpPr/>
            <p:nvPr/>
          </p:nvSpPr>
          <p:spPr>
            <a:xfrm>
              <a:off x="4923775" y="3418800"/>
              <a:ext cx="38600" cy="36200"/>
            </a:xfrm>
            <a:custGeom>
              <a:avLst/>
              <a:gdLst/>
              <a:ahLst/>
              <a:cxnLst/>
              <a:rect l="l" t="t" r="r" b="b"/>
              <a:pathLst>
                <a:path w="1544" h="1448" extrusionOk="0">
                  <a:moveTo>
                    <a:pt x="193" y="1"/>
                  </a:moveTo>
                  <a:lnTo>
                    <a:pt x="1" y="1319"/>
                  </a:lnTo>
                  <a:lnTo>
                    <a:pt x="1319" y="1447"/>
                  </a:lnTo>
                  <a:lnTo>
                    <a:pt x="1544" y="97"/>
                  </a:lnTo>
                  <a:lnTo>
                    <a:pt x="1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4487;p64">
              <a:extLst>
                <a:ext uri="{FF2B5EF4-FFF2-40B4-BE49-F238E27FC236}">
                  <a16:creationId xmlns:a16="http://schemas.microsoft.com/office/drawing/2014/main" id="{B58698A7-3455-B3E0-9E54-12C18A9DEDA3}"/>
                </a:ext>
              </a:extLst>
            </p:cNvPr>
            <p:cNvSpPr/>
            <p:nvPr/>
          </p:nvSpPr>
          <p:spPr>
            <a:xfrm>
              <a:off x="4876375" y="3167275"/>
              <a:ext cx="35375" cy="23325"/>
            </a:xfrm>
            <a:custGeom>
              <a:avLst/>
              <a:gdLst/>
              <a:ahLst/>
              <a:cxnLst/>
              <a:rect l="l" t="t" r="r" b="b"/>
              <a:pathLst>
                <a:path w="1415" h="933" extrusionOk="0">
                  <a:moveTo>
                    <a:pt x="161" y="1"/>
                  </a:moveTo>
                  <a:lnTo>
                    <a:pt x="0" y="869"/>
                  </a:lnTo>
                  <a:lnTo>
                    <a:pt x="1286" y="933"/>
                  </a:lnTo>
                  <a:lnTo>
                    <a:pt x="1414" y="65"/>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4488;p64">
              <a:extLst>
                <a:ext uri="{FF2B5EF4-FFF2-40B4-BE49-F238E27FC236}">
                  <a16:creationId xmlns:a16="http://schemas.microsoft.com/office/drawing/2014/main" id="{983F781F-053A-2FFE-FF57-7B5416F700D5}"/>
                </a:ext>
              </a:extLst>
            </p:cNvPr>
            <p:cNvSpPr/>
            <p:nvPr/>
          </p:nvSpPr>
          <p:spPr>
            <a:xfrm>
              <a:off x="4853875" y="3053975"/>
              <a:ext cx="31350" cy="28150"/>
            </a:xfrm>
            <a:custGeom>
              <a:avLst/>
              <a:gdLst/>
              <a:ahLst/>
              <a:cxnLst/>
              <a:rect l="l" t="t" r="r" b="b"/>
              <a:pathLst>
                <a:path w="1254" h="1126" extrusionOk="0">
                  <a:moveTo>
                    <a:pt x="193" y="0"/>
                  </a:moveTo>
                  <a:lnTo>
                    <a:pt x="0" y="1061"/>
                  </a:lnTo>
                  <a:lnTo>
                    <a:pt x="1061" y="1125"/>
                  </a:lnTo>
                  <a:lnTo>
                    <a:pt x="1254" y="32"/>
                  </a:lnTo>
                  <a:lnTo>
                    <a:pt x="1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4489;p64">
              <a:extLst>
                <a:ext uri="{FF2B5EF4-FFF2-40B4-BE49-F238E27FC236}">
                  <a16:creationId xmlns:a16="http://schemas.microsoft.com/office/drawing/2014/main" id="{B449F3AF-F956-BC35-9D83-8B2A05781B6F}"/>
                </a:ext>
              </a:extLst>
            </p:cNvPr>
            <p:cNvSpPr/>
            <p:nvPr/>
          </p:nvSpPr>
          <p:spPr>
            <a:xfrm>
              <a:off x="4969575" y="3139950"/>
              <a:ext cx="38600" cy="17700"/>
            </a:xfrm>
            <a:custGeom>
              <a:avLst/>
              <a:gdLst/>
              <a:ahLst/>
              <a:cxnLst/>
              <a:rect l="l" t="t" r="r" b="b"/>
              <a:pathLst>
                <a:path w="1544" h="708" extrusionOk="0">
                  <a:moveTo>
                    <a:pt x="97" y="1"/>
                  </a:moveTo>
                  <a:lnTo>
                    <a:pt x="1" y="644"/>
                  </a:lnTo>
                  <a:lnTo>
                    <a:pt x="1447" y="708"/>
                  </a:lnTo>
                  <a:lnTo>
                    <a:pt x="1544" y="97"/>
                  </a:lnTo>
                  <a:lnTo>
                    <a:pt x="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4490;p64">
              <a:extLst>
                <a:ext uri="{FF2B5EF4-FFF2-40B4-BE49-F238E27FC236}">
                  <a16:creationId xmlns:a16="http://schemas.microsoft.com/office/drawing/2014/main" id="{E706FC9E-DCF1-5496-1058-1041E4E5AC47}"/>
                </a:ext>
              </a:extLst>
            </p:cNvPr>
            <p:cNvSpPr/>
            <p:nvPr/>
          </p:nvSpPr>
          <p:spPr>
            <a:xfrm>
              <a:off x="4980025" y="3060400"/>
              <a:ext cx="41025" cy="28150"/>
            </a:xfrm>
            <a:custGeom>
              <a:avLst/>
              <a:gdLst/>
              <a:ahLst/>
              <a:cxnLst/>
              <a:rect l="l" t="t" r="r" b="b"/>
              <a:pathLst>
                <a:path w="1641" h="1126" extrusionOk="0">
                  <a:moveTo>
                    <a:pt x="194" y="0"/>
                  </a:moveTo>
                  <a:lnTo>
                    <a:pt x="1" y="1061"/>
                  </a:lnTo>
                  <a:lnTo>
                    <a:pt x="1479" y="1126"/>
                  </a:lnTo>
                  <a:lnTo>
                    <a:pt x="1640" y="65"/>
                  </a:lnTo>
                  <a:lnTo>
                    <a:pt x="1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4491;p64">
              <a:extLst>
                <a:ext uri="{FF2B5EF4-FFF2-40B4-BE49-F238E27FC236}">
                  <a16:creationId xmlns:a16="http://schemas.microsoft.com/office/drawing/2014/main" id="{9A0BDC32-4F63-A492-DA09-08737439D4CE}"/>
                </a:ext>
              </a:extLst>
            </p:cNvPr>
            <p:cNvSpPr/>
            <p:nvPr/>
          </p:nvSpPr>
          <p:spPr>
            <a:xfrm>
              <a:off x="4899675" y="3308725"/>
              <a:ext cx="30550" cy="24125"/>
            </a:xfrm>
            <a:custGeom>
              <a:avLst/>
              <a:gdLst/>
              <a:ahLst/>
              <a:cxnLst/>
              <a:rect l="l" t="t" r="r" b="b"/>
              <a:pathLst>
                <a:path w="1222" h="965" extrusionOk="0">
                  <a:moveTo>
                    <a:pt x="161" y="0"/>
                  </a:moveTo>
                  <a:lnTo>
                    <a:pt x="0" y="900"/>
                  </a:lnTo>
                  <a:lnTo>
                    <a:pt x="1061" y="964"/>
                  </a:lnTo>
                  <a:lnTo>
                    <a:pt x="1222" y="32"/>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4492;p64">
              <a:extLst>
                <a:ext uri="{FF2B5EF4-FFF2-40B4-BE49-F238E27FC236}">
                  <a16:creationId xmlns:a16="http://schemas.microsoft.com/office/drawing/2014/main" id="{702F8998-053C-5656-FB02-2C07E59BFCE7}"/>
                </a:ext>
              </a:extLst>
            </p:cNvPr>
            <p:cNvSpPr/>
            <p:nvPr/>
          </p:nvSpPr>
          <p:spPr>
            <a:xfrm>
              <a:off x="4852250" y="3306300"/>
              <a:ext cx="35400" cy="24150"/>
            </a:xfrm>
            <a:custGeom>
              <a:avLst/>
              <a:gdLst/>
              <a:ahLst/>
              <a:cxnLst/>
              <a:rect l="l" t="t" r="r" b="b"/>
              <a:pathLst>
                <a:path w="1416" h="966" extrusionOk="0">
                  <a:moveTo>
                    <a:pt x="129" y="1"/>
                  </a:moveTo>
                  <a:lnTo>
                    <a:pt x="1" y="869"/>
                  </a:lnTo>
                  <a:lnTo>
                    <a:pt x="1287" y="965"/>
                  </a:lnTo>
                  <a:lnTo>
                    <a:pt x="1415"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4493;p64">
              <a:extLst>
                <a:ext uri="{FF2B5EF4-FFF2-40B4-BE49-F238E27FC236}">
                  <a16:creationId xmlns:a16="http://schemas.microsoft.com/office/drawing/2014/main" id="{D0E21B64-E04E-84C7-89A7-82021C638F92}"/>
                </a:ext>
              </a:extLst>
            </p:cNvPr>
            <p:cNvSpPr/>
            <p:nvPr/>
          </p:nvSpPr>
          <p:spPr>
            <a:xfrm>
              <a:off x="4894050" y="3346475"/>
              <a:ext cx="29750" cy="17725"/>
            </a:xfrm>
            <a:custGeom>
              <a:avLst/>
              <a:gdLst/>
              <a:ahLst/>
              <a:cxnLst/>
              <a:rect l="l" t="t" r="r" b="b"/>
              <a:pathLst>
                <a:path w="1190" h="709" extrusionOk="0">
                  <a:moveTo>
                    <a:pt x="129" y="1"/>
                  </a:moveTo>
                  <a:lnTo>
                    <a:pt x="0" y="644"/>
                  </a:lnTo>
                  <a:lnTo>
                    <a:pt x="1093" y="708"/>
                  </a:lnTo>
                  <a:lnTo>
                    <a:pt x="1190" y="65"/>
                  </a:lnTo>
                  <a:lnTo>
                    <a:pt x="12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4494;p64">
              <a:extLst>
                <a:ext uri="{FF2B5EF4-FFF2-40B4-BE49-F238E27FC236}">
                  <a16:creationId xmlns:a16="http://schemas.microsoft.com/office/drawing/2014/main" id="{46762FE8-970D-C556-0C8B-47A253223E59}"/>
                </a:ext>
              </a:extLst>
            </p:cNvPr>
            <p:cNvSpPr/>
            <p:nvPr/>
          </p:nvSpPr>
          <p:spPr>
            <a:xfrm>
              <a:off x="4887625" y="3377825"/>
              <a:ext cx="31350" cy="24950"/>
            </a:xfrm>
            <a:custGeom>
              <a:avLst/>
              <a:gdLst/>
              <a:ahLst/>
              <a:cxnLst/>
              <a:rect l="l" t="t" r="r" b="b"/>
              <a:pathLst>
                <a:path w="1254" h="998" extrusionOk="0">
                  <a:moveTo>
                    <a:pt x="161" y="1"/>
                  </a:moveTo>
                  <a:lnTo>
                    <a:pt x="0" y="933"/>
                  </a:lnTo>
                  <a:lnTo>
                    <a:pt x="1125" y="997"/>
                  </a:lnTo>
                  <a:lnTo>
                    <a:pt x="1254" y="65"/>
                  </a:lnTo>
                  <a:lnTo>
                    <a:pt x="1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4495;p64">
              <a:extLst>
                <a:ext uri="{FF2B5EF4-FFF2-40B4-BE49-F238E27FC236}">
                  <a16:creationId xmlns:a16="http://schemas.microsoft.com/office/drawing/2014/main" id="{6669CC68-99DF-652E-0F81-7F8EAA6B4057}"/>
                </a:ext>
              </a:extLst>
            </p:cNvPr>
            <p:cNvSpPr/>
            <p:nvPr/>
          </p:nvSpPr>
          <p:spPr>
            <a:xfrm>
              <a:off x="4839400" y="3376225"/>
              <a:ext cx="37000" cy="23325"/>
            </a:xfrm>
            <a:custGeom>
              <a:avLst/>
              <a:gdLst/>
              <a:ahLst/>
              <a:cxnLst/>
              <a:rect l="l" t="t" r="r" b="b"/>
              <a:pathLst>
                <a:path w="1480" h="933" extrusionOk="0">
                  <a:moveTo>
                    <a:pt x="161" y="0"/>
                  </a:moveTo>
                  <a:lnTo>
                    <a:pt x="0" y="868"/>
                  </a:lnTo>
                  <a:lnTo>
                    <a:pt x="1318" y="932"/>
                  </a:lnTo>
                  <a:lnTo>
                    <a:pt x="1479" y="32"/>
                  </a:lnTo>
                  <a:lnTo>
                    <a:pt x="16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4496;p64">
              <a:extLst>
                <a:ext uri="{FF2B5EF4-FFF2-40B4-BE49-F238E27FC236}">
                  <a16:creationId xmlns:a16="http://schemas.microsoft.com/office/drawing/2014/main" id="{72FE4E3B-4E3C-BEAC-9B0A-3156162FF22A}"/>
                </a:ext>
              </a:extLst>
            </p:cNvPr>
            <p:cNvSpPr/>
            <p:nvPr/>
          </p:nvSpPr>
          <p:spPr>
            <a:xfrm>
              <a:off x="4845825" y="3343275"/>
              <a:ext cx="35375" cy="18500"/>
            </a:xfrm>
            <a:custGeom>
              <a:avLst/>
              <a:gdLst/>
              <a:ahLst/>
              <a:cxnLst/>
              <a:rect l="l" t="t" r="r" b="b"/>
              <a:pathLst>
                <a:path w="1415" h="740" extrusionOk="0">
                  <a:moveTo>
                    <a:pt x="129" y="0"/>
                  </a:moveTo>
                  <a:lnTo>
                    <a:pt x="1" y="708"/>
                  </a:lnTo>
                  <a:lnTo>
                    <a:pt x="1319" y="740"/>
                  </a:lnTo>
                  <a:lnTo>
                    <a:pt x="1415" y="97"/>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4497;p64">
              <a:extLst>
                <a:ext uri="{FF2B5EF4-FFF2-40B4-BE49-F238E27FC236}">
                  <a16:creationId xmlns:a16="http://schemas.microsoft.com/office/drawing/2014/main" id="{FDCEC955-4F7B-799E-1A60-6020959D9E2E}"/>
                </a:ext>
              </a:extLst>
            </p:cNvPr>
            <p:cNvSpPr/>
            <p:nvPr/>
          </p:nvSpPr>
          <p:spPr>
            <a:xfrm>
              <a:off x="4858675" y="3273350"/>
              <a:ext cx="34600" cy="19325"/>
            </a:xfrm>
            <a:custGeom>
              <a:avLst/>
              <a:gdLst/>
              <a:ahLst/>
              <a:cxnLst/>
              <a:rect l="l" t="t" r="r" b="b"/>
              <a:pathLst>
                <a:path w="1384" h="773" extrusionOk="0">
                  <a:moveTo>
                    <a:pt x="130" y="1"/>
                  </a:moveTo>
                  <a:lnTo>
                    <a:pt x="1" y="708"/>
                  </a:lnTo>
                  <a:lnTo>
                    <a:pt x="1287" y="772"/>
                  </a:lnTo>
                  <a:lnTo>
                    <a:pt x="1383" y="97"/>
                  </a:lnTo>
                  <a:lnTo>
                    <a:pt x="1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4498;p64">
              <a:extLst>
                <a:ext uri="{FF2B5EF4-FFF2-40B4-BE49-F238E27FC236}">
                  <a16:creationId xmlns:a16="http://schemas.microsoft.com/office/drawing/2014/main" id="{57696042-18B5-2FA2-B00E-5A900ACDC6B8}"/>
                </a:ext>
              </a:extLst>
            </p:cNvPr>
            <p:cNvSpPr/>
            <p:nvPr/>
          </p:nvSpPr>
          <p:spPr>
            <a:xfrm>
              <a:off x="4831375" y="3413175"/>
              <a:ext cx="37775" cy="32175"/>
            </a:xfrm>
            <a:custGeom>
              <a:avLst/>
              <a:gdLst/>
              <a:ahLst/>
              <a:cxnLst/>
              <a:rect l="l" t="t" r="r" b="b"/>
              <a:pathLst>
                <a:path w="1511" h="1287" extrusionOk="0">
                  <a:moveTo>
                    <a:pt x="225" y="1"/>
                  </a:moveTo>
                  <a:lnTo>
                    <a:pt x="0" y="1158"/>
                  </a:lnTo>
                  <a:lnTo>
                    <a:pt x="1318" y="1287"/>
                  </a:lnTo>
                  <a:lnTo>
                    <a:pt x="1511" y="65"/>
                  </a:lnTo>
                  <a:lnTo>
                    <a:pt x="2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4499;p64">
              <a:extLst>
                <a:ext uri="{FF2B5EF4-FFF2-40B4-BE49-F238E27FC236}">
                  <a16:creationId xmlns:a16="http://schemas.microsoft.com/office/drawing/2014/main" id="{7363A12A-8B0A-A137-238C-273B1DA9444D}"/>
                </a:ext>
              </a:extLst>
            </p:cNvPr>
            <p:cNvSpPr/>
            <p:nvPr/>
          </p:nvSpPr>
          <p:spPr>
            <a:xfrm>
              <a:off x="4879575" y="3416400"/>
              <a:ext cx="33775" cy="33775"/>
            </a:xfrm>
            <a:custGeom>
              <a:avLst/>
              <a:gdLst/>
              <a:ahLst/>
              <a:cxnLst/>
              <a:rect l="l" t="t" r="r" b="b"/>
              <a:pathLst>
                <a:path w="1351" h="1351" extrusionOk="0">
                  <a:moveTo>
                    <a:pt x="226" y="1"/>
                  </a:moveTo>
                  <a:lnTo>
                    <a:pt x="1" y="1222"/>
                  </a:lnTo>
                  <a:lnTo>
                    <a:pt x="1126" y="1351"/>
                  </a:lnTo>
                  <a:lnTo>
                    <a:pt x="1351" y="65"/>
                  </a:lnTo>
                  <a:lnTo>
                    <a:pt x="22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4500;p64">
              <a:extLst>
                <a:ext uri="{FF2B5EF4-FFF2-40B4-BE49-F238E27FC236}">
                  <a16:creationId xmlns:a16="http://schemas.microsoft.com/office/drawing/2014/main" id="{1EE58DC7-FC69-497E-F185-1634CFEF327A}"/>
                </a:ext>
              </a:extLst>
            </p:cNvPr>
            <p:cNvSpPr/>
            <p:nvPr/>
          </p:nvSpPr>
          <p:spPr>
            <a:xfrm>
              <a:off x="4870750" y="3203450"/>
              <a:ext cx="34575" cy="20100"/>
            </a:xfrm>
            <a:custGeom>
              <a:avLst/>
              <a:gdLst/>
              <a:ahLst/>
              <a:cxnLst/>
              <a:rect l="l" t="t" r="r" b="b"/>
              <a:pathLst>
                <a:path w="1383" h="804" extrusionOk="0">
                  <a:moveTo>
                    <a:pt x="129" y="0"/>
                  </a:moveTo>
                  <a:lnTo>
                    <a:pt x="0" y="740"/>
                  </a:lnTo>
                  <a:lnTo>
                    <a:pt x="1286" y="804"/>
                  </a:lnTo>
                  <a:lnTo>
                    <a:pt x="1382" y="97"/>
                  </a:lnTo>
                  <a:lnTo>
                    <a:pt x="1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4501;p64">
              <a:extLst>
                <a:ext uri="{FF2B5EF4-FFF2-40B4-BE49-F238E27FC236}">
                  <a16:creationId xmlns:a16="http://schemas.microsoft.com/office/drawing/2014/main" id="{AF42824A-5131-9A23-BF08-D1A2B390DEC3}"/>
                </a:ext>
              </a:extLst>
            </p:cNvPr>
            <p:cNvSpPr/>
            <p:nvPr/>
          </p:nvSpPr>
          <p:spPr>
            <a:xfrm>
              <a:off x="4864300" y="3237200"/>
              <a:ext cx="35400" cy="23325"/>
            </a:xfrm>
            <a:custGeom>
              <a:avLst/>
              <a:gdLst/>
              <a:ahLst/>
              <a:cxnLst/>
              <a:rect l="l" t="t" r="r" b="b"/>
              <a:pathLst>
                <a:path w="1416" h="933" extrusionOk="0">
                  <a:moveTo>
                    <a:pt x="162" y="0"/>
                  </a:moveTo>
                  <a:lnTo>
                    <a:pt x="1" y="836"/>
                  </a:lnTo>
                  <a:lnTo>
                    <a:pt x="1287" y="932"/>
                  </a:lnTo>
                  <a:lnTo>
                    <a:pt x="1415" y="65"/>
                  </a:lnTo>
                  <a:lnTo>
                    <a:pt x="16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4502;p64">
              <a:extLst>
                <a:ext uri="{FF2B5EF4-FFF2-40B4-BE49-F238E27FC236}">
                  <a16:creationId xmlns:a16="http://schemas.microsoft.com/office/drawing/2014/main" id="{D70911E4-A06B-E989-49F7-A70A68C36EF0}"/>
                </a:ext>
              </a:extLst>
            </p:cNvPr>
            <p:cNvSpPr/>
            <p:nvPr/>
          </p:nvSpPr>
          <p:spPr>
            <a:xfrm>
              <a:off x="4632075" y="3320775"/>
              <a:ext cx="1076050" cy="688400"/>
            </a:xfrm>
            <a:custGeom>
              <a:avLst/>
              <a:gdLst/>
              <a:ahLst/>
              <a:cxnLst/>
              <a:rect l="l" t="t" r="r" b="b"/>
              <a:pathLst>
                <a:path w="43042" h="27536" extrusionOk="0">
                  <a:moveTo>
                    <a:pt x="36484" y="0"/>
                  </a:moveTo>
                  <a:cubicBezTo>
                    <a:pt x="36484" y="0"/>
                    <a:pt x="35230" y="97"/>
                    <a:pt x="33077" y="1865"/>
                  </a:cubicBezTo>
                  <a:cubicBezTo>
                    <a:pt x="30923" y="3600"/>
                    <a:pt x="22405" y="18483"/>
                    <a:pt x="22405" y="18483"/>
                  </a:cubicBezTo>
                  <a:cubicBezTo>
                    <a:pt x="22405" y="18483"/>
                    <a:pt x="14658" y="13694"/>
                    <a:pt x="12729" y="12312"/>
                  </a:cubicBezTo>
                  <a:cubicBezTo>
                    <a:pt x="10769" y="10962"/>
                    <a:pt x="9194" y="8519"/>
                    <a:pt x="8133" y="7040"/>
                  </a:cubicBezTo>
                  <a:cubicBezTo>
                    <a:pt x="7040" y="5561"/>
                    <a:pt x="6847" y="5368"/>
                    <a:pt x="5368" y="5272"/>
                  </a:cubicBezTo>
                  <a:cubicBezTo>
                    <a:pt x="4292" y="5200"/>
                    <a:pt x="3412" y="4648"/>
                    <a:pt x="2952" y="4648"/>
                  </a:cubicBezTo>
                  <a:cubicBezTo>
                    <a:pt x="2794" y="4648"/>
                    <a:pt x="2685" y="4713"/>
                    <a:pt x="2636" y="4886"/>
                  </a:cubicBezTo>
                  <a:cubicBezTo>
                    <a:pt x="2443" y="5561"/>
                    <a:pt x="3022" y="5851"/>
                    <a:pt x="3440" y="6076"/>
                  </a:cubicBezTo>
                  <a:cubicBezTo>
                    <a:pt x="3825" y="6268"/>
                    <a:pt x="4500" y="6268"/>
                    <a:pt x="4500" y="6268"/>
                  </a:cubicBezTo>
                  <a:cubicBezTo>
                    <a:pt x="4500" y="6268"/>
                    <a:pt x="4318" y="6313"/>
                    <a:pt x="4010" y="6313"/>
                  </a:cubicBezTo>
                  <a:cubicBezTo>
                    <a:pt x="3530" y="6313"/>
                    <a:pt x="2745" y="6206"/>
                    <a:pt x="1865" y="5658"/>
                  </a:cubicBezTo>
                  <a:cubicBezTo>
                    <a:pt x="1067" y="5190"/>
                    <a:pt x="588" y="4918"/>
                    <a:pt x="315" y="4918"/>
                  </a:cubicBezTo>
                  <a:cubicBezTo>
                    <a:pt x="82" y="4918"/>
                    <a:pt x="0" y="5117"/>
                    <a:pt x="0" y="5561"/>
                  </a:cubicBezTo>
                  <a:cubicBezTo>
                    <a:pt x="0" y="6558"/>
                    <a:pt x="1061" y="8101"/>
                    <a:pt x="1865" y="9097"/>
                  </a:cubicBezTo>
                  <a:cubicBezTo>
                    <a:pt x="2636" y="10062"/>
                    <a:pt x="7136" y="10447"/>
                    <a:pt x="7136" y="10447"/>
                  </a:cubicBezTo>
                  <a:cubicBezTo>
                    <a:pt x="7136" y="10447"/>
                    <a:pt x="9676" y="15462"/>
                    <a:pt x="12633" y="19544"/>
                  </a:cubicBezTo>
                  <a:cubicBezTo>
                    <a:pt x="15383" y="23412"/>
                    <a:pt x="21086" y="27535"/>
                    <a:pt x="23203" y="27535"/>
                  </a:cubicBezTo>
                  <a:cubicBezTo>
                    <a:pt x="23338" y="27535"/>
                    <a:pt x="23458" y="27519"/>
                    <a:pt x="23562" y="27484"/>
                  </a:cubicBezTo>
                  <a:cubicBezTo>
                    <a:pt x="25330" y="26905"/>
                    <a:pt x="34620" y="15269"/>
                    <a:pt x="37159" y="12022"/>
                  </a:cubicBezTo>
                  <a:cubicBezTo>
                    <a:pt x="39731" y="8808"/>
                    <a:pt x="43042" y="4983"/>
                    <a:pt x="42270" y="2829"/>
                  </a:cubicBezTo>
                  <a:lnTo>
                    <a:pt x="3648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4503;p64">
              <a:extLst>
                <a:ext uri="{FF2B5EF4-FFF2-40B4-BE49-F238E27FC236}">
                  <a16:creationId xmlns:a16="http://schemas.microsoft.com/office/drawing/2014/main" id="{747D0924-44FC-B4AC-F98F-8BBAE4592083}"/>
                </a:ext>
              </a:extLst>
            </p:cNvPr>
            <p:cNvSpPr/>
            <p:nvPr/>
          </p:nvSpPr>
          <p:spPr>
            <a:xfrm>
              <a:off x="4625650" y="3314225"/>
              <a:ext cx="1072825" cy="701700"/>
            </a:xfrm>
            <a:custGeom>
              <a:avLst/>
              <a:gdLst/>
              <a:ahLst/>
              <a:cxnLst/>
              <a:rect l="l" t="t" r="r" b="b"/>
              <a:pathLst>
                <a:path w="42913" h="28068" extrusionOk="0">
                  <a:moveTo>
                    <a:pt x="36782" y="0"/>
                  </a:moveTo>
                  <a:cubicBezTo>
                    <a:pt x="36768" y="0"/>
                    <a:pt x="36755" y="2"/>
                    <a:pt x="36741" y="5"/>
                  </a:cubicBezTo>
                  <a:lnTo>
                    <a:pt x="36709" y="5"/>
                  </a:lnTo>
                  <a:cubicBezTo>
                    <a:pt x="36677" y="5"/>
                    <a:pt x="35327" y="102"/>
                    <a:pt x="33141" y="1902"/>
                  </a:cubicBezTo>
                  <a:cubicBezTo>
                    <a:pt x="32852" y="2159"/>
                    <a:pt x="32466" y="2577"/>
                    <a:pt x="32048" y="3187"/>
                  </a:cubicBezTo>
                  <a:cubicBezTo>
                    <a:pt x="30473" y="5213"/>
                    <a:pt x="28094" y="9070"/>
                    <a:pt x="26069" y="12413"/>
                  </a:cubicBezTo>
                  <a:cubicBezTo>
                    <a:pt x="24385" y="15193"/>
                    <a:pt x="22990" y="17639"/>
                    <a:pt x="22568" y="18384"/>
                  </a:cubicBezTo>
                  <a:lnTo>
                    <a:pt x="22568" y="18384"/>
                  </a:lnTo>
                  <a:cubicBezTo>
                    <a:pt x="22358" y="18254"/>
                    <a:pt x="22009" y="18036"/>
                    <a:pt x="21569" y="17749"/>
                  </a:cubicBezTo>
                  <a:cubicBezTo>
                    <a:pt x="19287" y="16335"/>
                    <a:pt x="14594" y="13377"/>
                    <a:pt x="13115" y="12349"/>
                  </a:cubicBezTo>
                  <a:cubicBezTo>
                    <a:pt x="11218" y="11031"/>
                    <a:pt x="9676" y="8620"/>
                    <a:pt x="8583" y="7141"/>
                  </a:cubicBezTo>
                  <a:cubicBezTo>
                    <a:pt x="8068" y="6402"/>
                    <a:pt x="7715" y="5984"/>
                    <a:pt x="7297" y="5695"/>
                  </a:cubicBezTo>
                  <a:cubicBezTo>
                    <a:pt x="7104" y="5534"/>
                    <a:pt x="6847" y="5438"/>
                    <a:pt x="6590" y="5373"/>
                  </a:cubicBezTo>
                  <a:cubicBezTo>
                    <a:pt x="6332" y="5341"/>
                    <a:pt x="6011" y="5309"/>
                    <a:pt x="5657" y="5277"/>
                  </a:cubicBezTo>
                  <a:cubicBezTo>
                    <a:pt x="5143" y="5245"/>
                    <a:pt x="4693" y="5084"/>
                    <a:pt x="4275" y="4955"/>
                  </a:cubicBezTo>
                  <a:cubicBezTo>
                    <a:pt x="4082" y="4859"/>
                    <a:pt x="3890" y="4795"/>
                    <a:pt x="3729" y="4730"/>
                  </a:cubicBezTo>
                  <a:cubicBezTo>
                    <a:pt x="3536" y="4698"/>
                    <a:pt x="3375" y="4634"/>
                    <a:pt x="3214" y="4634"/>
                  </a:cubicBezTo>
                  <a:cubicBezTo>
                    <a:pt x="3086" y="4634"/>
                    <a:pt x="2957" y="4666"/>
                    <a:pt x="2861" y="4730"/>
                  </a:cubicBezTo>
                  <a:cubicBezTo>
                    <a:pt x="2732" y="4827"/>
                    <a:pt x="2668" y="4955"/>
                    <a:pt x="2636" y="5084"/>
                  </a:cubicBezTo>
                  <a:cubicBezTo>
                    <a:pt x="2604" y="5180"/>
                    <a:pt x="2604" y="5309"/>
                    <a:pt x="2604" y="5405"/>
                  </a:cubicBezTo>
                  <a:cubicBezTo>
                    <a:pt x="2583" y="5633"/>
                    <a:pt x="2655" y="5820"/>
                    <a:pt x="2761" y="5967"/>
                  </a:cubicBezTo>
                  <a:lnTo>
                    <a:pt x="2761" y="5967"/>
                  </a:lnTo>
                  <a:cubicBezTo>
                    <a:pt x="2597" y="5893"/>
                    <a:pt x="2426" y="5803"/>
                    <a:pt x="2250" y="5695"/>
                  </a:cubicBezTo>
                  <a:cubicBezTo>
                    <a:pt x="1864" y="5470"/>
                    <a:pt x="1543" y="5277"/>
                    <a:pt x="1286" y="5148"/>
                  </a:cubicBezTo>
                  <a:cubicBezTo>
                    <a:pt x="997" y="5020"/>
                    <a:pt x="804" y="4923"/>
                    <a:pt x="579" y="4923"/>
                  </a:cubicBezTo>
                  <a:cubicBezTo>
                    <a:pt x="482" y="4923"/>
                    <a:pt x="386" y="4923"/>
                    <a:pt x="289" y="4988"/>
                  </a:cubicBezTo>
                  <a:cubicBezTo>
                    <a:pt x="129" y="5084"/>
                    <a:pt x="64" y="5213"/>
                    <a:pt x="32" y="5373"/>
                  </a:cubicBezTo>
                  <a:cubicBezTo>
                    <a:pt x="0" y="5502"/>
                    <a:pt x="0" y="5663"/>
                    <a:pt x="0" y="5823"/>
                  </a:cubicBezTo>
                  <a:cubicBezTo>
                    <a:pt x="0" y="6402"/>
                    <a:pt x="289" y="7077"/>
                    <a:pt x="675" y="7720"/>
                  </a:cubicBezTo>
                  <a:cubicBezTo>
                    <a:pt x="1029" y="8395"/>
                    <a:pt x="1511" y="9038"/>
                    <a:pt x="1897" y="9520"/>
                  </a:cubicBezTo>
                  <a:cubicBezTo>
                    <a:pt x="2186" y="9841"/>
                    <a:pt x="2636" y="10034"/>
                    <a:pt x="3182" y="10227"/>
                  </a:cubicBezTo>
                  <a:cubicBezTo>
                    <a:pt x="4613" y="10704"/>
                    <a:pt x="6730" y="10936"/>
                    <a:pt x="7245" y="10987"/>
                  </a:cubicBezTo>
                  <a:lnTo>
                    <a:pt x="7245" y="10987"/>
                  </a:lnTo>
                  <a:cubicBezTo>
                    <a:pt x="7689" y="11849"/>
                    <a:pt x="10009" y="16271"/>
                    <a:pt x="12665" y="19967"/>
                  </a:cubicBezTo>
                  <a:cubicBezTo>
                    <a:pt x="14047" y="21928"/>
                    <a:pt x="16201" y="23953"/>
                    <a:pt x="18226" y="25464"/>
                  </a:cubicBezTo>
                  <a:cubicBezTo>
                    <a:pt x="19255" y="26235"/>
                    <a:pt x="20283" y="26878"/>
                    <a:pt x="21183" y="27328"/>
                  </a:cubicBezTo>
                  <a:cubicBezTo>
                    <a:pt x="22083" y="27778"/>
                    <a:pt x="22855" y="28067"/>
                    <a:pt x="23465" y="28067"/>
                  </a:cubicBezTo>
                  <a:cubicBezTo>
                    <a:pt x="23626" y="28067"/>
                    <a:pt x="23787" y="28035"/>
                    <a:pt x="23915" y="28003"/>
                  </a:cubicBezTo>
                  <a:cubicBezTo>
                    <a:pt x="24205" y="27907"/>
                    <a:pt x="24558" y="27649"/>
                    <a:pt x="25008" y="27232"/>
                  </a:cubicBezTo>
                  <a:cubicBezTo>
                    <a:pt x="26519" y="25881"/>
                    <a:pt x="29123" y="22892"/>
                    <a:pt x="31630" y="19903"/>
                  </a:cubicBezTo>
                  <a:cubicBezTo>
                    <a:pt x="34137" y="16881"/>
                    <a:pt x="36516" y="13859"/>
                    <a:pt x="37641" y="12445"/>
                  </a:cubicBezTo>
                  <a:cubicBezTo>
                    <a:pt x="38766" y="10999"/>
                    <a:pt x="40084" y="9423"/>
                    <a:pt x="41113" y="7945"/>
                  </a:cubicBezTo>
                  <a:cubicBezTo>
                    <a:pt x="42141" y="6434"/>
                    <a:pt x="42881" y="5020"/>
                    <a:pt x="42913" y="3798"/>
                  </a:cubicBezTo>
                  <a:cubicBezTo>
                    <a:pt x="42913" y="3509"/>
                    <a:pt x="42849" y="3252"/>
                    <a:pt x="42784" y="2995"/>
                  </a:cubicBezTo>
                  <a:cubicBezTo>
                    <a:pt x="42731" y="2888"/>
                    <a:pt x="42612" y="2826"/>
                    <a:pt x="42499" y="2826"/>
                  </a:cubicBezTo>
                  <a:cubicBezTo>
                    <a:pt x="42476" y="2826"/>
                    <a:pt x="42453" y="2828"/>
                    <a:pt x="42431" y="2834"/>
                  </a:cubicBezTo>
                  <a:cubicBezTo>
                    <a:pt x="42302" y="2898"/>
                    <a:pt x="42206" y="3059"/>
                    <a:pt x="42270" y="3187"/>
                  </a:cubicBezTo>
                  <a:cubicBezTo>
                    <a:pt x="42334" y="3380"/>
                    <a:pt x="42366" y="3573"/>
                    <a:pt x="42366" y="3798"/>
                  </a:cubicBezTo>
                  <a:cubicBezTo>
                    <a:pt x="42366" y="4795"/>
                    <a:pt x="41691" y="6177"/>
                    <a:pt x="40663" y="7623"/>
                  </a:cubicBezTo>
                  <a:cubicBezTo>
                    <a:pt x="39666" y="9102"/>
                    <a:pt x="38380" y="10677"/>
                    <a:pt x="37223" y="12124"/>
                  </a:cubicBezTo>
                  <a:cubicBezTo>
                    <a:pt x="35937" y="13731"/>
                    <a:pt x="32980" y="17460"/>
                    <a:pt x="30119" y="20835"/>
                  </a:cubicBezTo>
                  <a:cubicBezTo>
                    <a:pt x="28705" y="22538"/>
                    <a:pt x="27291" y="24146"/>
                    <a:pt x="26133" y="25367"/>
                  </a:cubicBezTo>
                  <a:cubicBezTo>
                    <a:pt x="25587" y="25946"/>
                    <a:pt x="25073" y="26460"/>
                    <a:pt x="24655" y="26846"/>
                  </a:cubicBezTo>
                  <a:cubicBezTo>
                    <a:pt x="24237" y="27232"/>
                    <a:pt x="23883" y="27457"/>
                    <a:pt x="23755" y="27489"/>
                  </a:cubicBezTo>
                  <a:cubicBezTo>
                    <a:pt x="23658" y="27521"/>
                    <a:pt x="23594" y="27521"/>
                    <a:pt x="23465" y="27521"/>
                  </a:cubicBezTo>
                  <a:cubicBezTo>
                    <a:pt x="23015" y="27521"/>
                    <a:pt x="22276" y="27296"/>
                    <a:pt x="21408" y="26846"/>
                  </a:cubicBezTo>
                  <a:cubicBezTo>
                    <a:pt x="18837" y="25560"/>
                    <a:pt x="15108" y="22506"/>
                    <a:pt x="13083" y="19678"/>
                  </a:cubicBezTo>
                  <a:cubicBezTo>
                    <a:pt x="11636" y="17620"/>
                    <a:pt x="10254" y="15370"/>
                    <a:pt x="9258" y="13602"/>
                  </a:cubicBezTo>
                  <a:cubicBezTo>
                    <a:pt x="8775" y="12734"/>
                    <a:pt x="8358" y="11963"/>
                    <a:pt x="8068" y="11449"/>
                  </a:cubicBezTo>
                  <a:cubicBezTo>
                    <a:pt x="7779" y="10902"/>
                    <a:pt x="7650" y="10613"/>
                    <a:pt x="7650" y="10613"/>
                  </a:cubicBezTo>
                  <a:cubicBezTo>
                    <a:pt x="7586" y="10516"/>
                    <a:pt x="7522" y="10452"/>
                    <a:pt x="7425" y="10452"/>
                  </a:cubicBezTo>
                  <a:cubicBezTo>
                    <a:pt x="7425" y="10452"/>
                    <a:pt x="7136" y="10420"/>
                    <a:pt x="6718" y="10388"/>
                  </a:cubicBezTo>
                  <a:cubicBezTo>
                    <a:pt x="6075" y="10291"/>
                    <a:pt x="5079" y="10163"/>
                    <a:pt x="4179" y="9970"/>
                  </a:cubicBezTo>
                  <a:cubicBezTo>
                    <a:pt x="3761" y="9841"/>
                    <a:pt x="3343" y="9745"/>
                    <a:pt x="2989" y="9584"/>
                  </a:cubicBezTo>
                  <a:cubicBezTo>
                    <a:pt x="2668" y="9456"/>
                    <a:pt x="2411" y="9295"/>
                    <a:pt x="2314" y="9198"/>
                  </a:cubicBezTo>
                  <a:cubicBezTo>
                    <a:pt x="1929" y="8716"/>
                    <a:pt x="1479" y="8073"/>
                    <a:pt x="1125" y="7463"/>
                  </a:cubicBezTo>
                  <a:cubicBezTo>
                    <a:pt x="772" y="6852"/>
                    <a:pt x="514" y="6241"/>
                    <a:pt x="514" y="5823"/>
                  </a:cubicBezTo>
                  <a:cubicBezTo>
                    <a:pt x="514" y="5630"/>
                    <a:pt x="547" y="5502"/>
                    <a:pt x="579" y="5438"/>
                  </a:cubicBezTo>
                  <a:cubicBezTo>
                    <a:pt x="611" y="5438"/>
                    <a:pt x="804" y="5502"/>
                    <a:pt x="1029" y="5630"/>
                  </a:cubicBezTo>
                  <a:cubicBezTo>
                    <a:pt x="1254" y="5727"/>
                    <a:pt x="1575" y="5920"/>
                    <a:pt x="1993" y="6145"/>
                  </a:cubicBezTo>
                  <a:cubicBezTo>
                    <a:pt x="2893" y="6723"/>
                    <a:pt x="3729" y="6820"/>
                    <a:pt x="4243" y="6820"/>
                  </a:cubicBezTo>
                  <a:cubicBezTo>
                    <a:pt x="4597" y="6820"/>
                    <a:pt x="4790" y="6788"/>
                    <a:pt x="4822" y="6788"/>
                  </a:cubicBezTo>
                  <a:cubicBezTo>
                    <a:pt x="4950" y="6756"/>
                    <a:pt x="5047" y="6627"/>
                    <a:pt x="5015" y="6498"/>
                  </a:cubicBezTo>
                  <a:cubicBezTo>
                    <a:pt x="5015" y="6338"/>
                    <a:pt x="4886" y="6241"/>
                    <a:pt x="4757" y="6241"/>
                  </a:cubicBezTo>
                  <a:lnTo>
                    <a:pt x="4661" y="6241"/>
                  </a:lnTo>
                  <a:cubicBezTo>
                    <a:pt x="4565" y="6241"/>
                    <a:pt x="4404" y="6241"/>
                    <a:pt x="4243" y="6209"/>
                  </a:cubicBezTo>
                  <a:cubicBezTo>
                    <a:pt x="4082" y="6177"/>
                    <a:pt x="3890" y="6145"/>
                    <a:pt x="3793" y="6080"/>
                  </a:cubicBezTo>
                  <a:cubicBezTo>
                    <a:pt x="3632" y="5984"/>
                    <a:pt x="3440" y="5888"/>
                    <a:pt x="3311" y="5791"/>
                  </a:cubicBezTo>
                  <a:cubicBezTo>
                    <a:pt x="3182" y="5663"/>
                    <a:pt x="3118" y="5566"/>
                    <a:pt x="3118" y="5405"/>
                  </a:cubicBezTo>
                  <a:cubicBezTo>
                    <a:pt x="3118" y="5341"/>
                    <a:pt x="3118" y="5309"/>
                    <a:pt x="3150" y="5213"/>
                  </a:cubicBezTo>
                  <a:lnTo>
                    <a:pt x="3182" y="5180"/>
                  </a:lnTo>
                  <a:lnTo>
                    <a:pt x="3214" y="5180"/>
                  </a:lnTo>
                  <a:cubicBezTo>
                    <a:pt x="3279" y="5180"/>
                    <a:pt x="3407" y="5213"/>
                    <a:pt x="3536" y="5245"/>
                  </a:cubicBezTo>
                  <a:cubicBezTo>
                    <a:pt x="4018" y="5405"/>
                    <a:pt x="4725" y="5759"/>
                    <a:pt x="5625" y="5791"/>
                  </a:cubicBezTo>
                  <a:cubicBezTo>
                    <a:pt x="5979" y="5823"/>
                    <a:pt x="6268" y="5855"/>
                    <a:pt x="6461" y="5920"/>
                  </a:cubicBezTo>
                  <a:cubicBezTo>
                    <a:pt x="6815" y="5984"/>
                    <a:pt x="7008" y="6080"/>
                    <a:pt x="7233" y="6305"/>
                  </a:cubicBezTo>
                  <a:cubicBezTo>
                    <a:pt x="7490" y="6530"/>
                    <a:pt x="7747" y="6916"/>
                    <a:pt x="8165" y="7463"/>
                  </a:cubicBezTo>
                  <a:cubicBezTo>
                    <a:pt x="9225" y="8909"/>
                    <a:pt x="10801" y="11384"/>
                    <a:pt x="12826" y="12799"/>
                  </a:cubicBezTo>
                  <a:cubicBezTo>
                    <a:pt x="13822" y="13506"/>
                    <a:pt x="16233" y="15049"/>
                    <a:pt x="18419" y="16399"/>
                  </a:cubicBezTo>
                  <a:cubicBezTo>
                    <a:pt x="20572" y="17781"/>
                    <a:pt x="22533" y="18970"/>
                    <a:pt x="22533" y="18970"/>
                  </a:cubicBezTo>
                  <a:cubicBezTo>
                    <a:pt x="22556" y="18993"/>
                    <a:pt x="22611" y="19016"/>
                    <a:pt x="22664" y="19016"/>
                  </a:cubicBezTo>
                  <a:cubicBezTo>
                    <a:pt x="22686" y="19016"/>
                    <a:pt x="22707" y="19012"/>
                    <a:pt x="22726" y="19003"/>
                  </a:cubicBezTo>
                  <a:cubicBezTo>
                    <a:pt x="22790" y="19003"/>
                    <a:pt x="22855" y="18938"/>
                    <a:pt x="22887" y="18874"/>
                  </a:cubicBezTo>
                  <a:cubicBezTo>
                    <a:pt x="22887" y="18874"/>
                    <a:pt x="23015" y="18649"/>
                    <a:pt x="23273" y="18231"/>
                  </a:cubicBezTo>
                  <a:cubicBezTo>
                    <a:pt x="24076" y="16817"/>
                    <a:pt x="26198" y="13184"/>
                    <a:pt x="28319" y="9745"/>
                  </a:cubicBezTo>
                  <a:cubicBezTo>
                    <a:pt x="29380" y="8041"/>
                    <a:pt x="30441" y="6338"/>
                    <a:pt x="31373" y="5020"/>
                  </a:cubicBezTo>
                  <a:cubicBezTo>
                    <a:pt x="31823" y="4345"/>
                    <a:pt x="32241" y="3766"/>
                    <a:pt x="32627" y="3284"/>
                  </a:cubicBezTo>
                  <a:cubicBezTo>
                    <a:pt x="32980" y="2834"/>
                    <a:pt x="33302" y="2480"/>
                    <a:pt x="33494" y="2320"/>
                  </a:cubicBezTo>
                  <a:cubicBezTo>
                    <a:pt x="34555" y="1452"/>
                    <a:pt x="35391" y="1002"/>
                    <a:pt x="35937" y="777"/>
                  </a:cubicBezTo>
                  <a:cubicBezTo>
                    <a:pt x="36227" y="648"/>
                    <a:pt x="36452" y="584"/>
                    <a:pt x="36580" y="552"/>
                  </a:cubicBezTo>
                  <a:cubicBezTo>
                    <a:pt x="36645" y="552"/>
                    <a:pt x="36709" y="519"/>
                    <a:pt x="36741" y="519"/>
                  </a:cubicBezTo>
                  <a:lnTo>
                    <a:pt x="36773" y="519"/>
                  </a:lnTo>
                  <a:cubicBezTo>
                    <a:pt x="36902" y="519"/>
                    <a:pt x="37030" y="391"/>
                    <a:pt x="36998" y="230"/>
                  </a:cubicBezTo>
                  <a:cubicBezTo>
                    <a:pt x="36998" y="115"/>
                    <a:pt x="36895" y="0"/>
                    <a:pt x="3678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4504;p64">
              <a:extLst>
                <a:ext uri="{FF2B5EF4-FFF2-40B4-BE49-F238E27FC236}">
                  <a16:creationId xmlns:a16="http://schemas.microsoft.com/office/drawing/2014/main" id="{91882CBE-6518-9C0E-371E-72243891336E}"/>
                </a:ext>
              </a:extLst>
            </p:cNvPr>
            <p:cNvSpPr/>
            <p:nvPr/>
          </p:nvSpPr>
          <p:spPr>
            <a:xfrm>
              <a:off x="4632075" y="3436975"/>
              <a:ext cx="252350" cy="170700"/>
            </a:xfrm>
            <a:custGeom>
              <a:avLst/>
              <a:gdLst/>
              <a:ahLst/>
              <a:cxnLst/>
              <a:rect l="l" t="t" r="r" b="b"/>
              <a:pathLst>
                <a:path w="10094" h="6828" extrusionOk="0">
                  <a:moveTo>
                    <a:pt x="2952" y="0"/>
                  </a:moveTo>
                  <a:cubicBezTo>
                    <a:pt x="2794" y="0"/>
                    <a:pt x="2685" y="65"/>
                    <a:pt x="2636" y="238"/>
                  </a:cubicBezTo>
                  <a:cubicBezTo>
                    <a:pt x="2443" y="913"/>
                    <a:pt x="3022" y="1203"/>
                    <a:pt x="3440" y="1428"/>
                  </a:cubicBezTo>
                  <a:cubicBezTo>
                    <a:pt x="3825" y="1620"/>
                    <a:pt x="4500" y="1620"/>
                    <a:pt x="4500" y="1620"/>
                  </a:cubicBezTo>
                  <a:cubicBezTo>
                    <a:pt x="4500" y="1620"/>
                    <a:pt x="4318" y="1665"/>
                    <a:pt x="4010" y="1665"/>
                  </a:cubicBezTo>
                  <a:cubicBezTo>
                    <a:pt x="3530" y="1665"/>
                    <a:pt x="2745" y="1558"/>
                    <a:pt x="1865" y="1010"/>
                  </a:cubicBezTo>
                  <a:cubicBezTo>
                    <a:pt x="1067" y="542"/>
                    <a:pt x="588" y="270"/>
                    <a:pt x="315" y="270"/>
                  </a:cubicBezTo>
                  <a:cubicBezTo>
                    <a:pt x="82" y="270"/>
                    <a:pt x="0" y="469"/>
                    <a:pt x="0" y="913"/>
                  </a:cubicBezTo>
                  <a:cubicBezTo>
                    <a:pt x="0" y="1910"/>
                    <a:pt x="1061" y="3453"/>
                    <a:pt x="1865" y="4449"/>
                  </a:cubicBezTo>
                  <a:cubicBezTo>
                    <a:pt x="2636" y="5414"/>
                    <a:pt x="7136" y="5799"/>
                    <a:pt x="7136" y="5799"/>
                  </a:cubicBezTo>
                  <a:cubicBezTo>
                    <a:pt x="7136" y="5799"/>
                    <a:pt x="7329" y="6185"/>
                    <a:pt x="7683" y="6828"/>
                  </a:cubicBezTo>
                  <a:cubicBezTo>
                    <a:pt x="8165" y="6185"/>
                    <a:pt x="8904" y="5574"/>
                    <a:pt x="10094" y="5060"/>
                  </a:cubicBezTo>
                  <a:cubicBezTo>
                    <a:pt x="9322" y="4096"/>
                    <a:pt x="8647" y="3131"/>
                    <a:pt x="8133" y="2392"/>
                  </a:cubicBezTo>
                  <a:cubicBezTo>
                    <a:pt x="7040" y="913"/>
                    <a:pt x="6847" y="720"/>
                    <a:pt x="5368" y="624"/>
                  </a:cubicBezTo>
                  <a:cubicBezTo>
                    <a:pt x="4292" y="552"/>
                    <a:pt x="3412" y="0"/>
                    <a:pt x="2952" y="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4505;p64">
              <a:extLst>
                <a:ext uri="{FF2B5EF4-FFF2-40B4-BE49-F238E27FC236}">
                  <a16:creationId xmlns:a16="http://schemas.microsoft.com/office/drawing/2014/main" id="{3B726EEE-AC0A-E1ED-2B99-072FA93BC4FC}"/>
                </a:ext>
              </a:extLst>
            </p:cNvPr>
            <p:cNvSpPr/>
            <p:nvPr/>
          </p:nvSpPr>
          <p:spPr>
            <a:xfrm>
              <a:off x="4625650" y="3430050"/>
              <a:ext cx="265200" cy="184275"/>
            </a:xfrm>
            <a:custGeom>
              <a:avLst/>
              <a:gdLst/>
              <a:ahLst/>
              <a:cxnLst/>
              <a:rect l="l" t="t" r="r" b="b"/>
              <a:pathLst>
                <a:path w="10608" h="7371" extrusionOk="0">
                  <a:moveTo>
                    <a:pt x="3214" y="547"/>
                  </a:moveTo>
                  <a:cubicBezTo>
                    <a:pt x="3279" y="547"/>
                    <a:pt x="3407" y="580"/>
                    <a:pt x="3536" y="612"/>
                  </a:cubicBezTo>
                  <a:cubicBezTo>
                    <a:pt x="4018" y="772"/>
                    <a:pt x="4725" y="1126"/>
                    <a:pt x="5625" y="1158"/>
                  </a:cubicBezTo>
                  <a:cubicBezTo>
                    <a:pt x="5979" y="1190"/>
                    <a:pt x="6268" y="1222"/>
                    <a:pt x="6461" y="1287"/>
                  </a:cubicBezTo>
                  <a:cubicBezTo>
                    <a:pt x="6815" y="1351"/>
                    <a:pt x="7008" y="1447"/>
                    <a:pt x="7233" y="1672"/>
                  </a:cubicBezTo>
                  <a:cubicBezTo>
                    <a:pt x="7490" y="1897"/>
                    <a:pt x="7747" y="2283"/>
                    <a:pt x="8165" y="2830"/>
                  </a:cubicBezTo>
                  <a:cubicBezTo>
                    <a:pt x="8630" y="3470"/>
                    <a:pt x="9228" y="4347"/>
                    <a:pt x="9909" y="5223"/>
                  </a:cubicBezTo>
                  <a:lnTo>
                    <a:pt x="9909" y="5223"/>
                  </a:lnTo>
                  <a:cubicBezTo>
                    <a:pt x="9070" y="5629"/>
                    <a:pt x="8442" y="6117"/>
                    <a:pt x="7985" y="6620"/>
                  </a:cubicBezTo>
                  <a:lnTo>
                    <a:pt x="7985" y="6620"/>
                  </a:lnTo>
                  <a:cubicBezTo>
                    <a:pt x="7905" y="6462"/>
                    <a:pt x="7836" y="6333"/>
                    <a:pt x="7779" y="6237"/>
                  </a:cubicBezTo>
                  <a:cubicBezTo>
                    <a:pt x="7683" y="6076"/>
                    <a:pt x="7650" y="5980"/>
                    <a:pt x="7650" y="5980"/>
                  </a:cubicBezTo>
                  <a:cubicBezTo>
                    <a:pt x="7586" y="5883"/>
                    <a:pt x="7522" y="5819"/>
                    <a:pt x="7425" y="5819"/>
                  </a:cubicBezTo>
                  <a:cubicBezTo>
                    <a:pt x="7425" y="5819"/>
                    <a:pt x="7136" y="5787"/>
                    <a:pt x="6718" y="5755"/>
                  </a:cubicBezTo>
                  <a:cubicBezTo>
                    <a:pt x="6075" y="5658"/>
                    <a:pt x="5079" y="5530"/>
                    <a:pt x="4179" y="5337"/>
                  </a:cubicBezTo>
                  <a:cubicBezTo>
                    <a:pt x="3761" y="5208"/>
                    <a:pt x="3343" y="5112"/>
                    <a:pt x="2989" y="4951"/>
                  </a:cubicBezTo>
                  <a:cubicBezTo>
                    <a:pt x="2668" y="4823"/>
                    <a:pt x="2411" y="4662"/>
                    <a:pt x="2314" y="4565"/>
                  </a:cubicBezTo>
                  <a:cubicBezTo>
                    <a:pt x="1929" y="4083"/>
                    <a:pt x="1479" y="3440"/>
                    <a:pt x="1125" y="2830"/>
                  </a:cubicBezTo>
                  <a:cubicBezTo>
                    <a:pt x="772" y="2219"/>
                    <a:pt x="514" y="1608"/>
                    <a:pt x="514" y="1190"/>
                  </a:cubicBezTo>
                  <a:cubicBezTo>
                    <a:pt x="514" y="997"/>
                    <a:pt x="547" y="869"/>
                    <a:pt x="579" y="805"/>
                  </a:cubicBezTo>
                  <a:cubicBezTo>
                    <a:pt x="611" y="805"/>
                    <a:pt x="804" y="869"/>
                    <a:pt x="1029" y="997"/>
                  </a:cubicBezTo>
                  <a:cubicBezTo>
                    <a:pt x="1254" y="1094"/>
                    <a:pt x="1575" y="1287"/>
                    <a:pt x="1993" y="1512"/>
                  </a:cubicBezTo>
                  <a:cubicBezTo>
                    <a:pt x="2893" y="2090"/>
                    <a:pt x="3729" y="2187"/>
                    <a:pt x="4243" y="2187"/>
                  </a:cubicBezTo>
                  <a:cubicBezTo>
                    <a:pt x="4597" y="2187"/>
                    <a:pt x="4790" y="2155"/>
                    <a:pt x="4822" y="2155"/>
                  </a:cubicBezTo>
                  <a:cubicBezTo>
                    <a:pt x="4950" y="2123"/>
                    <a:pt x="5047" y="1994"/>
                    <a:pt x="5015" y="1865"/>
                  </a:cubicBezTo>
                  <a:cubicBezTo>
                    <a:pt x="5015" y="1705"/>
                    <a:pt x="4886" y="1608"/>
                    <a:pt x="4757" y="1608"/>
                  </a:cubicBezTo>
                  <a:lnTo>
                    <a:pt x="4661" y="1608"/>
                  </a:lnTo>
                  <a:cubicBezTo>
                    <a:pt x="4565" y="1608"/>
                    <a:pt x="4404" y="1608"/>
                    <a:pt x="4243" y="1576"/>
                  </a:cubicBezTo>
                  <a:cubicBezTo>
                    <a:pt x="4082" y="1544"/>
                    <a:pt x="3890" y="1512"/>
                    <a:pt x="3793" y="1447"/>
                  </a:cubicBezTo>
                  <a:cubicBezTo>
                    <a:pt x="3632" y="1351"/>
                    <a:pt x="3440" y="1255"/>
                    <a:pt x="3311" y="1158"/>
                  </a:cubicBezTo>
                  <a:cubicBezTo>
                    <a:pt x="3182" y="1030"/>
                    <a:pt x="3118" y="933"/>
                    <a:pt x="3118" y="772"/>
                  </a:cubicBezTo>
                  <a:cubicBezTo>
                    <a:pt x="3118" y="708"/>
                    <a:pt x="3118" y="676"/>
                    <a:pt x="3150" y="580"/>
                  </a:cubicBezTo>
                  <a:lnTo>
                    <a:pt x="3182" y="547"/>
                  </a:lnTo>
                  <a:close/>
                  <a:moveTo>
                    <a:pt x="3214" y="1"/>
                  </a:moveTo>
                  <a:cubicBezTo>
                    <a:pt x="3086" y="1"/>
                    <a:pt x="2957" y="33"/>
                    <a:pt x="2861" y="97"/>
                  </a:cubicBezTo>
                  <a:cubicBezTo>
                    <a:pt x="2732" y="194"/>
                    <a:pt x="2668" y="322"/>
                    <a:pt x="2636" y="451"/>
                  </a:cubicBezTo>
                  <a:cubicBezTo>
                    <a:pt x="2604" y="547"/>
                    <a:pt x="2604" y="676"/>
                    <a:pt x="2604" y="772"/>
                  </a:cubicBezTo>
                  <a:cubicBezTo>
                    <a:pt x="2583" y="1000"/>
                    <a:pt x="2655" y="1187"/>
                    <a:pt x="2761" y="1334"/>
                  </a:cubicBezTo>
                  <a:lnTo>
                    <a:pt x="2761" y="1334"/>
                  </a:lnTo>
                  <a:cubicBezTo>
                    <a:pt x="2597" y="1260"/>
                    <a:pt x="2426" y="1170"/>
                    <a:pt x="2250" y="1062"/>
                  </a:cubicBezTo>
                  <a:cubicBezTo>
                    <a:pt x="1864" y="837"/>
                    <a:pt x="1543" y="644"/>
                    <a:pt x="1286" y="515"/>
                  </a:cubicBezTo>
                  <a:cubicBezTo>
                    <a:pt x="997" y="387"/>
                    <a:pt x="804" y="290"/>
                    <a:pt x="579" y="290"/>
                  </a:cubicBezTo>
                  <a:cubicBezTo>
                    <a:pt x="482" y="290"/>
                    <a:pt x="386" y="290"/>
                    <a:pt x="289" y="355"/>
                  </a:cubicBezTo>
                  <a:cubicBezTo>
                    <a:pt x="129" y="451"/>
                    <a:pt x="64" y="580"/>
                    <a:pt x="32" y="740"/>
                  </a:cubicBezTo>
                  <a:cubicBezTo>
                    <a:pt x="0" y="869"/>
                    <a:pt x="0" y="1030"/>
                    <a:pt x="0" y="1190"/>
                  </a:cubicBezTo>
                  <a:cubicBezTo>
                    <a:pt x="0" y="1769"/>
                    <a:pt x="289" y="2444"/>
                    <a:pt x="675" y="3087"/>
                  </a:cubicBezTo>
                  <a:cubicBezTo>
                    <a:pt x="1029" y="3762"/>
                    <a:pt x="1511" y="4405"/>
                    <a:pt x="1897" y="4887"/>
                  </a:cubicBezTo>
                  <a:cubicBezTo>
                    <a:pt x="2186" y="5208"/>
                    <a:pt x="2636" y="5401"/>
                    <a:pt x="3182" y="5594"/>
                  </a:cubicBezTo>
                  <a:cubicBezTo>
                    <a:pt x="4611" y="6070"/>
                    <a:pt x="6724" y="6303"/>
                    <a:pt x="7243" y="6354"/>
                  </a:cubicBezTo>
                  <a:lnTo>
                    <a:pt x="7243" y="6354"/>
                  </a:lnTo>
                  <a:cubicBezTo>
                    <a:pt x="7327" y="6522"/>
                    <a:pt x="7479" y="6826"/>
                    <a:pt x="7683" y="7233"/>
                  </a:cubicBezTo>
                  <a:cubicBezTo>
                    <a:pt x="7747" y="7298"/>
                    <a:pt x="7811" y="7362"/>
                    <a:pt x="7908" y="7362"/>
                  </a:cubicBezTo>
                  <a:cubicBezTo>
                    <a:pt x="7925" y="7368"/>
                    <a:pt x="7943" y="7371"/>
                    <a:pt x="7960" y="7371"/>
                  </a:cubicBezTo>
                  <a:cubicBezTo>
                    <a:pt x="8037" y="7371"/>
                    <a:pt x="8106" y="7318"/>
                    <a:pt x="8133" y="7266"/>
                  </a:cubicBezTo>
                  <a:cubicBezTo>
                    <a:pt x="8583" y="6687"/>
                    <a:pt x="9290" y="6076"/>
                    <a:pt x="10447" y="5594"/>
                  </a:cubicBezTo>
                  <a:cubicBezTo>
                    <a:pt x="10511" y="5562"/>
                    <a:pt x="10576" y="5498"/>
                    <a:pt x="10608" y="5401"/>
                  </a:cubicBezTo>
                  <a:cubicBezTo>
                    <a:pt x="10608" y="5337"/>
                    <a:pt x="10608" y="5241"/>
                    <a:pt x="10543" y="5176"/>
                  </a:cubicBezTo>
                  <a:cubicBezTo>
                    <a:pt x="9804" y="4212"/>
                    <a:pt x="9129" y="3248"/>
                    <a:pt x="8583" y="2508"/>
                  </a:cubicBezTo>
                  <a:cubicBezTo>
                    <a:pt x="8068" y="1769"/>
                    <a:pt x="7715" y="1351"/>
                    <a:pt x="7297" y="1062"/>
                  </a:cubicBezTo>
                  <a:cubicBezTo>
                    <a:pt x="7104" y="901"/>
                    <a:pt x="6847" y="805"/>
                    <a:pt x="6590" y="740"/>
                  </a:cubicBezTo>
                  <a:cubicBezTo>
                    <a:pt x="6332" y="708"/>
                    <a:pt x="6011" y="676"/>
                    <a:pt x="5657" y="644"/>
                  </a:cubicBezTo>
                  <a:cubicBezTo>
                    <a:pt x="5143" y="612"/>
                    <a:pt x="4693" y="451"/>
                    <a:pt x="4275" y="322"/>
                  </a:cubicBezTo>
                  <a:cubicBezTo>
                    <a:pt x="4082" y="226"/>
                    <a:pt x="3890" y="162"/>
                    <a:pt x="3729" y="97"/>
                  </a:cubicBezTo>
                  <a:cubicBezTo>
                    <a:pt x="3536" y="65"/>
                    <a:pt x="3375" y="1"/>
                    <a:pt x="321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6" name="TextBox 665">
            <a:extLst>
              <a:ext uri="{FF2B5EF4-FFF2-40B4-BE49-F238E27FC236}">
                <a16:creationId xmlns:a16="http://schemas.microsoft.com/office/drawing/2014/main" id="{A9AC1B91-40C5-696C-6B4F-7CEB9E0916CE}"/>
              </a:ext>
            </a:extLst>
          </p:cNvPr>
          <p:cNvSpPr txBox="1"/>
          <p:nvPr/>
        </p:nvSpPr>
        <p:spPr>
          <a:xfrm>
            <a:off x="9157855" y="2552700"/>
            <a:ext cx="7848900" cy="707886"/>
          </a:xfrm>
          <a:prstGeom prst="rect">
            <a:avLst/>
          </a:prstGeom>
          <a:noFill/>
        </p:spPr>
        <p:txBody>
          <a:bodyPr wrap="square" rtlCol="0">
            <a:spAutoFit/>
          </a:bodyPr>
          <a:lstStyle/>
          <a:p>
            <a:r>
              <a:rPr lang="en-US" sz="4000" b="1" dirty="0">
                <a:solidFill>
                  <a:schemeClr val="tx2">
                    <a:lumMod val="75000"/>
                  </a:schemeClr>
                </a:solidFill>
                <a:latin typeface="Amasis MT Pro Medium" panose="02040604050005020304" pitchFamily="18" charset="0"/>
              </a:rPr>
              <a:t>3. </a:t>
            </a:r>
            <a:r>
              <a:rPr lang="en-IN" sz="4000" dirty="0">
                <a:solidFill>
                  <a:schemeClr val="tx2">
                    <a:lumMod val="75000"/>
                  </a:schemeClr>
                </a:solidFill>
                <a:latin typeface="Amasis MT Pro Medium" panose="02040604050005020304" pitchFamily="18" charset="0"/>
              </a:rPr>
              <a:t>Output (User Experience)</a:t>
            </a:r>
            <a:endParaRPr lang="en-IN" sz="4000" b="1" dirty="0">
              <a:solidFill>
                <a:schemeClr val="tx2">
                  <a:lumMod val="75000"/>
                </a:schemeClr>
              </a:solidFill>
              <a:latin typeface="Amasis MT Pro Medium" panose="02040604050005020304" pitchFamily="18" charset="0"/>
            </a:endParaRPr>
          </a:p>
        </p:txBody>
      </p:sp>
      <p:sp>
        <p:nvSpPr>
          <p:cNvPr id="667" name="TextBox 666">
            <a:extLst>
              <a:ext uri="{FF2B5EF4-FFF2-40B4-BE49-F238E27FC236}">
                <a16:creationId xmlns:a16="http://schemas.microsoft.com/office/drawing/2014/main" id="{8F77AF5B-7F5E-5094-2EF0-E3434046AC49}"/>
              </a:ext>
            </a:extLst>
          </p:cNvPr>
          <p:cNvSpPr txBox="1"/>
          <p:nvPr/>
        </p:nvSpPr>
        <p:spPr>
          <a:xfrm>
            <a:off x="8929405" y="3619499"/>
            <a:ext cx="7377395" cy="3970318"/>
          </a:xfrm>
          <a:prstGeom prst="rect">
            <a:avLst/>
          </a:prstGeom>
          <a:noFill/>
        </p:spPr>
        <p:txBody>
          <a:bodyPr wrap="square" rtlCol="0">
            <a:spAutoFit/>
          </a:bodyPr>
          <a:lstStyle/>
          <a:p>
            <a:pPr marL="457200" indent="-457200">
              <a:buFont typeface="Arial" panose="020B0604020202020204" pitchFamily="34" charset="0"/>
              <a:buChar char="•"/>
            </a:pPr>
            <a:r>
              <a:rPr lang="en-US" sz="2800" b="1" dirty="0"/>
              <a:t>Displays addiction level</a:t>
            </a:r>
            <a:r>
              <a:rPr lang="en-US" sz="2800" dirty="0"/>
              <a:t>: </a:t>
            </a:r>
            <a:r>
              <a:rPr lang="en-US" sz="2800" b="1" dirty="0"/>
              <a:t>Normal</a:t>
            </a:r>
            <a:r>
              <a:rPr lang="en-US" sz="2800" dirty="0"/>
              <a:t>, </a:t>
            </a:r>
            <a:r>
              <a:rPr lang="en-US" sz="2800" b="1" dirty="0"/>
              <a:t>Moderate</a:t>
            </a:r>
            <a:r>
              <a:rPr lang="en-US" sz="2800" dirty="0"/>
              <a:t>, or </a:t>
            </a:r>
            <a:r>
              <a:rPr lang="en-US" sz="2800" b="1" dirty="0"/>
              <a:t>High Risk</a:t>
            </a:r>
            <a:r>
              <a:rPr lang="en-US" sz="2800" dirty="0"/>
              <a:t>.</a:t>
            </a:r>
          </a:p>
          <a:p>
            <a:pPr marL="457200" indent="-457200">
              <a:buFont typeface="Arial" panose="020B0604020202020204" pitchFamily="34" charset="0"/>
              <a:buChar char="•"/>
            </a:pPr>
            <a:r>
              <a:rPr lang="en-US" sz="2800" dirty="0"/>
              <a:t>Shows blink statistics and eye-fatigue indicators.</a:t>
            </a:r>
          </a:p>
          <a:p>
            <a:pPr marL="457200" indent="-457200">
              <a:buFont typeface="Arial" panose="020B0604020202020204" pitchFamily="34" charset="0"/>
              <a:buChar char="•"/>
            </a:pPr>
            <a:r>
              <a:rPr lang="en-US" sz="2800" dirty="0"/>
              <a:t>Provides </a:t>
            </a:r>
            <a:r>
              <a:rPr lang="en-US" sz="2800" b="1" dirty="0"/>
              <a:t>personalized wellness tips</a:t>
            </a:r>
            <a:r>
              <a:rPr lang="en-US" sz="2800" dirty="0"/>
              <a:t> to reduce screen overuse.</a:t>
            </a:r>
          </a:p>
          <a:p>
            <a:pPr marL="457200" indent="-457200">
              <a:buFont typeface="Arial" panose="020B0604020202020204" pitchFamily="34" charset="0"/>
              <a:buChar char="•"/>
            </a:pPr>
            <a:r>
              <a:rPr lang="en-US" sz="2800" dirty="0"/>
              <a:t>Sends </a:t>
            </a:r>
            <a:r>
              <a:rPr lang="en-US" sz="2800" b="1" dirty="0"/>
              <a:t>alerts</a:t>
            </a:r>
            <a:r>
              <a:rPr lang="en-US" sz="2800" dirty="0"/>
              <a:t> when fatigue or addiction risk becomes high.</a:t>
            </a:r>
          </a:p>
          <a:p>
            <a:endParaRPr lang="en-IN" sz="2800" dirty="0"/>
          </a:p>
        </p:txBody>
      </p:sp>
    </p:spTree>
    <p:extLst>
      <p:ext uri="{BB962C8B-B14F-4D97-AF65-F5344CB8AC3E}">
        <p14:creationId xmlns:p14="http://schemas.microsoft.com/office/powerpoint/2010/main" val="4249906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3A9B2-33D6-A2B4-B1F3-14017E15F2D1}"/>
            </a:ext>
          </a:extLst>
        </p:cNvPr>
        <p:cNvGrpSpPr/>
        <p:nvPr/>
      </p:nvGrpSpPr>
      <p:grpSpPr>
        <a:xfrm>
          <a:off x="0" y="0"/>
          <a:ext cx="0" cy="0"/>
          <a:chOff x="0" y="0"/>
          <a:chExt cx="0" cy="0"/>
        </a:xfrm>
      </p:grpSpPr>
      <p:sp>
        <p:nvSpPr>
          <p:cNvPr id="196" name="Google Shape;2148;p38">
            <a:extLst>
              <a:ext uri="{FF2B5EF4-FFF2-40B4-BE49-F238E27FC236}">
                <a16:creationId xmlns:a16="http://schemas.microsoft.com/office/drawing/2014/main" id="{534DA365-539B-A259-2999-E70ADC0523E1}"/>
              </a:ext>
            </a:extLst>
          </p:cNvPr>
          <p:cNvSpPr txBox="1">
            <a:spLocks/>
          </p:cNvSpPr>
          <p:nvPr/>
        </p:nvSpPr>
        <p:spPr>
          <a:xfrm>
            <a:off x="1447500" y="887567"/>
            <a:ext cx="15393000" cy="1145400"/>
          </a:xfrm>
          <a:prstGeom prst="rect">
            <a:avLst/>
          </a:prstGeom>
        </p:spPr>
        <p:txBody>
          <a:bodyPr spcFirstLastPara="1" vert="horz" wrap="square" lIns="182850" tIns="182850" rIns="182850" bIns="182850" rtlCol="0" anchor="t" anchorCtr="0">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spcBef>
                <a:spcPts val="0"/>
              </a:spcBef>
            </a:pPr>
            <a:r>
              <a:rPr lang="en-US" dirty="0">
                <a:solidFill>
                  <a:schemeClr val="tx2">
                    <a:lumMod val="75000"/>
                  </a:schemeClr>
                </a:solidFill>
                <a:latin typeface="Amasis MT Pro Medium" panose="02040604050005020304" pitchFamily="18" charset="0"/>
              </a:rPr>
              <a:t>PROJECT ANALYSIS</a:t>
            </a:r>
          </a:p>
        </p:txBody>
      </p:sp>
      <p:grpSp>
        <p:nvGrpSpPr>
          <p:cNvPr id="197" name="Google Shape;4506;p64">
            <a:extLst>
              <a:ext uri="{FF2B5EF4-FFF2-40B4-BE49-F238E27FC236}">
                <a16:creationId xmlns:a16="http://schemas.microsoft.com/office/drawing/2014/main" id="{183A73F5-CDD7-BAA1-EE33-20FDEC456D04}"/>
              </a:ext>
            </a:extLst>
          </p:cNvPr>
          <p:cNvGrpSpPr/>
          <p:nvPr/>
        </p:nvGrpSpPr>
        <p:grpSpPr>
          <a:xfrm>
            <a:off x="9183598" y="2705100"/>
            <a:ext cx="9104402" cy="8121262"/>
            <a:chOff x="556125" y="238075"/>
            <a:chExt cx="6466175" cy="5235125"/>
          </a:xfrm>
        </p:grpSpPr>
        <p:sp>
          <p:nvSpPr>
            <p:cNvPr id="198" name="Google Shape;4507;p64">
              <a:extLst>
                <a:ext uri="{FF2B5EF4-FFF2-40B4-BE49-F238E27FC236}">
                  <a16:creationId xmlns:a16="http://schemas.microsoft.com/office/drawing/2014/main" id="{384784E0-7F54-70B9-3458-BB1AAC46A6B6}"/>
                </a:ext>
              </a:extLst>
            </p:cNvPr>
            <p:cNvSpPr/>
            <p:nvPr/>
          </p:nvSpPr>
          <p:spPr>
            <a:xfrm>
              <a:off x="966475" y="238075"/>
              <a:ext cx="5595525" cy="3934875"/>
            </a:xfrm>
            <a:custGeom>
              <a:avLst/>
              <a:gdLst/>
              <a:ahLst/>
              <a:cxnLst/>
              <a:rect l="l" t="t" r="r" b="b"/>
              <a:pathLst>
                <a:path w="223821" h="157395" extrusionOk="0">
                  <a:moveTo>
                    <a:pt x="129272" y="1"/>
                  </a:moveTo>
                  <a:cubicBezTo>
                    <a:pt x="113376" y="1"/>
                    <a:pt x="101060" y="6804"/>
                    <a:pt x="89618" y="15862"/>
                  </a:cubicBezTo>
                  <a:cubicBezTo>
                    <a:pt x="79562" y="23811"/>
                    <a:pt x="68655" y="31205"/>
                    <a:pt x="55605" y="34570"/>
                  </a:cubicBezTo>
                  <a:cubicBezTo>
                    <a:pt x="42665" y="37897"/>
                    <a:pt x="29688" y="39930"/>
                    <a:pt x="21037" y="50208"/>
                  </a:cubicBezTo>
                  <a:cubicBezTo>
                    <a:pt x="1" y="75237"/>
                    <a:pt x="2071" y="110951"/>
                    <a:pt x="32498" y="130287"/>
                  </a:cubicBezTo>
                  <a:cubicBezTo>
                    <a:pt x="61552" y="148815"/>
                    <a:pt x="113119" y="157395"/>
                    <a:pt x="136916" y="157395"/>
                  </a:cubicBezTo>
                  <a:cubicBezTo>
                    <a:pt x="139948" y="157395"/>
                    <a:pt x="142530" y="157255"/>
                    <a:pt x="144556" y="156980"/>
                  </a:cubicBezTo>
                  <a:cubicBezTo>
                    <a:pt x="144556" y="156980"/>
                    <a:pt x="146598" y="157363"/>
                    <a:pt x="150067" y="157363"/>
                  </a:cubicBezTo>
                  <a:cubicBezTo>
                    <a:pt x="158698" y="157363"/>
                    <a:pt x="176162" y="154992"/>
                    <a:pt x="192987" y="138457"/>
                  </a:cubicBezTo>
                  <a:cubicBezTo>
                    <a:pt x="216612" y="115277"/>
                    <a:pt x="223821" y="72871"/>
                    <a:pt x="208589" y="44552"/>
                  </a:cubicBezTo>
                  <a:cubicBezTo>
                    <a:pt x="193357" y="16232"/>
                    <a:pt x="162635" y="298"/>
                    <a:pt x="129657" y="2"/>
                  </a:cubicBezTo>
                  <a:cubicBezTo>
                    <a:pt x="129528" y="1"/>
                    <a:pt x="129400" y="1"/>
                    <a:pt x="12927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4508;p64">
              <a:extLst>
                <a:ext uri="{FF2B5EF4-FFF2-40B4-BE49-F238E27FC236}">
                  <a16:creationId xmlns:a16="http://schemas.microsoft.com/office/drawing/2014/main" id="{465C92A6-B0F0-4C99-44EF-2B9853E8039A}"/>
                </a:ext>
              </a:extLst>
            </p:cNvPr>
            <p:cNvSpPr/>
            <p:nvPr/>
          </p:nvSpPr>
          <p:spPr>
            <a:xfrm>
              <a:off x="1144875" y="238125"/>
              <a:ext cx="5235975" cy="3934625"/>
            </a:xfrm>
            <a:custGeom>
              <a:avLst/>
              <a:gdLst/>
              <a:ahLst/>
              <a:cxnLst/>
              <a:rect l="l" t="t" r="r" b="b"/>
              <a:pathLst>
                <a:path w="209439" h="157385" extrusionOk="0">
                  <a:moveTo>
                    <a:pt x="122040" y="0"/>
                  </a:moveTo>
                  <a:cubicBezTo>
                    <a:pt x="106180" y="0"/>
                    <a:pt x="93906" y="6840"/>
                    <a:pt x="82482" y="15860"/>
                  </a:cubicBezTo>
                  <a:cubicBezTo>
                    <a:pt x="72426" y="23809"/>
                    <a:pt x="61519" y="31203"/>
                    <a:pt x="48469" y="34568"/>
                  </a:cubicBezTo>
                  <a:cubicBezTo>
                    <a:pt x="35529" y="37895"/>
                    <a:pt x="22552" y="39928"/>
                    <a:pt x="13901" y="50206"/>
                  </a:cubicBezTo>
                  <a:cubicBezTo>
                    <a:pt x="4770" y="61076"/>
                    <a:pt x="0" y="73941"/>
                    <a:pt x="0" y="86622"/>
                  </a:cubicBezTo>
                  <a:cubicBezTo>
                    <a:pt x="0" y="103148"/>
                    <a:pt x="8134" y="119341"/>
                    <a:pt x="25362" y="130285"/>
                  </a:cubicBezTo>
                  <a:cubicBezTo>
                    <a:pt x="54421" y="148807"/>
                    <a:pt x="105921" y="157384"/>
                    <a:pt x="129730" y="157384"/>
                  </a:cubicBezTo>
                  <a:cubicBezTo>
                    <a:pt x="132799" y="157384"/>
                    <a:pt x="135387" y="157236"/>
                    <a:pt x="137420" y="156978"/>
                  </a:cubicBezTo>
                  <a:cubicBezTo>
                    <a:pt x="137420" y="156978"/>
                    <a:pt x="139453" y="157347"/>
                    <a:pt x="142929" y="157347"/>
                  </a:cubicBezTo>
                  <a:cubicBezTo>
                    <a:pt x="151580" y="157347"/>
                    <a:pt x="169030" y="154981"/>
                    <a:pt x="185851" y="138455"/>
                  </a:cubicBezTo>
                  <a:cubicBezTo>
                    <a:pt x="201046" y="123556"/>
                    <a:pt x="209439" y="100671"/>
                    <a:pt x="209439" y="78674"/>
                  </a:cubicBezTo>
                  <a:cubicBezTo>
                    <a:pt x="209439" y="66510"/>
                    <a:pt x="206888" y="54643"/>
                    <a:pt x="201453" y="44550"/>
                  </a:cubicBezTo>
                  <a:cubicBezTo>
                    <a:pt x="186221" y="16230"/>
                    <a:pt x="155499" y="296"/>
                    <a:pt x="122521" y="0"/>
                  </a:cubicBezTo>
                  <a:close/>
                </a:path>
              </a:pathLst>
            </a:custGeom>
            <a:solidFill>
              <a:schemeClr val="accent5">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0" name="Google Shape;4509;p64">
              <a:extLst>
                <a:ext uri="{FF2B5EF4-FFF2-40B4-BE49-F238E27FC236}">
                  <a16:creationId xmlns:a16="http://schemas.microsoft.com/office/drawing/2014/main" id="{A0389322-EC31-A17B-25A8-9EAAEFDFCEAE}"/>
                </a:ext>
              </a:extLst>
            </p:cNvPr>
            <p:cNvSpPr/>
            <p:nvPr/>
          </p:nvSpPr>
          <p:spPr>
            <a:xfrm>
              <a:off x="2809475" y="4833575"/>
              <a:ext cx="2029700" cy="639625"/>
            </a:xfrm>
            <a:custGeom>
              <a:avLst/>
              <a:gdLst/>
              <a:ahLst/>
              <a:cxnLst/>
              <a:rect l="l" t="t" r="r" b="b"/>
              <a:pathLst>
                <a:path w="81188" h="25585" extrusionOk="0">
                  <a:moveTo>
                    <a:pt x="40594" y="0"/>
                  </a:moveTo>
                  <a:cubicBezTo>
                    <a:pt x="18190" y="0"/>
                    <a:pt x="0" y="5731"/>
                    <a:pt x="0" y="12792"/>
                  </a:cubicBezTo>
                  <a:cubicBezTo>
                    <a:pt x="0" y="19854"/>
                    <a:pt x="18190" y="25584"/>
                    <a:pt x="40594" y="25584"/>
                  </a:cubicBezTo>
                  <a:cubicBezTo>
                    <a:pt x="63035" y="25584"/>
                    <a:pt x="81188" y="19854"/>
                    <a:pt x="81188" y="12792"/>
                  </a:cubicBezTo>
                  <a:cubicBezTo>
                    <a:pt x="81188" y="5731"/>
                    <a:pt x="63035" y="0"/>
                    <a:pt x="405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4510;p64">
              <a:extLst>
                <a:ext uri="{FF2B5EF4-FFF2-40B4-BE49-F238E27FC236}">
                  <a16:creationId xmlns:a16="http://schemas.microsoft.com/office/drawing/2014/main" id="{FC4A19A0-6174-623C-93DA-C4DB965D8542}"/>
                </a:ext>
              </a:extLst>
            </p:cNvPr>
            <p:cNvSpPr/>
            <p:nvPr/>
          </p:nvSpPr>
          <p:spPr>
            <a:xfrm>
              <a:off x="2809475" y="4833575"/>
              <a:ext cx="2029700" cy="639625"/>
            </a:xfrm>
            <a:custGeom>
              <a:avLst/>
              <a:gdLst/>
              <a:ahLst/>
              <a:cxnLst/>
              <a:rect l="l" t="t" r="r" b="b"/>
              <a:pathLst>
                <a:path w="81188" h="25585" extrusionOk="0">
                  <a:moveTo>
                    <a:pt x="40594" y="0"/>
                  </a:moveTo>
                  <a:cubicBezTo>
                    <a:pt x="18190" y="0"/>
                    <a:pt x="0" y="5731"/>
                    <a:pt x="0" y="12792"/>
                  </a:cubicBezTo>
                  <a:cubicBezTo>
                    <a:pt x="0" y="19854"/>
                    <a:pt x="18190" y="25584"/>
                    <a:pt x="40594" y="25584"/>
                  </a:cubicBezTo>
                  <a:cubicBezTo>
                    <a:pt x="63035" y="25584"/>
                    <a:pt x="81188" y="19854"/>
                    <a:pt x="81188" y="12792"/>
                  </a:cubicBezTo>
                  <a:cubicBezTo>
                    <a:pt x="81188" y="5731"/>
                    <a:pt x="63035" y="0"/>
                    <a:pt x="40594" y="0"/>
                  </a:cubicBezTo>
                  <a:close/>
                </a:path>
              </a:pathLst>
            </a:custGeom>
            <a:solidFill>
              <a:schemeClr val="accent5">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2" name="Google Shape;4511;p64">
              <a:extLst>
                <a:ext uri="{FF2B5EF4-FFF2-40B4-BE49-F238E27FC236}">
                  <a16:creationId xmlns:a16="http://schemas.microsoft.com/office/drawing/2014/main" id="{2BE86022-E49E-EE4B-F1FC-55F3DAE25C0B}"/>
                </a:ext>
              </a:extLst>
            </p:cNvPr>
            <p:cNvSpPr/>
            <p:nvPr/>
          </p:nvSpPr>
          <p:spPr>
            <a:xfrm>
              <a:off x="2061750" y="1360175"/>
              <a:ext cx="3403150" cy="1928050"/>
            </a:xfrm>
            <a:custGeom>
              <a:avLst/>
              <a:gdLst/>
              <a:ahLst/>
              <a:cxnLst/>
              <a:rect l="l" t="t" r="r" b="b"/>
              <a:pathLst>
                <a:path w="136126" h="77122" extrusionOk="0">
                  <a:moveTo>
                    <a:pt x="68063" y="0"/>
                  </a:moveTo>
                  <a:cubicBezTo>
                    <a:pt x="30464" y="0"/>
                    <a:pt x="0" y="30501"/>
                    <a:pt x="0" y="68101"/>
                  </a:cubicBezTo>
                  <a:cubicBezTo>
                    <a:pt x="0" y="71132"/>
                    <a:pt x="185" y="74164"/>
                    <a:pt x="592" y="77121"/>
                  </a:cubicBezTo>
                  <a:lnTo>
                    <a:pt x="135534" y="77121"/>
                  </a:lnTo>
                  <a:cubicBezTo>
                    <a:pt x="135904" y="74164"/>
                    <a:pt x="136126" y="71132"/>
                    <a:pt x="136126" y="68101"/>
                  </a:cubicBezTo>
                  <a:cubicBezTo>
                    <a:pt x="136126" y="30501"/>
                    <a:pt x="105662" y="0"/>
                    <a:pt x="680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4512;p64">
              <a:extLst>
                <a:ext uri="{FF2B5EF4-FFF2-40B4-BE49-F238E27FC236}">
                  <a16:creationId xmlns:a16="http://schemas.microsoft.com/office/drawing/2014/main" id="{E86D799E-5A69-F14A-46A1-D1D58DAD2238}"/>
                </a:ext>
              </a:extLst>
            </p:cNvPr>
            <p:cNvSpPr/>
            <p:nvPr/>
          </p:nvSpPr>
          <p:spPr>
            <a:xfrm>
              <a:off x="2053425" y="1352775"/>
              <a:ext cx="3418875" cy="1942850"/>
            </a:xfrm>
            <a:custGeom>
              <a:avLst/>
              <a:gdLst/>
              <a:ahLst/>
              <a:cxnLst/>
              <a:rect l="l" t="t" r="r" b="b"/>
              <a:pathLst>
                <a:path w="136755" h="77714" extrusionOk="0">
                  <a:moveTo>
                    <a:pt x="68396" y="629"/>
                  </a:moveTo>
                  <a:cubicBezTo>
                    <a:pt x="87103" y="629"/>
                    <a:pt x="104036" y="8208"/>
                    <a:pt x="116310" y="20482"/>
                  </a:cubicBezTo>
                  <a:cubicBezTo>
                    <a:pt x="128584" y="32720"/>
                    <a:pt x="136163" y="49652"/>
                    <a:pt x="136163" y="68397"/>
                  </a:cubicBezTo>
                  <a:cubicBezTo>
                    <a:pt x="136163" y="71327"/>
                    <a:pt x="135956" y="74223"/>
                    <a:pt x="135608" y="77085"/>
                  </a:cubicBezTo>
                  <a:lnTo>
                    <a:pt x="1184" y="77085"/>
                  </a:lnTo>
                  <a:cubicBezTo>
                    <a:pt x="836" y="74223"/>
                    <a:pt x="629" y="71327"/>
                    <a:pt x="629" y="68397"/>
                  </a:cubicBezTo>
                  <a:cubicBezTo>
                    <a:pt x="629" y="49652"/>
                    <a:pt x="8208" y="32720"/>
                    <a:pt x="20482" y="20482"/>
                  </a:cubicBezTo>
                  <a:cubicBezTo>
                    <a:pt x="32756" y="8208"/>
                    <a:pt x="49689" y="629"/>
                    <a:pt x="68396" y="629"/>
                  </a:cubicBezTo>
                  <a:close/>
                  <a:moveTo>
                    <a:pt x="68396" y="1"/>
                  </a:moveTo>
                  <a:cubicBezTo>
                    <a:pt x="30612" y="1"/>
                    <a:pt x="0" y="30612"/>
                    <a:pt x="0" y="68397"/>
                  </a:cubicBezTo>
                  <a:cubicBezTo>
                    <a:pt x="0" y="71465"/>
                    <a:pt x="222" y="74497"/>
                    <a:pt x="629" y="77454"/>
                  </a:cubicBezTo>
                  <a:cubicBezTo>
                    <a:pt x="629" y="77602"/>
                    <a:pt x="777" y="77713"/>
                    <a:pt x="925" y="77713"/>
                  </a:cubicBezTo>
                  <a:lnTo>
                    <a:pt x="135867" y="77713"/>
                  </a:lnTo>
                  <a:cubicBezTo>
                    <a:pt x="136015" y="77713"/>
                    <a:pt x="136163" y="77602"/>
                    <a:pt x="136163" y="77454"/>
                  </a:cubicBezTo>
                  <a:cubicBezTo>
                    <a:pt x="136570" y="74497"/>
                    <a:pt x="136755" y="71465"/>
                    <a:pt x="136755" y="68397"/>
                  </a:cubicBezTo>
                  <a:cubicBezTo>
                    <a:pt x="136755" y="30612"/>
                    <a:pt x="106143" y="1"/>
                    <a:pt x="683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4513;p64">
              <a:extLst>
                <a:ext uri="{FF2B5EF4-FFF2-40B4-BE49-F238E27FC236}">
                  <a16:creationId xmlns:a16="http://schemas.microsoft.com/office/drawing/2014/main" id="{33CF9233-5578-3652-88B7-679D5EC4A5BB}"/>
                </a:ext>
              </a:extLst>
            </p:cNvPr>
            <p:cNvSpPr/>
            <p:nvPr/>
          </p:nvSpPr>
          <p:spPr>
            <a:xfrm>
              <a:off x="2028475" y="3650500"/>
              <a:ext cx="3505750" cy="644250"/>
            </a:xfrm>
            <a:custGeom>
              <a:avLst/>
              <a:gdLst/>
              <a:ahLst/>
              <a:cxnLst/>
              <a:rect l="l" t="t" r="r" b="b"/>
              <a:pathLst>
                <a:path w="140230" h="25770" extrusionOk="0">
                  <a:moveTo>
                    <a:pt x="0" y="1"/>
                  </a:moveTo>
                  <a:lnTo>
                    <a:pt x="0" y="25769"/>
                  </a:lnTo>
                  <a:lnTo>
                    <a:pt x="140230" y="25769"/>
                  </a:lnTo>
                  <a:lnTo>
                    <a:pt x="1402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4514;p64">
              <a:extLst>
                <a:ext uri="{FF2B5EF4-FFF2-40B4-BE49-F238E27FC236}">
                  <a16:creationId xmlns:a16="http://schemas.microsoft.com/office/drawing/2014/main" id="{4FCA4C2A-4C9D-8C8D-E3B1-1D5F14AC4109}"/>
                </a:ext>
              </a:extLst>
            </p:cNvPr>
            <p:cNvSpPr/>
            <p:nvPr/>
          </p:nvSpPr>
          <p:spPr>
            <a:xfrm>
              <a:off x="2021075" y="3643125"/>
              <a:ext cx="3521475" cy="659025"/>
            </a:xfrm>
            <a:custGeom>
              <a:avLst/>
              <a:gdLst/>
              <a:ahLst/>
              <a:cxnLst/>
              <a:rect l="l" t="t" r="r" b="b"/>
              <a:pathLst>
                <a:path w="140859" h="26361" extrusionOk="0">
                  <a:moveTo>
                    <a:pt x="140230" y="629"/>
                  </a:moveTo>
                  <a:lnTo>
                    <a:pt x="140230" y="25732"/>
                  </a:lnTo>
                  <a:lnTo>
                    <a:pt x="592" y="25732"/>
                  </a:lnTo>
                  <a:lnTo>
                    <a:pt x="592" y="629"/>
                  </a:lnTo>
                  <a:close/>
                  <a:moveTo>
                    <a:pt x="296" y="0"/>
                  </a:moveTo>
                  <a:cubicBezTo>
                    <a:pt x="222" y="0"/>
                    <a:pt x="148" y="37"/>
                    <a:pt x="74" y="74"/>
                  </a:cubicBezTo>
                  <a:cubicBezTo>
                    <a:pt x="37" y="148"/>
                    <a:pt x="0" y="222"/>
                    <a:pt x="0" y="296"/>
                  </a:cubicBezTo>
                  <a:lnTo>
                    <a:pt x="0" y="26064"/>
                  </a:lnTo>
                  <a:cubicBezTo>
                    <a:pt x="0" y="26138"/>
                    <a:pt x="37" y="26212"/>
                    <a:pt x="74" y="26286"/>
                  </a:cubicBezTo>
                  <a:cubicBezTo>
                    <a:pt x="148" y="26323"/>
                    <a:pt x="222" y="26360"/>
                    <a:pt x="296" y="26360"/>
                  </a:cubicBezTo>
                  <a:lnTo>
                    <a:pt x="140526" y="26360"/>
                  </a:lnTo>
                  <a:cubicBezTo>
                    <a:pt x="140637" y="26360"/>
                    <a:pt x="140711" y="26323"/>
                    <a:pt x="140747" y="26286"/>
                  </a:cubicBezTo>
                  <a:cubicBezTo>
                    <a:pt x="140821" y="26212"/>
                    <a:pt x="140858" y="26138"/>
                    <a:pt x="140858" y="26064"/>
                  </a:cubicBezTo>
                  <a:lnTo>
                    <a:pt x="140858" y="296"/>
                  </a:lnTo>
                  <a:cubicBezTo>
                    <a:pt x="140858" y="222"/>
                    <a:pt x="140821" y="148"/>
                    <a:pt x="140747" y="74"/>
                  </a:cubicBezTo>
                  <a:cubicBezTo>
                    <a:pt x="140711" y="37"/>
                    <a:pt x="140637" y="0"/>
                    <a:pt x="140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4515;p64">
              <a:extLst>
                <a:ext uri="{FF2B5EF4-FFF2-40B4-BE49-F238E27FC236}">
                  <a16:creationId xmlns:a16="http://schemas.microsoft.com/office/drawing/2014/main" id="{B5B69DC7-A4C8-159C-C05C-861F822D7468}"/>
                </a:ext>
              </a:extLst>
            </p:cNvPr>
            <p:cNvSpPr/>
            <p:nvPr/>
          </p:nvSpPr>
          <p:spPr>
            <a:xfrm>
              <a:off x="3464775" y="920225"/>
              <a:ext cx="596175" cy="1592525"/>
            </a:xfrm>
            <a:custGeom>
              <a:avLst/>
              <a:gdLst/>
              <a:ahLst/>
              <a:cxnLst/>
              <a:rect l="l" t="t" r="r" b="b"/>
              <a:pathLst>
                <a:path w="23847" h="63701" extrusionOk="0">
                  <a:moveTo>
                    <a:pt x="0" y="0"/>
                  </a:moveTo>
                  <a:lnTo>
                    <a:pt x="0" y="63701"/>
                  </a:lnTo>
                  <a:lnTo>
                    <a:pt x="23847" y="63701"/>
                  </a:lnTo>
                  <a:lnTo>
                    <a:pt x="2384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4516;p64">
              <a:extLst>
                <a:ext uri="{FF2B5EF4-FFF2-40B4-BE49-F238E27FC236}">
                  <a16:creationId xmlns:a16="http://schemas.microsoft.com/office/drawing/2014/main" id="{4D390826-E09D-76A0-0A02-3632266645BC}"/>
                </a:ext>
              </a:extLst>
            </p:cNvPr>
            <p:cNvSpPr/>
            <p:nvPr/>
          </p:nvSpPr>
          <p:spPr>
            <a:xfrm>
              <a:off x="3457375" y="912825"/>
              <a:ext cx="611900" cy="1607325"/>
            </a:xfrm>
            <a:custGeom>
              <a:avLst/>
              <a:gdLst/>
              <a:ahLst/>
              <a:cxnLst/>
              <a:rect l="l" t="t" r="r" b="b"/>
              <a:pathLst>
                <a:path w="24476" h="64293" extrusionOk="0">
                  <a:moveTo>
                    <a:pt x="23847" y="592"/>
                  </a:moveTo>
                  <a:lnTo>
                    <a:pt x="23847" y="63664"/>
                  </a:lnTo>
                  <a:lnTo>
                    <a:pt x="629" y="63664"/>
                  </a:lnTo>
                  <a:lnTo>
                    <a:pt x="629" y="592"/>
                  </a:lnTo>
                  <a:close/>
                  <a:moveTo>
                    <a:pt x="296" y="1"/>
                  </a:moveTo>
                  <a:cubicBezTo>
                    <a:pt x="223" y="1"/>
                    <a:pt x="149" y="38"/>
                    <a:pt x="75" y="75"/>
                  </a:cubicBezTo>
                  <a:cubicBezTo>
                    <a:pt x="38" y="149"/>
                    <a:pt x="1" y="222"/>
                    <a:pt x="1" y="296"/>
                  </a:cubicBezTo>
                  <a:lnTo>
                    <a:pt x="1" y="63997"/>
                  </a:lnTo>
                  <a:cubicBezTo>
                    <a:pt x="1" y="64071"/>
                    <a:pt x="38" y="64145"/>
                    <a:pt x="75" y="64219"/>
                  </a:cubicBezTo>
                  <a:cubicBezTo>
                    <a:pt x="149" y="64256"/>
                    <a:pt x="223" y="64293"/>
                    <a:pt x="296" y="64293"/>
                  </a:cubicBezTo>
                  <a:lnTo>
                    <a:pt x="24143" y="64293"/>
                  </a:lnTo>
                  <a:cubicBezTo>
                    <a:pt x="24253" y="64293"/>
                    <a:pt x="24327" y="64256"/>
                    <a:pt x="24364" y="64219"/>
                  </a:cubicBezTo>
                  <a:cubicBezTo>
                    <a:pt x="24438" y="64145"/>
                    <a:pt x="24475" y="64071"/>
                    <a:pt x="24475" y="63997"/>
                  </a:cubicBezTo>
                  <a:lnTo>
                    <a:pt x="24475" y="296"/>
                  </a:lnTo>
                  <a:cubicBezTo>
                    <a:pt x="24475" y="222"/>
                    <a:pt x="24438" y="149"/>
                    <a:pt x="24364" y="75"/>
                  </a:cubicBezTo>
                  <a:cubicBezTo>
                    <a:pt x="24327" y="38"/>
                    <a:pt x="24253" y="1"/>
                    <a:pt x="24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4517;p64">
              <a:extLst>
                <a:ext uri="{FF2B5EF4-FFF2-40B4-BE49-F238E27FC236}">
                  <a16:creationId xmlns:a16="http://schemas.microsoft.com/office/drawing/2014/main" id="{F14390A0-2ABD-07D3-648B-7D77B1152334}"/>
                </a:ext>
              </a:extLst>
            </p:cNvPr>
            <p:cNvSpPr/>
            <p:nvPr/>
          </p:nvSpPr>
          <p:spPr>
            <a:xfrm>
              <a:off x="3464775" y="920225"/>
              <a:ext cx="596175" cy="1349450"/>
            </a:xfrm>
            <a:custGeom>
              <a:avLst/>
              <a:gdLst/>
              <a:ahLst/>
              <a:cxnLst/>
              <a:rect l="l" t="t" r="r" b="b"/>
              <a:pathLst>
                <a:path w="23847" h="53978" extrusionOk="0">
                  <a:moveTo>
                    <a:pt x="0" y="0"/>
                  </a:moveTo>
                  <a:lnTo>
                    <a:pt x="0" y="53978"/>
                  </a:lnTo>
                  <a:lnTo>
                    <a:pt x="23847" y="53978"/>
                  </a:lnTo>
                  <a:lnTo>
                    <a:pt x="238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4518;p64">
              <a:extLst>
                <a:ext uri="{FF2B5EF4-FFF2-40B4-BE49-F238E27FC236}">
                  <a16:creationId xmlns:a16="http://schemas.microsoft.com/office/drawing/2014/main" id="{EB8F680E-5555-E64B-B647-0873B529465F}"/>
                </a:ext>
              </a:extLst>
            </p:cNvPr>
            <p:cNvSpPr/>
            <p:nvPr/>
          </p:nvSpPr>
          <p:spPr>
            <a:xfrm>
              <a:off x="3457375" y="912825"/>
              <a:ext cx="611900" cy="1365175"/>
            </a:xfrm>
            <a:custGeom>
              <a:avLst/>
              <a:gdLst/>
              <a:ahLst/>
              <a:cxnLst/>
              <a:rect l="l" t="t" r="r" b="b"/>
              <a:pathLst>
                <a:path w="24476" h="54607" extrusionOk="0">
                  <a:moveTo>
                    <a:pt x="23847" y="592"/>
                  </a:moveTo>
                  <a:lnTo>
                    <a:pt x="23847" y="53978"/>
                  </a:lnTo>
                  <a:lnTo>
                    <a:pt x="629" y="53978"/>
                  </a:lnTo>
                  <a:lnTo>
                    <a:pt x="629" y="592"/>
                  </a:lnTo>
                  <a:close/>
                  <a:moveTo>
                    <a:pt x="296" y="1"/>
                  </a:moveTo>
                  <a:cubicBezTo>
                    <a:pt x="223" y="1"/>
                    <a:pt x="149" y="38"/>
                    <a:pt x="75" y="75"/>
                  </a:cubicBezTo>
                  <a:cubicBezTo>
                    <a:pt x="38" y="149"/>
                    <a:pt x="1" y="222"/>
                    <a:pt x="1" y="296"/>
                  </a:cubicBezTo>
                  <a:lnTo>
                    <a:pt x="1" y="54274"/>
                  </a:lnTo>
                  <a:cubicBezTo>
                    <a:pt x="1" y="54385"/>
                    <a:pt x="38" y="54458"/>
                    <a:pt x="75" y="54495"/>
                  </a:cubicBezTo>
                  <a:cubicBezTo>
                    <a:pt x="149" y="54569"/>
                    <a:pt x="223" y="54606"/>
                    <a:pt x="296" y="54606"/>
                  </a:cubicBezTo>
                  <a:lnTo>
                    <a:pt x="24143" y="54606"/>
                  </a:lnTo>
                  <a:cubicBezTo>
                    <a:pt x="24253" y="54606"/>
                    <a:pt x="24327" y="54569"/>
                    <a:pt x="24364" y="54495"/>
                  </a:cubicBezTo>
                  <a:cubicBezTo>
                    <a:pt x="24438" y="54458"/>
                    <a:pt x="24475" y="54385"/>
                    <a:pt x="24475" y="54274"/>
                  </a:cubicBezTo>
                  <a:lnTo>
                    <a:pt x="24475" y="296"/>
                  </a:lnTo>
                  <a:cubicBezTo>
                    <a:pt x="24475" y="222"/>
                    <a:pt x="24438" y="149"/>
                    <a:pt x="24364" y="75"/>
                  </a:cubicBezTo>
                  <a:cubicBezTo>
                    <a:pt x="24327" y="38"/>
                    <a:pt x="24253" y="1"/>
                    <a:pt x="2414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4519;p64">
              <a:extLst>
                <a:ext uri="{FF2B5EF4-FFF2-40B4-BE49-F238E27FC236}">
                  <a16:creationId xmlns:a16="http://schemas.microsoft.com/office/drawing/2014/main" id="{B2B182E9-F891-B59C-DF91-731FEF663EEA}"/>
                </a:ext>
              </a:extLst>
            </p:cNvPr>
            <p:cNvSpPr/>
            <p:nvPr/>
          </p:nvSpPr>
          <p:spPr>
            <a:xfrm>
              <a:off x="2712425" y="920225"/>
              <a:ext cx="2101800" cy="1269975"/>
            </a:xfrm>
            <a:custGeom>
              <a:avLst/>
              <a:gdLst/>
              <a:ahLst/>
              <a:cxnLst/>
              <a:rect l="l" t="t" r="r" b="b"/>
              <a:pathLst>
                <a:path w="84072" h="50799" extrusionOk="0">
                  <a:moveTo>
                    <a:pt x="0" y="0"/>
                  </a:moveTo>
                  <a:lnTo>
                    <a:pt x="0" y="44365"/>
                  </a:lnTo>
                  <a:cubicBezTo>
                    <a:pt x="0" y="47914"/>
                    <a:pt x="2884" y="50798"/>
                    <a:pt x="6433" y="50798"/>
                  </a:cubicBezTo>
                  <a:lnTo>
                    <a:pt x="77639" y="50798"/>
                  </a:lnTo>
                  <a:cubicBezTo>
                    <a:pt x="81188" y="50798"/>
                    <a:pt x="84072" y="47914"/>
                    <a:pt x="84072" y="44365"/>
                  </a:cubicBezTo>
                  <a:lnTo>
                    <a:pt x="840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4520;p64">
              <a:extLst>
                <a:ext uri="{FF2B5EF4-FFF2-40B4-BE49-F238E27FC236}">
                  <a16:creationId xmlns:a16="http://schemas.microsoft.com/office/drawing/2014/main" id="{223C6A03-0659-B6A3-4E29-F55A44280BFF}"/>
                </a:ext>
              </a:extLst>
            </p:cNvPr>
            <p:cNvSpPr/>
            <p:nvPr/>
          </p:nvSpPr>
          <p:spPr>
            <a:xfrm>
              <a:off x="2705025" y="912825"/>
              <a:ext cx="2116600" cy="1284750"/>
            </a:xfrm>
            <a:custGeom>
              <a:avLst/>
              <a:gdLst/>
              <a:ahLst/>
              <a:cxnLst/>
              <a:rect l="l" t="t" r="r" b="b"/>
              <a:pathLst>
                <a:path w="84664" h="51390" extrusionOk="0">
                  <a:moveTo>
                    <a:pt x="84072" y="592"/>
                  </a:moveTo>
                  <a:lnTo>
                    <a:pt x="84072" y="44661"/>
                  </a:lnTo>
                  <a:cubicBezTo>
                    <a:pt x="84072" y="46362"/>
                    <a:pt x="83369" y="47878"/>
                    <a:pt x="82260" y="48987"/>
                  </a:cubicBezTo>
                  <a:cubicBezTo>
                    <a:pt x="81151" y="50096"/>
                    <a:pt x="79635" y="50761"/>
                    <a:pt x="77935" y="50761"/>
                  </a:cubicBezTo>
                  <a:lnTo>
                    <a:pt x="6729" y="50761"/>
                  </a:lnTo>
                  <a:cubicBezTo>
                    <a:pt x="5029" y="50761"/>
                    <a:pt x="3513" y="50096"/>
                    <a:pt x="2404" y="48987"/>
                  </a:cubicBezTo>
                  <a:cubicBezTo>
                    <a:pt x="1295" y="47878"/>
                    <a:pt x="592" y="46362"/>
                    <a:pt x="592" y="44661"/>
                  </a:cubicBezTo>
                  <a:lnTo>
                    <a:pt x="592" y="592"/>
                  </a:lnTo>
                  <a:close/>
                  <a:moveTo>
                    <a:pt x="296" y="1"/>
                  </a:moveTo>
                  <a:cubicBezTo>
                    <a:pt x="222" y="1"/>
                    <a:pt x="112" y="38"/>
                    <a:pt x="75" y="75"/>
                  </a:cubicBezTo>
                  <a:cubicBezTo>
                    <a:pt x="1" y="149"/>
                    <a:pt x="1" y="222"/>
                    <a:pt x="1" y="296"/>
                  </a:cubicBezTo>
                  <a:lnTo>
                    <a:pt x="1" y="44661"/>
                  </a:lnTo>
                  <a:cubicBezTo>
                    <a:pt x="1" y="48358"/>
                    <a:pt x="2995" y="51390"/>
                    <a:pt x="6729" y="51390"/>
                  </a:cubicBezTo>
                  <a:lnTo>
                    <a:pt x="77935" y="51390"/>
                  </a:lnTo>
                  <a:cubicBezTo>
                    <a:pt x="81669" y="51390"/>
                    <a:pt x="84663" y="48358"/>
                    <a:pt x="84663" y="44661"/>
                  </a:cubicBezTo>
                  <a:lnTo>
                    <a:pt x="84663" y="296"/>
                  </a:lnTo>
                  <a:cubicBezTo>
                    <a:pt x="84663" y="222"/>
                    <a:pt x="84626" y="149"/>
                    <a:pt x="84589" y="75"/>
                  </a:cubicBezTo>
                  <a:cubicBezTo>
                    <a:pt x="84515" y="38"/>
                    <a:pt x="84441" y="1"/>
                    <a:pt x="843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4521;p64">
              <a:extLst>
                <a:ext uri="{FF2B5EF4-FFF2-40B4-BE49-F238E27FC236}">
                  <a16:creationId xmlns:a16="http://schemas.microsoft.com/office/drawing/2014/main" id="{65853EE2-2A51-C175-43AD-BC229CB83888}"/>
                </a:ext>
              </a:extLst>
            </p:cNvPr>
            <p:cNvSpPr/>
            <p:nvPr/>
          </p:nvSpPr>
          <p:spPr>
            <a:xfrm>
              <a:off x="2535900" y="774200"/>
              <a:ext cx="2453925" cy="1269025"/>
            </a:xfrm>
            <a:custGeom>
              <a:avLst/>
              <a:gdLst/>
              <a:ahLst/>
              <a:cxnLst/>
              <a:rect l="l" t="t" r="r" b="b"/>
              <a:pathLst>
                <a:path w="98157" h="50761" extrusionOk="0">
                  <a:moveTo>
                    <a:pt x="3327" y="0"/>
                  </a:moveTo>
                  <a:cubicBezTo>
                    <a:pt x="1516" y="0"/>
                    <a:pt x="0" y="1479"/>
                    <a:pt x="0" y="3290"/>
                  </a:cubicBezTo>
                  <a:lnTo>
                    <a:pt x="0" y="47433"/>
                  </a:lnTo>
                  <a:cubicBezTo>
                    <a:pt x="0" y="49282"/>
                    <a:pt x="1516" y="50761"/>
                    <a:pt x="3327" y="50761"/>
                  </a:cubicBezTo>
                  <a:lnTo>
                    <a:pt x="94867" y="50761"/>
                  </a:lnTo>
                  <a:cubicBezTo>
                    <a:pt x="96678" y="50761"/>
                    <a:pt x="98157" y="49282"/>
                    <a:pt x="98157" y="47433"/>
                  </a:cubicBezTo>
                  <a:lnTo>
                    <a:pt x="98157" y="3290"/>
                  </a:lnTo>
                  <a:cubicBezTo>
                    <a:pt x="98157" y="1479"/>
                    <a:pt x="96678" y="0"/>
                    <a:pt x="948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4522;p64">
              <a:extLst>
                <a:ext uri="{FF2B5EF4-FFF2-40B4-BE49-F238E27FC236}">
                  <a16:creationId xmlns:a16="http://schemas.microsoft.com/office/drawing/2014/main" id="{89C8E372-6325-C008-89E6-B9842DFDC07D}"/>
                </a:ext>
              </a:extLst>
            </p:cNvPr>
            <p:cNvSpPr/>
            <p:nvPr/>
          </p:nvSpPr>
          <p:spPr>
            <a:xfrm>
              <a:off x="2528500" y="765875"/>
              <a:ext cx="2469650" cy="1284750"/>
            </a:xfrm>
            <a:custGeom>
              <a:avLst/>
              <a:gdLst/>
              <a:ahLst/>
              <a:cxnLst/>
              <a:rect l="l" t="t" r="r" b="b"/>
              <a:pathLst>
                <a:path w="98786" h="51390" extrusionOk="0">
                  <a:moveTo>
                    <a:pt x="95163" y="629"/>
                  </a:moveTo>
                  <a:cubicBezTo>
                    <a:pt x="95976" y="629"/>
                    <a:pt x="96715" y="962"/>
                    <a:pt x="97270" y="1516"/>
                  </a:cubicBezTo>
                  <a:cubicBezTo>
                    <a:pt x="97824" y="2034"/>
                    <a:pt x="98157" y="2810"/>
                    <a:pt x="98157" y="3623"/>
                  </a:cubicBezTo>
                  <a:lnTo>
                    <a:pt x="98157" y="47766"/>
                  </a:lnTo>
                  <a:cubicBezTo>
                    <a:pt x="98157" y="48617"/>
                    <a:pt x="97824" y="49356"/>
                    <a:pt x="97270" y="49911"/>
                  </a:cubicBezTo>
                  <a:cubicBezTo>
                    <a:pt x="96715" y="50428"/>
                    <a:pt x="95976" y="50798"/>
                    <a:pt x="95163" y="50798"/>
                  </a:cubicBezTo>
                  <a:lnTo>
                    <a:pt x="3623" y="50798"/>
                  </a:lnTo>
                  <a:cubicBezTo>
                    <a:pt x="2810" y="50798"/>
                    <a:pt x="2034" y="50428"/>
                    <a:pt x="1516" y="49911"/>
                  </a:cubicBezTo>
                  <a:cubicBezTo>
                    <a:pt x="962" y="49356"/>
                    <a:pt x="629" y="48617"/>
                    <a:pt x="629" y="47766"/>
                  </a:cubicBezTo>
                  <a:lnTo>
                    <a:pt x="629" y="3623"/>
                  </a:lnTo>
                  <a:cubicBezTo>
                    <a:pt x="629" y="2810"/>
                    <a:pt x="962" y="2034"/>
                    <a:pt x="1516" y="1516"/>
                  </a:cubicBezTo>
                  <a:cubicBezTo>
                    <a:pt x="2034" y="962"/>
                    <a:pt x="2810" y="629"/>
                    <a:pt x="3623" y="629"/>
                  </a:cubicBezTo>
                  <a:close/>
                  <a:moveTo>
                    <a:pt x="3623" y="0"/>
                  </a:moveTo>
                  <a:cubicBezTo>
                    <a:pt x="1627" y="0"/>
                    <a:pt x="0" y="1627"/>
                    <a:pt x="0" y="3623"/>
                  </a:cubicBezTo>
                  <a:lnTo>
                    <a:pt x="0" y="47766"/>
                  </a:lnTo>
                  <a:cubicBezTo>
                    <a:pt x="0" y="49763"/>
                    <a:pt x="1627" y="51390"/>
                    <a:pt x="3623" y="51390"/>
                  </a:cubicBezTo>
                  <a:lnTo>
                    <a:pt x="95163" y="51390"/>
                  </a:lnTo>
                  <a:cubicBezTo>
                    <a:pt x="97159" y="51390"/>
                    <a:pt x="98786" y="49763"/>
                    <a:pt x="98786" y="47766"/>
                  </a:cubicBezTo>
                  <a:lnTo>
                    <a:pt x="98786" y="3623"/>
                  </a:lnTo>
                  <a:cubicBezTo>
                    <a:pt x="98786" y="1627"/>
                    <a:pt x="97159" y="0"/>
                    <a:pt x="951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4523;p64">
              <a:extLst>
                <a:ext uri="{FF2B5EF4-FFF2-40B4-BE49-F238E27FC236}">
                  <a16:creationId xmlns:a16="http://schemas.microsoft.com/office/drawing/2014/main" id="{3194B8A1-2552-0A2C-E326-6A06DB301F94}"/>
                </a:ext>
              </a:extLst>
            </p:cNvPr>
            <p:cNvSpPr/>
            <p:nvPr/>
          </p:nvSpPr>
          <p:spPr>
            <a:xfrm>
              <a:off x="2673600" y="862000"/>
              <a:ext cx="2179450" cy="1093425"/>
            </a:xfrm>
            <a:custGeom>
              <a:avLst/>
              <a:gdLst/>
              <a:ahLst/>
              <a:cxnLst/>
              <a:rect l="l" t="t" r="r" b="b"/>
              <a:pathLst>
                <a:path w="87178" h="43737" extrusionOk="0">
                  <a:moveTo>
                    <a:pt x="2552" y="0"/>
                  </a:moveTo>
                  <a:cubicBezTo>
                    <a:pt x="1147" y="0"/>
                    <a:pt x="1" y="1146"/>
                    <a:pt x="1" y="2588"/>
                  </a:cubicBezTo>
                  <a:lnTo>
                    <a:pt x="1" y="41149"/>
                  </a:lnTo>
                  <a:cubicBezTo>
                    <a:pt x="1" y="42554"/>
                    <a:pt x="1147" y="43737"/>
                    <a:pt x="2552" y="43737"/>
                  </a:cubicBezTo>
                  <a:lnTo>
                    <a:pt x="84589" y="43737"/>
                  </a:lnTo>
                  <a:cubicBezTo>
                    <a:pt x="86031" y="43737"/>
                    <a:pt x="87177" y="42554"/>
                    <a:pt x="87177" y="41149"/>
                  </a:cubicBezTo>
                  <a:lnTo>
                    <a:pt x="87177" y="2588"/>
                  </a:lnTo>
                  <a:cubicBezTo>
                    <a:pt x="87177" y="1146"/>
                    <a:pt x="86031" y="0"/>
                    <a:pt x="84589" y="0"/>
                  </a:cubicBezTo>
                  <a:close/>
                </a:path>
              </a:pathLst>
            </a:custGeom>
            <a:solidFill>
              <a:schemeClr val="accent5">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5" name="Google Shape;4524;p64">
              <a:extLst>
                <a:ext uri="{FF2B5EF4-FFF2-40B4-BE49-F238E27FC236}">
                  <a16:creationId xmlns:a16="http://schemas.microsoft.com/office/drawing/2014/main" id="{1BD31C8B-0D38-477A-4407-103DF0965C15}"/>
                </a:ext>
              </a:extLst>
            </p:cNvPr>
            <p:cNvSpPr/>
            <p:nvPr/>
          </p:nvSpPr>
          <p:spPr>
            <a:xfrm>
              <a:off x="2665275" y="853675"/>
              <a:ext cx="2196100" cy="1109150"/>
            </a:xfrm>
            <a:custGeom>
              <a:avLst/>
              <a:gdLst/>
              <a:ahLst/>
              <a:cxnLst/>
              <a:rect l="l" t="t" r="r" b="b"/>
              <a:pathLst>
                <a:path w="87844" h="44366" extrusionOk="0">
                  <a:moveTo>
                    <a:pt x="84922" y="629"/>
                  </a:moveTo>
                  <a:cubicBezTo>
                    <a:pt x="86179" y="629"/>
                    <a:pt x="87215" y="1664"/>
                    <a:pt x="87215" y="2921"/>
                  </a:cubicBezTo>
                  <a:lnTo>
                    <a:pt x="87215" y="41482"/>
                  </a:lnTo>
                  <a:cubicBezTo>
                    <a:pt x="87215" y="42739"/>
                    <a:pt x="86179" y="43737"/>
                    <a:pt x="84922" y="43737"/>
                  </a:cubicBezTo>
                  <a:lnTo>
                    <a:pt x="2885" y="43737"/>
                  </a:lnTo>
                  <a:cubicBezTo>
                    <a:pt x="1628" y="43737"/>
                    <a:pt x="629" y="42739"/>
                    <a:pt x="629" y="41482"/>
                  </a:cubicBezTo>
                  <a:lnTo>
                    <a:pt x="629" y="2921"/>
                  </a:lnTo>
                  <a:cubicBezTo>
                    <a:pt x="629" y="1664"/>
                    <a:pt x="1628" y="629"/>
                    <a:pt x="2885" y="629"/>
                  </a:cubicBezTo>
                  <a:close/>
                  <a:moveTo>
                    <a:pt x="2885" y="0"/>
                  </a:moveTo>
                  <a:cubicBezTo>
                    <a:pt x="1295" y="0"/>
                    <a:pt x="1" y="1294"/>
                    <a:pt x="1" y="2921"/>
                  </a:cubicBezTo>
                  <a:lnTo>
                    <a:pt x="1" y="41482"/>
                  </a:lnTo>
                  <a:cubicBezTo>
                    <a:pt x="1" y="43071"/>
                    <a:pt x="1295" y="44365"/>
                    <a:pt x="2885" y="44365"/>
                  </a:cubicBezTo>
                  <a:lnTo>
                    <a:pt x="84922" y="44365"/>
                  </a:lnTo>
                  <a:cubicBezTo>
                    <a:pt x="86549" y="44365"/>
                    <a:pt x="87843" y="43071"/>
                    <a:pt x="87843" y="41482"/>
                  </a:cubicBezTo>
                  <a:lnTo>
                    <a:pt x="87843" y="2921"/>
                  </a:lnTo>
                  <a:cubicBezTo>
                    <a:pt x="87843" y="1294"/>
                    <a:pt x="86549" y="0"/>
                    <a:pt x="8492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4525;p64">
              <a:extLst>
                <a:ext uri="{FF2B5EF4-FFF2-40B4-BE49-F238E27FC236}">
                  <a16:creationId xmlns:a16="http://schemas.microsoft.com/office/drawing/2014/main" id="{D727BD28-E92C-9D2D-22C7-FBF0467A4D3B}"/>
                </a:ext>
              </a:extLst>
            </p:cNvPr>
            <p:cNvSpPr/>
            <p:nvPr/>
          </p:nvSpPr>
          <p:spPr>
            <a:xfrm>
              <a:off x="4701450" y="975675"/>
              <a:ext cx="62875" cy="15750"/>
            </a:xfrm>
            <a:custGeom>
              <a:avLst/>
              <a:gdLst/>
              <a:ahLst/>
              <a:cxnLst/>
              <a:rect l="l" t="t" r="r" b="b"/>
              <a:pathLst>
                <a:path w="2515" h="630" extrusionOk="0">
                  <a:moveTo>
                    <a:pt x="296" y="1"/>
                  </a:moveTo>
                  <a:cubicBezTo>
                    <a:pt x="111" y="1"/>
                    <a:pt x="0" y="149"/>
                    <a:pt x="0" y="296"/>
                  </a:cubicBezTo>
                  <a:cubicBezTo>
                    <a:pt x="0" y="481"/>
                    <a:pt x="111" y="629"/>
                    <a:pt x="296" y="629"/>
                  </a:cubicBezTo>
                  <a:lnTo>
                    <a:pt x="2218" y="629"/>
                  </a:lnTo>
                  <a:cubicBezTo>
                    <a:pt x="2366" y="629"/>
                    <a:pt x="2514" y="481"/>
                    <a:pt x="2514" y="296"/>
                  </a:cubicBezTo>
                  <a:cubicBezTo>
                    <a:pt x="2514" y="149"/>
                    <a:pt x="2366" y="1"/>
                    <a:pt x="22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4526;p64">
              <a:extLst>
                <a:ext uri="{FF2B5EF4-FFF2-40B4-BE49-F238E27FC236}">
                  <a16:creationId xmlns:a16="http://schemas.microsoft.com/office/drawing/2014/main" id="{77A14B3E-4DA9-FF8C-B40C-48A8B6345E95}"/>
                </a:ext>
              </a:extLst>
            </p:cNvPr>
            <p:cNvSpPr/>
            <p:nvPr/>
          </p:nvSpPr>
          <p:spPr>
            <a:xfrm>
              <a:off x="4382575" y="975675"/>
              <a:ext cx="274525" cy="15750"/>
            </a:xfrm>
            <a:custGeom>
              <a:avLst/>
              <a:gdLst/>
              <a:ahLst/>
              <a:cxnLst/>
              <a:rect l="l" t="t" r="r" b="b"/>
              <a:pathLst>
                <a:path w="10981" h="630" extrusionOk="0">
                  <a:moveTo>
                    <a:pt x="333" y="1"/>
                  </a:moveTo>
                  <a:cubicBezTo>
                    <a:pt x="148" y="1"/>
                    <a:pt x="0" y="149"/>
                    <a:pt x="0" y="296"/>
                  </a:cubicBezTo>
                  <a:cubicBezTo>
                    <a:pt x="0" y="481"/>
                    <a:pt x="148" y="629"/>
                    <a:pt x="333" y="629"/>
                  </a:cubicBezTo>
                  <a:lnTo>
                    <a:pt x="10685" y="629"/>
                  </a:lnTo>
                  <a:cubicBezTo>
                    <a:pt x="10833" y="629"/>
                    <a:pt x="10981" y="481"/>
                    <a:pt x="10981" y="296"/>
                  </a:cubicBezTo>
                  <a:cubicBezTo>
                    <a:pt x="10981" y="149"/>
                    <a:pt x="10833" y="1"/>
                    <a:pt x="10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4527;p64">
              <a:extLst>
                <a:ext uri="{FF2B5EF4-FFF2-40B4-BE49-F238E27FC236}">
                  <a16:creationId xmlns:a16="http://schemas.microsoft.com/office/drawing/2014/main" id="{C421E796-641B-6707-0841-18A993CCB76C}"/>
                </a:ext>
              </a:extLst>
            </p:cNvPr>
            <p:cNvSpPr/>
            <p:nvPr/>
          </p:nvSpPr>
          <p:spPr>
            <a:xfrm>
              <a:off x="3640375" y="975675"/>
              <a:ext cx="672900" cy="15750"/>
            </a:xfrm>
            <a:custGeom>
              <a:avLst/>
              <a:gdLst/>
              <a:ahLst/>
              <a:cxnLst/>
              <a:rect l="l" t="t" r="r" b="b"/>
              <a:pathLst>
                <a:path w="26916" h="630" extrusionOk="0">
                  <a:moveTo>
                    <a:pt x="334" y="1"/>
                  </a:moveTo>
                  <a:cubicBezTo>
                    <a:pt x="149" y="1"/>
                    <a:pt x="1" y="149"/>
                    <a:pt x="1" y="296"/>
                  </a:cubicBezTo>
                  <a:cubicBezTo>
                    <a:pt x="1" y="481"/>
                    <a:pt x="149" y="629"/>
                    <a:pt x="334" y="629"/>
                  </a:cubicBezTo>
                  <a:lnTo>
                    <a:pt x="26620" y="629"/>
                  </a:lnTo>
                  <a:cubicBezTo>
                    <a:pt x="26805" y="629"/>
                    <a:pt x="26915" y="481"/>
                    <a:pt x="26915" y="296"/>
                  </a:cubicBezTo>
                  <a:cubicBezTo>
                    <a:pt x="26915" y="149"/>
                    <a:pt x="26805" y="1"/>
                    <a:pt x="26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4528;p64">
              <a:extLst>
                <a:ext uri="{FF2B5EF4-FFF2-40B4-BE49-F238E27FC236}">
                  <a16:creationId xmlns:a16="http://schemas.microsoft.com/office/drawing/2014/main" id="{8271AD87-19DF-C280-E5E0-85396A7592F8}"/>
                </a:ext>
              </a:extLst>
            </p:cNvPr>
            <p:cNvSpPr/>
            <p:nvPr/>
          </p:nvSpPr>
          <p:spPr>
            <a:xfrm>
              <a:off x="2927775" y="975675"/>
              <a:ext cx="664575" cy="15750"/>
            </a:xfrm>
            <a:custGeom>
              <a:avLst/>
              <a:gdLst/>
              <a:ahLst/>
              <a:cxnLst/>
              <a:rect l="l" t="t" r="r" b="b"/>
              <a:pathLst>
                <a:path w="26583" h="630" extrusionOk="0">
                  <a:moveTo>
                    <a:pt x="296" y="1"/>
                  </a:moveTo>
                  <a:cubicBezTo>
                    <a:pt x="148" y="1"/>
                    <a:pt x="1" y="149"/>
                    <a:pt x="1" y="296"/>
                  </a:cubicBezTo>
                  <a:cubicBezTo>
                    <a:pt x="1" y="481"/>
                    <a:pt x="148" y="629"/>
                    <a:pt x="296" y="629"/>
                  </a:cubicBezTo>
                  <a:lnTo>
                    <a:pt x="26287" y="629"/>
                  </a:lnTo>
                  <a:cubicBezTo>
                    <a:pt x="26435" y="629"/>
                    <a:pt x="26582" y="481"/>
                    <a:pt x="26582" y="296"/>
                  </a:cubicBezTo>
                  <a:cubicBezTo>
                    <a:pt x="26582" y="149"/>
                    <a:pt x="26435" y="1"/>
                    <a:pt x="262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4529;p64">
              <a:extLst>
                <a:ext uri="{FF2B5EF4-FFF2-40B4-BE49-F238E27FC236}">
                  <a16:creationId xmlns:a16="http://schemas.microsoft.com/office/drawing/2014/main" id="{896F7359-A101-B7A3-AADC-EB4BE5092CE6}"/>
                </a:ext>
              </a:extLst>
            </p:cNvPr>
            <p:cNvSpPr/>
            <p:nvPr/>
          </p:nvSpPr>
          <p:spPr>
            <a:xfrm>
              <a:off x="2762325" y="975675"/>
              <a:ext cx="87850" cy="15750"/>
            </a:xfrm>
            <a:custGeom>
              <a:avLst/>
              <a:gdLst/>
              <a:ahLst/>
              <a:cxnLst/>
              <a:rect l="l" t="t" r="r" b="b"/>
              <a:pathLst>
                <a:path w="3514" h="630" extrusionOk="0">
                  <a:moveTo>
                    <a:pt x="297" y="1"/>
                  </a:moveTo>
                  <a:cubicBezTo>
                    <a:pt x="149" y="1"/>
                    <a:pt x="1" y="149"/>
                    <a:pt x="1" y="296"/>
                  </a:cubicBezTo>
                  <a:cubicBezTo>
                    <a:pt x="1" y="481"/>
                    <a:pt x="149" y="629"/>
                    <a:pt x="297" y="629"/>
                  </a:cubicBezTo>
                  <a:lnTo>
                    <a:pt x="3217" y="629"/>
                  </a:lnTo>
                  <a:cubicBezTo>
                    <a:pt x="3365" y="629"/>
                    <a:pt x="3513" y="481"/>
                    <a:pt x="3513" y="296"/>
                  </a:cubicBezTo>
                  <a:cubicBezTo>
                    <a:pt x="3513" y="149"/>
                    <a:pt x="3365" y="1"/>
                    <a:pt x="321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4530;p64">
              <a:extLst>
                <a:ext uri="{FF2B5EF4-FFF2-40B4-BE49-F238E27FC236}">
                  <a16:creationId xmlns:a16="http://schemas.microsoft.com/office/drawing/2014/main" id="{CEA99AAE-B268-4781-91BE-E04473EC2627}"/>
                </a:ext>
              </a:extLst>
            </p:cNvPr>
            <p:cNvSpPr/>
            <p:nvPr/>
          </p:nvSpPr>
          <p:spPr>
            <a:xfrm>
              <a:off x="4518425" y="1107850"/>
              <a:ext cx="245900" cy="14800"/>
            </a:xfrm>
            <a:custGeom>
              <a:avLst/>
              <a:gdLst/>
              <a:ahLst/>
              <a:cxnLst/>
              <a:rect l="l" t="t" r="r" b="b"/>
              <a:pathLst>
                <a:path w="9836" h="592" extrusionOk="0">
                  <a:moveTo>
                    <a:pt x="334" y="0"/>
                  </a:moveTo>
                  <a:cubicBezTo>
                    <a:pt x="149" y="0"/>
                    <a:pt x="1" y="111"/>
                    <a:pt x="1" y="296"/>
                  </a:cubicBezTo>
                  <a:cubicBezTo>
                    <a:pt x="1" y="481"/>
                    <a:pt x="149" y="592"/>
                    <a:pt x="334" y="592"/>
                  </a:cubicBezTo>
                  <a:lnTo>
                    <a:pt x="9539" y="592"/>
                  </a:lnTo>
                  <a:cubicBezTo>
                    <a:pt x="9687" y="592"/>
                    <a:pt x="9835" y="481"/>
                    <a:pt x="9835" y="296"/>
                  </a:cubicBezTo>
                  <a:cubicBezTo>
                    <a:pt x="9835" y="111"/>
                    <a:pt x="9687" y="0"/>
                    <a:pt x="953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4531;p64">
              <a:extLst>
                <a:ext uri="{FF2B5EF4-FFF2-40B4-BE49-F238E27FC236}">
                  <a16:creationId xmlns:a16="http://schemas.microsoft.com/office/drawing/2014/main" id="{5ADBB0AC-692F-E7A4-58E7-2BEE74194BF6}"/>
                </a:ext>
              </a:extLst>
            </p:cNvPr>
            <p:cNvSpPr/>
            <p:nvPr/>
          </p:nvSpPr>
          <p:spPr>
            <a:xfrm>
              <a:off x="3946325" y="1107850"/>
              <a:ext cx="537025" cy="14800"/>
            </a:xfrm>
            <a:custGeom>
              <a:avLst/>
              <a:gdLst/>
              <a:ahLst/>
              <a:cxnLst/>
              <a:rect l="l" t="t" r="r" b="b"/>
              <a:pathLst>
                <a:path w="21481" h="592" extrusionOk="0">
                  <a:moveTo>
                    <a:pt x="296" y="0"/>
                  </a:moveTo>
                  <a:cubicBezTo>
                    <a:pt x="111" y="0"/>
                    <a:pt x="0" y="111"/>
                    <a:pt x="0" y="296"/>
                  </a:cubicBezTo>
                  <a:cubicBezTo>
                    <a:pt x="0" y="481"/>
                    <a:pt x="111" y="592"/>
                    <a:pt x="296" y="592"/>
                  </a:cubicBezTo>
                  <a:lnTo>
                    <a:pt x="21184" y="592"/>
                  </a:lnTo>
                  <a:cubicBezTo>
                    <a:pt x="21332" y="592"/>
                    <a:pt x="21480" y="481"/>
                    <a:pt x="21480" y="296"/>
                  </a:cubicBezTo>
                  <a:cubicBezTo>
                    <a:pt x="21480" y="111"/>
                    <a:pt x="21332" y="0"/>
                    <a:pt x="21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4532;p64">
              <a:extLst>
                <a:ext uri="{FF2B5EF4-FFF2-40B4-BE49-F238E27FC236}">
                  <a16:creationId xmlns:a16="http://schemas.microsoft.com/office/drawing/2014/main" id="{EC8438F7-81A3-0255-E189-84C15BFD3E81}"/>
                </a:ext>
              </a:extLst>
            </p:cNvPr>
            <p:cNvSpPr/>
            <p:nvPr/>
          </p:nvSpPr>
          <p:spPr>
            <a:xfrm>
              <a:off x="3805825" y="1107850"/>
              <a:ext cx="83200" cy="14800"/>
            </a:xfrm>
            <a:custGeom>
              <a:avLst/>
              <a:gdLst/>
              <a:ahLst/>
              <a:cxnLst/>
              <a:rect l="l" t="t" r="r" b="b"/>
              <a:pathLst>
                <a:path w="3328" h="592" extrusionOk="0">
                  <a:moveTo>
                    <a:pt x="333" y="0"/>
                  </a:moveTo>
                  <a:cubicBezTo>
                    <a:pt x="149" y="0"/>
                    <a:pt x="1" y="111"/>
                    <a:pt x="1" y="296"/>
                  </a:cubicBezTo>
                  <a:cubicBezTo>
                    <a:pt x="1" y="481"/>
                    <a:pt x="149" y="592"/>
                    <a:pt x="333" y="592"/>
                  </a:cubicBezTo>
                  <a:lnTo>
                    <a:pt x="3032" y="592"/>
                  </a:lnTo>
                  <a:cubicBezTo>
                    <a:pt x="3217" y="592"/>
                    <a:pt x="3328" y="481"/>
                    <a:pt x="3328" y="296"/>
                  </a:cubicBezTo>
                  <a:cubicBezTo>
                    <a:pt x="3328" y="111"/>
                    <a:pt x="3217" y="0"/>
                    <a:pt x="30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4533;p64">
              <a:extLst>
                <a:ext uri="{FF2B5EF4-FFF2-40B4-BE49-F238E27FC236}">
                  <a16:creationId xmlns:a16="http://schemas.microsoft.com/office/drawing/2014/main" id="{E354D4F3-69DC-D31F-2E26-9704F1C589ED}"/>
                </a:ext>
              </a:extLst>
            </p:cNvPr>
            <p:cNvSpPr/>
            <p:nvPr/>
          </p:nvSpPr>
          <p:spPr>
            <a:xfrm>
              <a:off x="3653325" y="1107850"/>
              <a:ext cx="125725" cy="14800"/>
            </a:xfrm>
            <a:custGeom>
              <a:avLst/>
              <a:gdLst/>
              <a:ahLst/>
              <a:cxnLst/>
              <a:rect l="l" t="t" r="r" b="b"/>
              <a:pathLst>
                <a:path w="5029" h="592" extrusionOk="0">
                  <a:moveTo>
                    <a:pt x="296" y="0"/>
                  </a:moveTo>
                  <a:cubicBezTo>
                    <a:pt x="148" y="0"/>
                    <a:pt x="0" y="111"/>
                    <a:pt x="0" y="296"/>
                  </a:cubicBezTo>
                  <a:cubicBezTo>
                    <a:pt x="0" y="481"/>
                    <a:pt x="148" y="592"/>
                    <a:pt x="296" y="592"/>
                  </a:cubicBezTo>
                  <a:lnTo>
                    <a:pt x="4733" y="592"/>
                  </a:lnTo>
                  <a:cubicBezTo>
                    <a:pt x="4881" y="592"/>
                    <a:pt x="5028" y="481"/>
                    <a:pt x="5028" y="296"/>
                  </a:cubicBezTo>
                  <a:cubicBezTo>
                    <a:pt x="5028" y="111"/>
                    <a:pt x="4881" y="0"/>
                    <a:pt x="4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4534;p64">
              <a:extLst>
                <a:ext uri="{FF2B5EF4-FFF2-40B4-BE49-F238E27FC236}">
                  <a16:creationId xmlns:a16="http://schemas.microsoft.com/office/drawing/2014/main" id="{54176DF8-605C-23DD-4410-4EB7D1CE05F9}"/>
                </a:ext>
              </a:extLst>
            </p:cNvPr>
            <p:cNvSpPr/>
            <p:nvPr/>
          </p:nvSpPr>
          <p:spPr>
            <a:xfrm>
              <a:off x="3131125" y="1107850"/>
              <a:ext cx="490800" cy="14800"/>
            </a:xfrm>
            <a:custGeom>
              <a:avLst/>
              <a:gdLst/>
              <a:ahLst/>
              <a:cxnLst/>
              <a:rect l="l" t="t" r="r" b="b"/>
              <a:pathLst>
                <a:path w="19632" h="592" extrusionOk="0">
                  <a:moveTo>
                    <a:pt x="333" y="0"/>
                  </a:moveTo>
                  <a:cubicBezTo>
                    <a:pt x="148" y="0"/>
                    <a:pt x="0" y="111"/>
                    <a:pt x="0" y="296"/>
                  </a:cubicBezTo>
                  <a:cubicBezTo>
                    <a:pt x="0" y="481"/>
                    <a:pt x="148" y="592"/>
                    <a:pt x="333" y="592"/>
                  </a:cubicBezTo>
                  <a:lnTo>
                    <a:pt x="19336" y="592"/>
                  </a:lnTo>
                  <a:cubicBezTo>
                    <a:pt x="19484" y="592"/>
                    <a:pt x="19631" y="481"/>
                    <a:pt x="19631" y="296"/>
                  </a:cubicBezTo>
                  <a:cubicBezTo>
                    <a:pt x="19631" y="111"/>
                    <a:pt x="19484" y="0"/>
                    <a:pt x="193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4535;p64">
              <a:extLst>
                <a:ext uri="{FF2B5EF4-FFF2-40B4-BE49-F238E27FC236}">
                  <a16:creationId xmlns:a16="http://schemas.microsoft.com/office/drawing/2014/main" id="{A0C7277F-5C63-4ECB-07E7-1C363F9FBB29}"/>
                </a:ext>
              </a:extLst>
            </p:cNvPr>
            <p:cNvSpPr/>
            <p:nvPr/>
          </p:nvSpPr>
          <p:spPr>
            <a:xfrm>
              <a:off x="2762325" y="1107850"/>
              <a:ext cx="320750" cy="14800"/>
            </a:xfrm>
            <a:custGeom>
              <a:avLst/>
              <a:gdLst/>
              <a:ahLst/>
              <a:cxnLst/>
              <a:rect l="l" t="t" r="r" b="b"/>
              <a:pathLst>
                <a:path w="12830" h="592" extrusionOk="0">
                  <a:moveTo>
                    <a:pt x="297" y="0"/>
                  </a:moveTo>
                  <a:cubicBezTo>
                    <a:pt x="149" y="0"/>
                    <a:pt x="1" y="111"/>
                    <a:pt x="1" y="296"/>
                  </a:cubicBezTo>
                  <a:cubicBezTo>
                    <a:pt x="1" y="481"/>
                    <a:pt x="149" y="592"/>
                    <a:pt x="297" y="592"/>
                  </a:cubicBezTo>
                  <a:lnTo>
                    <a:pt x="12534" y="592"/>
                  </a:lnTo>
                  <a:cubicBezTo>
                    <a:pt x="12719" y="592"/>
                    <a:pt x="12830" y="481"/>
                    <a:pt x="12830" y="296"/>
                  </a:cubicBezTo>
                  <a:cubicBezTo>
                    <a:pt x="12830" y="111"/>
                    <a:pt x="12719" y="0"/>
                    <a:pt x="125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4536;p64">
              <a:extLst>
                <a:ext uri="{FF2B5EF4-FFF2-40B4-BE49-F238E27FC236}">
                  <a16:creationId xmlns:a16="http://schemas.microsoft.com/office/drawing/2014/main" id="{A099C064-35D6-753D-7DC4-940FA6E06988}"/>
                </a:ext>
              </a:extLst>
            </p:cNvPr>
            <p:cNvSpPr/>
            <p:nvPr/>
          </p:nvSpPr>
          <p:spPr>
            <a:xfrm>
              <a:off x="4696825" y="1239100"/>
              <a:ext cx="67500" cy="15725"/>
            </a:xfrm>
            <a:custGeom>
              <a:avLst/>
              <a:gdLst/>
              <a:ahLst/>
              <a:cxnLst/>
              <a:rect l="l" t="t" r="r" b="b"/>
              <a:pathLst>
                <a:path w="2700" h="629" extrusionOk="0">
                  <a:moveTo>
                    <a:pt x="296" y="0"/>
                  </a:moveTo>
                  <a:cubicBezTo>
                    <a:pt x="148" y="0"/>
                    <a:pt x="0" y="148"/>
                    <a:pt x="0" y="333"/>
                  </a:cubicBezTo>
                  <a:cubicBezTo>
                    <a:pt x="0" y="481"/>
                    <a:pt x="148" y="629"/>
                    <a:pt x="296" y="629"/>
                  </a:cubicBezTo>
                  <a:lnTo>
                    <a:pt x="2403" y="629"/>
                  </a:lnTo>
                  <a:cubicBezTo>
                    <a:pt x="2551" y="629"/>
                    <a:pt x="2699" y="481"/>
                    <a:pt x="2699" y="333"/>
                  </a:cubicBezTo>
                  <a:cubicBezTo>
                    <a:pt x="2699" y="148"/>
                    <a:pt x="2551" y="0"/>
                    <a:pt x="240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4537;p64">
              <a:extLst>
                <a:ext uri="{FF2B5EF4-FFF2-40B4-BE49-F238E27FC236}">
                  <a16:creationId xmlns:a16="http://schemas.microsoft.com/office/drawing/2014/main" id="{9B22495D-0475-AB9E-02ED-DA12D5E9A39F}"/>
                </a:ext>
              </a:extLst>
            </p:cNvPr>
            <p:cNvSpPr/>
            <p:nvPr/>
          </p:nvSpPr>
          <p:spPr>
            <a:xfrm>
              <a:off x="3585850" y="1239100"/>
              <a:ext cx="1058300" cy="15725"/>
            </a:xfrm>
            <a:custGeom>
              <a:avLst/>
              <a:gdLst/>
              <a:ahLst/>
              <a:cxnLst/>
              <a:rect l="l" t="t" r="r" b="b"/>
              <a:pathLst>
                <a:path w="42332" h="629" extrusionOk="0">
                  <a:moveTo>
                    <a:pt x="296" y="0"/>
                  </a:moveTo>
                  <a:cubicBezTo>
                    <a:pt x="112" y="0"/>
                    <a:pt x="1" y="148"/>
                    <a:pt x="1" y="333"/>
                  </a:cubicBezTo>
                  <a:cubicBezTo>
                    <a:pt x="1" y="481"/>
                    <a:pt x="112" y="629"/>
                    <a:pt x="296" y="629"/>
                  </a:cubicBezTo>
                  <a:lnTo>
                    <a:pt x="42036" y="629"/>
                  </a:lnTo>
                  <a:cubicBezTo>
                    <a:pt x="42221" y="629"/>
                    <a:pt x="42332" y="481"/>
                    <a:pt x="42332" y="333"/>
                  </a:cubicBezTo>
                  <a:cubicBezTo>
                    <a:pt x="42332" y="148"/>
                    <a:pt x="42221" y="0"/>
                    <a:pt x="420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4538;p64">
              <a:extLst>
                <a:ext uri="{FF2B5EF4-FFF2-40B4-BE49-F238E27FC236}">
                  <a16:creationId xmlns:a16="http://schemas.microsoft.com/office/drawing/2014/main" id="{9C1F95B6-3976-7E52-3A3D-EDC85D14A322}"/>
                </a:ext>
              </a:extLst>
            </p:cNvPr>
            <p:cNvSpPr/>
            <p:nvPr/>
          </p:nvSpPr>
          <p:spPr>
            <a:xfrm>
              <a:off x="3327050" y="1239100"/>
              <a:ext cx="201525" cy="15725"/>
            </a:xfrm>
            <a:custGeom>
              <a:avLst/>
              <a:gdLst/>
              <a:ahLst/>
              <a:cxnLst/>
              <a:rect l="l" t="t" r="r" b="b"/>
              <a:pathLst>
                <a:path w="8061" h="629" extrusionOk="0">
                  <a:moveTo>
                    <a:pt x="297" y="0"/>
                  </a:moveTo>
                  <a:cubicBezTo>
                    <a:pt x="112" y="0"/>
                    <a:pt x="1" y="148"/>
                    <a:pt x="1" y="333"/>
                  </a:cubicBezTo>
                  <a:cubicBezTo>
                    <a:pt x="1" y="481"/>
                    <a:pt x="112" y="629"/>
                    <a:pt x="297" y="629"/>
                  </a:cubicBezTo>
                  <a:lnTo>
                    <a:pt x="7765" y="629"/>
                  </a:lnTo>
                  <a:cubicBezTo>
                    <a:pt x="7913" y="629"/>
                    <a:pt x="8060" y="481"/>
                    <a:pt x="8060" y="333"/>
                  </a:cubicBezTo>
                  <a:cubicBezTo>
                    <a:pt x="8060" y="148"/>
                    <a:pt x="7913" y="0"/>
                    <a:pt x="77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4539;p64">
              <a:extLst>
                <a:ext uri="{FF2B5EF4-FFF2-40B4-BE49-F238E27FC236}">
                  <a16:creationId xmlns:a16="http://schemas.microsoft.com/office/drawing/2014/main" id="{DC42FC48-2AAE-D448-C2A9-EB35CB660D7F}"/>
                </a:ext>
              </a:extLst>
            </p:cNvPr>
            <p:cNvSpPr/>
            <p:nvPr/>
          </p:nvSpPr>
          <p:spPr>
            <a:xfrm>
              <a:off x="2762325" y="1239100"/>
              <a:ext cx="448300" cy="15725"/>
            </a:xfrm>
            <a:custGeom>
              <a:avLst/>
              <a:gdLst/>
              <a:ahLst/>
              <a:cxnLst/>
              <a:rect l="l" t="t" r="r" b="b"/>
              <a:pathLst>
                <a:path w="17932" h="629" extrusionOk="0">
                  <a:moveTo>
                    <a:pt x="297" y="0"/>
                  </a:moveTo>
                  <a:cubicBezTo>
                    <a:pt x="149" y="0"/>
                    <a:pt x="1" y="148"/>
                    <a:pt x="1" y="333"/>
                  </a:cubicBezTo>
                  <a:cubicBezTo>
                    <a:pt x="1" y="481"/>
                    <a:pt x="149" y="629"/>
                    <a:pt x="297" y="629"/>
                  </a:cubicBezTo>
                  <a:lnTo>
                    <a:pt x="17636" y="629"/>
                  </a:lnTo>
                  <a:cubicBezTo>
                    <a:pt x="17784" y="629"/>
                    <a:pt x="17932" y="481"/>
                    <a:pt x="17932" y="333"/>
                  </a:cubicBezTo>
                  <a:cubicBezTo>
                    <a:pt x="17932" y="148"/>
                    <a:pt x="17784" y="0"/>
                    <a:pt x="176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4540;p64">
              <a:extLst>
                <a:ext uri="{FF2B5EF4-FFF2-40B4-BE49-F238E27FC236}">
                  <a16:creationId xmlns:a16="http://schemas.microsoft.com/office/drawing/2014/main" id="{8A861050-2D51-08E7-35E4-976EAD03CD42}"/>
                </a:ext>
              </a:extLst>
            </p:cNvPr>
            <p:cNvSpPr/>
            <p:nvPr/>
          </p:nvSpPr>
          <p:spPr>
            <a:xfrm>
              <a:off x="4650600" y="1371275"/>
              <a:ext cx="113725" cy="15725"/>
            </a:xfrm>
            <a:custGeom>
              <a:avLst/>
              <a:gdLst/>
              <a:ahLst/>
              <a:cxnLst/>
              <a:rect l="l" t="t" r="r" b="b"/>
              <a:pathLst>
                <a:path w="4549" h="629" extrusionOk="0">
                  <a:moveTo>
                    <a:pt x="297" y="0"/>
                  </a:moveTo>
                  <a:cubicBezTo>
                    <a:pt x="112" y="0"/>
                    <a:pt x="1" y="148"/>
                    <a:pt x="1" y="296"/>
                  </a:cubicBezTo>
                  <a:cubicBezTo>
                    <a:pt x="1" y="481"/>
                    <a:pt x="112" y="629"/>
                    <a:pt x="297" y="629"/>
                  </a:cubicBezTo>
                  <a:lnTo>
                    <a:pt x="4252" y="629"/>
                  </a:lnTo>
                  <a:cubicBezTo>
                    <a:pt x="4400" y="629"/>
                    <a:pt x="4548" y="481"/>
                    <a:pt x="4548" y="296"/>
                  </a:cubicBezTo>
                  <a:cubicBezTo>
                    <a:pt x="4548" y="148"/>
                    <a:pt x="4400" y="0"/>
                    <a:pt x="42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4541;p64">
              <a:extLst>
                <a:ext uri="{FF2B5EF4-FFF2-40B4-BE49-F238E27FC236}">
                  <a16:creationId xmlns:a16="http://schemas.microsoft.com/office/drawing/2014/main" id="{0FC6333D-F77E-44B7-4235-3BD305005EC4}"/>
                </a:ext>
              </a:extLst>
            </p:cNvPr>
            <p:cNvSpPr/>
            <p:nvPr/>
          </p:nvSpPr>
          <p:spPr>
            <a:xfrm>
              <a:off x="4408450" y="1371275"/>
              <a:ext cx="134050" cy="15725"/>
            </a:xfrm>
            <a:custGeom>
              <a:avLst/>
              <a:gdLst/>
              <a:ahLst/>
              <a:cxnLst/>
              <a:rect l="l" t="t" r="r" b="b"/>
              <a:pathLst>
                <a:path w="5362" h="629" extrusionOk="0">
                  <a:moveTo>
                    <a:pt x="296" y="0"/>
                  </a:moveTo>
                  <a:cubicBezTo>
                    <a:pt x="148" y="0"/>
                    <a:pt x="0" y="148"/>
                    <a:pt x="0" y="296"/>
                  </a:cubicBezTo>
                  <a:cubicBezTo>
                    <a:pt x="0" y="481"/>
                    <a:pt x="148" y="629"/>
                    <a:pt x="296" y="629"/>
                  </a:cubicBezTo>
                  <a:lnTo>
                    <a:pt x="5065" y="629"/>
                  </a:lnTo>
                  <a:cubicBezTo>
                    <a:pt x="5213" y="629"/>
                    <a:pt x="5361" y="481"/>
                    <a:pt x="5361" y="296"/>
                  </a:cubicBezTo>
                  <a:cubicBezTo>
                    <a:pt x="5361" y="148"/>
                    <a:pt x="5213" y="0"/>
                    <a:pt x="506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4542;p64">
              <a:extLst>
                <a:ext uri="{FF2B5EF4-FFF2-40B4-BE49-F238E27FC236}">
                  <a16:creationId xmlns:a16="http://schemas.microsoft.com/office/drawing/2014/main" id="{FEEE60C3-4206-BAA0-80DB-E1D64E572C32}"/>
                </a:ext>
              </a:extLst>
            </p:cNvPr>
            <p:cNvSpPr/>
            <p:nvPr/>
          </p:nvSpPr>
          <p:spPr>
            <a:xfrm>
              <a:off x="4238375" y="1371275"/>
              <a:ext cx="125725" cy="15725"/>
            </a:xfrm>
            <a:custGeom>
              <a:avLst/>
              <a:gdLst/>
              <a:ahLst/>
              <a:cxnLst/>
              <a:rect l="l" t="t" r="r" b="b"/>
              <a:pathLst>
                <a:path w="5029" h="629" extrusionOk="0">
                  <a:moveTo>
                    <a:pt x="334" y="0"/>
                  </a:moveTo>
                  <a:cubicBezTo>
                    <a:pt x="149" y="0"/>
                    <a:pt x="1" y="148"/>
                    <a:pt x="1" y="296"/>
                  </a:cubicBezTo>
                  <a:cubicBezTo>
                    <a:pt x="1" y="481"/>
                    <a:pt x="149" y="629"/>
                    <a:pt x="334" y="629"/>
                  </a:cubicBezTo>
                  <a:lnTo>
                    <a:pt x="4733" y="629"/>
                  </a:lnTo>
                  <a:cubicBezTo>
                    <a:pt x="4918" y="629"/>
                    <a:pt x="5029" y="481"/>
                    <a:pt x="5029" y="296"/>
                  </a:cubicBezTo>
                  <a:cubicBezTo>
                    <a:pt x="5029" y="148"/>
                    <a:pt x="4918" y="0"/>
                    <a:pt x="47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4543;p64">
              <a:extLst>
                <a:ext uri="{FF2B5EF4-FFF2-40B4-BE49-F238E27FC236}">
                  <a16:creationId xmlns:a16="http://schemas.microsoft.com/office/drawing/2014/main" id="{F98B838E-246E-7D78-B093-13A16B1688B0}"/>
                </a:ext>
              </a:extLst>
            </p:cNvPr>
            <p:cNvSpPr/>
            <p:nvPr/>
          </p:nvSpPr>
          <p:spPr>
            <a:xfrm>
              <a:off x="4005475" y="1371275"/>
              <a:ext cx="184875" cy="15725"/>
            </a:xfrm>
            <a:custGeom>
              <a:avLst/>
              <a:gdLst/>
              <a:ahLst/>
              <a:cxnLst/>
              <a:rect l="l" t="t" r="r" b="b"/>
              <a:pathLst>
                <a:path w="7395" h="629" extrusionOk="0">
                  <a:moveTo>
                    <a:pt x="296" y="0"/>
                  </a:moveTo>
                  <a:cubicBezTo>
                    <a:pt x="148" y="0"/>
                    <a:pt x="0" y="148"/>
                    <a:pt x="0" y="296"/>
                  </a:cubicBezTo>
                  <a:cubicBezTo>
                    <a:pt x="0" y="481"/>
                    <a:pt x="148" y="629"/>
                    <a:pt x="296" y="629"/>
                  </a:cubicBezTo>
                  <a:lnTo>
                    <a:pt x="7099" y="629"/>
                  </a:lnTo>
                  <a:cubicBezTo>
                    <a:pt x="7283" y="629"/>
                    <a:pt x="7394" y="481"/>
                    <a:pt x="7394" y="296"/>
                  </a:cubicBezTo>
                  <a:cubicBezTo>
                    <a:pt x="7394" y="148"/>
                    <a:pt x="7283" y="0"/>
                    <a:pt x="70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4544;p64">
              <a:extLst>
                <a:ext uri="{FF2B5EF4-FFF2-40B4-BE49-F238E27FC236}">
                  <a16:creationId xmlns:a16="http://schemas.microsoft.com/office/drawing/2014/main" id="{599610BB-D6A0-1C0B-29E2-AE327E2518BA}"/>
                </a:ext>
              </a:extLst>
            </p:cNvPr>
            <p:cNvSpPr/>
            <p:nvPr/>
          </p:nvSpPr>
          <p:spPr>
            <a:xfrm>
              <a:off x="3823400" y="1371275"/>
              <a:ext cx="146975" cy="15725"/>
            </a:xfrm>
            <a:custGeom>
              <a:avLst/>
              <a:gdLst/>
              <a:ahLst/>
              <a:cxnLst/>
              <a:rect l="l" t="t" r="r" b="b"/>
              <a:pathLst>
                <a:path w="5879" h="629" extrusionOk="0">
                  <a:moveTo>
                    <a:pt x="296" y="0"/>
                  </a:moveTo>
                  <a:cubicBezTo>
                    <a:pt x="111" y="0"/>
                    <a:pt x="0" y="148"/>
                    <a:pt x="0" y="296"/>
                  </a:cubicBezTo>
                  <a:cubicBezTo>
                    <a:pt x="0" y="481"/>
                    <a:pt x="111" y="629"/>
                    <a:pt x="296" y="629"/>
                  </a:cubicBezTo>
                  <a:lnTo>
                    <a:pt x="5546" y="629"/>
                  </a:lnTo>
                  <a:cubicBezTo>
                    <a:pt x="5731" y="629"/>
                    <a:pt x="5878" y="481"/>
                    <a:pt x="5878" y="296"/>
                  </a:cubicBezTo>
                  <a:cubicBezTo>
                    <a:pt x="5878" y="148"/>
                    <a:pt x="5731" y="0"/>
                    <a:pt x="55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4545;p64">
              <a:extLst>
                <a:ext uri="{FF2B5EF4-FFF2-40B4-BE49-F238E27FC236}">
                  <a16:creationId xmlns:a16="http://schemas.microsoft.com/office/drawing/2014/main" id="{470688B4-72E0-07FC-3C6F-07F25203B7D7}"/>
                </a:ext>
              </a:extLst>
            </p:cNvPr>
            <p:cNvSpPr/>
            <p:nvPr/>
          </p:nvSpPr>
          <p:spPr>
            <a:xfrm>
              <a:off x="3704150" y="1371275"/>
              <a:ext cx="96150" cy="15725"/>
            </a:xfrm>
            <a:custGeom>
              <a:avLst/>
              <a:gdLst/>
              <a:ahLst/>
              <a:cxnLst/>
              <a:rect l="l" t="t" r="r" b="b"/>
              <a:pathLst>
                <a:path w="3846" h="629" extrusionOk="0">
                  <a:moveTo>
                    <a:pt x="297" y="0"/>
                  </a:moveTo>
                  <a:cubicBezTo>
                    <a:pt x="149" y="0"/>
                    <a:pt x="1" y="148"/>
                    <a:pt x="1" y="296"/>
                  </a:cubicBezTo>
                  <a:cubicBezTo>
                    <a:pt x="1" y="481"/>
                    <a:pt x="149" y="629"/>
                    <a:pt x="297" y="629"/>
                  </a:cubicBezTo>
                  <a:lnTo>
                    <a:pt x="3550" y="629"/>
                  </a:lnTo>
                  <a:cubicBezTo>
                    <a:pt x="3698" y="629"/>
                    <a:pt x="3846" y="481"/>
                    <a:pt x="3846" y="296"/>
                  </a:cubicBezTo>
                  <a:cubicBezTo>
                    <a:pt x="3846" y="148"/>
                    <a:pt x="3698" y="0"/>
                    <a:pt x="35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4546;p64">
              <a:extLst>
                <a:ext uri="{FF2B5EF4-FFF2-40B4-BE49-F238E27FC236}">
                  <a16:creationId xmlns:a16="http://schemas.microsoft.com/office/drawing/2014/main" id="{09E8A77F-62C2-6DA0-9000-DE93447B0439}"/>
                </a:ext>
              </a:extLst>
            </p:cNvPr>
            <p:cNvSpPr/>
            <p:nvPr/>
          </p:nvSpPr>
          <p:spPr>
            <a:xfrm>
              <a:off x="3148675" y="1371275"/>
              <a:ext cx="524075" cy="15725"/>
            </a:xfrm>
            <a:custGeom>
              <a:avLst/>
              <a:gdLst/>
              <a:ahLst/>
              <a:cxnLst/>
              <a:rect l="l" t="t" r="r" b="b"/>
              <a:pathLst>
                <a:path w="20963" h="629" extrusionOk="0">
                  <a:moveTo>
                    <a:pt x="296" y="0"/>
                  </a:moveTo>
                  <a:cubicBezTo>
                    <a:pt x="148" y="0"/>
                    <a:pt x="1" y="148"/>
                    <a:pt x="1" y="296"/>
                  </a:cubicBezTo>
                  <a:cubicBezTo>
                    <a:pt x="1" y="481"/>
                    <a:pt x="148" y="629"/>
                    <a:pt x="296" y="629"/>
                  </a:cubicBezTo>
                  <a:lnTo>
                    <a:pt x="20667" y="629"/>
                  </a:lnTo>
                  <a:cubicBezTo>
                    <a:pt x="20852" y="629"/>
                    <a:pt x="20963" y="481"/>
                    <a:pt x="20963" y="296"/>
                  </a:cubicBezTo>
                  <a:cubicBezTo>
                    <a:pt x="20963" y="148"/>
                    <a:pt x="20852" y="0"/>
                    <a:pt x="2066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4547;p64">
              <a:extLst>
                <a:ext uri="{FF2B5EF4-FFF2-40B4-BE49-F238E27FC236}">
                  <a16:creationId xmlns:a16="http://schemas.microsoft.com/office/drawing/2014/main" id="{17FB2028-1BA9-641A-B52C-453585D582B6}"/>
                </a:ext>
              </a:extLst>
            </p:cNvPr>
            <p:cNvSpPr/>
            <p:nvPr/>
          </p:nvSpPr>
          <p:spPr>
            <a:xfrm>
              <a:off x="2762325" y="1371275"/>
              <a:ext cx="359575" cy="15725"/>
            </a:xfrm>
            <a:custGeom>
              <a:avLst/>
              <a:gdLst/>
              <a:ahLst/>
              <a:cxnLst/>
              <a:rect l="l" t="t" r="r" b="b"/>
              <a:pathLst>
                <a:path w="14383" h="629" extrusionOk="0">
                  <a:moveTo>
                    <a:pt x="297" y="0"/>
                  </a:moveTo>
                  <a:cubicBezTo>
                    <a:pt x="149" y="0"/>
                    <a:pt x="1" y="148"/>
                    <a:pt x="1" y="296"/>
                  </a:cubicBezTo>
                  <a:cubicBezTo>
                    <a:pt x="1" y="481"/>
                    <a:pt x="149" y="629"/>
                    <a:pt x="297" y="629"/>
                  </a:cubicBezTo>
                  <a:lnTo>
                    <a:pt x="14050" y="629"/>
                  </a:lnTo>
                  <a:cubicBezTo>
                    <a:pt x="14235" y="629"/>
                    <a:pt x="14382" y="481"/>
                    <a:pt x="14382" y="296"/>
                  </a:cubicBezTo>
                  <a:cubicBezTo>
                    <a:pt x="14382" y="148"/>
                    <a:pt x="14235" y="0"/>
                    <a:pt x="140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4548;p64">
              <a:extLst>
                <a:ext uri="{FF2B5EF4-FFF2-40B4-BE49-F238E27FC236}">
                  <a16:creationId xmlns:a16="http://schemas.microsoft.com/office/drawing/2014/main" id="{08BADB52-0586-FB5E-602C-62DC8A80FDE1}"/>
                </a:ext>
              </a:extLst>
            </p:cNvPr>
            <p:cNvSpPr/>
            <p:nvPr/>
          </p:nvSpPr>
          <p:spPr>
            <a:xfrm>
              <a:off x="3853900" y="1569975"/>
              <a:ext cx="158075" cy="15750"/>
            </a:xfrm>
            <a:custGeom>
              <a:avLst/>
              <a:gdLst/>
              <a:ahLst/>
              <a:cxnLst/>
              <a:rect l="l" t="t" r="r" b="b"/>
              <a:pathLst>
                <a:path w="6323" h="630" extrusionOk="0">
                  <a:moveTo>
                    <a:pt x="296" y="1"/>
                  </a:moveTo>
                  <a:cubicBezTo>
                    <a:pt x="148" y="1"/>
                    <a:pt x="0" y="149"/>
                    <a:pt x="0" y="297"/>
                  </a:cubicBezTo>
                  <a:cubicBezTo>
                    <a:pt x="0" y="481"/>
                    <a:pt x="148" y="629"/>
                    <a:pt x="296" y="629"/>
                  </a:cubicBezTo>
                  <a:lnTo>
                    <a:pt x="6026" y="629"/>
                  </a:lnTo>
                  <a:cubicBezTo>
                    <a:pt x="6211" y="629"/>
                    <a:pt x="6322" y="481"/>
                    <a:pt x="6322" y="297"/>
                  </a:cubicBezTo>
                  <a:cubicBezTo>
                    <a:pt x="6322" y="149"/>
                    <a:pt x="6211" y="1"/>
                    <a:pt x="60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4549;p64">
              <a:extLst>
                <a:ext uri="{FF2B5EF4-FFF2-40B4-BE49-F238E27FC236}">
                  <a16:creationId xmlns:a16="http://schemas.microsoft.com/office/drawing/2014/main" id="{2497742E-4695-022E-FAEC-9953F890B704}"/>
                </a:ext>
              </a:extLst>
            </p:cNvPr>
            <p:cNvSpPr/>
            <p:nvPr/>
          </p:nvSpPr>
          <p:spPr>
            <a:xfrm>
              <a:off x="3498050" y="1569975"/>
              <a:ext cx="340150" cy="15750"/>
            </a:xfrm>
            <a:custGeom>
              <a:avLst/>
              <a:gdLst/>
              <a:ahLst/>
              <a:cxnLst/>
              <a:rect l="l" t="t" r="r" b="b"/>
              <a:pathLst>
                <a:path w="13606" h="630" extrusionOk="0">
                  <a:moveTo>
                    <a:pt x="296" y="1"/>
                  </a:moveTo>
                  <a:cubicBezTo>
                    <a:pt x="148" y="1"/>
                    <a:pt x="0" y="149"/>
                    <a:pt x="0" y="297"/>
                  </a:cubicBezTo>
                  <a:cubicBezTo>
                    <a:pt x="0" y="481"/>
                    <a:pt x="148" y="629"/>
                    <a:pt x="296" y="629"/>
                  </a:cubicBezTo>
                  <a:lnTo>
                    <a:pt x="13273" y="629"/>
                  </a:lnTo>
                  <a:cubicBezTo>
                    <a:pt x="13458" y="629"/>
                    <a:pt x="13606" y="481"/>
                    <a:pt x="13606" y="297"/>
                  </a:cubicBezTo>
                  <a:cubicBezTo>
                    <a:pt x="13606" y="149"/>
                    <a:pt x="13458" y="1"/>
                    <a:pt x="1327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4550;p64">
              <a:extLst>
                <a:ext uri="{FF2B5EF4-FFF2-40B4-BE49-F238E27FC236}">
                  <a16:creationId xmlns:a16="http://schemas.microsoft.com/office/drawing/2014/main" id="{235CABDB-27BF-9A28-BDA7-974CFDE01E69}"/>
                </a:ext>
              </a:extLst>
            </p:cNvPr>
            <p:cNvSpPr/>
            <p:nvPr/>
          </p:nvSpPr>
          <p:spPr>
            <a:xfrm>
              <a:off x="3411175" y="1569975"/>
              <a:ext cx="57325" cy="15750"/>
            </a:xfrm>
            <a:custGeom>
              <a:avLst/>
              <a:gdLst/>
              <a:ahLst/>
              <a:cxnLst/>
              <a:rect l="l" t="t" r="r" b="b"/>
              <a:pathLst>
                <a:path w="2293" h="630" extrusionOk="0">
                  <a:moveTo>
                    <a:pt x="296" y="1"/>
                  </a:moveTo>
                  <a:cubicBezTo>
                    <a:pt x="148" y="1"/>
                    <a:pt x="0" y="149"/>
                    <a:pt x="0" y="297"/>
                  </a:cubicBezTo>
                  <a:cubicBezTo>
                    <a:pt x="0" y="481"/>
                    <a:pt x="148" y="629"/>
                    <a:pt x="296" y="629"/>
                  </a:cubicBezTo>
                  <a:lnTo>
                    <a:pt x="1997" y="629"/>
                  </a:lnTo>
                  <a:cubicBezTo>
                    <a:pt x="2144" y="629"/>
                    <a:pt x="2292" y="481"/>
                    <a:pt x="2292" y="297"/>
                  </a:cubicBezTo>
                  <a:cubicBezTo>
                    <a:pt x="2292" y="149"/>
                    <a:pt x="2144" y="1"/>
                    <a:pt x="19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4551;p64">
              <a:extLst>
                <a:ext uri="{FF2B5EF4-FFF2-40B4-BE49-F238E27FC236}">
                  <a16:creationId xmlns:a16="http://schemas.microsoft.com/office/drawing/2014/main" id="{931CA87E-81BD-1D33-9B9D-1939B3BC4ED0}"/>
                </a:ext>
              </a:extLst>
            </p:cNvPr>
            <p:cNvSpPr/>
            <p:nvPr/>
          </p:nvSpPr>
          <p:spPr>
            <a:xfrm>
              <a:off x="3315975" y="1569975"/>
              <a:ext cx="84125" cy="15750"/>
            </a:xfrm>
            <a:custGeom>
              <a:avLst/>
              <a:gdLst/>
              <a:ahLst/>
              <a:cxnLst/>
              <a:rect l="l" t="t" r="r" b="b"/>
              <a:pathLst>
                <a:path w="3365" h="630" extrusionOk="0">
                  <a:moveTo>
                    <a:pt x="296" y="1"/>
                  </a:moveTo>
                  <a:cubicBezTo>
                    <a:pt x="148" y="1"/>
                    <a:pt x="0" y="149"/>
                    <a:pt x="0" y="297"/>
                  </a:cubicBezTo>
                  <a:cubicBezTo>
                    <a:pt x="0" y="481"/>
                    <a:pt x="148" y="629"/>
                    <a:pt x="296" y="629"/>
                  </a:cubicBezTo>
                  <a:lnTo>
                    <a:pt x="3069" y="629"/>
                  </a:lnTo>
                  <a:cubicBezTo>
                    <a:pt x="3217" y="629"/>
                    <a:pt x="3365" y="481"/>
                    <a:pt x="3365" y="297"/>
                  </a:cubicBezTo>
                  <a:cubicBezTo>
                    <a:pt x="3365" y="149"/>
                    <a:pt x="3217" y="1"/>
                    <a:pt x="30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4552;p64">
              <a:extLst>
                <a:ext uri="{FF2B5EF4-FFF2-40B4-BE49-F238E27FC236}">
                  <a16:creationId xmlns:a16="http://schemas.microsoft.com/office/drawing/2014/main" id="{37FCA3A1-7E32-77EE-5CDB-3E918F66F178}"/>
                </a:ext>
              </a:extLst>
            </p:cNvPr>
            <p:cNvSpPr/>
            <p:nvPr/>
          </p:nvSpPr>
          <p:spPr>
            <a:xfrm>
              <a:off x="2991550" y="1569975"/>
              <a:ext cx="310575" cy="15750"/>
            </a:xfrm>
            <a:custGeom>
              <a:avLst/>
              <a:gdLst/>
              <a:ahLst/>
              <a:cxnLst/>
              <a:rect l="l" t="t" r="r" b="b"/>
              <a:pathLst>
                <a:path w="12423" h="630" extrusionOk="0">
                  <a:moveTo>
                    <a:pt x="333" y="1"/>
                  </a:moveTo>
                  <a:cubicBezTo>
                    <a:pt x="148" y="1"/>
                    <a:pt x="1" y="149"/>
                    <a:pt x="1" y="297"/>
                  </a:cubicBezTo>
                  <a:cubicBezTo>
                    <a:pt x="1" y="481"/>
                    <a:pt x="148" y="629"/>
                    <a:pt x="333" y="629"/>
                  </a:cubicBezTo>
                  <a:lnTo>
                    <a:pt x="12127" y="629"/>
                  </a:lnTo>
                  <a:cubicBezTo>
                    <a:pt x="12312" y="629"/>
                    <a:pt x="12423" y="481"/>
                    <a:pt x="12423" y="297"/>
                  </a:cubicBezTo>
                  <a:cubicBezTo>
                    <a:pt x="12423" y="149"/>
                    <a:pt x="12312" y="1"/>
                    <a:pt x="121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4553;p64">
              <a:extLst>
                <a:ext uri="{FF2B5EF4-FFF2-40B4-BE49-F238E27FC236}">
                  <a16:creationId xmlns:a16="http://schemas.microsoft.com/office/drawing/2014/main" id="{C85A3BC7-8E7B-F059-8600-4B56D3280F32}"/>
                </a:ext>
              </a:extLst>
            </p:cNvPr>
            <p:cNvSpPr/>
            <p:nvPr/>
          </p:nvSpPr>
          <p:spPr>
            <a:xfrm>
              <a:off x="2762325" y="1569975"/>
              <a:ext cx="205225" cy="15750"/>
            </a:xfrm>
            <a:custGeom>
              <a:avLst/>
              <a:gdLst/>
              <a:ahLst/>
              <a:cxnLst/>
              <a:rect l="l" t="t" r="r" b="b"/>
              <a:pathLst>
                <a:path w="8209" h="630" extrusionOk="0">
                  <a:moveTo>
                    <a:pt x="297" y="1"/>
                  </a:moveTo>
                  <a:cubicBezTo>
                    <a:pt x="149" y="1"/>
                    <a:pt x="1" y="149"/>
                    <a:pt x="1" y="297"/>
                  </a:cubicBezTo>
                  <a:cubicBezTo>
                    <a:pt x="1" y="481"/>
                    <a:pt x="149" y="629"/>
                    <a:pt x="297" y="629"/>
                  </a:cubicBezTo>
                  <a:lnTo>
                    <a:pt x="7913" y="629"/>
                  </a:lnTo>
                  <a:cubicBezTo>
                    <a:pt x="8060" y="629"/>
                    <a:pt x="8208" y="481"/>
                    <a:pt x="8208" y="297"/>
                  </a:cubicBezTo>
                  <a:cubicBezTo>
                    <a:pt x="8208" y="149"/>
                    <a:pt x="8060" y="1"/>
                    <a:pt x="79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4554;p64">
              <a:extLst>
                <a:ext uri="{FF2B5EF4-FFF2-40B4-BE49-F238E27FC236}">
                  <a16:creationId xmlns:a16="http://schemas.microsoft.com/office/drawing/2014/main" id="{8CE92193-AEE3-0B23-BEA3-569976E9B0A3}"/>
                </a:ext>
              </a:extLst>
            </p:cNvPr>
            <p:cNvSpPr/>
            <p:nvPr/>
          </p:nvSpPr>
          <p:spPr>
            <a:xfrm>
              <a:off x="3964800" y="1702150"/>
              <a:ext cx="47175" cy="14825"/>
            </a:xfrm>
            <a:custGeom>
              <a:avLst/>
              <a:gdLst/>
              <a:ahLst/>
              <a:cxnLst/>
              <a:rect l="l" t="t" r="r" b="b"/>
              <a:pathLst>
                <a:path w="1887" h="593" extrusionOk="0">
                  <a:moveTo>
                    <a:pt x="296" y="1"/>
                  </a:moveTo>
                  <a:cubicBezTo>
                    <a:pt x="148" y="1"/>
                    <a:pt x="1" y="112"/>
                    <a:pt x="1" y="296"/>
                  </a:cubicBezTo>
                  <a:cubicBezTo>
                    <a:pt x="1" y="444"/>
                    <a:pt x="148" y="592"/>
                    <a:pt x="296" y="592"/>
                  </a:cubicBezTo>
                  <a:lnTo>
                    <a:pt x="1590" y="592"/>
                  </a:lnTo>
                  <a:cubicBezTo>
                    <a:pt x="1775" y="592"/>
                    <a:pt x="1886" y="444"/>
                    <a:pt x="1886" y="296"/>
                  </a:cubicBezTo>
                  <a:cubicBezTo>
                    <a:pt x="1886" y="112"/>
                    <a:pt x="1775" y="1"/>
                    <a:pt x="15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4555;p64">
              <a:extLst>
                <a:ext uri="{FF2B5EF4-FFF2-40B4-BE49-F238E27FC236}">
                  <a16:creationId xmlns:a16="http://schemas.microsoft.com/office/drawing/2014/main" id="{DD86F9E7-713B-E819-5413-E69649C11BD3}"/>
                </a:ext>
              </a:extLst>
            </p:cNvPr>
            <p:cNvSpPr/>
            <p:nvPr/>
          </p:nvSpPr>
          <p:spPr>
            <a:xfrm>
              <a:off x="3273450" y="1702150"/>
              <a:ext cx="664575" cy="14825"/>
            </a:xfrm>
            <a:custGeom>
              <a:avLst/>
              <a:gdLst/>
              <a:ahLst/>
              <a:cxnLst/>
              <a:rect l="l" t="t" r="r" b="b"/>
              <a:pathLst>
                <a:path w="26583" h="593" extrusionOk="0">
                  <a:moveTo>
                    <a:pt x="333" y="1"/>
                  </a:moveTo>
                  <a:cubicBezTo>
                    <a:pt x="148" y="1"/>
                    <a:pt x="1" y="112"/>
                    <a:pt x="1" y="296"/>
                  </a:cubicBezTo>
                  <a:cubicBezTo>
                    <a:pt x="1" y="444"/>
                    <a:pt x="148" y="592"/>
                    <a:pt x="333" y="592"/>
                  </a:cubicBezTo>
                  <a:lnTo>
                    <a:pt x="26287" y="592"/>
                  </a:lnTo>
                  <a:cubicBezTo>
                    <a:pt x="26435" y="592"/>
                    <a:pt x="26582" y="444"/>
                    <a:pt x="26582" y="296"/>
                  </a:cubicBezTo>
                  <a:cubicBezTo>
                    <a:pt x="26582" y="112"/>
                    <a:pt x="26435" y="1"/>
                    <a:pt x="262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4556;p64">
              <a:extLst>
                <a:ext uri="{FF2B5EF4-FFF2-40B4-BE49-F238E27FC236}">
                  <a16:creationId xmlns:a16="http://schemas.microsoft.com/office/drawing/2014/main" id="{84F6370E-3557-F4C5-5EAE-36332BD90D23}"/>
                </a:ext>
              </a:extLst>
            </p:cNvPr>
            <p:cNvSpPr/>
            <p:nvPr/>
          </p:nvSpPr>
          <p:spPr>
            <a:xfrm>
              <a:off x="3112625" y="1702150"/>
              <a:ext cx="132200" cy="14825"/>
            </a:xfrm>
            <a:custGeom>
              <a:avLst/>
              <a:gdLst/>
              <a:ahLst/>
              <a:cxnLst/>
              <a:rect l="l" t="t" r="r" b="b"/>
              <a:pathLst>
                <a:path w="5288" h="593" extrusionOk="0">
                  <a:moveTo>
                    <a:pt x="333" y="1"/>
                  </a:moveTo>
                  <a:cubicBezTo>
                    <a:pt x="149" y="1"/>
                    <a:pt x="1" y="112"/>
                    <a:pt x="1" y="296"/>
                  </a:cubicBezTo>
                  <a:cubicBezTo>
                    <a:pt x="1" y="444"/>
                    <a:pt x="149" y="592"/>
                    <a:pt x="333" y="592"/>
                  </a:cubicBezTo>
                  <a:lnTo>
                    <a:pt x="4955" y="592"/>
                  </a:lnTo>
                  <a:cubicBezTo>
                    <a:pt x="5140" y="592"/>
                    <a:pt x="5287" y="444"/>
                    <a:pt x="5287" y="296"/>
                  </a:cubicBezTo>
                  <a:cubicBezTo>
                    <a:pt x="5287" y="112"/>
                    <a:pt x="5140" y="1"/>
                    <a:pt x="49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4557;p64">
              <a:extLst>
                <a:ext uri="{FF2B5EF4-FFF2-40B4-BE49-F238E27FC236}">
                  <a16:creationId xmlns:a16="http://schemas.microsoft.com/office/drawing/2014/main" id="{07FF8000-40C2-1649-F592-38558CF3E555}"/>
                </a:ext>
              </a:extLst>
            </p:cNvPr>
            <p:cNvSpPr/>
            <p:nvPr/>
          </p:nvSpPr>
          <p:spPr>
            <a:xfrm>
              <a:off x="2762325" y="1702150"/>
              <a:ext cx="284700" cy="14825"/>
            </a:xfrm>
            <a:custGeom>
              <a:avLst/>
              <a:gdLst/>
              <a:ahLst/>
              <a:cxnLst/>
              <a:rect l="l" t="t" r="r" b="b"/>
              <a:pathLst>
                <a:path w="11388" h="593" extrusionOk="0">
                  <a:moveTo>
                    <a:pt x="297" y="1"/>
                  </a:moveTo>
                  <a:cubicBezTo>
                    <a:pt x="149" y="1"/>
                    <a:pt x="1" y="112"/>
                    <a:pt x="1" y="296"/>
                  </a:cubicBezTo>
                  <a:cubicBezTo>
                    <a:pt x="1" y="444"/>
                    <a:pt x="149" y="592"/>
                    <a:pt x="297" y="592"/>
                  </a:cubicBezTo>
                  <a:lnTo>
                    <a:pt x="11055" y="592"/>
                  </a:lnTo>
                  <a:cubicBezTo>
                    <a:pt x="11240" y="592"/>
                    <a:pt x="11388" y="444"/>
                    <a:pt x="11388" y="296"/>
                  </a:cubicBezTo>
                  <a:cubicBezTo>
                    <a:pt x="11388" y="112"/>
                    <a:pt x="11240" y="1"/>
                    <a:pt x="110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4558;p64">
              <a:extLst>
                <a:ext uri="{FF2B5EF4-FFF2-40B4-BE49-F238E27FC236}">
                  <a16:creationId xmlns:a16="http://schemas.microsoft.com/office/drawing/2014/main" id="{AF3426CC-50F2-6F78-9723-324CFE95B75C}"/>
                </a:ext>
              </a:extLst>
            </p:cNvPr>
            <p:cNvSpPr/>
            <p:nvPr/>
          </p:nvSpPr>
          <p:spPr>
            <a:xfrm>
              <a:off x="3936150" y="1833400"/>
              <a:ext cx="75825" cy="15725"/>
            </a:xfrm>
            <a:custGeom>
              <a:avLst/>
              <a:gdLst/>
              <a:ahLst/>
              <a:cxnLst/>
              <a:rect l="l" t="t" r="r" b="b"/>
              <a:pathLst>
                <a:path w="3033" h="629" extrusionOk="0">
                  <a:moveTo>
                    <a:pt x="296" y="0"/>
                  </a:moveTo>
                  <a:cubicBezTo>
                    <a:pt x="111" y="0"/>
                    <a:pt x="0" y="148"/>
                    <a:pt x="0" y="333"/>
                  </a:cubicBezTo>
                  <a:cubicBezTo>
                    <a:pt x="0" y="481"/>
                    <a:pt x="111" y="629"/>
                    <a:pt x="296" y="629"/>
                  </a:cubicBezTo>
                  <a:lnTo>
                    <a:pt x="2736" y="629"/>
                  </a:lnTo>
                  <a:cubicBezTo>
                    <a:pt x="2921" y="629"/>
                    <a:pt x="3032" y="481"/>
                    <a:pt x="3032" y="333"/>
                  </a:cubicBezTo>
                  <a:cubicBezTo>
                    <a:pt x="3032" y="148"/>
                    <a:pt x="2921" y="0"/>
                    <a:pt x="2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4559;p64">
              <a:extLst>
                <a:ext uri="{FF2B5EF4-FFF2-40B4-BE49-F238E27FC236}">
                  <a16:creationId xmlns:a16="http://schemas.microsoft.com/office/drawing/2014/main" id="{3718404D-AA7B-C3FF-1780-C5C7767AE574}"/>
                </a:ext>
              </a:extLst>
            </p:cNvPr>
            <p:cNvSpPr/>
            <p:nvPr/>
          </p:nvSpPr>
          <p:spPr>
            <a:xfrm>
              <a:off x="3785500" y="1833400"/>
              <a:ext cx="88750" cy="15725"/>
            </a:xfrm>
            <a:custGeom>
              <a:avLst/>
              <a:gdLst/>
              <a:ahLst/>
              <a:cxnLst/>
              <a:rect l="l" t="t" r="r" b="b"/>
              <a:pathLst>
                <a:path w="3550" h="629" extrusionOk="0">
                  <a:moveTo>
                    <a:pt x="296" y="0"/>
                  </a:moveTo>
                  <a:cubicBezTo>
                    <a:pt x="148" y="0"/>
                    <a:pt x="0" y="148"/>
                    <a:pt x="0" y="333"/>
                  </a:cubicBezTo>
                  <a:cubicBezTo>
                    <a:pt x="0" y="481"/>
                    <a:pt x="148" y="629"/>
                    <a:pt x="296" y="629"/>
                  </a:cubicBezTo>
                  <a:lnTo>
                    <a:pt x="3254" y="629"/>
                  </a:lnTo>
                  <a:cubicBezTo>
                    <a:pt x="3439" y="629"/>
                    <a:pt x="3549" y="481"/>
                    <a:pt x="3549" y="333"/>
                  </a:cubicBezTo>
                  <a:cubicBezTo>
                    <a:pt x="3549" y="148"/>
                    <a:pt x="3439" y="0"/>
                    <a:pt x="32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4560;p64">
              <a:extLst>
                <a:ext uri="{FF2B5EF4-FFF2-40B4-BE49-F238E27FC236}">
                  <a16:creationId xmlns:a16="http://schemas.microsoft.com/office/drawing/2014/main" id="{1AC137B1-E976-BFF3-1863-3C454A4DCD4E}"/>
                </a:ext>
              </a:extLst>
            </p:cNvPr>
            <p:cNvSpPr/>
            <p:nvPr/>
          </p:nvSpPr>
          <p:spPr>
            <a:xfrm>
              <a:off x="3680125" y="1833400"/>
              <a:ext cx="84125" cy="15725"/>
            </a:xfrm>
            <a:custGeom>
              <a:avLst/>
              <a:gdLst/>
              <a:ahLst/>
              <a:cxnLst/>
              <a:rect l="l" t="t" r="r" b="b"/>
              <a:pathLst>
                <a:path w="3365" h="629" extrusionOk="0">
                  <a:moveTo>
                    <a:pt x="296" y="0"/>
                  </a:moveTo>
                  <a:cubicBezTo>
                    <a:pt x="149" y="0"/>
                    <a:pt x="1" y="148"/>
                    <a:pt x="1" y="333"/>
                  </a:cubicBezTo>
                  <a:cubicBezTo>
                    <a:pt x="1" y="481"/>
                    <a:pt x="149" y="629"/>
                    <a:pt x="296" y="629"/>
                  </a:cubicBezTo>
                  <a:lnTo>
                    <a:pt x="3032" y="629"/>
                  </a:lnTo>
                  <a:cubicBezTo>
                    <a:pt x="3217" y="629"/>
                    <a:pt x="3365" y="481"/>
                    <a:pt x="3365" y="333"/>
                  </a:cubicBezTo>
                  <a:cubicBezTo>
                    <a:pt x="3365" y="148"/>
                    <a:pt x="3217" y="0"/>
                    <a:pt x="303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4561;p64">
              <a:extLst>
                <a:ext uri="{FF2B5EF4-FFF2-40B4-BE49-F238E27FC236}">
                  <a16:creationId xmlns:a16="http://schemas.microsoft.com/office/drawing/2014/main" id="{AA55B607-18F1-4A19-0413-61825017E3BB}"/>
                </a:ext>
              </a:extLst>
            </p:cNvPr>
            <p:cNvSpPr/>
            <p:nvPr/>
          </p:nvSpPr>
          <p:spPr>
            <a:xfrm>
              <a:off x="3535025" y="1833400"/>
              <a:ext cx="121100" cy="15725"/>
            </a:xfrm>
            <a:custGeom>
              <a:avLst/>
              <a:gdLst/>
              <a:ahLst/>
              <a:cxnLst/>
              <a:rect l="l" t="t" r="r" b="b"/>
              <a:pathLst>
                <a:path w="4844" h="629" extrusionOk="0">
                  <a:moveTo>
                    <a:pt x="296" y="0"/>
                  </a:moveTo>
                  <a:cubicBezTo>
                    <a:pt x="148" y="0"/>
                    <a:pt x="0" y="148"/>
                    <a:pt x="0" y="333"/>
                  </a:cubicBezTo>
                  <a:cubicBezTo>
                    <a:pt x="0" y="481"/>
                    <a:pt x="148" y="629"/>
                    <a:pt x="296" y="629"/>
                  </a:cubicBezTo>
                  <a:lnTo>
                    <a:pt x="4511" y="629"/>
                  </a:lnTo>
                  <a:cubicBezTo>
                    <a:pt x="4696" y="629"/>
                    <a:pt x="4843" y="481"/>
                    <a:pt x="4843" y="333"/>
                  </a:cubicBezTo>
                  <a:cubicBezTo>
                    <a:pt x="4843" y="148"/>
                    <a:pt x="4696" y="0"/>
                    <a:pt x="45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4562;p64">
              <a:extLst>
                <a:ext uri="{FF2B5EF4-FFF2-40B4-BE49-F238E27FC236}">
                  <a16:creationId xmlns:a16="http://schemas.microsoft.com/office/drawing/2014/main" id="{8F830361-C528-E58B-3722-2C392B5F261B}"/>
                </a:ext>
              </a:extLst>
            </p:cNvPr>
            <p:cNvSpPr/>
            <p:nvPr/>
          </p:nvSpPr>
          <p:spPr>
            <a:xfrm>
              <a:off x="3421325" y="1833400"/>
              <a:ext cx="97075" cy="15725"/>
            </a:xfrm>
            <a:custGeom>
              <a:avLst/>
              <a:gdLst/>
              <a:ahLst/>
              <a:cxnLst/>
              <a:rect l="l" t="t" r="r" b="b"/>
              <a:pathLst>
                <a:path w="3883" h="629" extrusionOk="0">
                  <a:moveTo>
                    <a:pt x="334" y="0"/>
                  </a:moveTo>
                  <a:cubicBezTo>
                    <a:pt x="149" y="0"/>
                    <a:pt x="1" y="148"/>
                    <a:pt x="1" y="333"/>
                  </a:cubicBezTo>
                  <a:cubicBezTo>
                    <a:pt x="1" y="481"/>
                    <a:pt x="149" y="629"/>
                    <a:pt x="334" y="629"/>
                  </a:cubicBezTo>
                  <a:lnTo>
                    <a:pt x="3587" y="629"/>
                  </a:lnTo>
                  <a:cubicBezTo>
                    <a:pt x="3772" y="629"/>
                    <a:pt x="3883" y="481"/>
                    <a:pt x="3883" y="333"/>
                  </a:cubicBezTo>
                  <a:cubicBezTo>
                    <a:pt x="3883" y="148"/>
                    <a:pt x="3772" y="0"/>
                    <a:pt x="35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4563;p64">
              <a:extLst>
                <a:ext uri="{FF2B5EF4-FFF2-40B4-BE49-F238E27FC236}">
                  <a16:creationId xmlns:a16="http://schemas.microsoft.com/office/drawing/2014/main" id="{CD06B266-2A7B-AEB9-5AB3-635ED597ABBE}"/>
                </a:ext>
              </a:extLst>
            </p:cNvPr>
            <p:cNvSpPr/>
            <p:nvPr/>
          </p:nvSpPr>
          <p:spPr>
            <a:xfrm>
              <a:off x="3347400" y="1833400"/>
              <a:ext cx="65650" cy="15725"/>
            </a:xfrm>
            <a:custGeom>
              <a:avLst/>
              <a:gdLst/>
              <a:ahLst/>
              <a:cxnLst/>
              <a:rect l="l" t="t" r="r" b="b"/>
              <a:pathLst>
                <a:path w="2626" h="629" extrusionOk="0">
                  <a:moveTo>
                    <a:pt x="333" y="0"/>
                  </a:moveTo>
                  <a:cubicBezTo>
                    <a:pt x="148" y="0"/>
                    <a:pt x="0" y="148"/>
                    <a:pt x="0" y="333"/>
                  </a:cubicBezTo>
                  <a:cubicBezTo>
                    <a:pt x="0" y="481"/>
                    <a:pt x="148" y="629"/>
                    <a:pt x="333" y="629"/>
                  </a:cubicBezTo>
                  <a:lnTo>
                    <a:pt x="2329" y="629"/>
                  </a:lnTo>
                  <a:cubicBezTo>
                    <a:pt x="2477" y="629"/>
                    <a:pt x="2625" y="481"/>
                    <a:pt x="2625" y="333"/>
                  </a:cubicBezTo>
                  <a:cubicBezTo>
                    <a:pt x="2625" y="148"/>
                    <a:pt x="2477" y="0"/>
                    <a:pt x="23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4564;p64">
              <a:extLst>
                <a:ext uri="{FF2B5EF4-FFF2-40B4-BE49-F238E27FC236}">
                  <a16:creationId xmlns:a16="http://schemas.microsoft.com/office/drawing/2014/main" id="{5F217BB4-6A34-B721-EFCD-B670B47F1782}"/>
                </a:ext>
              </a:extLst>
            </p:cNvPr>
            <p:cNvSpPr/>
            <p:nvPr/>
          </p:nvSpPr>
          <p:spPr>
            <a:xfrm>
              <a:off x="3002650" y="1833400"/>
              <a:ext cx="331825" cy="15725"/>
            </a:xfrm>
            <a:custGeom>
              <a:avLst/>
              <a:gdLst/>
              <a:ahLst/>
              <a:cxnLst/>
              <a:rect l="l" t="t" r="r" b="b"/>
              <a:pathLst>
                <a:path w="13273" h="629" extrusionOk="0">
                  <a:moveTo>
                    <a:pt x="296" y="0"/>
                  </a:moveTo>
                  <a:cubicBezTo>
                    <a:pt x="111" y="0"/>
                    <a:pt x="0" y="148"/>
                    <a:pt x="0" y="333"/>
                  </a:cubicBezTo>
                  <a:cubicBezTo>
                    <a:pt x="0" y="481"/>
                    <a:pt x="111" y="629"/>
                    <a:pt x="296" y="629"/>
                  </a:cubicBezTo>
                  <a:lnTo>
                    <a:pt x="12940" y="629"/>
                  </a:lnTo>
                  <a:cubicBezTo>
                    <a:pt x="13125" y="629"/>
                    <a:pt x="13273" y="481"/>
                    <a:pt x="13273" y="333"/>
                  </a:cubicBezTo>
                  <a:cubicBezTo>
                    <a:pt x="13273" y="148"/>
                    <a:pt x="13125" y="0"/>
                    <a:pt x="129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4565;p64">
              <a:extLst>
                <a:ext uri="{FF2B5EF4-FFF2-40B4-BE49-F238E27FC236}">
                  <a16:creationId xmlns:a16="http://schemas.microsoft.com/office/drawing/2014/main" id="{8DCA33C3-B9DF-6CBA-6919-77400CDB562A}"/>
                </a:ext>
              </a:extLst>
            </p:cNvPr>
            <p:cNvSpPr/>
            <p:nvPr/>
          </p:nvSpPr>
          <p:spPr>
            <a:xfrm>
              <a:off x="2762325" y="1833400"/>
              <a:ext cx="229250" cy="15725"/>
            </a:xfrm>
            <a:custGeom>
              <a:avLst/>
              <a:gdLst/>
              <a:ahLst/>
              <a:cxnLst/>
              <a:rect l="l" t="t" r="r" b="b"/>
              <a:pathLst>
                <a:path w="9170" h="629" extrusionOk="0">
                  <a:moveTo>
                    <a:pt x="297" y="0"/>
                  </a:moveTo>
                  <a:cubicBezTo>
                    <a:pt x="149" y="0"/>
                    <a:pt x="1" y="148"/>
                    <a:pt x="1" y="333"/>
                  </a:cubicBezTo>
                  <a:cubicBezTo>
                    <a:pt x="1" y="481"/>
                    <a:pt x="149" y="629"/>
                    <a:pt x="297" y="629"/>
                  </a:cubicBezTo>
                  <a:lnTo>
                    <a:pt x="8837" y="629"/>
                  </a:lnTo>
                  <a:cubicBezTo>
                    <a:pt x="9022" y="629"/>
                    <a:pt x="9170" y="481"/>
                    <a:pt x="9170" y="333"/>
                  </a:cubicBezTo>
                  <a:cubicBezTo>
                    <a:pt x="9170" y="148"/>
                    <a:pt x="9022" y="0"/>
                    <a:pt x="88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4566;p64">
              <a:extLst>
                <a:ext uri="{FF2B5EF4-FFF2-40B4-BE49-F238E27FC236}">
                  <a16:creationId xmlns:a16="http://schemas.microsoft.com/office/drawing/2014/main" id="{36EB06F1-720C-617D-5ED2-B521B9F1FDA5}"/>
                </a:ext>
              </a:extLst>
            </p:cNvPr>
            <p:cNvSpPr/>
            <p:nvPr/>
          </p:nvSpPr>
          <p:spPr>
            <a:xfrm>
              <a:off x="3726350" y="2067250"/>
              <a:ext cx="73025" cy="73025"/>
            </a:xfrm>
            <a:custGeom>
              <a:avLst/>
              <a:gdLst/>
              <a:ahLst/>
              <a:cxnLst/>
              <a:rect l="l" t="t" r="r" b="b"/>
              <a:pathLst>
                <a:path w="2921" h="2921" extrusionOk="0">
                  <a:moveTo>
                    <a:pt x="1479" y="0"/>
                  </a:moveTo>
                  <a:cubicBezTo>
                    <a:pt x="666" y="0"/>
                    <a:pt x="0" y="629"/>
                    <a:pt x="0" y="1442"/>
                  </a:cubicBezTo>
                  <a:cubicBezTo>
                    <a:pt x="0" y="2255"/>
                    <a:pt x="666" y="2921"/>
                    <a:pt x="1479" y="2921"/>
                  </a:cubicBezTo>
                  <a:cubicBezTo>
                    <a:pt x="2292" y="2921"/>
                    <a:pt x="2921" y="2255"/>
                    <a:pt x="2921" y="1442"/>
                  </a:cubicBezTo>
                  <a:cubicBezTo>
                    <a:pt x="2921" y="629"/>
                    <a:pt x="2292" y="0"/>
                    <a:pt x="147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4567;p64">
              <a:extLst>
                <a:ext uri="{FF2B5EF4-FFF2-40B4-BE49-F238E27FC236}">
                  <a16:creationId xmlns:a16="http://schemas.microsoft.com/office/drawing/2014/main" id="{FBCF3DBF-C2F9-9DE9-B811-3059016F1AC2}"/>
                </a:ext>
              </a:extLst>
            </p:cNvPr>
            <p:cNvSpPr/>
            <p:nvPr/>
          </p:nvSpPr>
          <p:spPr>
            <a:xfrm>
              <a:off x="3718950" y="2058925"/>
              <a:ext cx="88750" cy="88750"/>
            </a:xfrm>
            <a:custGeom>
              <a:avLst/>
              <a:gdLst/>
              <a:ahLst/>
              <a:cxnLst/>
              <a:rect l="l" t="t" r="r" b="b"/>
              <a:pathLst>
                <a:path w="3550" h="3550" extrusionOk="0">
                  <a:moveTo>
                    <a:pt x="1775" y="629"/>
                  </a:moveTo>
                  <a:cubicBezTo>
                    <a:pt x="2403" y="629"/>
                    <a:pt x="2921" y="1146"/>
                    <a:pt x="2921" y="1775"/>
                  </a:cubicBezTo>
                  <a:cubicBezTo>
                    <a:pt x="2921" y="2403"/>
                    <a:pt x="2403" y="2921"/>
                    <a:pt x="1775" y="2921"/>
                  </a:cubicBezTo>
                  <a:cubicBezTo>
                    <a:pt x="1146" y="2921"/>
                    <a:pt x="629" y="2403"/>
                    <a:pt x="629" y="1775"/>
                  </a:cubicBezTo>
                  <a:cubicBezTo>
                    <a:pt x="629" y="1146"/>
                    <a:pt x="1146" y="629"/>
                    <a:pt x="1775" y="629"/>
                  </a:cubicBezTo>
                  <a:close/>
                  <a:moveTo>
                    <a:pt x="1775" y="0"/>
                  </a:moveTo>
                  <a:cubicBezTo>
                    <a:pt x="814" y="0"/>
                    <a:pt x="0" y="814"/>
                    <a:pt x="0" y="1775"/>
                  </a:cubicBezTo>
                  <a:cubicBezTo>
                    <a:pt x="0" y="2736"/>
                    <a:pt x="814" y="3549"/>
                    <a:pt x="1775" y="3549"/>
                  </a:cubicBezTo>
                  <a:cubicBezTo>
                    <a:pt x="2736" y="3549"/>
                    <a:pt x="3550" y="2736"/>
                    <a:pt x="3550" y="1775"/>
                  </a:cubicBezTo>
                  <a:cubicBezTo>
                    <a:pt x="3550" y="814"/>
                    <a:pt x="2736" y="0"/>
                    <a:pt x="17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4568;p64">
              <a:extLst>
                <a:ext uri="{FF2B5EF4-FFF2-40B4-BE49-F238E27FC236}">
                  <a16:creationId xmlns:a16="http://schemas.microsoft.com/office/drawing/2014/main" id="{8A8FC026-05AC-FC84-E2E9-3CC377557396}"/>
                </a:ext>
              </a:extLst>
            </p:cNvPr>
            <p:cNvSpPr/>
            <p:nvPr/>
          </p:nvSpPr>
          <p:spPr>
            <a:xfrm>
              <a:off x="2028475" y="3650500"/>
              <a:ext cx="3505750" cy="189500"/>
            </a:xfrm>
            <a:custGeom>
              <a:avLst/>
              <a:gdLst/>
              <a:ahLst/>
              <a:cxnLst/>
              <a:rect l="l" t="t" r="r" b="b"/>
              <a:pathLst>
                <a:path w="140230" h="7580" extrusionOk="0">
                  <a:moveTo>
                    <a:pt x="0" y="1"/>
                  </a:moveTo>
                  <a:lnTo>
                    <a:pt x="0" y="7580"/>
                  </a:lnTo>
                  <a:lnTo>
                    <a:pt x="140230" y="7580"/>
                  </a:lnTo>
                  <a:lnTo>
                    <a:pt x="14023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4569;p64">
              <a:extLst>
                <a:ext uri="{FF2B5EF4-FFF2-40B4-BE49-F238E27FC236}">
                  <a16:creationId xmlns:a16="http://schemas.microsoft.com/office/drawing/2014/main" id="{0E1686C8-9CDF-D0B1-9203-A94B4016D786}"/>
                </a:ext>
              </a:extLst>
            </p:cNvPr>
            <p:cNvSpPr/>
            <p:nvPr/>
          </p:nvSpPr>
          <p:spPr>
            <a:xfrm>
              <a:off x="2021075" y="3643125"/>
              <a:ext cx="3521475" cy="204275"/>
            </a:xfrm>
            <a:custGeom>
              <a:avLst/>
              <a:gdLst/>
              <a:ahLst/>
              <a:cxnLst/>
              <a:rect l="l" t="t" r="r" b="b"/>
              <a:pathLst>
                <a:path w="140859" h="8171" extrusionOk="0">
                  <a:moveTo>
                    <a:pt x="140230" y="629"/>
                  </a:moveTo>
                  <a:lnTo>
                    <a:pt x="140230" y="7542"/>
                  </a:lnTo>
                  <a:lnTo>
                    <a:pt x="592" y="7542"/>
                  </a:lnTo>
                  <a:lnTo>
                    <a:pt x="592" y="629"/>
                  </a:lnTo>
                  <a:close/>
                  <a:moveTo>
                    <a:pt x="296" y="0"/>
                  </a:moveTo>
                  <a:cubicBezTo>
                    <a:pt x="222" y="0"/>
                    <a:pt x="148" y="37"/>
                    <a:pt x="74" y="74"/>
                  </a:cubicBezTo>
                  <a:cubicBezTo>
                    <a:pt x="37" y="148"/>
                    <a:pt x="0" y="222"/>
                    <a:pt x="0" y="296"/>
                  </a:cubicBezTo>
                  <a:lnTo>
                    <a:pt x="0" y="7875"/>
                  </a:lnTo>
                  <a:cubicBezTo>
                    <a:pt x="0" y="7949"/>
                    <a:pt x="37" y="8023"/>
                    <a:pt x="74" y="8097"/>
                  </a:cubicBezTo>
                  <a:cubicBezTo>
                    <a:pt x="148" y="8134"/>
                    <a:pt x="222" y="8171"/>
                    <a:pt x="296" y="8171"/>
                  </a:cubicBezTo>
                  <a:lnTo>
                    <a:pt x="140526" y="8171"/>
                  </a:lnTo>
                  <a:cubicBezTo>
                    <a:pt x="140637" y="8171"/>
                    <a:pt x="140711" y="8134"/>
                    <a:pt x="140747" y="8097"/>
                  </a:cubicBezTo>
                  <a:cubicBezTo>
                    <a:pt x="140821" y="8023"/>
                    <a:pt x="140858" y="7949"/>
                    <a:pt x="140858" y="7875"/>
                  </a:cubicBezTo>
                  <a:lnTo>
                    <a:pt x="140858" y="296"/>
                  </a:lnTo>
                  <a:cubicBezTo>
                    <a:pt x="140858" y="222"/>
                    <a:pt x="140821" y="148"/>
                    <a:pt x="140747" y="74"/>
                  </a:cubicBezTo>
                  <a:cubicBezTo>
                    <a:pt x="140711" y="37"/>
                    <a:pt x="140637" y="0"/>
                    <a:pt x="140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4570;p64">
              <a:extLst>
                <a:ext uri="{FF2B5EF4-FFF2-40B4-BE49-F238E27FC236}">
                  <a16:creationId xmlns:a16="http://schemas.microsoft.com/office/drawing/2014/main" id="{F6D74896-53FF-80F0-EAE7-1627C3E550CE}"/>
                </a:ext>
              </a:extLst>
            </p:cNvPr>
            <p:cNvSpPr/>
            <p:nvPr/>
          </p:nvSpPr>
          <p:spPr>
            <a:xfrm>
              <a:off x="1668925" y="2418450"/>
              <a:ext cx="4230400" cy="734825"/>
            </a:xfrm>
            <a:custGeom>
              <a:avLst/>
              <a:gdLst/>
              <a:ahLst/>
              <a:cxnLst/>
              <a:rect l="l" t="t" r="r" b="b"/>
              <a:pathLst>
                <a:path w="169216" h="29393" extrusionOk="0">
                  <a:moveTo>
                    <a:pt x="52647" y="1"/>
                  </a:moveTo>
                  <a:lnTo>
                    <a:pt x="1" y="15085"/>
                  </a:lnTo>
                  <a:lnTo>
                    <a:pt x="6027" y="29393"/>
                  </a:lnTo>
                  <a:lnTo>
                    <a:pt x="163189" y="29393"/>
                  </a:lnTo>
                  <a:lnTo>
                    <a:pt x="169215" y="15085"/>
                  </a:lnTo>
                  <a:lnTo>
                    <a:pt x="1165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4571;p64">
              <a:extLst>
                <a:ext uri="{FF2B5EF4-FFF2-40B4-BE49-F238E27FC236}">
                  <a16:creationId xmlns:a16="http://schemas.microsoft.com/office/drawing/2014/main" id="{AD815476-1A17-4AC4-9A58-DFFD6E645CD0}"/>
                </a:ext>
              </a:extLst>
            </p:cNvPr>
            <p:cNvSpPr/>
            <p:nvPr/>
          </p:nvSpPr>
          <p:spPr>
            <a:xfrm>
              <a:off x="1661525" y="2410150"/>
              <a:ext cx="4246100" cy="750525"/>
            </a:xfrm>
            <a:custGeom>
              <a:avLst/>
              <a:gdLst/>
              <a:ahLst/>
              <a:cxnLst/>
              <a:rect l="l" t="t" r="r" b="b"/>
              <a:pathLst>
                <a:path w="169844" h="30021" extrusionOk="0">
                  <a:moveTo>
                    <a:pt x="116791" y="629"/>
                  </a:moveTo>
                  <a:lnTo>
                    <a:pt x="169104" y="15639"/>
                  </a:lnTo>
                  <a:lnTo>
                    <a:pt x="163300" y="29429"/>
                  </a:lnTo>
                  <a:lnTo>
                    <a:pt x="6545" y="29429"/>
                  </a:lnTo>
                  <a:lnTo>
                    <a:pt x="740" y="15639"/>
                  </a:lnTo>
                  <a:lnTo>
                    <a:pt x="53017" y="629"/>
                  </a:lnTo>
                  <a:close/>
                  <a:moveTo>
                    <a:pt x="52943" y="0"/>
                  </a:moveTo>
                  <a:lnTo>
                    <a:pt x="52869" y="37"/>
                  </a:lnTo>
                  <a:lnTo>
                    <a:pt x="223" y="15121"/>
                  </a:lnTo>
                  <a:cubicBezTo>
                    <a:pt x="149" y="15158"/>
                    <a:pt x="75" y="15232"/>
                    <a:pt x="38" y="15306"/>
                  </a:cubicBezTo>
                  <a:cubicBezTo>
                    <a:pt x="1" y="15380"/>
                    <a:pt x="1" y="15454"/>
                    <a:pt x="38" y="15565"/>
                  </a:cubicBezTo>
                  <a:lnTo>
                    <a:pt x="6064" y="29836"/>
                  </a:lnTo>
                  <a:cubicBezTo>
                    <a:pt x="6101" y="29946"/>
                    <a:pt x="6212" y="30020"/>
                    <a:pt x="6323" y="30020"/>
                  </a:cubicBezTo>
                  <a:lnTo>
                    <a:pt x="163485" y="30020"/>
                  </a:lnTo>
                  <a:cubicBezTo>
                    <a:pt x="163633" y="30020"/>
                    <a:pt x="163744" y="29946"/>
                    <a:pt x="163781" y="29836"/>
                  </a:cubicBezTo>
                  <a:lnTo>
                    <a:pt x="169807" y="15565"/>
                  </a:lnTo>
                  <a:cubicBezTo>
                    <a:pt x="169844" y="15454"/>
                    <a:pt x="169844" y="15380"/>
                    <a:pt x="169807" y="15306"/>
                  </a:cubicBezTo>
                  <a:cubicBezTo>
                    <a:pt x="169770" y="15232"/>
                    <a:pt x="169696" y="15158"/>
                    <a:pt x="169622" y="15121"/>
                  </a:cubicBezTo>
                  <a:lnTo>
                    <a:pt x="116976" y="37"/>
                  </a:lnTo>
                  <a:lnTo>
                    <a:pt x="1168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4572;p64">
              <a:extLst>
                <a:ext uri="{FF2B5EF4-FFF2-40B4-BE49-F238E27FC236}">
                  <a16:creationId xmlns:a16="http://schemas.microsoft.com/office/drawing/2014/main" id="{B93B0909-CA32-63DD-05CE-5F71F2DDEDF3}"/>
                </a:ext>
              </a:extLst>
            </p:cNvPr>
            <p:cNvSpPr/>
            <p:nvPr/>
          </p:nvSpPr>
          <p:spPr>
            <a:xfrm>
              <a:off x="2122750" y="2690200"/>
              <a:ext cx="409475" cy="244950"/>
            </a:xfrm>
            <a:custGeom>
              <a:avLst/>
              <a:gdLst/>
              <a:ahLst/>
              <a:cxnLst/>
              <a:rect l="l" t="t" r="r" b="b"/>
              <a:pathLst>
                <a:path w="16379" h="9798" extrusionOk="0">
                  <a:moveTo>
                    <a:pt x="9391" y="0"/>
                  </a:moveTo>
                  <a:lnTo>
                    <a:pt x="0" y="2366"/>
                  </a:lnTo>
                  <a:lnTo>
                    <a:pt x="6248" y="9798"/>
                  </a:lnTo>
                  <a:lnTo>
                    <a:pt x="16378" y="8910"/>
                  </a:lnTo>
                  <a:lnTo>
                    <a:pt x="93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4573;p64">
              <a:extLst>
                <a:ext uri="{FF2B5EF4-FFF2-40B4-BE49-F238E27FC236}">
                  <a16:creationId xmlns:a16="http://schemas.microsoft.com/office/drawing/2014/main" id="{A7D50A82-2901-0175-6B27-06D603728A16}"/>
                </a:ext>
              </a:extLst>
            </p:cNvPr>
            <p:cNvSpPr/>
            <p:nvPr/>
          </p:nvSpPr>
          <p:spPr>
            <a:xfrm>
              <a:off x="2396325" y="2621800"/>
              <a:ext cx="409475" cy="244950"/>
            </a:xfrm>
            <a:custGeom>
              <a:avLst/>
              <a:gdLst/>
              <a:ahLst/>
              <a:cxnLst/>
              <a:rect l="l" t="t" r="r" b="b"/>
              <a:pathLst>
                <a:path w="16379" h="9798" extrusionOk="0">
                  <a:moveTo>
                    <a:pt x="9391" y="0"/>
                  </a:moveTo>
                  <a:lnTo>
                    <a:pt x="0" y="2367"/>
                  </a:lnTo>
                  <a:lnTo>
                    <a:pt x="6249" y="9798"/>
                  </a:lnTo>
                  <a:lnTo>
                    <a:pt x="16378" y="8910"/>
                  </a:lnTo>
                  <a:lnTo>
                    <a:pt x="93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4574;p64">
              <a:extLst>
                <a:ext uri="{FF2B5EF4-FFF2-40B4-BE49-F238E27FC236}">
                  <a16:creationId xmlns:a16="http://schemas.microsoft.com/office/drawing/2014/main" id="{E6D66C30-002B-5CD1-10E6-DCD4D12D46C3}"/>
                </a:ext>
              </a:extLst>
            </p:cNvPr>
            <p:cNvSpPr/>
            <p:nvPr/>
          </p:nvSpPr>
          <p:spPr>
            <a:xfrm>
              <a:off x="5047125" y="2690200"/>
              <a:ext cx="409475" cy="244950"/>
            </a:xfrm>
            <a:custGeom>
              <a:avLst/>
              <a:gdLst/>
              <a:ahLst/>
              <a:cxnLst/>
              <a:rect l="l" t="t" r="r" b="b"/>
              <a:pathLst>
                <a:path w="16379" h="9798" extrusionOk="0">
                  <a:moveTo>
                    <a:pt x="6988" y="0"/>
                  </a:moveTo>
                  <a:lnTo>
                    <a:pt x="0" y="8910"/>
                  </a:lnTo>
                  <a:lnTo>
                    <a:pt x="10130" y="9798"/>
                  </a:lnTo>
                  <a:lnTo>
                    <a:pt x="16378" y="2366"/>
                  </a:lnTo>
                  <a:lnTo>
                    <a:pt x="698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4575;p64">
              <a:extLst>
                <a:ext uri="{FF2B5EF4-FFF2-40B4-BE49-F238E27FC236}">
                  <a16:creationId xmlns:a16="http://schemas.microsoft.com/office/drawing/2014/main" id="{08B81E02-E8A2-8C63-99CE-381D4FB8A828}"/>
                </a:ext>
              </a:extLst>
            </p:cNvPr>
            <p:cNvSpPr/>
            <p:nvPr/>
          </p:nvSpPr>
          <p:spPr>
            <a:xfrm>
              <a:off x="4772600" y="2621800"/>
              <a:ext cx="410400" cy="244950"/>
            </a:xfrm>
            <a:custGeom>
              <a:avLst/>
              <a:gdLst/>
              <a:ahLst/>
              <a:cxnLst/>
              <a:rect l="l" t="t" r="r" b="b"/>
              <a:pathLst>
                <a:path w="16416" h="9798" extrusionOk="0">
                  <a:moveTo>
                    <a:pt x="7025" y="0"/>
                  </a:moveTo>
                  <a:lnTo>
                    <a:pt x="1" y="8910"/>
                  </a:lnTo>
                  <a:lnTo>
                    <a:pt x="10131" y="9798"/>
                  </a:lnTo>
                  <a:lnTo>
                    <a:pt x="16416" y="2367"/>
                  </a:lnTo>
                  <a:lnTo>
                    <a:pt x="702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4576;p64">
              <a:extLst>
                <a:ext uri="{FF2B5EF4-FFF2-40B4-BE49-F238E27FC236}">
                  <a16:creationId xmlns:a16="http://schemas.microsoft.com/office/drawing/2014/main" id="{91638460-233B-9806-05FF-122375DD37BE}"/>
                </a:ext>
              </a:extLst>
            </p:cNvPr>
            <p:cNvSpPr/>
            <p:nvPr/>
          </p:nvSpPr>
          <p:spPr>
            <a:xfrm>
              <a:off x="1668925" y="2795550"/>
              <a:ext cx="863300" cy="854975"/>
            </a:xfrm>
            <a:custGeom>
              <a:avLst/>
              <a:gdLst/>
              <a:ahLst/>
              <a:cxnLst/>
              <a:rect l="l" t="t" r="r" b="b"/>
              <a:pathLst>
                <a:path w="34532" h="34199" extrusionOk="0">
                  <a:moveTo>
                    <a:pt x="1" y="1"/>
                  </a:moveTo>
                  <a:lnTo>
                    <a:pt x="14604" y="34199"/>
                  </a:lnTo>
                  <a:lnTo>
                    <a:pt x="31537" y="34199"/>
                  </a:lnTo>
                  <a:lnTo>
                    <a:pt x="34531" y="4696"/>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4577;p64">
              <a:extLst>
                <a:ext uri="{FF2B5EF4-FFF2-40B4-BE49-F238E27FC236}">
                  <a16:creationId xmlns:a16="http://schemas.microsoft.com/office/drawing/2014/main" id="{041C64F8-8F47-D418-86A0-097EA30FB49B}"/>
                </a:ext>
              </a:extLst>
            </p:cNvPr>
            <p:cNvSpPr/>
            <p:nvPr/>
          </p:nvSpPr>
          <p:spPr>
            <a:xfrm>
              <a:off x="1661525" y="2788175"/>
              <a:ext cx="879000" cy="870675"/>
            </a:xfrm>
            <a:custGeom>
              <a:avLst/>
              <a:gdLst/>
              <a:ahLst/>
              <a:cxnLst/>
              <a:rect l="l" t="t" r="r" b="b"/>
              <a:pathLst>
                <a:path w="35160" h="34827" extrusionOk="0">
                  <a:moveTo>
                    <a:pt x="814" y="703"/>
                  </a:moveTo>
                  <a:lnTo>
                    <a:pt x="34494" y="5250"/>
                  </a:lnTo>
                  <a:lnTo>
                    <a:pt x="31526" y="34198"/>
                  </a:lnTo>
                  <a:lnTo>
                    <a:pt x="15122" y="34198"/>
                  </a:lnTo>
                  <a:lnTo>
                    <a:pt x="814" y="703"/>
                  </a:lnTo>
                  <a:close/>
                  <a:moveTo>
                    <a:pt x="334" y="0"/>
                  </a:moveTo>
                  <a:cubicBezTo>
                    <a:pt x="260" y="0"/>
                    <a:pt x="149" y="37"/>
                    <a:pt x="75" y="111"/>
                  </a:cubicBezTo>
                  <a:cubicBezTo>
                    <a:pt x="1" y="222"/>
                    <a:pt x="1" y="333"/>
                    <a:pt x="38" y="444"/>
                  </a:cubicBezTo>
                  <a:lnTo>
                    <a:pt x="14641" y="34605"/>
                  </a:lnTo>
                  <a:cubicBezTo>
                    <a:pt x="14678" y="34753"/>
                    <a:pt x="14789" y="34827"/>
                    <a:pt x="14900" y="34827"/>
                  </a:cubicBezTo>
                  <a:lnTo>
                    <a:pt x="31833" y="34827"/>
                  </a:lnTo>
                  <a:cubicBezTo>
                    <a:pt x="31980" y="34827"/>
                    <a:pt x="32091" y="34679"/>
                    <a:pt x="32128" y="34531"/>
                  </a:cubicBezTo>
                  <a:lnTo>
                    <a:pt x="35123" y="5028"/>
                  </a:lnTo>
                  <a:cubicBezTo>
                    <a:pt x="35160" y="4843"/>
                    <a:pt x="35049" y="4695"/>
                    <a:pt x="34864" y="4695"/>
                  </a:cubicBezTo>
                  <a:lnTo>
                    <a:pt x="33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4578;p64">
              <a:extLst>
                <a:ext uri="{FF2B5EF4-FFF2-40B4-BE49-F238E27FC236}">
                  <a16:creationId xmlns:a16="http://schemas.microsoft.com/office/drawing/2014/main" id="{AB4BA488-18B8-1FF2-1DD8-62928D89C8AF}"/>
                </a:ext>
              </a:extLst>
            </p:cNvPr>
            <p:cNvSpPr/>
            <p:nvPr/>
          </p:nvSpPr>
          <p:spPr>
            <a:xfrm>
              <a:off x="564425" y="2517350"/>
              <a:ext cx="635925" cy="2438250"/>
            </a:xfrm>
            <a:custGeom>
              <a:avLst/>
              <a:gdLst/>
              <a:ahLst/>
              <a:cxnLst/>
              <a:rect l="l" t="t" r="r" b="b"/>
              <a:pathLst>
                <a:path w="25437" h="97530" extrusionOk="0">
                  <a:moveTo>
                    <a:pt x="1" y="1"/>
                  </a:moveTo>
                  <a:lnTo>
                    <a:pt x="1" y="97049"/>
                  </a:lnTo>
                  <a:lnTo>
                    <a:pt x="24438" y="97530"/>
                  </a:lnTo>
                  <a:lnTo>
                    <a:pt x="25437" y="97530"/>
                  </a:lnTo>
                  <a:lnTo>
                    <a:pt x="25437" y="61853"/>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4579;p64">
              <a:extLst>
                <a:ext uri="{FF2B5EF4-FFF2-40B4-BE49-F238E27FC236}">
                  <a16:creationId xmlns:a16="http://schemas.microsoft.com/office/drawing/2014/main" id="{BBEABFC2-AC43-CD27-DA06-F5D57A3AC923}"/>
                </a:ext>
              </a:extLst>
            </p:cNvPr>
            <p:cNvSpPr/>
            <p:nvPr/>
          </p:nvSpPr>
          <p:spPr>
            <a:xfrm>
              <a:off x="557050" y="2509725"/>
              <a:ext cx="651625" cy="2453275"/>
            </a:xfrm>
            <a:custGeom>
              <a:avLst/>
              <a:gdLst/>
              <a:ahLst/>
              <a:cxnLst/>
              <a:rect l="l" t="t" r="r" b="b"/>
              <a:pathLst>
                <a:path w="26065" h="98131" extrusionOk="0">
                  <a:moveTo>
                    <a:pt x="629" y="1859"/>
                  </a:moveTo>
                  <a:lnTo>
                    <a:pt x="25436" y="62232"/>
                  </a:lnTo>
                  <a:lnTo>
                    <a:pt x="25436" y="97502"/>
                  </a:lnTo>
                  <a:lnTo>
                    <a:pt x="24733" y="97502"/>
                  </a:lnTo>
                  <a:lnTo>
                    <a:pt x="629" y="97021"/>
                  </a:lnTo>
                  <a:lnTo>
                    <a:pt x="629" y="1859"/>
                  </a:lnTo>
                  <a:close/>
                  <a:moveTo>
                    <a:pt x="334" y="1"/>
                  </a:moveTo>
                  <a:cubicBezTo>
                    <a:pt x="310" y="1"/>
                    <a:pt x="284" y="4"/>
                    <a:pt x="259" y="10"/>
                  </a:cubicBezTo>
                  <a:cubicBezTo>
                    <a:pt x="111" y="47"/>
                    <a:pt x="0" y="158"/>
                    <a:pt x="0" y="306"/>
                  </a:cubicBezTo>
                  <a:lnTo>
                    <a:pt x="0" y="97354"/>
                  </a:lnTo>
                  <a:cubicBezTo>
                    <a:pt x="0" y="97502"/>
                    <a:pt x="148" y="97650"/>
                    <a:pt x="296" y="97650"/>
                  </a:cubicBezTo>
                  <a:lnTo>
                    <a:pt x="24733" y="98130"/>
                  </a:lnTo>
                  <a:lnTo>
                    <a:pt x="25732" y="98130"/>
                  </a:lnTo>
                  <a:cubicBezTo>
                    <a:pt x="25842" y="98130"/>
                    <a:pt x="25916" y="98093"/>
                    <a:pt x="25953" y="98056"/>
                  </a:cubicBezTo>
                  <a:cubicBezTo>
                    <a:pt x="26027" y="97982"/>
                    <a:pt x="26064" y="97908"/>
                    <a:pt x="26064" y="97835"/>
                  </a:cubicBezTo>
                  <a:lnTo>
                    <a:pt x="26064" y="62158"/>
                  </a:lnTo>
                  <a:lnTo>
                    <a:pt x="26027" y="62047"/>
                  </a:lnTo>
                  <a:lnTo>
                    <a:pt x="592" y="195"/>
                  </a:lnTo>
                  <a:cubicBezTo>
                    <a:pt x="561" y="72"/>
                    <a:pt x="454" y="1"/>
                    <a:pt x="3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4580;p64">
              <a:extLst>
                <a:ext uri="{FF2B5EF4-FFF2-40B4-BE49-F238E27FC236}">
                  <a16:creationId xmlns:a16="http://schemas.microsoft.com/office/drawing/2014/main" id="{0D8CE92B-8979-6E88-97F7-23387944EFB8}"/>
                </a:ext>
              </a:extLst>
            </p:cNvPr>
            <p:cNvSpPr/>
            <p:nvPr/>
          </p:nvSpPr>
          <p:spPr>
            <a:xfrm>
              <a:off x="6378975" y="2517350"/>
              <a:ext cx="635925" cy="2438250"/>
            </a:xfrm>
            <a:custGeom>
              <a:avLst/>
              <a:gdLst/>
              <a:ahLst/>
              <a:cxnLst/>
              <a:rect l="l" t="t" r="r" b="b"/>
              <a:pathLst>
                <a:path w="25437" h="97530" extrusionOk="0">
                  <a:moveTo>
                    <a:pt x="25437" y="1"/>
                  </a:moveTo>
                  <a:lnTo>
                    <a:pt x="1" y="61853"/>
                  </a:lnTo>
                  <a:lnTo>
                    <a:pt x="1" y="97530"/>
                  </a:lnTo>
                  <a:lnTo>
                    <a:pt x="1036" y="97530"/>
                  </a:lnTo>
                  <a:lnTo>
                    <a:pt x="25437" y="97049"/>
                  </a:lnTo>
                  <a:lnTo>
                    <a:pt x="2543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4581;p64">
              <a:extLst>
                <a:ext uri="{FF2B5EF4-FFF2-40B4-BE49-F238E27FC236}">
                  <a16:creationId xmlns:a16="http://schemas.microsoft.com/office/drawing/2014/main" id="{6B95A1BC-457A-CC7E-C7CA-E8C51AB2B67E}"/>
                </a:ext>
              </a:extLst>
            </p:cNvPr>
            <p:cNvSpPr/>
            <p:nvPr/>
          </p:nvSpPr>
          <p:spPr>
            <a:xfrm>
              <a:off x="6371600" y="2509725"/>
              <a:ext cx="650700" cy="2453275"/>
            </a:xfrm>
            <a:custGeom>
              <a:avLst/>
              <a:gdLst/>
              <a:ahLst/>
              <a:cxnLst/>
              <a:rect l="l" t="t" r="r" b="b"/>
              <a:pathLst>
                <a:path w="26028" h="98131" extrusionOk="0">
                  <a:moveTo>
                    <a:pt x="25436" y="1859"/>
                  </a:moveTo>
                  <a:lnTo>
                    <a:pt x="25436" y="97021"/>
                  </a:lnTo>
                  <a:lnTo>
                    <a:pt x="1331" y="97502"/>
                  </a:lnTo>
                  <a:lnTo>
                    <a:pt x="592" y="97502"/>
                  </a:lnTo>
                  <a:lnTo>
                    <a:pt x="592" y="62232"/>
                  </a:lnTo>
                  <a:lnTo>
                    <a:pt x="25436" y="1859"/>
                  </a:lnTo>
                  <a:close/>
                  <a:moveTo>
                    <a:pt x="25730" y="1"/>
                  </a:moveTo>
                  <a:cubicBezTo>
                    <a:pt x="25609" y="1"/>
                    <a:pt x="25497" y="72"/>
                    <a:pt x="25436" y="195"/>
                  </a:cubicBezTo>
                  <a:lnTo>
                    <a:pt x="0" y="62047"/>
                  </a:lnTo>
                  <a:lnTo>
                    <a:pt x="0" y="62158"/>
                  </a:lnTo>
                  <a:lnTo>
                    <a:pt x="0" y="97835"/>
                  </a:lnTo>
                  <a:cubicBezTo>
                    <a:pt x="0" y="97908"/>
                    <a:pt x="37" y="97982"/>
                    <a:pt x="74" y="98056"/>
                  </a:cubicBezTo>
                  <a:cubicBezTo>
                    <a:pt x="148" y="98093"/>
                    <a:pt x="222" y="98130"/>
                    <a:pt x="296" y="98130"/>
                  </a:cubicBezTo>
                  <a:lnTo>
                    <a:pt x="1331" y="98130"/>
                  </a:lnTo>
                  <a:lnTo>
                    <a:pt x="25732" y="97650"/>
                  </a:lnTo>
                  <a:cubicBezTo>
                    <a:pt x="25916" y="97650"/>
                    <a:pt x="26027" y="97502"/>
                    <a:pt x="26027" y="97354"/>
                  </a:cubicBezTo>
                  <a:lnTo>
                    <a:pt x="26027" y="306"/>
                  </a:lnTo>
                  <a:cubicBezTo>
                    <a:pt x="26027" y="158"/>
                    <a:pt x="25953" y="47"/>
                    <a:pt x="25805" y="10"/>
                  </a:cubicBezTo>
                  <a:cubicBezTo>
                    <a:pt x="25780" y="4"/>
                    <a:pt x="25755" y="1"/>
                    <a:pt x="257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4582;p64">
              <a:extLst>
                <a:ext uri="{FF2B5EF4-FFF2-40B4-BE49-F238E27FC236}">
                  <a16:creationId xmlns:a16="http://schemas.microsoft.com/office/drawing/2014/main" id="{EE2D479E-84CD-4CC4-F448-D7EE95AE2207}"/>
                </a:ext>
              </a:extLst>
            </p:cNvPr>
            <p:cNvSpPr/>
            <p:nvPr/>
          </p:nvSpPr>
          <p:spPr>
            <a:xfrm>
              <a:off x="564425" y="2517350"/>
              <a:ext cx="1469625" cy="1546325"/>
            </a:xfrm>
            <a:custGeom>
              <a:avLst/>
              <a:gdLst/>
              <a:ahLst/>
              <a:cxnLst/>
              <a:rect l="l" t="t" r="r" b="b"/>
              <a:pathLst>
                <a:path w="58785" h="61853" extrusionOk="0">
                  <a:moveTo>
                    <a:pt x="1" y="1"/>
                  </a:moveTo>
                  <a:lnTo>
                    <a:pt x="25363" y="61853"/>
                  </a:lnTo>
                  <a:lnTo>
                    <a:pt x="58784" y="45327"/>
                  </a:lnTo>
                  <a:lnTo>
                    <a:pt x="44181" y="11129"/>
                  </a:lnTo>
                  <a:lnTo>
                    <a:pt x="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4583;p64">
              <a:extLst>
                <a:ext uri="{FF2B5EF4-FFF2-40B4-BE49-F238E27FC236}">
                  <a16:creationId xmlns:a16="http://schemas.microsoft.com/office/drawing/2014/main" id="{9524B600-E082-C086-97CD-246FDB3FBF80}"/>
                </a:ext>
              </a:extLst>
            </p:cNvPr>
            <p:cNvSpPr/>
            <p:nvPr/>
          </p:nvSpPr>
          <p:spPr>
            <a:xfrm>
              <a:off x="556125" y="2509600"/>
              <a:ext cx="1487150" cy="1562075"/>
            </a:xfrm>
            <a:custGeom>
              <a:avLst/>
              <a:gdLst/>
              <a:ahLst/>
              <a:cxnLst/>
              <a:rect l="l" t="t" r="r" b="b"/>
              <a:pathLst>
                <a:path w="59486" h="62483" extrusionOk="0">
                  <a:moveTo>
                    <a:pt x="850" y="754"/>
                  </a:moveTo>
                  <a:lnTo>
                    <a:pt x="44291" y="11698"/>
                  </a:lnTo>
                  <a:lnTo>
                    <a:pt x="58752" y="45503"/>
                  </a:lnTo>
                  <a:lnTo>
                    <a:pt x="58752" y="45503"/>
                  </a:lnTo>
                  <a:lnTo>
                    <a:pt x="25879" y="61756"/>
                  </a:lnTo>
                  <a:lnTo>
                    <a:pt x="850" y="754"/>
                  </a:lnTo>
                  <a:close/>
                  <a:moveTo>
                    <a:pt x="318" y="1"/>
                  </a:moveTo>
                  <a:cubicBezTo>
                    <a:pt x="239" y="1"/>
                    <a:pt x="165" y="35"/>
                    <a:pt x="111" y="89"/>
                  </a:cubicBezTo>
                  <a:cubicBezTo>
                    <a:pt x="37" y="200"/>
                    <a:pt x="0" y="311"/>
                    <a:pt x="74" y="422"/>
                  </a:cubicBezTo>
                  <a:lnTo>
                    <a:pt x="25399" y="62274"/>
                  </a:lnTo>
                  <a:cubicBezTo>
                    <a:pt x="25436" y="62348"/>
                    <a:pt x="25510" y="62422"/>
                    <a:pt x="25584" y="62459"/>
                  </a:cubicBezTo>
                  <a:cubicBezTo>
                    <a:pt x="25614" y="62474"/>
                    <a:pt x="25651" y="62483"/>
                    <a:pt x="25689" y="62483"/>
                  </a:cubicBezTo>
                  <a:cubicBezTo>
                    <a:pt x="25743" y="62483"/>
                    <a:pt x="25799" y="62465"/>
                    <a:pt x="25842" y="62422"/>
                  </a:cubicBezTo>
                  <a:lnTo>
                    <a:pt x="59264" y="45933"/>
                  </a:lnTo>
                  <a:cubicBezTo>
                    <a:pt x="59412" y="45859"/>
                    <a:pt x="59486" y="45674"/>
                    <a:pt x="59412" y="45526"/>
                  </a:cubicBezTo>
                  <a:lnTo>
                    <a:pt x="44808" y="11328"/>
                  </a:lnTo>
                  <a:cubicBezTo>
                    <a:pt x="44771" y="11254"/>
                    <a:pt x="44697" y="11180"/>
                    <a:pt x="44587" y="11143"/>
                  </a:cubicBezTo>
                  <a:lnTo>
                    <a:pt x="407" y="15"/>
                  </a:lnTo>
                  <a:cubicBezTo>
                    <a:pt x="377" y="5"/>
                    <a:pt x="347" y="1"/>
                    <a:pt x="31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4584;p64">
              <a:extLst>
                <a:ext uri="{FF2B5EF4-FFF2-40B4-BE49-F238E27FC236}">
                  <a16:creationId xmlns:a16="http://schemas.microsoft.com/office/drawing/2014/main" id="{FE750313-BB36-CAA8-3954-6134B32444E6}"/>
                </a:ext>
              </a:extLst>
            </p:cNvPr>
            <p:cNvSpPr/>
            <p:nvPr/>
          </p:nvSpPr>
          <p:spPr>
            <a:xfrm>
              <a:off x="5038800" y="2795550"/>
              <a:ext cx="861425" cy="854975"/>
            </a:xfrm>
            <a:custGeom>
              <a:avLst/>
              <a:gdLst/>
              <a:ahLst/>
              <a:cxnLst/>
              <a:rect l="l" t="t" r="r" b="b"/>
              <a:pathLst>
                <a:path w="34457" h="34199" extrusionOk="0">
                  <a:moveTo>
                    <a:pt x="34457" y="1"/>
                  </a:moveTo>
                  <a:lnTo>
                    <a:pt x="0" y="4696"/>
                  </a:lnTo>
                  <a:lnTo>
                    <a:pt x="2958" y="34199"/>
                  </a:lnTo>
                  <a:lnTo>
                    <a:pt x="19854" y="34199"/>
                  </a:lnTo>
                  <a:lnTo>
                    <a:pt x="3445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4585;p64">
              <a:extLst>
                <a:ext uri="{FF2B5EF4-FFF2-40B4-BE49-F238E27FC236}">
                  <a16:creationId xmlns:a16="http://schemas.microsoft.com/office/drawing/2014/main" id="{23172648-46B7-7A91-C375-60CA5F282FD6}"/>
                </a:ext>
              </a:extLst>
            </p:cNvPr>
            <p:cNvSpPr/>
            <p:nvPr/>
          </p:nvSpPr>
          <p:spPr>
            <a:xfrm>
              <a:off x="5030475" y="2788175"/>
              <a:ext cx="878075" cy="870675"/>
            </a:xfrm>
            <a:custGeom>
              <a:avLst/>
              <a:gdLst/>
              <a:ahLst/>
              <a:cxnLst/>
              <a:rect l="l" t="t" r="r" b="b"/>
              <a:pathLst>
                <a:path w="35123" h="34827" extrusionOk="0">
                  <a:moveTo>
                    <a:pt x="34272" y="703"/>
                  </a:moveTo>
                  <a:lnTo>
                    <a:pt x="19965" y="34198"/>
                  </a:lnTo>
                  <a:lnTo>
                    <a:pt x="3561" y="34198"/>
                  </a:lnTo>
                  <a:lnTo>
                    <a:pt x="666" y="5250"/>
                  </a:lnTo>
                  <a:lnTo>
                    <a:pt x="34272" y="703"/>
                  </a:lnTo>
                  <a:close/>
                  <a:moveTo>
                    <a:pt x="34753" y="0"/>
                  </a:moveTo>
                  <a:lnTo>
                    <a:pt x="296" y="4695"/>
                  </a:lnTo>
                  <a:cubicBezTo>
                    <a:pt x="149" y="4732"/>
                    <a:pt x="1" y="4880"/>
                    <a:pt x="38" y="5028"/>
                  </a:cubicBezTo>
                  <a:lnTo>
                    <a:pt x="2958" y="34531"/>
                  </a:lnTo>
                  <a:cubicBezTo>
                    <a:pt x="2995" y="34679"/>
                    <a:pt x="3106" y="34827"/>
                    <a:pt x="3291" y="34827"/>
                  </a:cubicBezTo>
                  <a:lnTo>
                    <a:pt x="20187" y="34827"/>
                  </a:lnTo>
                  <a:cubicBezTo>
                    <a:pt x="20298" y="34827"/>
                    <a:pt x="20408" y="34753"/>
                    <a:pt x="20445" y="34605"/>
                  </a:cubicBezTo>
                  <a:lnTo>
                    <a:pt x="35049" y="444"/>
                  </a:lnTo>
                  <a:cubicBezTo>
                    <a:pt x="35123" y="333"/>
                    <a:pt x="35086" y="222"/>
                    <a:pt x="35012" y="111"/>
                  </a:cubicBezTo>
                  <a:cubicBezTo>
                    <a:pt x="34938" y="37"/>
                    <a:pt x="34864" y="0"/>
                    <a:pt x="347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4586;p64">
              <a:extLst>
                <a:ext uri="{FF2B5EF4-FFF2-40B4-BE49-F238E27FC236}">
                  <a16:creationId xmlns:a16="http://schemas.microsoft.com/office/drawing/2014/main" id="{6F28C0FD-1E45-4028-B5EC-06BA53B957CF}"/>
                </a:ext>
              </a:extLst>
            </p:cNvPr>
            <p:cNvSpPr/>
            <p:nvPr/>
          </p:nvSpPr>
          <p:spPr>
            <a:xfrm>
              <a:off x="5583200" y="3053425"/>
              <a:ext cx="129400" cy="107250"/>
            </a:xfrm>
            <a:custGeom>
              <a:avLst/>
              <a:gdLst/>
              <a:ahLst/>
              <a:cxnLst/>
              <a:rect l="l" t="t" r="r" b="b"/>
              <a:pathLst>
                <a:path w="5176" h="4290" extrusionOk="0">
                  <a:moveTo>
                    <a:pt x="5176" y="1"/>
                  </a:moveTo>
                  <a:lnTo>
                    <a:pt x="1442" y="371"/>
                  </a:lnTo>
                  <a:lnTo>
                    <a:pt x="0" y="4289"/>
                  </a:lnTo>
                  <a:lnTo>
                    <a:pt x="3623" y="3957"/>
                  </a:lnTo>
                  <a:lnTo>
                    <a:pt x="517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4587;p64">
              <a:extLst>
                <a:ext uri="{FF2B5EF4-FFF2-40B4-BE49-F238E27FC236}">
                  <a16:creationId xmlns:a16="http://schemas.microsoft.com/office/drawing/2014/main" id="{13C1EEDC-539E-2641-FB87-CC0291333EF2}"/>
                </a:ext>
              </a:extLst>
            </p:cNvPr>
            <p:cNvSpPr/>
            <p:nvPr/>
          </p:nvSpPr>
          <p:spPr>
            <a:xfrm>
              <a:off x="5375225" y="3075625"/>
              <a:ext cx="122950" cy="102600"/>
            </a:xfrm>
            <a:custGeom>
              <a:avLst/>
              <a:gdLst/>
              <a:ahLst/>
              <a:cxnLst/>
              <a:rect l="l" t="t" r="r" b="b"/>
              <a:pathLst>
                <a:path w="4918" h="4104" extrusionOk="0">
                  <a:moveTo>
                    <a:pt x="4918" y="0"/>
                  </a:moveTo>
                  <a:lnTo>
                    <a:pt x="1406" y="333"/>
                  </a:lnTo>
                  <a:lnTo>
                    <a:pt x="1" y="4104"/>
                  </a:lnTo>
                  <a:lnTo>
                    <a:pt x="3513" y="3808"/>
                  </a:lnTo>
                  <a:lnTo>
                    <a:pt x="49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4588;p64">
              <a:extLst>
                <a:ext uri="{FF2B5EF4-FFF2-40B4-BE49-F238E27FC236}">
                  <a16:creationId xmlns:a16="http://schemas.microsoft.com/office/drawing/2014/main" id="{CA51A82F-A7EF-30EA-D24B-E288A2BFEC34}"/>
                </a:ext>
              </a:extLst>
            </p:cNvPr>
            <p:cNvSpPr/>
            <p:nvPr/>
          </p:nvSpPr>
          <p:spPr>
            <a:xfrm>
              <a:off x="5415900" y="2996125"/>
              <a:ext cx="111850" cy="73050"/>
            </a:xfrm>
            <a:custGeom>
              <a:avLst/>
              <a:gdLst/>
              <a:ahLst/>
              <a:cxnLst/>
              <a:rect l="l" t="t" r="r" b="b"/>
              <a:pathLst>
                <a:path w="4474" h="2922" extrusionOk="0">
                  <a:moveTo>
                    <a:pt x="4474" y="1"/>
                  </a:moveTo>
                  <a:lnTo>
                    <a:pt x="962" y="407"/>
                  </a:lnTo>
                  <a:lnTo>
                    <a:pt x="0" y="2921"/>
                  </a:lnTo>
                  <a:lnTo>
                    <a:pt x="3513" y="2552"/>
                  </a:lnTo>
                  <a:lnTo>
                    <a:pt x="44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4589;p64">
              <a:extLst>
                <a:ext uri="{FF2B5EF4-FFF2-40B4-BE49-F238E27FC236}">
                  <a16:creationId xmlns:a16="http://schemas.microsoft.com/office/drawing/2014/main" id="{38AD8B7B-630D-1036-70E5-EF2AA44824B7}"/>
                </a:ext>
              </a:extLst>
            </p:cNvPr>
            <p:cNvSpPr/>
            <p:nvPr/>
          </p:nvSpPr>
          <p:spPr>
            <a:xfrm>
              <a:off x="5520350" y="2983200"/>
              <a:ext cx="112775" cy="74875"/>
            </a:xfrm>
            <a:custGeom>
              <a:avLst/>
              <a:gdLst/>
              <a:ahLst/>
              <a:cxnLst/>
              <a:rect l="l" t="t" r="r" b="b"/>
              <a:pathLst>
                <a:path w="4511" h="2995" extrusionOk="0">
                  <a:moveTo>
                    <a:pt x="4511" y="0"/>
                  </a:moveTo>
                  <a:lnTo>
                    <a:pt x="961" y="444"/>
                  </a:lnTo>
                  <a:lnTo>
                    <a:pt x="0" y="2995"/>
                  </a:lnTo>
                  <a:lnTo>
                    <a:pt x="0" y="2995"/>
                  </a:lnTo>
                  <a:lnTo>
                    <a:pt x="3512" y="2662"/>
                  </a:lnTo>
                  <a:lnTo>
                    <a:pt x="451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4590;p64">
              <a:extLst>
                <a:ext uri="{FF2B5EF4-FFF2-40B4-BE49-F238E27FC236}">
                  <a16:creationId xmlns:a16="http://schemas.microsoft.com/office/drawing/2014/main" id="{1D050400-1C24-99A1-3470-FB21D2632288}"/>
                </a:ext>
              </a:extLst>
            </p:cNvPr>
            <p:cNvSpPr/>
            <p:nvPr/>
          </p:nvSpPr>
          <p:spPr>
            <a:xfrm>
              <a:off x="5276325" y="3085775"/>
              <a:ext cx="118350" cy="101700"/>
            </a:xfrm>
            <a:custGeom>
              <a:avLst/>
              <a:gdLst/>
              <a:ahLst/>
              <a:cxnLst/>
              <a:rect l="l" t="t" r="r" b="b"/>
              <a:pathLst>
                <a:path w="4734" h="4068" extrusionOk="0">
                  <a:moveTo>
                    <a:pt x="4733" y="1"/>
                  </a:moveTo>
                  <a:lnTo>
                    <a:pt x="1517" y="334"/>
                  </a:lnTo>
                  <a:lnTo>
                    <a:pt x="1" y="4068"/>
                  </a:lnTo>
                  <a:lnTo>
                    <a:pt x="3291" y="3772"/>
                  </a:lnTo>
                  <a:lnTo>
                    <a:pt x="473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4591;p64">
              <a:extLst>
                <a:ext uri="{FF2B5EF4-FFF2-40B4-BE49-F238E27FC236}">
                  <a16:creationId xmlns:a16="http://schemas.microsoft.com/office/drawing/2014/main" id="{C713FFC2-19DA-EA7F-DC80-ED828C7F303C}"/>
                </a:ext>
              </a:extLst>
            </p:cNvPr>
            <p:cNvSpPr/>
            <p:nvPr/>
          </p:nvSpPr>
          <p:spPr>
            <a:xfrm>
              <a:off x="5535125" y="3168050"/>
              <a:ext cx="132200" cy="119250"/>
            </a:xfrm>
            <a:custGeom>
              <a:avLst/>
              <a:gdLst/>
              <a:ahLst/>
              <a:cxnLst/>
              <a:rect l="l" t="t" r="r" b="b"/>
              <a:pathLst>
                <a:path w="5288" h="4770" extrusionOk="0">
                  <a:moveTo>
                    <a:pt x="5287" y="0"/>
                  </a:moveTo>
                  <a:lnTo>
                    <a:pt x="1664" y="296"/>
                  </a:lnTo>
                  <a:lnTo>
                    <a:pt x="1" y="4769"/>
                  </a:lnTo>
                  <a:lnTo>
                    <a:pt x="3476" y="4585"/>
                  </a:lnTo>
                  <a:lnTo>
                    <a:pt x="52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4592;p64">
              <a:extLst>
                <a:ext uri="{FF2B5EF4-FFF2-40B4-BE49-F238E27FC236}">
                  <a16:creationId xmlns:a16="http://schemas.microsoft.com/office/drawing/2014/main" id="{BE2EAFD4-0723-55A8-634F-4F469A51878F}"/>
                </a:ext>
              </a:extLst>
            </p:cNvPr>
            <p:cNvSpPr/>
            <p:nvPr/>
          </p:nvSpPr>
          <p:spPr>
            <a:xfrm>
              <a:off x="5295750" y="3308525"/>
              <a:ext cx="115550" cy="81375"/>
            </a:xfrm>
            <a:custGeom>
              <a:avLst/>
              <a:gdLst/>
              <a:ahLst/>
              <a:cxnLst/>
              <a:rect l="l" t="t" r="r" b="b"/>
              <a:pathLst>
                <a:path w="4622" h="3255" extrusionOk="0">
                  <a:moveTo>
                    <a:pt x="4622" y="1"/>
                  </a:moveTo>
                  <a:lnTo>
                    <a:pt x="1146" y="223"/>
                  </a:lnTo>
                  <a:lnTo>
                    <a:pt x="0" y="3254"/>
                  </a:lnTo>
                  <a:lnTo>
                    <a:pt x="3402" y="3254"/>
                  </a:lnTo>
                  <a:lnTo>
                    <a:pt x="46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4593;p64">
              <a:extLst>
                <a:ext uri="{FF2B5EF4-FFF2-40B4-BE49-F238E27FC236}">
                  <a16:creationId xmlns:a16="http://schemas.microsoft.com/office/drawing/2014/main" id="{1DE62B0E-577B-146B-4D98-A0B86E7C7BE5}"/>
                </a:ext>
              </a:extLst>
            </p:cNvPr>
            <p:cNvSpPr/>
            <p:nvPr/>
          </p:nvSpPr>
          <p:spPr>
            <a:xfrm>
              <a:off x="5478750" y="3064525"/>
              <a:ext cx="123875" cy="104475"/>
            </a:xfrm>
            <a:custGeom>
              <a:avLst/>
              <a:gdLst/>
              <a:ahLst/>
              <a:cxnLst/>
              <a:rect l="l" t="t" r="r" b="b"/>
              <a:pathLst>
                <a:path w="4955" h="4179" extrusionOk="0">
                  <a:moveTo>
                    <a:pt x="4954" y="0"/>
                  </a:moveTo>
                  <a:lnTo>
                    <a:pt x="1442" y="370"/>
                  </a:lnTo>
                  <a:lnTo>
                    <a:pt x="0" y="4178"/>
                  </a:lnTo>
                  <a:lnTo>
                    <a:pt x="3513" y="3882"/>
                  </a:lnTo>
                  <a:lnTo>
                    <a:pt x="495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4594;p64">
              <a:extLst>
                <a:ext uri="{FF2B5EF4-FFF2-40B4-BE49-F238E27FC236}">
                  <a16:creationId xmlns:a16="http://schemas.microsoft.com/office/drawing/2014/main" id="{01C19AC5-3612-E679-02F7-B4F77C21D1EF}"/>
                </a:ext>
              </a:extLst>
            </p:cNvPr>
            <p:cNvSpPr/>
            <p:nvPr/>
          </p:nvSpPr>
          <p:spPr>
            <a:xfrm>
              <a:off x="5624775" y="2969325"/>
              <a:ext cx="121100" cy="78575"/>
            </a:xfrm>
            <a:custGeom>
              <a:avLst/>
              <a:gdLst/>
              <a:ahLst/>
              <a:cxnLst/>
              <a:rect l="l" t="t" r="r" b="b"/>
              <a:pathLst>
                <a:path w="4844" h="3143" extrusionOk="0">
                  <a:moveTo>
                    <a:pt x="4844" y="0"/>
                  </a:moveTo>
                  <a:lnTo>
                    <a:pt x="999" y="481"/>
                  </a:lnTo>
                  <a:lnTo>
                    <a:pt x="1" y="3143"/>
                  </a:lnTo>
                  <a:lnTo>
                    <a:pt x="3772" y="2773"/>
                  </a:lnTo>
                  <a:lnTo>
                    <a:pt x="48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4595;p64">
              <a:extLst>
                <a:ext uri="{FF2B5EF4-FFF2-40B4-BE49-F238E27FC236}">
                  <a16:creationId xmlns:a16="http://schemas.microsoft.com/office/drawing/2014/main" id="{068B36D5-11CD-AD0A-E4DA-E89C6CA6EF2C}"/>
                </a:ext>
              </a:extLst>
            </p:cNvPr>
            <p:cNvSpPr/>
            <p:nvPr/>
          </p:nvSpPr>
          <p:spPr>
            <a:xfrm>
              <a:off x="5193150" y="3315000"/>
              <a:ext cx="115550" cy="74900"/>
            </a:xfrm>
            <a:custGeom>
              <a:avLst/>
              <a:gdLst/>
              <a:ahLst/>
              <a:cxnLst/>
              <a:rect l="l" t="t" r="r" b="b"/>
              <a:pathLst>
                <a:path w="4622" h="2996" extrusionOk="0">
                  <a:moveTo>
                    <a:pt x="4622" y="1"/>
                  </a:moveTo>
                  <a:lnTo>
                    <a:pt x="1147" y="185"/>
                  </a:lnTo>
                  <a:lnTo>
                    <a:pt x="0" y="2995"/>
                  </a:lnTo>
                  <a:lnTo>
                    <a:pt x="3476" y="2995"/>
                  </a:lnTo>
                  <a:lnTo>
                    <a:pt x="462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4596;p64">
              <a:extLst>
                <a:ext uri="{FF2B5EF4-FFF2-40B4-BE49-F238E27FC236}">
                  <a16:creationId xmlns:a16="http://schemas.microsoft.com/office/drawing/2014/main" id="{7D76A7BC-A664-0431-347F-C7A9043F1BE6}"/>
                </a:ext>
              </a:extLst>
            </p:cNvPr>
            <p:cNvSpPr/>
            <p:nvPr/>
          </p:nvSpPr>
          <p:spPr>
            <a:xfrm>
              <a:off x="5320700" y="3009075"/>
              <a:ext cx="102625" cy="69325"/>
            </a:xfrm>
            <a:custGeom>
              <a:avLst/>
              <a:gdLst/>
              <a:ahLst/>
              <a:cxnLst/>
              <a:rect l="l" t="t" r="r" b="b"/>
              <a:pathLst>
                <a:path w="4105" h="2773" extrusionOk="0">
                  <a:moveTo>
                    <a:pt x="4104" y="0"/>
                  </a:moveTo>
                  <a:lnTo>
                    <a:pt x="962" y="370"/>
                  </a:lnTo>
                  <a:lnTo>
                    <a:pt x="0" y="2773"/>
                  </a:lnTo>
                  <a:lnTo>
                    <a:pt x="0" y="2773"/>
                  </a:lnTo>
                  <a:lnTo>
                    <a:pt x="3180" y="2477"/>
                  </a:lnTo>
                  <a:lnTo>
                    <a:pt x="410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4597;p64">
              <a:extLst>
                <a:ext uri="{FF2B5EF4-FFF2-40B4-BE49-F238E27FC236}">
                  <a16:creationId xmlns:a16="http://schemas.microsoft.com/office/drawing/2014/main" id="{9948A095-78FB-67BB-DBA6-A847625A5847}"/>
                </a:ext>
              </a:extLst>
            </p:cNvPr>
            <p:cNvSpPr/>
            <p:nvPr/>
          </p:nvSpPr>
          <p:spPr>
            <a:xfrm>
              <a:off x="5497225" y="3297450"/>
              <a:ext cx="119275" cy="92450"/>
            </a:xfrm>
            <a:custGeom>
              <a:avLst/>
              <a:gdLst/>
              <a:ahLst/>
              <a:cxnLst/>
              <a:rect l="l" t="t" r="r" b="b"/>
              <a:pathLst>
                <a:path w="4771" h="3698" extrusionOk="0">
                  <a:moveTo>
                    <a:pt x="4770" y="0"/>
                  </a:moveTo>
                  <a:lnTo>
                    <a:pt x="1295" y="185"/>
                  </a:lnTo>
                  <a:lnTo>
                    <a:pt x="1" y="3697"/>
                  </a:lnTo>
                  <a:lnTo>
                    <a:pt x="3291" y="3697"/>
                  </a:lnTo>
                  <a:lnTo>
                    <a:pt x="477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4598;p64">
              <a:extLst>
                <a:ext uri="{FF2B5EF4-FFF2-40B4-BE49-F238E27FC236}">
                  <a16:creationId xmlns:a16="http://schemas.microsoft.com/office/drawing/2014/main" id="{E3ECD93B-E1B3-28FB-5F91-E5E9BDEAE807}"/>
                </a:ext>
              </a:extLst>
            </p:cNvPr>
            <p:cNvSpPr/>
            <p:nvPr/>
          </p:nvSpPr>
          <p:spPr>
            <a:xfrm>
              <a:off x="5432525" y="3177275"/>
              <a:ext cx="128500" cy="115575"/>
            </a:xfrm>
            <a:custGeom>
              <a:avLst/>
              <a:gdLst/>
              <a:ahLst/>
              <a:cxnLst/>
              <a:rect l="l" t="t" r="r" b="b"/>
              <a:pathLst>
                <a:path w="5140" h="4623" extrusionOk="0">
                  <a:moveTo>
                    <a:pt x="5140" y="1"/>
                  </a:moveTo>
                  <a:lnTo>
                    <a:pt x="1628" y="297"/>
                  </a:lnTo>
                  <a:lnTo>
                    <a:pt x="1" y="4622"/>
                  </a:lnTo>
                  <a:lnTo>
                    <a:pt x="3476" y="4437"/>
                  </a:lnTo>
                  <a:lnTo>
                    <a:pt x="514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4599;p64">
              <a:extLst>
                <a:ext uri="{FF2B5EF4-FFF2-40B4-BE49-F238E27FC236}">
                  <a16:creationId xmlns:a16="http://schemas.microsoft.com/office/drawing/2014/main" id="{40A42B1E-E781-684A-B717-338A84745B63}"/>
                </a:ext>
              </a:extLst>
            </p:cNvPr>
            <p:cNvSpPr/>
            <p:nvPr/>
          </p:nvSpPr>
          <p:spPr>
            <a:xfrm>
              <a:off x="5329950" y="3185600"/>
              <a:ext cx="126650" cy="112800"/>
            </a:xfrm>
            <a:custGeom>
              <a:avLst/>
              <a:gdLst/>
              <a:ahLst/>
              <a:cxnLst/>
              <a:rect l="l" t="t" r="r" b="b"/>
              <a:pathLst>
                <a:path w="5066" h="4512" extrusionOk="0">
                  <a:moveTo>
                    <a:pt x="5065" y="1"/>
                  </a:moveTo>
                  <a:lnTo>
                    <a:pt x="1590" y="333"/>
                  </a:lnTo>
                  <a:lnTo>
                    <a:pt x="0" y="4511"/>
                  </a:lnTo>
                  <a:lnTo>
                    <a:pt x="3475" y="4326"/>
                  </a:lnTo>
                  <a:lnTo>
                    <a:pt x="506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4600;p64">
              <a:extLst>
                <a:ext uri="{FF2B5EF4-FFF2-40B4-BE49-F238E27FC236}">
                  <a16:creationId xmlns:a16="http://schemas.microsoft.com/office/drawing/2014/main" id="{D867F904-35CF-3E4B-A79A-A8A60275FD16}"/>
                </a:ext>
              </a:extLst>
            </p:cNvPr>
            <p:cNvSpPr/>
            <p:nvPr/>
          </p:nvSpPr>
          <p:spPr>
            <a:xfrm>
              <a:off x="5228275" y="3194850"/>
              <a:ext cx="124800" cy="110000"/>
            </a:xfrm>
            <a:custGeom>
              <a:avLst/>
              <a:gdLst/>
              <a:ahLst/>
              <a:cxnLst/>
              <a:rect l="l" t="t" r="r" b="b"/>
              <a:pathLst>
                <a:path w="4992" h="4400" extrusionOk="0">
                  <a:moveTo>
                    <a:pt x="4991" y="0"/>
                  </a:moveTo>
                  <a:lnTo>
                    <a:pt x="1664" y="296"/>
                  </a:lnTo>
                  <a:lnTo>
                    <a:pt x="0" y="4400"/>
                  </a:lnTo>
                  <a:lnTo>
                    <a:pt x="3439" y="4178"/>
                  </a:lnTo>
                  <a:lnTo>
                    <a:pt x="49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4601;p64">
              <a:extLst>
                <a:ext uri="{FF2B5EF4-FFF2-40B4-BE49-F238E27FC236}">
                  <a16:creationId xmlns:a16="http://schemas.microsoft.com/office/drawing/2014/main" id="{143EBD5E-3189-B526-C954-620EC334D09E}"/>
                </a:ext>
              </a:extLst>
            </p:cNvPr>
            <p:cNvSpPr/>
            <p:nvPr/>
          </p:nvSpPr>
          <p:spPr>
            <a:xfrm>
              <a:off x="5396500" y="3302975"/>
              <a:ext cx="117400" cy="86925"/>
            </a:xfrm>
            <a:custGeom>
              <a:avLst/>
              <a:gdLst/>
              <a:ahLst/>
              <a:cxnLst/>
              <a:rect l="l" t="t" r="r" b="b"/>
              <a:pathLst>
                <a:path w="4696" h="3477" extrusionOk="0">
                  <a:moveTo>
                    <a:pt x="4695" y="1"/>
                  </a:moveTo>
                  <a:lnTo>
                    <a:pt x="1220" y="186"/>
                  </a:lnTo>
                  <a:lnTo>
                    <a:pt x="0" y="3476"/>
                  </a:lnTo>
                  <a:lnTo>
                    <a:pt x="3401" y="3476"/>
                  </a:lnTo>
                  <a:lnTo>
                    <a:pt x="46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4602;p64">
              <a:extLst>
                <a:ext uri="{FF2B5EF4-FFF2-40B4-BE49-F238E27FC236}">
                  <a16:creationId xmlns:a16="http://schemas.microsoft.com/office/drawing/2014/main" id="{F1D8D831-EFA7-54E3-0571-89947FD3AC7A}"/>
                </a:ext>
              </a:extLst>
            </p:cNvPr>
            <p:cNvSpPr/>
            <p:nvPr/>
          </p:nvSpPr>
          <p:spPr>
            <a:xfrm>
              <a:off x="5535125" y="2517350"/>
              <a:ext cx="1469600" cy="1546325"/>
            </a:xfrm>
            <a:custGeom>
              <a:avLst/>
              <a:gdLst/>
              <a:ahLst/>
              <a:cxnLst/>
              <a:rect l="l" t="t" r="r" b="b"/>
              <a:pathLst>
                <a:path w="58784" h="61853" extrusionOk="0">
                  <a:moveTo>
                    <a:pt x="58784" y="1"/>
                  </a:moveTo>
                  <a:lnTo>
                    <a:pt x="14604" y="11129"/>
                  </a:lnTo>
                  <a:lnTo>
                    <a:pt x="1" y="45327"/>
                  </a:lnTo>
                  <a:lnTo>
                    <a:pt x="33422" y="61853"/>
                  </a:lnTo>
                  <a:lnTo>
                    <a:pt x="5878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4603;p64">
              <a:extLst>
                <a:ext uri="{FF2B5EF4-FFF2-40B4-BE49-F238E27FC236}">
                  <a16:creationId xmlns:a16="http://schemas.microsoft.com/office/drawing/2014/main" id="{30F81ED9-2714-0900-BB68-4995BC9D3519}"/>
                </a:ext>
              </a:extLst>
            </p:cNvPr>
            <p:cNvSpPr/>
            <p:nvPr/>
          </p:nvSpPr>
          <p:spPr>
            <a:xfrm>
              <a:off x="5525875" y="2509600"/>
              <a:ext cx="1487175" cy="1562075"/>
            </a:xfrm>
            <a:custGeom>
              <a:avLst/>
              <a:gdLst/>
              <a:ahLst/>
              <a:cxnLst/>
              <a:rect l="l" t="t" r="r" b="b"/>
              <a:pathLst>
                <a:path w="59487" h="62483" extrusionOk="0">
                  <a:moveTo>
                    <a:pt x="58636" y="754"/>
                  </a:moveTo>
                  <a:lnTo>
                    <a:pt x="33644" y="61756"/>
                  </a:lnTo>
                  <a:lnTo>
                    <a:pt x="734" y="45503"/>
                  </a:lnTo>
                  <a:lnTo>
                    <a:pt x="734" y="45503"/>
                  </a:lnTo>
                  <a:lnTo>
                    <a:pt x="15196" y="11698"/>
                  </a:lnTo>
                  <a:lnTo>
                    <a:pt x="58636" y="754"/>
                  </a:lnTo>
                  <a:close/>
                  <a:moveTo>
                    <a:pt x="59168" y="1"/>
                  </a:moveTo>
                  <a:cubicBezTo>
                    <a:pt x="59139" y="1"/>
                    <a:pt x="59110" y="5"/>
                    <a:pt x="59080" y="15"/>
                  </a:cubicBezTo>
                  <a:lnTo>
                    <a:pt x="14900" y="11143"/>
                  </a:lnTo>
                  <a:cubicBezTo>
                    <a:pt x="14789" y="11180"/>
                    <a:pt x="14715" y="11254"/>
                    <a:pt x="14678" y="11328"/>
                  </a:cubicBezTo>
                  <a:lnTo>
                    <a:pt x="75" y="45526"/>
                  </a:lnTo>
                  <a:cubicBezTo>
                    <a:pt x="1" y="45674"/>
                    <a:pt x="75" y="45859"/>
                    <a:pt x="223" y="45933"/>
                  </a:cubicBezTo>
                  <a:lnTo>
                    <a:pt x="33644" y="62422"/>
                  </a:lnTo>
                  <a:cubicBezTo>
                    <a:pt x="33687" y="62465"/>
                    <a:pt x="33743" y="62483"/>
                    <a:pt x="33797" y="62483"/>
                  </a:cubicBezTo>
                  <a:cubicBezTo>
                    <a:pt x="33835" y="62483"/>
                    <a:pt x="33872" y="62474"/>
                    <a:pt x="33903" y="62459"/>
                  </a:cubicBezTo>
                  <a:cubicBezTo>
                    <a:pt x="33977" y="62422"/>
                    <a:pt x="34051" y="62348"/>
                    <a:pt x="34088" y="62274"/>
                  </a:cubicBezTo>
                  <a:lnTo>
                    <a:pt x="59413" y="422"/>
                  </a:lnTo>
                  <a:cubicBezTo>
                    <a:pt x="59487" y="311"/>
                    <a:pt x="59450" y="200"/>
                    <a:pt x="59376" y="89"/>
                  </a:cubicBezTo>
                  <a:cubicBezTo>
                    <a:pt x="59322" y="35"/>
                    <a:pt x="59248" y="1"/>
                    <a:pt x="5916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4604;p64">
              <a:extLst>
                <a:ext uri="{FF2B5EF4-FFF2-40B4-BE49-F238E27FC236}">
                  <a16:creationId xmlns:a16="http://schemas.microsoft.com/office/drawing/2014/main" id="{4479BC4E-4E1D-AAC1-C6A5-1C1C7750B9AE}"/>
                </a:ext>
              </a:extLst>
            </p:cNvPr>
            <p:cNvSpPr/>
            <p:nvPr/>
          </p:nvSpPr>
          <p:spPr>
            <a:xfrm>
              <a:off x="2453625" y="2391650"/>
              <a:ext cx="2670225" cy="1257025"/>
            </a:xfrm>
            <a:custGeom>
              <a:avLst/>
              <a:gdLst/>
              <a:ahLst/>
              <a:cxnLst/>
              <a:rect l="l" t="t" r="r" b="b"/>
              <a:pathLst>
                <a:path w="106809" h="50281" extrusionOk="0">
                  <a:moveTo>
                    <a:pt x="8652" y="1"/>
                  </a:moveTo>
                  <a:cubicBezTo>
                    <a:pt x="6766" y="1"/>
                    <a:pt x="5214" y="1406"/>
                    <a:pt x="4992" y="3291"/>
                  </a:cubicBezTo>
                  <a:lnTo>
                    <a:pt x="1" y="50281"/>
                  </a:lnTo>
                  <a:lnTo>
                    <a:pt x="106809" y="50281"/>
                  </a:lnTo>
                  <a:lnTo>
                    <a:pt x="101818" y="3291"/>
                  </a:lnTo>
                  <a:cubicBezTo>
                    <a:pt x="101633" y="1406"/>
                    <a:pt x="100043" y="1"/>
                    <a:pt x="981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4605;p64">
              <a:extLst>
                <a:ext uri="{FF2B5EF4-FFF2-40B4-BE49-F238E27FC236}">
                  <a16:creationId xmlns:a16="http://schemas.microsoft.com/office/drawing/2014/main" id="{C92BAD85-38E7-0CB3-17D2-B90063287A58}"/>
                </a:ext>
              </a:extLst>
            </p:cNvPr>
            <p:cNvSpPr/>
            <p:nvPr/>
          </p:nvSpPr>
          <p:spPr>
            <a:xfrm>
              <a:off x="2446225" y="2384250"/>
              <a:ext cx="2685950" cy="1272750"/>
            </a:xfrm>
            <a:custGeom>
              <a:avLst/>
              <a:gdLst/>
              <a:ahLst/>
              <a:cxnLst/>
              <a:rect l="l" t="t" r="r" b="b"/>
              <a:pathLst>
                <a:path w="107438" h="50910" extrusionOk="0">
                  <a:moveTo>
                    <a:pt x="98454" y="593"/>
                  </a:moveTo>
                  <a:cubicBezTo>
                    <a:pt x="100191" y="593"/>
                    <a:pt x="101633" y="1923"/>
                    <a:pt x="101818" y="3624"/>
                  </a:cubicBezTo>
                  <a:lnTo>
                    <a:pt x="106774" y="50281"/>
                  </a:lnTo>
                  <a:lnTo>
                    <a:pt x="666" y="50281"/>
                  </a:lnTo>
                  <a:lnTo>
                    <a:pt x="5620" y="3624"/>
                  </a:lnTo>
                  <a:cubicBezTo>
                    <a:pt x="5805" y="1923"/>
                    <a:pt x="7247" y="593"/>
                    <a:pt x="8948" y="593"/>
                  </a:cubicBezTo>
                  <a:close/>
                  <a:moveTo>
                    <a:pt x="8948" y="1"/>
                  </a:moveTo>
                  <a:cubicBezTo>
                    <a:pt x="6914" y="1"/>
                    <a:pt x="5214" y="1517"/>
                    <a:pt x="4992" y="3550"/>
                  </a:cubicBezTo>
                  <a:lnTo>
                    <a:pt x="1" y="50540"/>
                  </a:lnTo>
                  <a:cubicBezTo>
                    <a:pt x="1" y="50651"/>
                    <a:pt x="38" y="50725"/>
                    <a:pt x="75" y="50799"/>
                  </a:cubicBezTo>
                  <a:cubicBezTo>
                    <a:pt x="149" y="50873"/>
                    <a:pt x="223" y="50910"/>
                    <a:pt x="297" y="50910"/>
                  </a:cubicBezTo>
                  <a:lnTo>
                    <a:pt x="107105" y="50910"/>
                  </a:lnTo>
                  <a:cubicBezTo>
                    <a:pt x="107216" y="50910"/>
                    <a:pt x="107290" y="50873"/>
                    <a:pt x="107327" y="50799"/>
                  </a:cubicBezTo>
                  <a:cubicBezTo>
                    <a:pt x="107400" y="50725"/>
                    <a:pt x="107437" y="50651"/>
                    <a:pt x="107437" y="50540"/>
                  </a:cubicBezTo>
                  <a:lnTo>
                    <a:pt x="102446" y="3550"/>
                  </a:lnTo>
                  <a:cubicBezTo>
                    <a:pt x="102225" y="1517"/>
                    <a:pt x="100487" y="1"/>
                    <a:pt x="984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4606;p64">
              <a:extLst>
                <a:ext uri="{FF2B5EF4-FFF2-40B4-BE49-F238E27FC236}">
                  <a16:creationId xmlns:a16="http://schemas.microsoft.com/office/drawing/2014/main" id="{18E24BD8-6AB5-CDBB-F9B2-88B0714EF282}"/>
                </a:ext>
              </a:extLst>
            </p:cNvPr>
            <p:cNvSpPr/>
            <p:nvPr/>
          </p:nvSpPr>
          <p:spPr>
            <a:xfrm>
              <a:off x="2453625" y="2391650"/>
              <a:ext cx="1203425" cy="1257025"/>
            </a:xfrm>
            <a:custGeom>
              <a:avLst/>
              <a:gdLst/>
              <a:ahLst/>
              <a:cxnLst/>
              <a:rect l="l" t="t" r="r" b="b"/>
              <a:pathLst>
                <a:path w="48137" h="50281" extrusionOk="0">
                  <a:moveTo>
                    <a:pt x="8319" y="1"/>
                  </a:moveTo>
                  <a:cubicBezTo>
                    <a:pt x="7654" y="75"/>
                    <a:pt x="7062" y="297"/>
                    <a:pt x="6544" y="666"/>
                  </a:cubicBezTo>
                  <a:lnTo>
                    <a:pt x="6397" y="777"/>
                  </a:lnTo>
                  <a:cubicBezTo>
                    <a:pt x="6249" y="888"/>
                    <a:pt x="6101" y="1036"/>
                    <a:pt x="5953" y="1184"/>
                  </a:cubicBezTo>
                  <a:cubicBezTo>
                    <a:pt x="5657" y="1517"/>
                    <a:pt x="5435" y="1886"/>
                    <a:pt x="5250" y="2293"/>
                  </a:cubicBezTo>
                  <a:cubicBezTo>
                    <a:pt x="5140" y="2626"/>
                    <a:pt x="5029" y="2958"/>
                    <a:pt x="4992" y="3291"/>
                  </a:cubicBezTo>
                  <a:lnTo>
                    <a:pt x="1" y="50281"/>
                  </a:lnTo>
                  <a:lnTo>
                    <a:pt x="19004" y="50281"/>
                  </a:lnTo>
                  <a:lnTo>
                    <a:pt x="20113" y="36971"/>
                  </a:lnTo>
                  <a:cubicBezTo>
                    <a:pt x="20445" y="32942"/>
                    <a:pt x="23403" y="29651"/>
                    <a:pt x="27359" y="28875"/>
                  </a:cubicBezTo>
                  <a:cubicBezTo>
                    <a:pt x="39522" y="26583"/>
                    <a:pt x="48136" y="15676"/>
                    <a:pt x="47508" y="3328"/>
                  </a:cubicBezTo>
                  <a:lnTo>
                    <a:pt x="474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4607;p64">
              <a:extLst>
                <a:ext uri="{FF2B5EF4-FFF2-40B4-BE49-F238E27FC236}">
                  <a16:creationId xmlns:a16="http://schemas.microsoft.com/office/drawing/2014/main" id="{442F35D3-FF31-8EAB-9FC8-933736384A4D}"/>
                </a:ext>
              </a:extLst>
            </p:cNvPr>
            <p:cNvSpPr/>
            <p:nvPr/>
          </p:nvSpPr>
          <p:spPr>
            <a:xfrm>
              <a:off x="2446225" y="2384250"/>
              <a:ext cx="1203425" cy="1272750"/>
            </a:xfrm>
            <a:custGeom>
              <a:avLst/>
              <a:gdLst/>
              <a:ahLst/>
              <a:cxnLst/>
              <a:rect l="l" t="t" r="r" b="b"/>
              <a:pathLst>
                <a:path w="48137" h="50910" extrusionOk="0">
                  <a:moveTo>
                    <a:pt x="47434" y="593"/>
                  </a:moveTo>
                  <a:lnTo>
                    <a:pt x="47508" y="3624"/>
                  </a:lnTo>
                  <a:cubicBezTo>
                    <a:pt x="47545" y="4031"/>
                    <a:pt x="47545" y="4437"/>
                    <a:pt x="47545" y="4844"/>
                  </a:cubicBezTo>
                  <a:cubicBezTo>
                    <a:pt x="47545" y="16527"/>
                    <a:pt x="39227" y="26694"/>
                    <a:pt x="27618" y="28875"/>
                  </a:cubicBezTo>
                  <a:cubicBezTo>
                    <a:pt x="23514" y="29652"/>
                    <a:pt x="20446" y="33090"/>
                    <a:pt x="20076" y="37231"/>
                  </a:cubicBezTo>
                  <a:lnTo>
                    <a:pt x="19041" y="50281"/>
                  </a:lnTo>
                  <a:lnTo>
                    <a:pt x="666" y="50281"/>
                  </a:lnTo>
                  <a:lnTo>
                    <a:pt x="5620" y="3624"/>
                  </a:lnTo>
                  <a:cubicBezTo>
                    <a:pt x="5657" y="3291"/>
                    <a:pt x="5731" y="2996"/>
                    <a:pt x="5842" y="2700"/>
                  </a:cubicBezTo>
                  <a:cubicBezTo>
                    <a:pt x="5990" y="2330"/>
                    <a:pt x="6212" y="1997"/>
                    <a:pt x="6471" y="1702"/>
                  </a:cubicBezTo>
                  <a:lnTo>
                    <a:pt x="6508" y="1665"/>
                  </a:lnTo>
                  <a:cubicBezTo>
                    <a:pt x="6609" y="1563"/>
                    <a:pt x="6742" y="1462"/>
                    <a:pt x="6877" y="1332"/>
                  </a:cubicBezTo>
                  <a:lnTo>
                    <a:pt x="6877" y="1332"/>
                  </a:lnTo>
                  <a:lnTo>
                    <a:pt x="6877" y="1332"/>
                  </a:lnTo>
                  <a:lnTo>
                    <a:pt x="7025" y="1221"/>
                  </a:lnTo>
                  <a:cubicBezTo>
                    <a:pt x="7506" y="888"/>
                    <a:pt x="8060" y="666"/>
                    <a:pt x="8652" y="630"/>
                  </a:cubicBezTo>
                  <a:cubicBezTo>
                    <a:pt x="8763" y="593"/>
                    <a:pt x="8874" y="593"/>
                    <a:pt x="8948" y="593"/>
                  </a:cubicBezTo>
                  <a:close/>
                  <a:moveTo>
                    <a:pt x="8578" y="1"/>
                  </a:moveTo>
                  <a:cubicBezTo>
                    <a:pt x="7876" y="75"/>
                    <a:pt x="7210" y="334"/>
                    <a:pt x="6656" y="703"/>
                  </a:cubicBezTo>
                  <a:lnTo>
                    <a:pt x="6656" y="740"/>
                  </a:lnTo>
                  <a:lnTo>
                    <a:pt x="6545" y="814"/>
                  </a:lnTo>
                  <a:lnTo>
                    <a:pt x="6508" y="814"/>
                  </a:lnTo>
                  <a:cubicBezTo>
                    <a:pt x="6360" y="962"/>
                    <a:pt x="6175" y="1110"/>
                    <a:pt x="6027" y="1258"/>
                  </a:cubicBezTo>
                  <a:cubicBezTo>
                    <a:pt x="5694" y="1628"/>
                    <a:pt x="5436" y="2034"/>
                    <a:pt x="5251" y="2478"/>
                  </a:cubicBezTo>
                  <a:cubicBezTo>
                    <a:pt x="5140" y="2811"/>
                    <a:pt x="5029" y="3180"/>
                    <a:pt x="4992" y="3550"/>
                  </a:cubicBezTo>
                  <a:lnTo>
                    <a:pt x="1" y="50540"/>
                  </a:lnTo>
                  <a:cubicBezTo>
                    <a:pt x="1" y="50651"/>
                    <a:pt x="38" y="50725"/>
                    <a:pt x="75" y="50799"/>
                  </a:cubicBezTo>
                  <a:cubicBezTo>
                    <a:pt x="149" y="50873"/>
                    <a:pt x="223" y="50910"/>
                    <a:pt x="297" y="50910"/>
                  </a:cubicBezTo>
                  <a:lnTo>
                    <a:pt x="19300" y="50910"/>
                  </a:lnTo>
                  <a:cubicBezTo>
                    <a:pt x="19484" y="50910"/>
                    <a:pt x="19595" y="50762"/>
                    <a:pt x="19632" y="50614"/>
                  </a:cubicBezTo>
                  <a:lnTo>
                    <a:pt x="20704" y="37304"/>
                  </a:lnTo>
                  <a:cubicBezTo>
                    <a:pt x="21037" y="33386"/>
                    <a:pt x="23884" y="30206"/>
                    <a:pt x="27729" y="29467"/>
                  </a:cubicBezTo>
                  <a:cubicBezTo>
                    <a:pt x="39633" y="27211"/>
                    <a:pt x="48137" y="16823"/>
                    <a:pt x="48137" y="4844"/>
                  </a:cubicBezTo>
                  <a:cubicBezTo>
                    <a:pt x="48137" y="4437"/>
                    <a:pt x="48137" y="3994"/>
                    <a:pt x="48137" y="3587"/>
                  </a:cubicBezTo>
                  <a:lnTo>
                    <a:pt x="48026" y="297"/>
                  </a:lnTo>
                  <a:cubicBezTo>
                    <a:pt x="48026" y="112"/>
                    <a:pt x="47878" y="1"/>
                    <a:pt x="4773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4608;p64">
              <a:extLst>
                <a:ext uri="{FF2B5EF4-FFF2-40B4-BE49-F238E27FC236}">
                  <a16:creationId xmlns:a16="http://schemas.microsoft.com/office/drawing/2014/main" id="{F5214219-4454-F764-D2CC-FDBA7CCEDF7E}"/>
                </a:ext>
              </a:extLst>
            </p:cNvPr>
            <p:cNvSpPr/>
            <p:nvPr/>
          </p:nvSpPr>
          <p:spPr>
            <a:xfrm>
              <a:off x="4618250" y="2603325"/>
              <a:ext cx="289325" cy="265275"/>
            </a:xfrm>
            <a:custGeom>
              <a:avLst/>
              <a:gdLst/>
              <a:ahLst/>
              <a:cxnLst/>
              <a:rect l="l" t="t" r="r" b="b"/>
              <a:pathLst>
                <a:path w="11573" h="10611" extrusionOk="0">
                  <a:moveTo>
                    <a:pt x="5768" y="0"/>
                  </a:moveTo>
                  <a:cubicBezTo>
                    <a:pt x="2589" y="0"/>
                    <a:pt x="1" y="2366"/>
                    <a:pt x="1" y="5287"/>
                  </a:cubicBezTo>
                  <a:cubicBezTo>
                    <a:pt x="1" y="8208"/>
                    <a:pt x="2589" y="10611"/>
                    <a:pt x="5768" y="10611"/>
                  </a:cubicBezTo>
                  <a:cubicBezTo>
                    <a:pt x="8985" y="10611"/>
                    <a:pt x="11573" y="8208"/>
                    <a:pt x="11573" y="5287"/>
                  </a:cubicBezTo>
                  <a:cubicBezTo>
                    <a:pt x="11573" y="2366"/>
                    <a:pt x="8985" y="0"/>
                    <a:pt x="576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4609;p64">
              <a:extLst>
                <a:ext uri="{FF2B5EF4-FFF2-40B4-BE49-F238E27FC236}">
                  <a16:creationId xmlns:a16="http://schemas.microsoft.com/office/drawing/2014/main" id="{8E7C9267-2982-506A-C413-2AE9C368FD2B}"/>
                </a:ext>
              </a:extLst>
            </p:cNvPr>
            <p:cNvSpPr/>
            <p:nvPr/>
          </p:nvSpPr>
          <p:spPr>
            <a:xfrm>
              <a:off x="4609950" y="2595000"/>
              <a:ext cx="305025" cy="281000"/>
            </a:xfrm>
            <a:custGeom>
              <a:avLst/>
              <a:gdLst/>
              <a:ahLst/>
              <a:cxnLst/>
              <a:rect l="l" t="t" r="r" b="b"/>
              <a:pathLst>
                <a:path w="12201" h="11240" extrusionOk="0">
                  <a:moveTo>
                    <a:pt x="6100" y="629"/>
                  </a:moveTo>
                  <a:cubicBezTo>
                    <a:pt x="7616" y="629"/>
                    <a:pt x="9021" y="1183"/>
                    <a:pt x="9982" y="2108"/>
                  </a:cubicBezTo>
                  <a:cubicBezTo>
                    <a:pt x="10980" y="2995"/>
                    <a:pt x="11609" y="4252"/>
                    <a:pt x="11609" y="5620"/>
                  </a:cubicBezTo>
                  <a:cubicBezTo>
                    <a:pt x="11609" y="6988"/>
                    <a:pt x="10980" y="8245"/>
                    <a:pt x="9982" y="9169"/>
                  </a:cubicBezTo>
                  <a:cubicBezTo>
                    <a:pt x="9021" y="10056"/>
                    <a:pt x="7616" y="10611"/>
                    <a:pt x="6100" y="10611"/>
                  </a:cubicBezTo>
                  <a:cubicBezTo>
                    <a:pt x="4584" y="10611"/>
                    <a:pt x="3216" y="10056"/>
                    <a:pt x="2218" y="9169"/>
                  </a:cubicBezTo>
                  <a:cubicBezTo>
                    <a:pt x="1220" y="8245"/>
                    <a:pt x="629" y="6988"/>
                    <a:pt x="629" y="5620"/>
                  </a:cubicBezTo>
                  <a:cubicBezTo>
                    <a:pt x="629" y="4252"/>
                    <a:pt x="1220" y="2995"/>
                    <a:pt x="2218" y="2108"/>
                  </a:cubicBezTo>
                  <a:cubicBezTo>
                    <a:pt x="3216" y="1183"/>
                    <a:pt x="4584" y="629"/>
                    <a:pt x="6100" y="629"/>
                  </a:cubicBezTo>
                  <a:close/>
                  <a:moveTo>
                    <a:pt x="6100" y="0"/>
                  </a:moveTo>
                  <a:cubicBezTo>
                    <a:pt x="4437" y="0"/>
                    <a:pt x="2921" y="629"/>
                    <a:pt x="1812" y="1627"/>
                  </a:cubicBezTo>
                  <a:cubicBezTo>
                    <a:pt x="702" y="2662"/>
                    <a:pt x="0" y="4067"/>
                    <a:pt x="0" y="5620"/>
                  </a:cubicBezTo>
                  <a:cubicBezTo>
                    <a:pt x="0" y="7173"/>
                    <a:pt x="702" y="8578"/>
                    <a:pt x="1812" y="9613"/>
                  </a:cubicBezTo>
                  <a:cubicBezTo>
                    <a:pt x="2921" y="10611"/>
                    <a:pt x="4437" y="11239"/>
                    <a:pt x="6100" y="11239"/>
                  </a:cubicBezTo>
                  <a:cubicBezTo>
                    <a:pt x="7801" y="11239"/>
                    <a:pt x="9317" y="10611"/>
                    <a:pt x="10426" y="9613"/>
                  </a:cubicBezTo>
                  <a:cubicBezTo>
                    <a:pt x="11535" y="8578"/>
                    <a:pt x="12200" y="7173"/>
                    <a:pt x="12200" y="5620"/>
                  </a:cubicBezTo>
                  <a:cubicBezTo>
                    <a:pt x="12200" y="4067"/>
                    <a:pt x="11535" y="2662"/>
                    <a:pt x="10426" y="1627"/>
                  </a:cubicBezTo>
                  <a:cubicBezTo>
                    <a:pt x="9317" y="629"/>
                    <a:pt x="7801" y="0"/>
                    <a:pt x="6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4610;p64">
              <a:extLst>
                <a:ext uri="{FF2B5EF4-FFF2-40B4-BE49-F238E27FC236}">
                  <a16:creationId xmlns:a16="http://schemas.microsoft.com/office/drawing/2014/main" id="{7027D15E-D58D-9FD2-115F-4333A6B35EEA}"/>
                </a:ext>
              </a:extLst>
            </p:cNvPr>
            <p:cNvSpPr/>
            <p:nvPr/>
          </p:nvSpPr>
          <p:spPr>
            <a:xfrm>
              <a:off x="4638600" y="2621800"/>
              <a:ext cx="248650" cy="227400"/>
            </a:xfrm>
            <a:custGeom>
              <a:avLst/>
              <a:gdLst/>
              <a:ahLst/>
              <a:cxnLst/>
              <a:rect l="l" t="t" r="r" b="b"/>
              <a:pathLst>
                <a:path w="9946" h="9096" extrusionOk="0">
                  <a:moveTo>
                    <a:pt x="4954" y="0"/>
                  </a:moveTo>
                  <a:cubicBezTo>
                    <a:pt x="2218" y="0"/>
                    <a:pt x="0" y="2034"/>
                    <a:pt x="0" y="4548"/>
                  </a:cubicBezTo>
                  <a:cubicBezTo>
                    <a:pt x="0" y="7062"/>
                    <a:pt x="2218" y="9095"/>
                    <a:pt x="4954" y="9095"/>
                  </a:cubicBezTo>
                  <a:cubicBezTo>
                    <a:pt x="7690" y="9095"/>
                    <a:pt x="9945" y="7062"/>
                    <a:pt x="9945" y="4548"/>
                  </a:cubicBezTo>
                  <a:cubicBezTo>
                    <a:pt x="9945" y="2034"/>
                    <a:pt x="7690" y="0"/>
                    <a:pt x="495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4611;p64">
              <a:extLst>
                <a:ext uri="{FF2B5EF4-FFF2-40B4-BE49-F238E27FC236}">
                  <a16:creationId xmlns:a16="http://schemas.microsoft.com/office/drawing/2014/main" id="{77E5EB70-F024-5F82-DED1-8F460CED34B3}"/>
                </a:ext>
              </a:extLst>
            </p:cNvPr>
            <p:cNvSpPr/>
            <p:nvPr/>
          </p:nvSpPr>
          <p:spPr>
            <a:xfrm>
              <a:off x="4631200" y="2614400"/>
              <a:ext cx="263425" cy="243100"/>
            </a:xfrm>
            <a:custGeom>
              <a:avLst/>
              <a:gdLst/>
              <a:ahLst/>
              <a:cxnLst/>
              <a:rect l="l" t="t" r="r" b="b"/>
              <a:pathLst>
                <a:path w="10537" h="9724" extrusionOk="0">
                  <a:moveTo>
                    <a:pt x="5250" y="592"/>
                  </a:moveTo>
                  <a:cubicBezTo>
                    <a:pt x="6544" y="592"/>
                    <a:pt x="7727" y="1073"/>
                    <a:pt x="8578" y="1849"/>
                  </a:cubicBezTo>
                  <a:cubicBezTo>
                    <a:pt x="9391" y="2626"/>
                    <a:pt x="9908" y="3698"/>
                    <a:pt x="9908" y="4844"/>
                  </a:cubicBezTo>
                  <a:cubicBezTo>
                    <a:pt x="9908" y="6027"/>
                    <a:pt x="9391" y="7062"/>
                    <a:pt x="8578" y="7838"/>
                  </a:cubicBezTo>
                  <a:cubicBezTo>
                    <a:pt x="7727" y="8615"/>
                    <a:pt x="6544" y="9096"/>
                    <a:pt x="5250" y="9096"/>
                  </a:cubicBezTo>
                  <a:cubicBezTo>
                    <a:pt x="3956" y="9096"/>
                    <a:pt x="2810" y="8615"/>
                    <a:pt x="1960" y="7838"/>
                  </a:cubicBezTo>
                  <a:cubicBezTo>
                    <a:pt x="1109" y="7062"/>
                    <a:pt x="592" y="6027"/>
                    <a:pt x="592" y="4844"/>
                  </a:cubicBezTo>
                  <a:cubicBezTo>
                    <a:pt x="592" y="3698"/>
                    <a:pt x="1109" y="2626"/>
                    <a:pt x="1960" y="1849"/>
                  </a:cubicBezTo>
                  <a:cubicBezTo>
                    <a:pt x="2810" y="1073"/>
                    <a:pt x="3956" y="592"/>
                    <a:pt x="5250" y="592"/>
                  </a:cubicBezTo>
                  <a:close/>
                  <a:moveTo>
                    <a:pt x="5250" y="1"/>
                  </a:moveTo>
                  <a:cubicBezTo>
                    <a:pt x="3808" y="1"/>
                    <a:pt x="2514" y="518"/>
                    <a:pt x="1553" y="1406"/>
                  </a:cubicBezTo>
                  <a:cubicBezTo>
                    <a:pt x="592" y="2293"/>
                    <a:pt x="0" y="3513"/>
                    <a:pt x="0" y="4844"/>
                  </a:cubicBezTo>
                  <a:cubicBezTo>
                    <a:pt x="0" y="6212"/>
                    <a:pt x="592" y="7432"/>
                    <a:pt x="1553" y="8282"/>
                  </a:cubicBezTo>
                  <a:cubicBezTo>
                    <a:pt x="2514" y="9169"/>
                    <a:pt x="3808" y="9724"/>
                    <a:pt x="5250" y="9724"/>
                  </a:cubicBezTo>
                  <a:cubicBezTo>
                    <a:pt x="6692" y="9724"/>
                    <a:pt x="8023" y="9169"/>
                    <a:pt x="8984" y="8282"/>
                  </a:cubicBezTo>
                  <a:cubicBezTo>
                    <a:pt x="9945" y="7432"/>
                    <a:pt x="10537" y="6212"/>
                    <a:pt x="10537" y="4844"/>
                  </a:cubicBezTo>
                  <a:cubicBezTo>
                    <a:pt x="10537" y="3513"/>
                    <a:pt x="9945" y="2293"/>
                    <a:pt x="8984" y="1406"/>
                  </a:cubicBezTo>
                  <a:cubicBezTo>
                    <a:pt x="8023" y="518"/>
                    <a:pt x="6692" y="1"/>
                    <a:pt x="52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4612;p64">
              <a:extLst>
                <a:ext uri="{FF2B5EF4-FFF2-40B4-BE49-F238E27FC236}">
                  <a16:creationId xmlns:a16="http://schemas.microsoft.com/office/drawing/2014/main" id="{DE59C3D9-D45B-B440-056E-4B987CC8630E}"/>
                </a:ext>
              </a:extLst>
            </p:cNvPr>
            <p:cNvSpPr/>
            <p:nvPr/>
          </p:nvSpPr>
          <p:spPr>
            <a:xfrm>
              <a:off x="913800" y="2888150"/>
              <a:ext cx="246800" cy="260350"/>
            </a:xfrm>
            <a:custGeom>
              <a:avLst/>
              <a:gdLst/>
              <a:ahLst/>
              <a:cxnLst/>
              <a:rect l="l" t="t" r="r" b="b"/>
              <a:pathLst>
                <a:path w="9872" h="10414" extrusionOk="0">
                  <a:moveTo>
                    <a:pt x="4270" y="0"/>
                  </a:moveTo>
                  <a:cubicBezTo>
                    <a:pt x="3903" y="0"/>
                    <a:pt x="3536" y="58"/>
                    <a:pt x="3180" y="179"/>
                  </a:cubicBezTo>
                  <a:cubicBezTo>
                    <a:pt x="999" y="955"/>
                    <a:pt x="1" y="3802"/>
                    <a:pt x="962" y="6575"/>
                  </a:cubicBezTo>
                  <a:cubicBezTo>
                    <a:pt x="1766" y="8895"/>
                    <a:pt x="3684" y="10413"/>
                    <a:pt x="5567" y="10413"/>
                  </a:cubicBezTo>
                  <a:cubicBezTo>
                    <a:pt x="5934" y="10413"/>
                    <a:pt x="6300" y="10356"/>
                    <a:pt x="6655" y="10235"/>
                  </a:cubicBezTo>
                  <a:cubicBezTo>
                    <a:pt x="8874" y="9459"/>
                    <a:pt x="9872" y="6575"/>
                    <a:pt x="8911" y="3802"/>
                  </a:cubicBezTo>
                  <a:cubicBezTo>
                    <a:pt x="8075" y="1513"/>
                    <a:pt x="6153" y="0"/>
                    <a:pt x="427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4613;p64">
              <a:extLst>
                <a:ext uri="{FF2B5EF4-FFF2-40B4-BE49-F238E27FC236}">
                  <a16:creationId xmlns:a16="http://schemas.microsoft.com/office/drawing/2014/main" id="{6E062E14-E2D4-5A96-2264-7DB5F866215F}"/>
                </a:ext>
              </a:extLst>
            </p:cNvPr>
            <p:cNvSpPr/>
            <p:nvPr/>
          </p:nvSpPr>
          <p:spPr>
            <a:xfrm>
              <a:off x="920275" y="2880600"/>
              <a:ext cx="232950" cy="275450"/>
            </a:xfrm>
            <a:custGeom>
              <a:avLst/>
              <a:gdLst/>
              <a:ahLst/>
              <a:cxnLst/>
              <a:rect l="l" t="t" r="r" b="b"/>
              <a:pathLst>
                <a:path w="9318" h="11018" extrusionOk="0">
                  <a:moveTo>
                    <a:pt x="4096" y="628"/>
                  </a:moveTo>
                  <a:cubicBezTo>
                    <a:pt x="5813" y="628"/>
                    <a:pt x="7589" y="2061"/>
                    <a:pt x="8356" y="4215"/>
                  </a:cubicBezTo>
                  <a:cubicBezTo>
                    <a:pt x="8578" y="4917"/>
                    <a:pt x="8689" y="5583"/>
                    <a:pt x="8689" y="6248"/>
                  </a:cubicBezTo>
                  <a:cubicBezTo>
                    <a:pt x="8689" y="7210"/>
                    <a:pt x="8467" y="8060"/>
                    <a:pt x="8060" y="8762"/>
                  </a:cubicBezTo>
                  <a:cubicBezTo>
                    <a:pt x="7653" y="9465"/>
                    <a:pt x="7062" y="9982"/>
                    <a:pt x="6322" y="10241"/>
                  </a:cubicBezTo>
                  <a:cubicBezTo>
                    <a:pt x="5990" y="10352"/>
                    <a:pt x="5620" y="10389"/>
                    <a:pt x="5287" y="10389"/>
                  </a:cubicBezTo>
                  <a:cubicBezTo>
                    <a:pt x="5266" y="10390"/>
                    <a:pt x="5245" y="10390"/>
                    <a:pt x="5223" y="10390"/>
                  </a:cubicBezTo>
                  <a:cubicBezTo>
                    <a:pt x="3540" y="10390"/>
                    <a:pt x="1729" y="8957"/>
                    <a:pt x="999" y="6803"/>
                  </a:cubicBezTo>
                  <a:cubicBezTo>
                    <a:pt x="740" y="6100"/>
                    <a:pt x="629" y="5398"/>
                    <a:pt x="629" y="4769"/>
                  </a:cubicBezTo>
                  <a:cubicBezTo>
                    <a:pt x="629" y="3808"/>
                    <a:pt x="851" y="2958"/>
                    <a:pt x="1257" y="2255"/>
                  </a:cubicBezTo>
                  <a:cubicBezTo>
                    <a:pt x="1701" y="1553"/>
                    <a:pt x="2293" y="1035"/>
                    <a:pt x="3032" y="777"/>
                  </a:cubicBezTo>
                  <a:cubicBezTo>
                    <a:pt x="3365" y="666"/>
                    <a:pt x="3698" y="629"/>
                    <a:pt x="4030" y="629"/>
                  </a:cubicBezTo>
                  <a:cubicBezTo>
                    <a:pt x="4052" y="628"/>
                    <a:pt x="4074" y="628"/>
                    <a:pt x="4096" y="628"/>
                  </a:cubicBezTo>
                  <a:close/>
                  <a:moveTo>
                    <a:pt x="4030" y="0"/>
                  </a:moveTo>
                  <a:cubicBezTo>
                    <a:pt x="3624" y="0"/>
                    <a:pt x="3217" y="74"/>
                    <a:pt x="2810" y="185"/>
                  </a:cubicBezTo>
                  <a:cubicBezTo>
                    <a:pt x="1923" y="518"/>
                    <a:pt x="1220" y="1146"/>
                    <a:pt x="740" y="1923"/>
                  </a:cubicBezTo>
                  <a:cubicBezTo>
                    <a:pt x="259" y="2736"/>
                    <a:pt x="0" y="3734"/>
                    <a:pt x="0" y="4769"/>
                  </a:cubicBezTo>
                  <a:cubicBezTo>
                    <a:pt x="0" y="5472"/>
                    <a:pt x="148" y="6248"/>
                    <a:pt x="407" y="6988"/>
                  </a:cubicBezTo>
                  <a:cubicBezTo>
                    <a:pt x="1257" y="9391"/>
                    <a:pt x="3254" y="11018"/>
                    <a:pt x="5287" y="11018"/>
                  </a:cubicBezTo>
                  <a:cubicBezTo>
                    <a:pt x="5694" y="11018"/>
                    <a:pt x="6101" y="10944"/>
                    <a:pt x="6507" y="10796"/>
                  </a:cubicBezTo>
                  <a:cubicBezTo>
                    <a:pt x="7395" y="10500"/>
                    <a:pt x="8097" y="9871"/>
                    <a:pt x="8578" y="9058"/>
                  </a:cubicBezTo>
                  <a:cubicBezTo>
                    <a:pt x="9058" y="8282"/>
                    <a:pt x="9317" y="7284"/>
                    <a:pt x="9317" y="6248"/>
                  </a:cubicBezTo>
                  <a:cubicBezTo>
                    <a:pt x="9317" y="5546"/>
                    <a:pt x="9169" y="4769"/>
                    <a:pt x="8910" y="4030"/>
                  </a:cubicBezTo>
                  <a:cubicBezTo>
                    <a:pt x="8097" y="1627"/>
                    <a:pt x="6101" y="0"/>
                    <a:pt x="40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4614;p64">
              <a:extLst>
                <a:ext uri="{FF2B5EF4-FFF2-40B4-BE49-F238E27FC236}">
                  <a16:creationId xmlns:a16="http://schemas.microsoft.com/office/drawing/2014/main" id="{26A2C6A6-254A-67B4-6B56-D5C135FD641A}"/>
                </a:ext>
              </a:extLst>
            </p:cNvPr>
            <p:cNvSpPr/>
            <p:nvPr/>
          </p:nvSpPr>
          <p:spPr>
            <a:xfrm>
              <a:off x="931375" y="2906950"/>
              <a:ext cx="211675" cy="222725"/>
            </a:xfrm>
            <a:custGeom>
              <a:avLst/>
              <a:gdLst/>
              <a:ahLst/>
              <a:cxnLst/>
              <a:rect l="l" t="t" r="r" b="b"/>
              <a:pathLst>
                <a:path w="8467" h="8909" extrusionOk="0">
                  <a:moveTo>
                    <a:pt x="3692" y="1"/>
                  </a:moveTo>
                  <a:cubicBezTo>
                    <a:pt x="3369" y="1"/>
                    <a:pt x="3047" y="54"/>
                    <a:pt x="2736" y="166"/>
                  </a:cubicBezTo>
                  <a:cubicBezTo>
                    <a:pt x="850" y="795"/>
                    <a:pt x="0" y="3272"/>
                    <a:pt x="813" y="5638"/>
                  </a:cubicBezTo>
                  <a:cubicBezTo>
                    <a:pt x="1490" y="7606"/>
                    <a:pt x="3138" y="8909"/>
                    <a:pt x="4759" y="8909"/>
                  </a:cubicBezTo>
                  <a:cubicBezTo>
                    <a:pt x="5086" y="8909"/>
                    <a:pt x="5413" y="8856"/>
                    <a:pt x="5731" y="8744"/>
                  </a:cubicBezTo>
                  <a:cubicBezTo>
                    <a:pt x="7616" y="8078"/>
                    <a:pt x="8466" y="5638"/>
                    <a:pt x="7616" y="3272"/>
                  </a:cubicBezTo>
                  <a:cubicBezTo>
                    <a:pt x="6940" y="1304"/>
                    <a:pt x="5291" y="1"/>
                    <a:pt x="36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4615;p64">
              <a:extLst>
                <a:ext uri="{FF2B5EF4-FFF2-40B4-BE49-F238E27FC236}">
                  <a16:creationId xmlns:a16="http://schemas.microsoft.com/office/drawing/2014/main" id="{4FE617C8-4BD5-4368-313A-0F224F97C46A}"/>
                </a:ext>
              </a:extLst>
            </p:cNvPr>
            <p:cNvSpPr/>
            <p:nvPr/>
          </p:nvSpPr>
          <p:spPr>
            <a:xfrm>
              <a:off x="935975" y="2899075"/>
              <a:ext cx="201525" cy="238500"/>
            </a:xfrm>
            <a:custGeom>
              <a:avLst/>
              <a:gdLst/>
              <a:ahLst/>
              <a:cxnLst/>
              <a:rect l="l" t="t" r="r" b="b"/>
              <a:pathLst>
                <a:path w="8061" h="9540" extrusionOk="0">
                  <a:moveTo>
                    <a:pt x="3577" y="628"/>
                  </a:moveTo>
                  <a:cubicBezTo>
                    <a:pt x="5001" y="628"/>
                    <a:pt x="6517" y="1840"/>
                    <a:pt x="7136" y="3698"/>
                  </a:cubicBezTo>
                  <a:cubicBezTo>
                    <a:pt x="7358" y="4252"/>
                    <a:pt x="7432" y="4844"/>
                    <a:pt x="7432" y="5398"/>
                  </a:cubicBezTo>
                  <a:cubicBezTo>
                    <a:pt x="7432" y="6212"/>
                    <a:pt x="7247" y="6951"/>
                    <a:pt x="6914" y="7543"/>
                  </a:cubicBezTo>
                  <a:cubicBezTo>
                    <a:pt x="6545" y="8134"/>
                    <a:pt x="6064" y="8541"/>
                    <a:pt x="5436" y="8763"/>
                  </a:cubicBezTo>
                  <a:cubicBezTo>
                    <a:pt x="5140" y="8874"/>
                    <a:pt x="4881" y="8911"/>
                    <a:pt x="4585" y="8911"/>
                  </a:cubicBezTo>
                  <a:cubicBezTo>
                    <a:pt x="3143" y="8911"/>
                    <a:pt x="1591" y="7728"/>
                    <a:pt x="925" y="5842"/>
                  </a:cubicBezTo>
                  <a:cubicBezTo>
                    <a:pt x="703" y="5287"/>
                    <a:pt x="629" y="4696"/>
                    <a:pt x="629" y="4141"/>
                  </a:cubicBezTo>
                  <a:cubicBezTo>
                    <a:pt x="629" y="3328"/>
                    <a:pt x="814" y="2589"/>
                    <a:pt x="1184" y="1997"/>
                  </a:cubicBezTo>
                  <a:cubicBezTo>
                    <a:pt x="1517" y="1406"/>
                    <a:pt x="2034" y="962"/>
                    <a:pt x="2626" y="777"/>
                  </a:cubicBezTo>
                  <a:cubicBezTo>
                    <a:pt x="2922" y="666"/>
                    <a:pt x="3217" y="629"/>
                    <a:pt x="3513" y="629"/>
                  </a:cubicBezTo>
                  <a:cubicBezTo>
                    <a:pt x="3534" y="629"/>
                    <a:pt x="3556" y="628"/>
                    <a:pt x="3577" y="628"/>
                  </a:cubicBezTo>
                  <a:close/>
                  <a:moveTo>
                    <a:pt x="3513" y="1"/>
                  </a:moveTo>
                  <a:cubicBezTo>
                    <a:pt x="3143" y="1"/>
                    <a:pt x="2774" y="75"/>
                    <a:pt x="2441" y="186"/>
                  </a:cubicBezTo>
                  <a:cubicBezTo>
                    <a:pt x="1665" y="444"/>
                    <a:pt x="1036" y="999"/>
                    <a:pt x="629" y="1701"/>
                  </a:cubicBezTo>
                  <a:cubicBezTo>
                    <a:pt x="223" y="2367"/>
                    <a:pt x="1" y="3217"/>
                    <a:pt x="1" y="4141"/>
                  </a:cubicBezTo>
                  <a:cubicBezTo>
                    <a:pt x="1" y="4770"/>
                    <a:pt x="112" y="5398"/>
                    <a:pt x="334" y="6064"/>
                  </a:cubicBezTo>
                  <a:cubicBezTo>
                    <a:pt x="1073" y="8134"/>
                    <a:pt x="2774" y="9539"/>
                    <a:pt x="4585" y="9539"/>
                  </a:cubicBezTo>
                  <a:cubicBezTo>
                    <a:pt x="4918" y="9539"/>
                    <a:pt x="5288" y="9465"/>
                    <a:pt x="5620" y="9354"/>
                  </a:cubicBezTo>
                  <a:cubicBezTo>
                    <a:pt x="6397" y="9095"/>
                    <a:pt x="7025" y="8541"/>
                    <a:pt x="7432" y="7838"/>
                  </a:cubicBezTo>
                  <a:cubicBezTo>
                    <a:pt x="7839" y="7136"/>
                    <a:pt x="8061" y="6323"/>
                    <a:pt x="8061" y="5398"/>
                  </a:cubicBezTo>
                  <a:cubicBezTo>
                    <a:pt x="8061" y="4770"/>
                    <a:pt x="7950" y="4141"/>
                    <a:pt x="7728" y="3476"/>
                  </a:cubicBezTo>
                  <a:cubicBezTo>
                    <a:pt x="6988" y="1406"/>
                    <a:pt x="5288" y="1"/>
                    <a:pt x="3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4616;p64">
              <a:extLst>
                <a:ext uri="{FF2B5EF4-FFF2-40B4-BE49-F238E27FC236}">
                  <a16:creationId xmlns:a16="http://schemas.microsoft.com/office/drawing/2014/main" id="{C254B2BF-A300-6F29-078A-FC24C640F8E8}"/>
                </a:ext>
              </a:extLst>
            </p:cNvPr>
            <p:cNvSpPr/>
            <p:nvPr/>
          </p:nvSpPr>
          <p:spPr>
            <a:xfrm>
              <a:off x="1254850" y="2924675"/>
              <a:ext cx="196900" cy="207625"/>
            </a:xfrm>
            <a:custGeom>
              <a:avLst/>
              <a:gdLst/>
              <a:ahLst/>
              <a:cxnLst/>
              <a:rect l="l" t="t" r="r" b="b"/>
              <a:pathLst>
                <a:path w="7876" h="8305" extrusionOk="0">
                  <a:moveTo>
                    <a:pt x="3465" y="1"/>
                  </a:moveTo>
                  <a:cubicBezTo>
                    <a:pt x="3156" y="1"/>
                    <a:pt x="2849" y="52"/>
                    <a:pt x="2552" y="160"/>
                  </a:cubicBezTo>
                  <a:cubicBezTo>
                    <a:pt x="814" y="751"/>
                    <a:pt x="1" y="3043"/>
                    <a:pt x="777" y="5262"/>
                  </a:cubicBezTo>
                  <a:cubicBezTo>
                    <a:pt x="1421" y="7101"/>
                    <a:pt x="2928" y="8304"/>
                    <a:pt x="4436" y="8304"/>
                  </a:cubicBezTo>
                  <a:cubicBezTo>
                    <a:pt x="4747" y="8304"/>
                    <a:pt x="5058" y="8253"/>
                    <a:pt x="5362" y="8145"/>
                  </a:cubicBezTo>
                  <a:cubicBezTo>
                    <a:pt x="7099" y="7554"/>
                    <a:pt x="7876" y="5262"/>
                    <a:pt x="7136" y="3043"/>
                  </a:cubicBezTo>
                  <a:cubicBezTo>
                    <a:pt x="6493" y="1205"/>
                    <a:pt x="4960" y="1"/>
                    <a:pt x="34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4617;p64">
              <a:extLst>
                <a:ext uri="{FF2B5EF4-FFF2-40B4-BE49-F238E27FC236}">
                  <a16:creationId xmlns:a16="http://schemas.microsoft.com/office/drawing/2014/main" id="{F2053197-59A9-56B4-44CC-9A329A716BFB}"/>
                </a:ext>
              </a:extLst>
            </p:cNvPr>
            <p:cNvSpPr/>
            <p:nvPr/>
          </p:nvSpPr>
          <p:spPr>
            <a:xfrm>
              <a:off x="1259475" y="2916650"/>
              <a:ext cx="188575" cy="223700"/>
            </a:xfrm>
            <a:custGeom>
              <a:avLst/>
              <a:gdLst/>
              <a:ahLst/>
              <a:cxnLst/>
              <a:rect l="l" t="t" r="r" b="b"/>
              <a:pathLst>
                <a:path w="7543" h="8948" extrusionOk="0">
                  <a:moveTo>
                    <a:pt x="3254" y="629"/>
                  </a:moveTo>
                  <a:cubicBezTo>
                    <a:pt x="4585" y="629"/>
                    <a:pt x="6027" y="1738"/>
                    <a:pt x="6655" y="3475"/>
                  </a:cubicBezTo>
                  <a:cubicBezTo>
                    <a:pt x="6840" y="3993"/>
                    <a:pt x="6914" y="4548"/>
                    <a:pt x="6914" y="5065"/>
                  </a:cubicBezTo>
                  <a:cubicBezTo>
                    <a:pt x="6914" y="5805"/>
                    <a:pt x="6729" y="6507"/>
                    <a:pt x="6434" y="7025"/>
                  </a:cubicBezTo>
                  <a:cubicBezTo>
                    <a:pt x="6101" y="7579"/>
                    <a:pt x="5620" y="7986"/>
                    <a:pt x="5066" y="8171"/>
                  </a:cubicBezTo>
                  <a:cubicBezTo>
                    <a:pt x="4807" y="8282"/>
                    <a:pt x="4548" y="8319"/>
                    <a:pt x="4252" y="8319"/>
                  </a:cubicBezTo>
                  <a:cubicBezTo>
                    <a:pt x="2921" y="8319"/>
                    <a:pt x="1479" y="7209"/>
                    <a:pt x="888" y="5472"/>
                  </a:cubicBezTo>
                  <a:cubicBezTo>
                    <a:pt x="703" y="4917"/>
                    <a:pt x="592" y="4400"/>
                    <a:pt x="592" y="3882"/>
                  </a:cubicBezTo>
                  <a:cubicBezTo>
                    <a:pt x="592" y="3143"/>
                    <a:pt x="777" y="2440"/>
                    <a:pt x="1110" y="1886"/>
                  </a:cubicBezTo>
                  <a:cubicBezTo>
                    <a:pt x="1443" y="1368"/>
                    <a:pt x="1886" y="961"/>
                    <a:pt x="2478" y="740"/>
                  </a:cubicBezTo>
                  <a:cubicBezTo>
                    <a:pt x="2736" y="666"/>
                    <a:pt x="2995" y="629"/>
                    <a:pt x="3254" y="629"/>
                  </a:cubicBezTo>
                  <a:close/>
                  <a:moveTo>
                    <a:pt x="3254" y="0"/>
                  </a:moveTo>
                  <a:cubicBezTo>
                    <a:pt x="2921" y="0"/>
                    <a:pt x="2589" y="74"/>
                    <a:pt x="2256" y="185"/>
                  </a:cubicBezTo>
                  <a:cubicBezTo>
                    <a:pt x="1553" y="407"/>
                    <a:pt x="962" y="924"/>
                    <a:pt x="592" y="1590"/>
                  </a:cubicBezTo>
                  <a:cubicBezTo>
                    <a:pt x="186" y="2255"/>
                    <a:pt x="1" y="3032"/>
                    <a:pt x="1" y="3882"/>
                  </a:cubicBezTo>
                  <a:cubicBezTo>
                    <a:pt x="1" y="4474"/>
                    <a:pt x="75" y="5065"/>
                    <a:pt x="296" y="5694"/>
                  </a:cubicBezTo>
                  <a:cubicBezTo>
                    <a:pt x="962" y="7616"/>
                    <a:pt x="2589" y="8910"/>
                    <a:pt x="4252" y="8947"/>
                  </a:cubicBezTo>
                  <a:cubicBezTo>
                    <a:pt x="4585" y="8947"/>
                    <a:pt x="4918" y="8873"/>
                    <a:pt x="5250" y="8762"/>
                  </a:cubicBezTo>
                  <a:cubicBezTo>
                    <a:pt x="5990" y="8503"/>
                    <a:pt x="6544" y="7986"/>
                    <a:pt x="6951" y="7357"/>
                  </a:cubicBezTo>
                  <a:cubicBezTo>
                    <a:pt x="7321" y="6692"/>
                    <a:pt x="7543" y="5915"/>
                    <a:pt x="7543" y="5065"/>
                  </a:cubicBezTo>
                  <a:cubicBezTo>
                    <a:pt x="7543" y="4474"/>
                    <a:pt x="7432" y="3882"/>
                    <a:pt x="7210" y="3254"/>
                  </a:cubicBezTo>
                  <a:cubicBezTo>
                    <a:pt x="6544" y="1331"/>
                    <a:pt x="4918" y="0"/>
                    <a:pt x="325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4618;p64">
              <a:extLst>
                <a:ext uri="{FF2B5EF4-FFF2-40B4-BE49-F238E27FC236}">
                  <a16:creationId xmlns:a16="http://schemas.microsoft.com/office/drawing/2014/main" id="{5835BD71-0328-3E06-0B47-BD4392FEEB8C}"/>
                </a:ext>
              </a:extLst>
            </p:cNvPr>
            <p:cNvSpPr/>
            <p:nvPr/>
          </p:nvSpPr>
          <p:spPr>
            <a:xfrm>
              <a:off x="1268725" y="2939350"/>
              <a:ext cx="169150" cy="178300"/>
            </a:xfrm>
            <a:custGeom>
              <a:avLst/>
              <a:gdLst/>
              <a:ahLst/>
              <a:cxnLst/>
              <a:rect l="l" t="t" r="r" b="b"/>
              <a:pathLst>
                <a:path w="6766" h="7132" extrusionOk="0">
                  <a:moveTo>
                    <a:pt x="2950" y="0"/>
                  </a:moveTo>
                  <a:cubicBezTo>
                    <a:pt x="2692" y="0"/>
                    <a:pt x="2434" y="41"/>
                    <a:pt x="2182" y="127"/>
                  </a:cubicBezTo>
                  <a:cubicBezTo>
                    <a:pt x="703" y="645"/>
                    <a:pt x="0" y="2604"/>
                    <a:pt x="666" y="4527"/>
                  </a:cubicBezTo>
                  <a:cubicBezTo>
                    <a:pt x="1221" y="6099"/>
                    <a:pt x="2546" y="7131"/>
                    <a:pt x="3829" y="7131"/>
                  </a:cubicBezTo>
                  <a:cubicBezTo>
                    <a:pt x="4085" y="7131"/>
                    <a:pt x="4339" y="7090"/>
                    <a:pt x="4585" y="7004"/>
                  </a:cubicBezTo>
                  <a:cubicBezTo>
                    <a:pt x="6101" y="6486"/>
                    <a:pt x="6766" y="4490"/>
                    <a:pt x="6101" y="2604"/>
                  </a:cubicBezTo>
                  <a:cubicBezTo>
                    <a:pt x="5546" y="1032"/>
                    <a:pt x="4246" y="0"/>
                    <a:pt x="295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4619;p64">
              <a:extLst>
                <a:ext uri="{FF2B5EF4-FFF2-40B4-BE49-F238E27FC236}">
                  <a16:creationId xmlns:a16="http://schemas.microsoft.com/office/drawing/2014/main" id="{5E8EA214-393E-5DAB-0993-1BF582A0CE70}"/>
                </a:ext>
              </a:extLst>
            </p:cNvPr>
            <p:cNvSpPr/>
            <p:nvPr/>
          </p:nvSpPr>
          <p:spPr>
            <a:xfrm>
              <a:off x="1271500" y="2931425"/>
              <a:ext cx="163625" cy="194125"/>
            </a:xfrm>
            <a:custGeom>
              <a:avLst/>
              <a:gdLst/>
              <a:ahLst/>
              <a:cxnLst/>
              <a:rect l="l" t="t" r="r" b="b"/>
              <a:pathLst>
                <a:path w="6545" h="7765" extrusionOk="0">
                  <a:moveTo>
                    <a:pt x="2847" y="629"/>
                  </a:moveTo>
                  <a:cubicBezTo>
                    <a:pt x="3956" y="629"/>
                    <a:pt x="5176" y="1553"/>
                    <a:pt x="5694" y="3032"/>
                  </a:cubicBezTo>
                  <a:cubicBezTo>
                    <a:pt x="5879" y="3476"/>
                    <a:pt x="5953" y="3957"/>
                    <a:pt x="5953" y="4400"/>
                  </a:cubicBezTo>
                  <a:cubicBezTo>
                    <a:pt x="5953" y="5029"/>
                    <a:pt x="5805" y="5583"/>
                    <a:pt x="5509" y="6064"/>
                  </a:cubicBezTo>
                  <a:cubicBezTo>
                    <a:pt x="5250" y="6508"/>
                    <a:pt x="4843" y="6840"/>
                    <a:pt x="4363" y="7025"/>
                  </a:cubicBezTo>
                  <a:cubicBezTo>
                    <a:pt x="4141" y="7099"/>
                    <a:pt x="3919" y="7136"/>
                    <a:pt x="3697" y="7136"/>
                  </a:cubicBezTo>
                  <a:cubicBezTo>
                    <a:pt x="2588" y="7136"/>
                    <a:pt x="1368" y="6212"/>
                    <a:pt x="851" y="4733"/>
                  </a:cubicBezTo>
                  <a:cubicBezTo>
                    <a:pt x="703" y="4252"/>
                    <a:pt x="629" y="3809"/>
                    <a:pt x="629" y="3365"/>
                  </a:cubicBezTo>
                  <a:cubicBezTo>
                    <a:pt x="629" y="2736"/>
                    <a:pt x="777" y="2145"/>
                    <a:pt x="1035" y="1701"/>
                  </a:cubicBezTo>
                  <a:cubicBezTo>
                    <a:pt x="1331" y="1258"/>
                    <a:pt x="1701" y="888"/>
                    <a:pt x="2182" y="740"/>
                  </a:cubicBezTo>
                  <a:cubicBezTo>
                    <a:pt x="2403" y="666"/>
                    <a:pt x="2625" y="629"/>
                    <a:pt x="2847" y="629"/>
                  </a:cubicBezTo>
                  <a:close/>
                  <a:moveTo>
                    <a:pt x="2847" y="1"/>
                  </a:moveTo>
                  <a:cubicBezTo>
                    <a:pt x="2551" y="1"/>
                    <a:pt x="2255" y="38"/>
                    <a:pt x="1997" y="149"/>
                  </a:cubicBezTo>
                  <a:cubicBezTo>
                    <a:pt x="1368" y="370"/>
                    <a:pt x="851" y="814"/>
                    <a:pt x="518" y="1369"/>
                  </a:cubicBezTo>
                  <a:cubicBezTo>
                    <a:pt x="185" y="1960"/>
                    <a:pt x="0" y="2626"/>
                    <a:pt x="0" y="3365"/>
                  </a:cubicBezTo>
                  <a:cubicBezTo>
                    <a:pt x="0" y="3883"/>
                    <a:pt x="74" y="4400"/>
                    <a:pt x="259" y="4918"/>
                  </a:cubicBezTo>
                  <a:cubicBezTo>
                    <a:pt x="851" y="6618"/>
                    <a:pt x="2255" y="7728"/>
                    <a:pt x="3697" y="7765"/>
                  </a:cubicBezTo>
                  <a:cubicBezTo>
                    <a:pt x="3993" y="7765"/>
                    <a:pt x="4289" y="7691"/>
                    <a:pt x="4585" y="7617"/>
                  </a:cubicBezTo>
                  <a:cubicBezTo>
                    <a:pt x="5213" y="7395"/>
                    <a:pt x="5694" y="6951"/>
                    <a:pt x="6063" y="6360"/>
                  </a:cubicBezTo>
                  <a:cubicBezTo>
                    <a:pt x="6396" y="5805"/>
                    <a:pt x="6544" y="5103"/>
                    <a:pt x="6544" y="4400"/>
                  </a:cubicBezTo>
                  <a:cubicBezTo>
                    <a:pt x="6544" y="3883"/>
                    <a:pt x="6470" y="3365"/>
                    <a:pt x="6285" y="2810"/>
                  </a:cubicBezTo>
                  <a:cubicBezTo>
                    <a:pt x="5694" y="1147"/>
                    <a:pt x="4326" y="1"/>
                    <a:pt x="28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4620;p64">
              <a:extLst>
                <a:ext uri="{FF2B5EF4-FFF2-40B4-BE49-F238E27FC236}">
                  <a16:creationId xmlns:a16="http://schemas.microsoft.com/office/drawing/2014/main" id="{6D41929A-7255-0AD4-F87F-71F886140885}"/>
                </a:ext>
              </a:extLst>
            </p:cNvPr>
            <p:cNvSpPr/>
            <p:nvPr/>
          </p:nvSpPr>
          <p:spPr>
            <a:xfrm>
              <a:off x="1540450" y="2960750"/>
              <a:ext cx="151600" cy="159500"/>
            </a:xfrm>
            <a:custGeom>
              <a:avLst/>
              <a:gdLst/>
              <a:ahLst/>
              <a:cxnLst/>
              <a:rect l="l" t="t" r="r" b="b"/>
              <a:pathLst>
                <a:path w="6064" h="6380" extrusionOk="0">
                  <a:moveTo>
                    <a:pt x="2656" y="1"/>
                  </a:moveTo>
                  <a:cubicBezTo>
                    <a:pt x="2420" y="1"/>
                    <a:pt x="2187" y="40"/>
                    <a:pt x="1960" y="122"/>
                  </a:cubicBezTo>
                  <a:cubicBezTo>
                    <a:pt x="629" y="565"/>
                    <a:pt x="1" y="2340"/>
                    <a:pt x="592" y="4041"/>
                  </a:cubicBezTo>
                  <a:cubicBezTo>
                    <a:pt x="1083" y="5452"/>
                    <a:pt x="2262" y="6379"/>
                    <a:pt x="3409" y="6379"/>
                  </a:cubicBezTo>
                  <a:cubicBezTo>
                    <a:pt x="3644" y="6379"/>
                    <a:pt x="3878" y="6341"/>
                    <a:pt x="4104" y="6259"/>
                  </a:cubicBezTo>
                  <a:cubicBezTo>
                    <a:pt x="5435" y="5778"/>
                    <a:pt x="6064" y="4041"/>
                    <a:pt x="5472" y="2340"/>
                  </a:cubicBezTo>
                  <a:cubicBezTo>
                    <a:pt x="4981" y="928"/>
                    <a:pt x="3803" y="1"/>
                    <a:pt x="265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4621;p64">
              <a:extLst>
                <a:ext uri="{FF2B5EF4-FFF2-40B4-BE49-F238E27FC236}">
                  <a16:creationId xmlns:a16="http://schemas.microsoft.com/office/drawing/2014/main" id="{2D5E0EF2-A939-5191-C8E8-AA7CD10ED367}"/>
                </a:ext>
              </a:extLst>
            </p:cNvPr>
            <p:cNvSpPr/>
            <p:nvPr/>
          </p:nvSpPr>
          <p:spPr>
            <a:xfrm>
              <a:off x="1542300" y="2952675"/>
              <a:ext cx="147900" cy="174725"/>
            </a:xfrm>
            <a:custGeom>
              <a:avLst/>
              <a:gdLst/>
              <a:ahLst/>
              <a:cxnLst/>
              <a:rect l="l" t="t" r="r" b="b"/>
              <a:pathLst>
                <a:path w="5916" h="6989" extrusionOk="0">
                  <a:moveTo>
                    <a:pt x="2589" y="629"/>
                  </a:moveTo>
                  <a:cubicBezTo>
                    <a:pt x="3550" y="629"/>
                    <a:pt x="4659" y="1443"/>
                    <a:pt x="5103" y="2774"/>
                  </a:cubicBezTo>
                  <a:cubicBezTo>
                    <a:pt x="5250" y="3180"/>
                    <a:pt x="5324" y="3587"/>
                    <a:pt x="5324" y="3957"/>
                  </a:cubicBezTo>
                  <a:cubicBezTo>
                    <a:pt x="5324" y="4511"/>
                    <a:pt x="5177" y="5029"/>
                    <a:pt x="4918" y="5436"/>
                  </a:cubicBezTo>
                  <a:cubicBezTo>
                    <a:pt x="4696" y="5842"/>
                    <a:pt x="4363" y="6138"/>
                    <a:pt x="3920" y="6286"/>
                  </a:cubicBezTo>
                  <a:cubicBezTo>
                    <a:pt x="3735" y="6360"/>
                    <a:pt x="3550" y="6397"/>
                    <a:pt x="3328" y="6397"/>
                  </a:cubicBezTo>
                  <a:cubicBezTo>
                    <a:pt x="2367" y="6397"/>
                    <a:pt x="1258" y="5547"/>
                    <a:pt x="814" y="4253"/>
                  </a:cubicBezTo>
                  <a:cubicBezTo>
                    <a:pt x="666" y="3846"/>
                    <a:pt x="592" y="3439"/>
                    <a:pt x="592" y="3033"/>
                  </a:cubicBezTo>
                  <a:cubicBezTo>
                    <a:pt x="592" y="2478"/>
                    <a:pt x="740" y="1960"/>
                    <a:pt x="999" y="1554"/>
                  </a:cubicBezTo>
                  <a:cubicBezTo>
                    <a:pt x="1221" y="1184"/>
                    <a:pt x="1553" y="888"/>
                    <a:pt x="1997" y="740"/>
                  </a:cubicBezTo>
                  <a:cubicBezTo>
                    <a:pt x="2182" y="666"/>
                    <a:pt x="2367" y="629"/>
                    <a:pt x="2589" y="629"/>
                  </a:cubicBezTo>
                  <a:close/>
                  <a:moveTo>
                    <a:pt x="2589" y="1"/>
                  </a:moveTo>
                  <a:cubicBezTo>
                    <a:pt x="2330" y="1"/>
                    <a:pt x="2034" y="38"/>
                    <a:pt x="1775" y="149"/>
                  </a:cubicBezTo>
                  <a:cubicBezTo>
                    <a:pt x="1221" y="334"/>
                    <a:pt x="777" y="740"/>
                    <a:pt x="444" y="1258"/>
                  </a:cubicBezTo>
                  <a:cubicBezTo>
                    <a:pt x="149" y="1776"/>
                    <a:pt x="1" y="2404"/>
                    <a:pt x="1" y="3033"/>
                  </a:cubicBezTo>
                  <a:cubicBezTo>
                    <a:pt x="1" y="3513"/>
                    <a:pt x="75" y="3994"/>
                    <a:pt x="222" y="4437"/>
                  </a:cubicBezTo>
                  <a:cubicBezTo>
                    <a:pt x="777" y="5953"/>
                    <a:pt x="2034" y="6988"/>
                    <a:pt x="3328" y="6988"/>
                  </a:cubicBezTo>
                  <a:cubicBezTo>
                    <a:pt x="3624" y="6988"/>
                    <a:pt x="3883" y="6951"/>
                    <a:pt x="4141" y="6878"/>
                  </a:cubicBezTo>
                  <a:cubicBezTo>
                    <a:pt x="4696" y="6656"/>
                    <a:pt x="5177" y="6249"/>
                    <a:pt x="5472" y="5768"/>
                  </a:cubicBezTo>
                  <a:cubicBezTo>
                    <a:pt x="5768" y="5251"/>
                    <a:pt x="5916" y="4622"/>
                    <a:pt x="5916" y="3957"/>
                  </a:cubicBezTo>
                  <a:cubicBezTo>
                    <a:pt x="5916" y="3513"/>
                    <a:pt x="5842" y="3033"/>
                    <a:pt x="5694" y="2552"/>
                  </a:cubicBezTo>
                  <a:cubicBezTo>
                    <a:pt x="5140" y="1036"/>
                    <a:pt x="3883" y="1"/>
                    <a:pt x="25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4622;p64">
              <a:extLst>
                <a:ext uri="{FF2B5EF4-FFF2-40B4-BE49-F238E27FC236}">
                  <a16:creationId xmlns:a16="http://schemas.microsoft.com/office/drawing/2014/main" id="{3ABAFB8D-A446-B21C-73D8-FC1702D7DD7E}"/>
                </a:ext>
              </a:extLst>
            </p:cNvPr>
            <p:cNvSpPr/>
            <p:nvPr/>
          </p:nvSpPr>
          <p:spPr>
            <a:xfrm>
              <a:off x="1551550" y="2972325"/>
              <a:ext cx="129425" cy="136350"/>
            </a:xfrm>
            <a:custGeom>
              <a:avLst/>
              <a:gdLst/>
              <a:ahLst/>
              <a:cxnLst/>
              <a:rect l="l" t="t" r="r" b="b"/>
              <a:pathLst>
                <a:path w="5177" h="5454" extrusionOk="0">
                  <a:moveTo>
                    <a:pt x="2260" y="1"/>
                  </a:moveTo>
                  <a:cubicBezTo>
                    <a:pt x="2059" y="1"/>
                    <a:pt x="1858" y="33"/>
                    <a:pt x="1664" y="102"/>
                  </a:cubicBezTo>
                  <a:cubicBezTo>
                    <a:pt x="518" y="472"/>
                    <a:pt x="0" y="1988"/>
                    <a:pt x="518" y="3430"/>
                  </a:cubicBezTo>
                  <a:cubicBezTo>
                    <a:pt x="917" y="4659"/>
                    <a:pt x="1930" y="5454"/>
                    <a:pt x="2918" y="5454"/>
                  </a:cubicBezTo>
                  <a:cubicBezTo>
                    <a:pt x="3119" y="5454"/>
                    <a:pt x="3319" y="5421"/>
                    <a:pt x="3513" y="5352"/>
                  </a:cubicBezTo>
                  <a:cubicBezTo>
                    <a:pt x="4659" y="4945"/>
                    <a:pt x="5176" y="3430"/>
                    <a:pt x="4659" y="1988"/>
                  </a:cubicBezTo>
                  <a:cubicBezTo>
                    <a:pt x="4259" y="790"/>
                    <a:pt x="3248" y="1"/>
                    <a:pt x="226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4623;p64">
              <a:extLst>
                <a:ext uri="{FF2B5EF4-FFF2-40B4-BE49-F238E27FC236}">
                  <a16:creationId xmlns:a16="http://schemas.microsoft.com/office/drawing/2014/main" id="{9C87C4F4-0318-CCC6-7DC3-C6D80CB8A9EB}"/>
                </a:ext>
              </a:extLst>
            </p:cNvPr>
            <p:cNvSpPr/>
            <p:nvPr/>
          </p:nvSpPr>
          <p:spPr>
            <a:xfrm>
              <a:off x="1551550" y="2963775"/>
              <a:ext cx="129425" cy="152525"/>
            </a:xfrm>
            <a:custGeom>
              <a:avLst/>
              <a:gdLst/>
              <a:ahLst/>
              <a:cxnLst/>
              <a:rect l="l" t="t" r="r" b="b"/>
              <a:pathLst>
                <a:path w="5177" h="6101" extrusionOk="0">
                  <a:moveTo>
                    <a:pt x="2256" y="629"/>
                  </a:moveTo>
                  <a:cubicBezTo>
                    <a:pt x="3069" y="629"/>
                    <a:pt x="3993" y="1332"/>
                    <a:pt x="4400" y="2441"/>
                  </a:cubicBezTo>
                  <a:cubicBezTo>
                    <a:pt x="4511" y="2773"/>
                    <a:pt x="4548" y="3143"/>
                    <a:pt x="4548" y="3439"/>
                  </a:cubicBezTo>
                  <a:cubicBezTo>
                    <a:pt x="4548" y="3920"/>
                    <a:pt x="4437" y="4363"/>
                    <a:pt x="4252" y="4696"/>
                  </a:cubicBezTo>
                  <a:cubicBezTo>
                    <a:pt x="4030" y="5029"/>
                    <a:pt x="3771" y="5287"/>
                    <a:pt x="3402" y="5398"/>
                  </a:cubicBezTo>
                  <a:cubicBezTo>
                    <a:pt x="3254" y="5472"/>
                    <a:pt x="3069" y="5472"/>
                    <a:pt x="2921" y="5472"/>
                  </a:cubicBezTo>
                  <a:cubicBezTo>
                    <a:pt x="2901" y="5473"/>
                    <a:pt x="2880" y="5474"/>
                    <a:pt x="2859" y="5474"/>
                  </a:cubicBezTo>
                  <a:cubicBezTo>
                    <a:pt x="2062" y="5474"/>
                    <a:pt x="1174" y="4779"/>
                    <a:pt x="814" y="3698"/>
                  </a:cubicBezTo>
                  <a:cubicBezTo>
                    <a:pt x="666" y="3328"/>
                    <a:pt x="629" y="2995"/>
                    <a:pt x="629" y="2663"/>
                  </a:cubicBezTo>
                  <a:cubicBezTo>
                    <a:pt x="629" y="2182"/>
                    <a:pt x="740" y="1775"/>
                    <a:pt x="925" y="1442"/>
                  </a:cubicBezTo>
                  <a:cubicBezTo>
                    <a:pt x="1146" y="1073"/>
                    <a:pt x="1405" y="851"/>
                    <a:pt x="1775" y="703"/>
                  </a:cubicBezTo>
                  <a:cubicBezTo>
                    <a:pt x="1923" y="666"/>
                    <a:pt x="2108" y="629"/>
                    <a:pt x="2256" y="629"/>
                  </a:cubicBezTo>
                  <a:close/>
                  <a:moveTo>
                    <a:pt x="2256" y="1"/>
                  </a:moveTo>
                  <a:cubicBezTo>
                    <a:pt x="2034" y="1"/>
                    <a:pt x="1812" y="75"/>
                    <a:pt x="1590" y="149"/>
                  </a:cubicBezTo>
                  <a:cubicBezTo>
                    <a:pt x="1073" y="296"/>
                    <a:pt x="666" y="666"/>
                    <a:pt x="407" y="1110"/>
                  </a:cubicBezTo>
                  <a:cubicBezTo>
                    <a:pt x="148" y="1553"/>
                    <a:pt x="0" y="2108"/>
                    <a:pt x="0" y="2663"/>
                  </a:cubicBezTo>
                  <a:cubicBezTo>
                    <a:pt x="0" y="3069"/>
                    <a:pt x="74" y="3476"/>
                    <a:pt x="222" y="3883"/>
                  </a:cubicBezTo>
                  <a:cubicBezTo>
                    <a:pt x="666" y="5214"/>
                    <a:pt x="1775" y="6101"/>
                    <a:pt x="2921" y="6101"/>
                  </a:cubicBezTo>
                  <a:cubicBezTo>
                    <a:pt x="3143" y="6101"/>
                    <a:pt x="3402" y="6064"/>
                    <a:pt x="3623" y="5990"/>
                  </a:cubicBezTo>
                  <a:cubicBezTo>
                    <a:pt x="4104" y="5805"/>
                    <a:pt x="4511" y="5472"/>
                    <a:pt x="4770" y="4992"/>
                  </a:cubicBezTo>
                  <a:cubicBezTo>
                    <a:pt x="5028" y="4548"/>
                    <a:pt x="5176" y="4030"/>
                    <a:pt x="5176" y="3439"/>
                  </a:cubicBezTo>
                  <a:cubicBezTo>
                    <a:pt x="5176" y="3069"/>
                    <a:pt x="5102" y="2626"/>
                    <a:pt x="4954" y="2219"/>
                  </a:cubicBezTo>
                  <a:cubicBezTo>
                    <a:pt x="4511" y="925"/>
                    <a:pt x="3439" y="38"/>
                    <a:pt x="22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4624;p64">
              <a:extLst>
                <a:ext uri="{FF2B5EF4-FFF2-40B4-BE49-F238E27FC236}">
                  <a16:creationId xmlns:a16="http://schemas.microsoft.com/office/drawing/2014/main" id="{FC2A8380-0B9B-BE6F-465A-B0BBA2811149}"/>
                </a:ext>
              </a:extLst>
            </p:cNvPr>
            <p:cNvSpPr/>
            <p:nvPr/>
          </p:nvSpPr>
          <p:spPr>
            <a:xfrm>
              <a:off x="4390900" y="2603325"/>
              <a:ext cx="29600" cy="247725"/>
            </a:xfrm>
            <a:custGeom>
              <a:avLst/>
              <a:gdLst/>
              <a:ahLst/>
              <a:cxnLst/>
              <a:rect l="l" t="t" r="r" b="b"/>
              <a:pathLst>
                <a:path w="1184" h="9909" extrusionOk="0">
                  <a:moveTo>
                    <a:pt x="0" y="0"/>
                  </a:moveTo>
                  <a:lnTo>
                    <a:pt x="0" y="9908"/>
                  </a:lnTo>
                  <a:lnTo>
                    <a:pt x="1183" y="9908"/>
                  </a:lnTo>
                  <a:lnTo>
                    <a:pt x="11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4625;p64">
              <a:extLst>
                <a:ext uri="{FF2B5EF4-FFF2-40B4-BE49-F238E27FC236}">
                  <a16:creationId xmlns:a16="http://schemas.microsoft.com/office/drawing/2014/main" id="{7EDA5D62-A5F5-6824-ABB5-9127079A8F8F}"/>
                </a:ext>
              </a:extLst>
            </p:cNvPr>
            <p:cNvSpPr/>
            <p:nvPr/>
          </p:nvSpPr>
          <p:spPr>
            <a:xfrm>
              <a:off x="4291075" y="2603325"/>
              <a:ext cx="28675" cy="247725"/>
            </a:xfrm>
            <a:custGeom>
              <a:avLst/>
              <a:gdLst/>
              <a:ahLst/>
              <a:cxnLst/>
              <a:rect l="l" t="t" r="r" b="b"/>
              <a:pathLst>
                <a:path w="1147" h="9909" extrusionOk="0">
                  <a:moveTo>
                    <a:pt x="0" y="0"/>
                  </a:moveTo>
                  <a:lnTo>
                    <a:pt x="0" y="9908"/>
                  </a:lnTo>
                  <a:lnTo>
                    <a:pt x="1146" y="9908"/>
                  </a:lnTo>
                  <a:lnTo>
                    <a:pt x="11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4626;p64">
              <a:extLst>
                <a:ext uri="{FF2B5EF4-FFF2-40B4-BE49-F238E27FC236}">
                  <a16:creationId xmlns:a16="http://schemas.microsoft.com/office/drawing/2014/main" id="{D68C0D7F-15FA-D443-F06C-8ED72A234D8C}"/>
                </a:ext>
              </a:extLst>
            </p:cNvPr>
            <p:cNvSpPr/>
            <p:nvPr/>
          </p:nvSpPr>
          <p:spPr>
            <a:xfrm>
              <a:off x="4190325" y="2603325"/>
              <a:ext cx="29600" cy="247725"/>
            </a:xfrm>
            <a:custGeom>
              <a:avLst/>
              <a:gdLst/>
              <a:ahLst/>
              <a:cxnLst/>
              <a:rect l="l" t="t" r="r" b="b"/>
              <a:pathLst>
                <a:path w="1184" h="9909" extrusionOk="0">
                  <a:moveTo>
                    <a:pt x="0" y="0"/>
                  </a:moveTo>
                  <a:lnTo>
                    <a:pt x="0" y="9908"/>
                  </a:lnTo>
                  <a:lnTo>
                    <a:pt x="1183" y="9908"/>
                  </a:lnTo>
                  <a:lnTo>
                    <a:pt x="118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4627;p64">
              <a:extLst>
                <a:ext uri="{FF2B5EF4-FFF2-40B4-BE49-F238E27FC236}">
                  <a16:creationId xmlns:a16="http://schemas.microsoft.com/office/drawing/2014/main" id="{89F502B1-BCE9-9403-A540-D0629B5010F4}"/>
                </a:ext>
              </a:extLst>
            </p:cNvPr>
            <p:cNvSpPr/>
            <p:nvPr/>
          </p:nvSpPr>
          <p:spPr>
            <a:xfrm>
              <a:off x="4090500" y="2603325"/>
              <a:ext cx="28675" cy="247725"/>
            </a:xfrm>
            <a:custGeom>
              <a:avLst/>
              <a:gdLst/>
              <a:ahLst/>
              <a:cxnLst/>
              <a:rect l="l" t="t" r="r" b="b"/>
              <a:pathLst>
                <a:path w="1147" h="9909" extrusionOk="0">
                  <a:moveTo>
                    <a:pt x="1" y="0"/>
                  </a:moveTo>
                  <a:lnTo>
                    <a:pt x="1" y="9908"/>
                  </a:lnTo>
                  <a:lnTo>
                    <a:pt x="1147" y="9908"/>
                  </a:lnTo>
                  <a:lnTo>
                    <a:pt x="114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4628;p64">
              <a:extLst>
                <a:ext uri="{FF2B5EF4-FFF2-40B4-BE49-F238E27FC236}">
                  <a16:creationId xmlns:a16="http://schemas.microsoft.com/office/drawing/2014/main" id="{C632E97D-40BF-C34A-2846-4970488CD501}"/>
                </a:ext>
              </a:extLst>
            </p:cNvPr>
            <p:cNvSpPr/>
            <p:nvPr/>
          </p:nvSpPr>
          <p:spPr>
            <a:xfrm>
              <a:off x="4561875" y="2950850"/>
              <a:ext cx="378050" cy="36050"/>
            </a:xfrm>
            <a:custGeom>
              <a:avLst/>
              <a:gdLst/>
              <a:ahLst/>
              <a:cxnLst/>
              <a:rect l="l" t="t" r="r" b="b"/>
              <a:pathLst>
                <a:path w="15122" h="1442" extrusionOk="0">
                  <a:moveTo>
                    <a:pt x="703" y="0"/>
                  </a:moveTo>
                  <a:cubicBezTo>
                    <a:pt x="333" y="0"/>
                    <a:pt x="1" y="333"/>
                    <a:pt x="1" y="739"/>
                  </a:cubicBezTo>
                  <a:cubicBezTo>
                    <a:pt x="1" y="1109"/>
                    <a:pt x="333" y="1442"/>
                    <a:pt x="703" y="1442"/>
                  </a:cubicBezTo>
                  <a:lnTo>
                    <a:pt x="14419" y="1442"/>
                  </a:lnTo>
                  <a:cubicBezTo>
                    <a:pt x="14789" y="1442"/>
                    <a:pt x="15122" y="1109"/>
                    <a:pt x="15122" y="739"/>
                  </a:cubicBezTo>
                  <a:cubicBezTo>
                    <a:pt x="15122" y="333"/>
                    <a:pt x="14789" y="0"/>
                    <a:pt x="144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4629;p64">
              <a:extLst>
                <a:ext uri="{FF2B5EF4-FFF2-40B4-BE49-F238E27FC236}">
                  <a16:creationId xmlns:a16="http://schemas.microsoft.com/office/drawing/2014/main" id="{2E2B4F1A-5BB8-F2AA-04B9-C34794CF5EE4}"/>
                </a:ext>
              </a:extLst>
            </p:cNvPr>
            <p:cNvSpPr/>
            <p:nvPr/>
          </p:nvSpPr>
          <p:spPr>
            <a:xfrm>
              <a:off x="4561875" y="3063600"/>
              <a:ext cx="378050" cy="35150"/>
            </a:xfrm>
            <a:custGeom>
              <a:avLst/>
              <a:gdLst/>
              <a:ahLst/>
              <a:cxnLst/>
              <a:rect l="l" t="t" r="r" b="b"/>
              <a:pathLst>
                <a:path w="15122" h="1406" extrusionOk="0">
                  <a:moveTo>
                    <a:pt x="703" y="0"/>
                  </a:moveTo>
                  <a:cubicBezTo>
                    <a:pt x="333" y="0"/>
                    <a:pt x="1" y="296"/>
                    <a:pt x="1" y="703"/>
                  </a:cubicBezTo>
                  <a:cubicBezTo>
                    <a:pt x="1" y="1073"/>
                    <a:pt x="333" y="1405"/>
                    <a:pt x="703" y="1405"/>
                  </a:cubicBezTo>
                  <a:lnTo>
                    <a:pt x="14419" y="1405"/>
                  </a:lnTo>
                  <a:cubicBezTo>
                    <a:pt x="14789" y="1405"/>
                    <a:pt x="15122" y="1073"/>
                    <a:pt x="15122" y="703"/>
                  </a:cubicBezTo>
                  <a:cubicBezTo>
                    <a:pt x="15122" y="296"/>
                    <a:pt x="14789" y="0"/>
                    <a:pt x="144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4630;p64">
              <a:extLst>
                <a:ext uri="{FF2B5EF4-FFF2-40B4-BE49-F238E27FC236}">
                  <a16:creationId xmlns:a16="http://schemas.microsoft.com/office/drawing/2014/main" id="{84722B04-9ECF-3FF3-A69D-5D2AF62DD5ED}"/>
                </a:ext>
              </a:extLst>
            </p:cNvPr>
            <p:cNvSpPr/>
            <p:nvPr/>
          </p:nvSpPr>
          <p:spPr>
            <a:xfrm>
              <a:off x="2656050" y="3012775"/>
              <a:ext cx="159925" cy="146050"/>
            </a:xfrm>
            <a:custGeom>
              <a:avLst/>
              <a:gdLst/>
              <a:ahLst/>
              <a:cxnLst/>
              <a:rect l="l" t="t" r="r" b="b"/>
              <a:pathLst>
                <a:path w="6397" h="5842" extrusionOk="0">
                  <a:moveTo>
                    <a:pt x="3217" y="0"/>
                  </a:moveTo>
                  <a:cubicBezTo>
                    <a:pt x="1442" y="0"/>
                    <a:pt x="0" y="1331"/>
                    <a:pt x="0" y="2921"/>
                  </a:cubicBezTo>
                  <a:cubicBezTo>
                    <a:pt x="0" y="4547"/>
                    <a:pt x="1442" y="5841"/>
                    <a:pt x="3217" y="5841"/>
                  </a:cubicBezTo>
                  <a:cubicBezTo>
                    <a:pt x="4954" y="5841"/>
                    <a:pt x="6396" y="4547"/>
                    <a:pt x="6396" y="2921"/>
                  </a:cubicBezTo>
                  <a:cubicBezTo>
                    <a:pt x="6396" y="1331"/>
                    <a:pt x="4954" y="0"/>
                    <a:pt x="321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4631;p64">
              <a:extLst>
                <a:ext uri="{FF2B5EF4-FFF2-40B4-BE49-F238E27FC236}">
                  <a16:creationId xmlns:a16="http://schemas.microsoft.com/office/drawing/2014/main" id="{5CAA4651-5D88-8B94-C7DF-10FD15EFF108}"/>
                </a:ext>
              </a:extLst>
            </p:cNvPr>
            <p:cNvSpPr/>
            <p:nvPr/>
          </p:nvSpPr>
          <p:spPr>
            <a:xfrm>
              <a:off x="2648650" y="3005375"/>
              <a:ext cx="174700" cy="161775"/>
            </a:xfrm>
            <a:custGeom>
              <a:avLst/>
              <a:gdLst/>
              <a:ahLst/>
              <a:cxnLst/>
              <a:rect l="l" t="t" r="r" b="b"/>
              <a:pathLst>
                <a:path w="6988" h="6471" extrusionOk="0">
                  <a:moveTo>
                    <a:pt x="3513" y="629"/>
                  </a:moveTo>
                  <a:cubicBezTo>
                    <a:pt x="4289" y="629"/>
                    <a:pt x="5028" y="925"/>
                    <a:pt x="5546" y="1368"/>
                  </a:cubicBezTo>
                  <a:cubicBezTo>
                    <a:pt x="6064" y="1849"/>
                    <a:pt x="6359" y="2514"/>
                    <a:pt x="6359" y="3217"/>
                  </a:cubicBezTo>
                  <a:cubicBezTo>
                    <a:pt x="6359" y="3919"/>
                    <a:pt x="6064" y="4585"/>
                    <a:pt x="5546" y="5065"/>
                  </a:cubicBezTo>
                  <a:cubicBezTo>
                    <a:pt x="5028" y="5546"/>
                    <a:pt x="4289" y="5842"/>
                    <a:pt x="3513" y="5842"/>
                  </a:cubicBezTo>
                  <a:cubicBezTo>
                    <a:pt x="2699" y="5842"/>
                    <a:pt x="1960" y="5546"/>
                    <a:pt x="1442" y="5065"/>
                  </a:cubicBezTo>
                  <a:cubicBezTo>
                    <a:pt x="925" y="4585"/>
                    <a:pt x="629" y="3919"/>
                    <a:pt x="629" y="3217"/>
                  </a:cubicBezTo>
                  <a:cubicBezTo>
                    <a:pt x="629" y="2514"/>
                    <a:pt x="925" y="1849"/>
                    <a:pt x="1442" y="1368"/>
                  </a:cubicBezTo>
                  <a:cubicBezTo>
                    <a:pt x="1960" y="925"/>
                    <a:pt x="2699" y="629"/>
                    <a:pt x="3513" y="629"/>
                  </a:cubicBezTo>
                  <a:close/>
                  <a:moveTo>
                    <a:pt x="3513" y="0"/>
                  </a:moveTo>
                  <a:cubicBezTo>
                    <a:pt x="2551" y="0"/>
                    <a:pt x="1664" y="333"/>
                    <a:pt x="1036" y="925"/>
                  </a:cubicBezTo>
                  <a:cubicBezTo>
                    <a:pt x="407" y="1516"/>
                    <a:pt x="0" y="2329"/>
                    <a:pt x="0" y="3217"/>
                  </a:cubicBezTo>
                  <a:cubicBezTo>
                    <a:pt x="0" y="4104"/>
                    <a:pt x="407" y="4917"/>
                    <a:pt x="1036" y="5509"/>
                  </a:cubicBezTo>
                  <a:cubicBezTo>
                    <a:pt x="1664" y="6100"/>
                    <a:pt x="2551" y="6470"/>
                    <a:pt x="3513" y="6470"/>
                  </a:cubicBezTo>
                  <a:cubicBezTo>
                    <a:pt x="4437" y="6470"/>
                    <a:pt x="5324" y="6100"/>
                    <a:pt x="5953" y="5509"/>
                  </a:cubicBezTo>
                  <a:cubicBezTo>
                    <a:pt x="6581" y="4917"/>
                    <a:pt x="6988" y="4104"/>
                    <a:pt x="6988" y="3217"/>
                  </a:cubicBezTo>
                  <a:cubicBezTo>
                    <a:pt x="6988" y="2329"/>
                    <a:pt x="6581" y="1516"/>
                    <a:pt x="5953" y="925"/>
                  </a:cubicBezTo>
                  <a:cubicBezTo>
                    <a:pt x="5324" y="333"/>
                    <a:pt x="4437" y="0"/>
                    <a:pt x="3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4632;p64">
              <a:extLst>
                <a:ext uri="{FF2B5EF4-FFF2-40B4-BE49-F238E27FC236}">
                  <a16:creationId xmlns:a16="http://schemas.microsoft.com/office/drawing/2014/main" id="{6CAD6ADF-B99F-FEA3-ACC7-A874691B41D9}"/>
                </a:ext>
              </a:extLst>
            </p:cNvPr>
            <p:cNvSpPr/>
            <p:nvPr/>
          </p:nvSpPr>
          <p:spPr>
            <a:xfrm>
              <a:off x="2644950" y="3225350"/>
              <a:ext cx="159000" cy="146050"/>
            </a:xfrm>
            <a:custGeom>
              <a:avLst/>
              <a:gdLst/>
              <a:ahLst/>
              <a:cxnLst/>
              <a:rect l="l" t="t" r="r" b="b"/>
              <a:pathLst>
                <a:path w="6360" h="5842" extrusionOk="0">
                  <a:moveTo>
                    <a:pt x="3180" y="0"/>
                  </a:moveTo>
                  <a:cubicBezTo>
                    <a:pt x="1405" y="0"/>
                    <a:pt x="1" y="1294"/>
                    <a:pt x="1" y="2921"/>
                  </a:cubicBezTo>
                  <a:cubicBezTo>
                    <a:pt x="1" y="4548"/>
                    <a:pt x="1405" y="5842"/>
                    <a:pt x="3180" y="5842"/>
                  </a:cubicBezTo>
                  <a:cubicBezTo>
                    <a:pt x="4918" y="5842"/>
                    <a:pt x="6360" y="4548"/>
                    <a:pt x="6360" y="2921"/>
                  </a:cubicBezTo>
                  <a:cubicBezTo>
                    <a:pt x="6360" y="1294"/>
                    <a:pt x="4918" y="0"/>
                    <a:pt x="318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4633;p64">
              <a:extLst>
                <a:ext uri="{FF2B5EF4-FFF2-40B4-BE49-F238E27FC236}">
                  <a16:creationId xmlns:a16="http://schemas.microsoft.com/office/drawing/2014/main" id="{67855467-EBAA-9DEB-6A1E-47F956785F7E}"/>
                </a:ext>
              </a:extLst>
            </p:cNvPr>
            <p:cNvSpPr/>
            <p:nvPr/>
          </p:nvSpPr>
          <p:spPr>
            <a:xfrm>
              <a:off x="2636625" y="3217950"/>
              <a:ext cx="174725" cy="160850"/>
            </a:xfrm>
            <a:custGeom>
              <a:avLst/>
              <a:gdLst/>
              <a:ahLst/>
              <a:cxnLst/>
              <a:rect l="l" t="t" r="r" b="b"/>
              <a:pathLst>
                <a:path w="6989" h="6434" extrusionOk="0">
                  <a:moveTo>
                    <a:pt x="3513" y="592"/>
                  </a:moveTo>
                  <a:cubicBezTo>
                    <a:pt x="4289" y="592"/>
                    <a:pt x="5029" y="888"/>
                    <a:pt x="5546" y="1368"/>
                  </a:cubicBezTo>
                  <a:cubicBezTo>
                    <a:pt x="6064" y="1849"/>
                    <a:pt x="6397" y="2515"/>
                    <a:pt x="6397" y="3217"/>
                  </a:cubicBezTo>
                  <a:cubicBezTo>
                    <a:pt x="6397" y="3919"/>
                    <a:pt x="6064" y="4585"/>
                    <a:pt x="5546" y="5066"/>
                  </a:cubicBezTo>
                  <a:cubicBezTo>
                    <a:pt x="5029" y="5546"/>
                    <a:pt x="4289" y="5842"/>
                    <a:pt x="3513" y="5842"/>
                  </a:cubicBezTo>
                  <a:cubicBezTo>
                    <a:pt x="2700" y="5842"/>
                    <a:pt x="1960" y="5546"/>
                    <a:pt x="1443" y="5066"/>
                  </a:cubicBezTo>
                  <a:cubicBezTo>
                    <a:pt x="925" y="4585"/>
                    <a:pt x="629" y="3919"/>
                    <a:pt x="629" y="3217"/>
                  </a:cubicBezTo>
                  <a:cubicBezTo>
                    <a:pt x="629" y="2515"/>
                    <a:pt x="925" y="1849"/>
                    <a:pt x="1443" y="1368"/>
                  </a:cubicBezTo>
                  <a:cubicBezTo>
                    <a:pt x="1960" y="888"/>
                    <a:pt x="2700" y="592"/>
                    <a:pt x="3513" y="592"/>
                  </a:cubicBezTo>
                  <a:close/>
                  <a:moveTo>
                    <a:pt x="3513" y="1"/>
                  </a:moveTo>
                  <a:cubicBezTo>
                    <a:pt x="2552" y="1"/>
                    <a:pt x="1665" y="333"/>
                    <a:pt x="1036" y="925"/>
                  </a:cubicBezTo>
                  <a:cubicBezTo>
                    <a:pt x="408" y="1516"/>
                    <a:pt x="1" y="2330"/>
                    <a:pt x="1" y="3217"/>
                  </a:cubicBezTo>
                  <a:cubicBezTo>
                    <a:pt x="1" y="4104"/>
                    <a:pt x="408" y="4918"/>
                    <a:pt x="1036" y="5509"/>
                  </a:cubicBezTo>
                  <a:cubicBezTo>
                    <a:pt x="1665" y="6101"/>
                    <a:pt x="2552" y="6433"/>
                    <a:pt x="3513" y="6433"/>
                  </a:cubicBezTo>
                  <a:cubicBezTo>
                    <a:pt x="4474" y="6433"/>
                    <a:pt x="5325" y="6101"/>
                    <a:pt x="5953" y="5509"/>
                  </a:cubicBezTo>
                  <a:cubicBezTo>
                    <a:pt x="6582" y="4918"/>
                    <a:pt x="6988" y="4104"/>
                    <a:pt x="6988" y="3217"/>
                  </a:cubicBezTo>
                  <a:cubicBezTo>
                    <a:pt x="6988" y="2330"/>
                    <a:pt x="6582" y="1516"/>
                    <a:pt x="5953" y="925"/>
                  </a:cubicBezTo>
                  <a:cubicBezTo>
                    <a:pt x="5325" y="333"/>
                    <a:pt x="4474" y="1"/>
                    <a:pt x="35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4634;p64">
              <a:extLst>
                <a:ext uri="{FF2B5EF4-FFF2-40B4-BE49-F238E27FC236}">
                  <a16:creationId xmlns:a16="http://schemas.microsoft.com/office/drawing/2014/main" id="{344EEEBE-92D8-7827-5BDC-64794A7FBFA8}"/>
                </a:ext>
              </a:extLst>
            </p:cNvPr>
            <p:cNvSpPr/>
            <p:nvPr/>
          </p:nvSpPr>
          <p:spPr>
            <a:xfrm>
              <a:off x="2618150" y="3425000"/>
              <a:ext cx="159925" cy="146050"/>
            </a:xfrm>
            <a:custGeom>
              <a:avLst/>
              <a:gdLst/>
              <a:ahLst/>
              <a:cxnLst/>
              <a:rect l="l" t="t" r="r" b="b"/>
              <a:pathLst>
                <a:path w="6397" h="5842" extrusionOk="0">
                  <a:moveTo>
                    <a:pt x="3217" y="0"/>
                  </a:moveTo>
                  <a:cubicBezTo>
                    <a:pt x="1442" y="0"/>
                    <a:pt x="0" y="1331"/>
                    <a:pt x="0" y="2921"/>
                  </a:cubicBezTo>
                  <a:cubicBezTo>
                    <a:pt x="0" y="4547"/>
                    <a:pt x="1442" y="5841"/>
                    <a:pt x="3217" y="5841"/>
                  </a:cubicBezTo>
                  <a:cubicBezTo>
                    <a:pt x="4954" y="5841"/>
                    <a:pt x="6396" y="4547"/>
                    <a:pt x="6396" y="2921"/>
                  </a:cubicBezTo>
                  <a:cubicBezTo>
                    <a:pt x="6396" y="1331"/>
                    <a:pt x="4954" y="0"/>
                    <a:pt x="32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4635;p64">
              <a:extLst>
                <a:ext uri="{FF2B5EF4-FFF2-40B4-BE49-F238E27FC236}">
                  <a16:creationId xmlns:a16="http://schemas.microsoft.com/office/drawing/2014/main" id="{F3367139-742B-7DDA-3C62-E0530016D260}"/>
                </a:ext>
              </a:extLst>
            </p:cNvPr>
            <p:cNvSpPr/>
            <p:nvPr/>
          </p:nvSpPr>
          <p:spPr>
            <a:xfrm>
              <a:off x="2610750" y="3417600"/>
              <a:ext cx="174725" cy="160850"/>
            </a:xfrm>
            <a:custGeom>
              <a:avLst/>
              <a:gdLst/>
              <a:ahLst/>
              <a:cxnLst/>
              <a:rect l="l" t="t" r="r" b="b"/>
              <a:pathLst>
                <a:path w="6989" h="6434" extrusionOk="0">
                  <a:moveTo>
                    <a:pt x="3513" y="592"/>
                  </a:moveTo>
                  <a:cubicBezTo>
                    <a:pt x="4289" y="592"/>
                    <a:pt x="5029" y="925"/>
                    <a:pt x="5546" y="1368"/>
                  </a:cubicBezTo>
                  <a:cubicBezTo>
                    <a:pt x="6064" y="1849"/>
                    <a:pt x="6360" y="2514"/>
                    <a:pt x="6360" y="3217"/>
                  </a:cubicBezTo>
                  <a:cubicBezTo>
                    <a:pt x="6360" y="3919"/>
                    <a:pt x="6064" y="4585"/>
                    <a:pt x="5546" y="5065"/>
                  </a:cubicBezTo>
                  <a:cubicBezTo>
                    <a:pt x="5029" y="5546"/>
                    <a:pt x="4289" y="5842"/>
                    <a:pt x="3513" y="5842"/>
                  </a:cubicBezTo>
                  <a:cubicBezTo>
                    <a:pt x="2700" y="5842"/>
                    <a:pt x="1960" y="5546"/>
                    <a:pt x="1443" y="5065"/>
                  </a:cubicBezTo>
                  <a:cubicBezTo>
                    <a:pt x="925" y="4585"/>
                    <a:pt x="629" y="3919"/>
                    <a:pt x="629" y="3217"/>
                  </a:cubicBezTo>
                  <a:cubicBezTo>
                    <a:pt x="629" y="2514"/>
                    <a:pt x="925" y="1849"/>
                    <a:pt x="1443" y="1368"/>
                  </a:cubicBezTo>
                  <a:cubicBezTo>
                    <a:pt x="1960" y="925"/>
                    <a:pt x="2700" y="592"/>
                    <a:pt x="3513" y="592"/>
                  </a:cubicBezTo>
                  <a:close/>
                  <a:moveTo>
                    <a:pt x="3513" y="0"/>
                  </a:moveTo>
                  <a:cubicBezTo>
                    <a:pt x="2552" y="0"/>
                    <a:pt x="1664" y="333"/>
                    <a:pt x="1036" y="925"/>
                  </a:cubicBezTo>
                  <a:cubicBezTo>
                    <a:pt x="407" y="1516"/>
                    <a:pt x="1" y="2329"/>
                    <a:pt x="1" y="3217"/>
                  </a:cubicBezTo>
                  <a:cubicBezTo>
                    <a:pt x="1" y="4104"/>
                    <a:pt x="407" y="4917"/>
                    <a:pt x="1036" y="5509"/>
                  </a:cubicBezTo>
                  <a:cubicBezTo>
                    <a:pt x="1664" y="6100"/>
                    <a:pt x="2552" y="6433"/>
                    <a:pt x="3513" y="6433"/>
                  </a:cubicBezTo>
                  <a:cubicBezTo>
                    <a:pt x="4437" y="6433"/>
                    <a:pt x="5324" y="6100"/>
                    <a:pt x="5953" y="5509"/>
                  </a:cubicBezTo>
                  <a:cubicBezTo>
                    <a:pt x="6581" y="4917"/>
                    <a:pt x="6988" y="4104"/>
                    <a:pt x="6988" y="3217"/>
                  </a:cubicBezTo>
                  <a:cubicBezTo>
                    <a:pt x="6988" y="2329"/>
                    <a:pt x="6581" y="1516"/>
                    <a:pt x="5953" y="925"/>
                  </a:cubicBezTo>
                  <a:cubicBezTo>
                    <a:pt x="5324" y="333"/>
                    <a:pt x="4437" y="0"/>
                    <a:pt x="35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4636;p64">
              <a:extLst>
                <a:ext uri="{FF2B5EF4-FFF2-40B4-BE49-F238E27FC236}">
                  <a16:creationId xmlns:a16="http://schemas.microsoft.com/office/drawing/2014/main" id="{4336F4F4-72CC-37DC-FF5C-CB0D60CCE19D}"/>
                </a:ext>
              </a:extLst>
            </p:cNvPr>
            <p:cNvSpPr/>
            <p:nvPr/>
          </p:nvSpPr>
          <p:spPr>
            <a:xfrm>
              <a:off x="5515725" y="3650500"/>
              <a:ext cx="855875" cy="1305100"/>
            </a:xfrm>
            <a:custGeom>
              <a:avLst/>
              <a:gdLst/>
              <a:ahLst/>
              <a:cxnLst/>
              <a:rect l="l" t="t" r="r" b="b"/>
              <a:pathLst>
                <a:path w="34235" h="52204" extrusionOk="0">
                  <a:moveTo>
                    <a:pt x="777" y="1"/>
                  </a:moveTo>
                  <a:lnTo>
                    <a:pt x="0" y="25769"/>
                  </a:lnTo>
                  <a:lnTo>
                    <a:pt x="34235" y="52204"/>
                  </a:lnTo>
                  <a:lnTo>
                    <a:pt x="34235" y="52204"/>
                  </a:lnTo>
                  <a:lnTo>
                    <a:pt x="34198" y="16527"/>
                  </a:lnTo>
                  <a:lnTo>
                    <a:pt x="77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4637;p64">
              <a:extLst>
                <a:ext uri="{FF2B5EF4-FFF2-40B4-BE49-F238E27FC236}">
                  <a16:creationId xmlns:a16="http://schemas.microsoft.com/office/drawing/2014/main" id="{95D2B2FC-7B95-65D8-D338-8917B761B7A4}"/>
                </a:ext>
              </a:extLst>
            </p:cNvPr>
            <p:cNvSpPr/>
            <p:nvPr/>
          </p:nvSpPr>
          <p:spPr>
            <a:xfrm>
              <a:off x="5508325" y="3642975"/>
              <a:ext cx="871600" cy="1320100"/>
            </a:xfrm>
            <a:custGeom>
              <a:avLst/>
              <a:gdLst/>
              <a:ahLst/>
              <a:cxnLst/>
              <a:rect l="l" t="t" r="r" b="b"/>
              <a:pathLst>
                <a:path w="34864" h="52804" extrusionOk="0">
                  <a:moveTo>
                    <a:pt x="1368" y="782"/>
                  </a:moveTo>
                  <a:lnTo>
                    <a:pt x="34198" y="17014"/>
                  </a:lnTo>
                  <a:lnTo>
                    <a:pt x="34235" y="51876"/>
                  </a:lnTo>
                  <a:lnTo>
                    <a:pt x="34235" y="51876"/>
                  </a:lnTo>
                  <a:lnTo>
                    <a:pt x="629" y="25923"/>
                  </a:lnTo>
                  <a:lnTo>
                    <a:pt x="1368" y="782"/>
                  </a:lnTo>
                  <a:close/>
                  <a:moveTo>
                    <a:pt x="1073" y="0"/>
                  </a:moveTo>
                  <a:cubicBezTo>
                    <a:pt x="1016" y="0"/>
                    <a:pt x="952" y="22"/>
                    <a:pt x="888" y="43"/>
                  </a:cubicBezTo>
                  <a:cubicBezTo>
                    <a:pt x="814" y="80"/>
                    <a:pt x="777" y="191"/>
                    <a:pt x="740" y="302"/>
                  </a:cubicBezTo>
                  <a:lnTo>
                    <a:pt x="0" y="26070"/>
                  </a:lnTo>
                  <a:cubicBezTo>
                    <a:pt x="0" y="26144"/>
                    <a:pt x="37" y="26255"/>
                    <a:pt x="111" y="26292"/>
                  </a:cubicBezTo>
                  <a:lnTo>
                    <a:pt x="34346" y="52726"/>
                  </a:lnTo>
                  <a:cubicBezTo>
                    <a:pt x="34415" y="52772"/>
                    <a:pt x="34483" y="52804"/>
                    <a:pt x="34552" y="52804"/>
                  </a:cubicBezTo>
                  <a:cubicBezTo>
                    <a:pt x="34594" y="52804"/>
                    <a:pt x="34637" y="52792"/>
                    <a:pt x="34679" y="52763"/>
                  </a:cubicBezTo>
                  <a:cubicBezTo>
                    <a:pt x="34790" y="52726"/>
                    <a:pt x="34864" y="52615"/>
                    <a:pt x="34864" y="52505"/>
                  </a:cubicBezTo>
                  <a:lnTo>
                    <a:pt x="34790" y="16828"/>
                  </a:lnTo>
                  <a:cubicBezTo>
                    <a:pt x="34790" y="16717"/>
                    <a:pt x="34716" y="16606"/>
                    <a:pt x="34642" y="16569"/>
                  </a:cubicBezTo>
                  <a:lnTo>
                    <a:pt x="1184" y="43"/>
                  </a:lnTo>
                  <a:cubicBezTo>
                    <a:pt x="1152" y="12"/>
                    <a:pt x="1114" y="0"/>
                    <a:pt x="10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4638;p64">
              <a:extLst>
                <a:ext uri="{FF2B5EF4-FFF2-40B4-BE49-F238E27FC236}">
                  <a16:creationId xmlns:a16="http://schemas.microsoft.com/office/drawing/2014/main" id="{221F6A0A-3EEB-4220-21EE-6EBD17B4BF35}"/>
                </a:ext>
              </a:extLst>
            </p:cNvPr>
            <p:cNvSpPr/>
            <p:nvPr/>
          </p:nvSpPr>
          <p:spPr>
            <a:xfrm>
              <a:off x="1200325" y="3650500"/>
              <a:ext cx="854975" cy="1305100"/>
            </a:xfrm>
            <a:custGeom>
              <a:avLst/>
              <a:gdLst/>
              <a:ahLst/>
              <a:cxnLst/>
              <a:rect l="l" t="t" r="r" b="b"/>
              <a:pathLst>
                <a:path w="34199" h="52204" extrusionOk="0">
                  <a:moveTo>
                    <a:pt x="33459" y="1"/>
                  </a:moveTo>
                  <a:lnTo>
                    <a:pt x="1" y="16527"/>
                  </a:lnTo>
                  <a:lnTo>
                    <a:pt x="1" y="52204"/>
                  </a:lnTo>
                  <a:lnTo>
                    <a:pt x="34198" y="25769"/>
                  </a:lnTo>
                  <a:lnTo>
                    <a:pt x="3345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4639;p64">
              <a:extLst>
                <a:ext uri="{FF2B5EF4-FFF2-40B4-BE49-F238E27FC236}">
                  <a16:creationId xmlns:a16="http://schemas.microsoft.com/office/drawing/2014/main" id="{4A4A3222-00D3-D5F9-4722-F94D6CCA4080}"/>
                </a:ext>
              </a:extLst>
            </p:cNvPr>
            <p:cNvSpPr/>
            <p:nvPr/>
          </p:nvSpPr>
          <p:spPr>
            <a:xfrm>
              <a:off x="1192925" y="3642975"/>
              <a:ext cx="869775" cy="1320100"/>
            </a:xfrm>
            <a:custGeom>
              <a:avLst/>
              <a:gdLst/>
              <a:ahLst/>
              <a:cxnLst/>
              <a:rect l="l" t="t" r="r" b="b"/>
              <a:pathLst>
                <a:path w="34791" h="52804" extrusionOk="0">
                  <a:moveTo>
                    <a:pt x="33459" y="782"/>
                  </a:moveTo>
                  <a:lnTo>
                    <a:pt x="34162" y="25923"/>
                  </a:lnTo>
                  <a:lnTo>
                    <a:pt x="629" y="51876"/>
                  </a:lnTo>
                  <a:lnTo>
                    <a:pt x="629" y="16995"/>
                  </a:lnTo>
                  <a:lnTo>
                    <a:pt x="629" y="16995"/>
                  </a:lnTo>
                  <a:lnTo>
                    <a:pt x="33459" y="782"/>
                  </a:lnTo>
                  <a:close/>
                  <a:moveTo>
                    <a:pt x="33718" y="0"/>
                  </a:moveTo>
                  <a:cubicBezTo>
                    <a:pt x="33676" y="0"/>
                    <a:pt x="33638" y="12"/>
                    <a:pt x="33607" y="43"/>
                  </a:cubicBezTo>
                  <a:lnTo>
                    <a:pt x="186" y="16569"/>
                  </a:lnTo>
                  <a:cubicBezTo>
                    <a:pt x="75" y="16606"/>
                    <a:pt x="1" y="16717"/>
                    <a:pt x="1" y="16828"/>
                  </a:cubicBezTo>
                  <a:lnTo>
                    <a:pt x="1" y="52505"/>
                  </a:lnTo>
                  <a:cubicBezTo>
                    <a:pt x="1" y="52615"/>
                    <a:pt x="75" y="52726"/>
                    <a:pt x="186" y="52763"/>
                  </a:cubicBezTo>
                  <a:cubicBezTo>
                    <a:pt x="228" y="52792"/>
                    <a:pt x="270" y="52804"/>
                    <a:pt x="313" y="52804"/>
                  </a:cubicBezTo>
                  <a:cubicBezTo>
                    <a:pt x="381" y="52804"/>
                    <a:pt x="450" y="52772"/>
                    <a:pt x="518" y="52726"/>
                  </a:cubicBezTo>
                  <a:lnTo>
                    <a:pt x="34679" y="26292"/>
                  </a:lnTo>
                  <a:cubicBezTo>
                    <a:pt x="34753" y="26255"/>
                    <a:pt x="34790" y="26144"/>
                    <a:pt x="34790" y="26070"/>
                  </a:cubicBezTo>
                  <a:lnTo>
                    <a:pt x="34051" y="302"/>
                  </a:lnTo>
                  <a:cubicBezTo>
                    <a:pt x="34051" y="191"/>
                    <a:pt x="33977" y="80"/>
                    <a:pt x="33903" y="43"/>
                  </a:cubicBezTo>
                  <a:cubicBezTo>
                    <a:pt x="33839" y="22"/>
                    <a:pt x="33775" y="0"/>
                    <a:pt x="337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4640;p64">
              <a:extLst>
                <a:ext uri="{FF2B5EF4-FFF2-40B4-BE49-F238E27FC236}">
                  <a16:creationId xmlns:a16="http://schemas.microsoft.com/office/drawing/2014/main" id="{35EE85ED-6C1C-5813-B70A-67C645864264}"/>
                </a:ext>
              </a:extLst>
            </p:cNvPr>
            <p:cNvSpPr/>
            <p:nvPr/>
          </p:nvSpPr>
          <p:spPr>
            <a:xfrm>
              <a:off x="2685625" y="2486850"/>
              <a:ext cx="543475" cy="497275"/>
            </a:xfrm>
            <a:custGeom>
              <a:avLst/>
              <a:gdLst/>
              <a:ahLst/>
              <a:cxnLst/>
              <a:rect l="l" t="t" r="r" b="b"/>
              <a:pathLst>
                <a:path w="21739" h="19891" extrusionOk="0">
                  <a:moveTo>
                    <a:pt x="10870" y="1"/>
                  </a:moveTo>
                  <a:cubicBezTo>
                    <a:pt x="4880" y="1"/>
                    <a:pt x="0" y="4437"/>
                    <a:pt x="0" y="9946"/>
                  </a:cubicBezTo>
                  <a:cubicBezTo>
                    <a:pt x="0" y="15455"/>
                    <a:pt x="4880" y="19891"/>
                    <a:pt x="10870" y="19891"/>
                  </a:cubicBezTo>
                  <a:cubicBezTo>
                    <a:pt x="16859" y="19891"/>
                    <a:pt x="21739" y="15455"/>
                    <a:pt x="21739" y="9946"/>
                  </a:cubicBezTo>
                  <a:cubicBezTo>
                    <a:pt x="21739" y="4437"/>
                    <a:pt x="16859" y="1"/>
                    <a:pt x="108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4641;p64">
              <a:extLst>
                <a:ext uri="{FF2B5EF4-FFF2-40B4-BE49-F238E27FC236}">
                  <a16:creationId xmlns:a16="http://schemas.microsoft.com/office/drawing/2014/main" id="{77B6B077-6269-FDDF-28AB-655C8BFF1EDC}"/>
                </a:ext>
              </a:extLst>
            </p:cNvPr>
            <p:cNvSpPr/>
            <p:nvPr/>
          </p:nvSpPr>
          <p:spPr>
            <a:xfrm>
              <a:off x="2678225" y="2479450"/>
              <a:ext cx="558275" cy="513000"/>
            </a:xfrm>
            <a:custGeom>
              <a:avLst/>
              <a:gdLst/>
              <a:ahLst/>
              <a:cxnLst/>
              <a:rect l="l" t="t" r="r" b="b"/>
              <a:pathLst>
                <a:path w="22331" h="20520" extrusionOk="0">
                  <a:moveTo>
                    <a:pt x="11166" y="593"/>
                  </a:moveTo>
                  <a:cubicBezTo>
                    <a:pt x="14086" y="593"/>
                    <a:pt x="16711" y="1702"/>
                    <a:pt x="18634" y="3439"/>
                  </a:cubicBezTo>
                  <a:cubicBezTo>
                    <a:pt x="20519" y="5177"/>
                    <a:pt x="21702" y="7580"/>
                    <a:pt x="21702" y="10242"/>
                  </a:cubicBezTo>
                  <a:cubicBezTo>
                    <a:pt x="21702" y="12904"/>
                    <a:pt x="20519" y="15307"/>
                    <a:pt x="18634" y="17044"/>
                  </a:cubicBezTo>
                  <a:cubicBezTo>
                    <a:pt x="16711" y="18819"/>
                    <a:pt x="14086" y="19891"/>
                    <a:pt x="11166" y="19891"/>
                  </a:cubicBezTo>
                  <a:cubicBezTo>
                    <a:pt x="8245" y="19891"/>
                    <a:pt x="5583" y="18819"/>
                    <a:pt x="3698" y="17044"/>
                  </a:cubicBezTo>
                  <a:cubicBezTo>
                    <a:pt x="1775" y="15307"/>
                    <a:pt x="629" y="12904"/>
                    <a:pt x="629" y="10242"/>
                  </a:cubicBezTo>
                  <a:cubicBezTo>
                    <a:pt x="629" y="7580"/>
                    <a:pt x="1775" y="5177"/>
                    <a:pt x="3698" y="3439"/>
                  </a:cubicBezTo>
                  <a:cubicBezTo>
                    <a:pt x="5583" y="1702"/>
                    <a:pt x="8245" y="593"/>
                    <a:pt x="11166" y="593"/>
                  </a:cubicBezTo>
                  <a:close/>
                  <a:moveTo>
                    <a:pt x="11166" y="1"/>
                  </a:moveTo>
                  <a:cubicBezTo>
                    <a:pt x="8097" y="1"/>
                    <a:pt x="5287" y="1147"/>
                    <a:pt x="3291" y="2996"/>
                  </a:cubicBezTo>
                  <a:cubicBezTo>
                    <a:pt x="1258" y="4844"/>
                    <a:pt x="1" y="7395"/>
                    <a:pt x="1" y="10242"/>
                  </a:cubicBezTo>
                  <a:cubicBezTo>
                    <a:pt x="1" y="13089"/>
                    <a:pt x="1258" y="15677"/>
                    <a:pt x="3291" y="17525"/>
                  </a:cubicBezTo>
                  <a:cubicBezTo>
                    <a:pt x="5287" y="19374"/>
                    <a:pt x="8097" y="20520"/>
                    <a:pt x="11166" y="20520"/>
                  </a:cubicBezTo>
                  <a:cubicBezTo>
                    <a:pt x="14234" y="20520"/>
                    <a:pt x="17007" y="19374"/>
                    <a:pt x="19040" y="17525"/>
                  </a:cubicBezTo>
                  <a:cubicBezTo>
                    <a:pt x="21074" y="15677"/>
                    <a:pt x="22331" y="13089"/>
                    <a:pt x="22331" y="10242"/>
                  </a:cubicBezTo>
                  <a:cubicBezTo>
                    <a:pt x="22331" y="7395"/>
                    <a:pt x="21074" y="4844"/>
                    <a:pt x="19040" y="2996"/>
                  </a:cubicBezTo>
                  <a:cubicBezTo>
                    <a:pt x="17007" y="1147"/>
                    <a:pt x="14234" y="1"/>
                    <a:pt x="1116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4642;p64">
              <a:extLst>
                <a:ext uri="{FF2B5EF4-FFF2-40B4-BE49-F238E27FC236}">
                  <a16:creationId xmlns:a16="http://schemas.microsoft.com/office/drawing/2014/main" id="{7D2FFB52-57C1-946D-D053-E7037BC8AC67}"/>
                </a:ext>
              </a:extLst>
            </p:cNvPr>
            <p:cNvSpPr/>
            <p:nvPr/>
          </p:nvSpPr>
          <p:spPr>
            <a:xfrm>
              <a:off x="2722600" y="2520125"/>
              <a:ext cx="469550" cy="430750"/>
            </a:xfrm>
            <a:custGeom>
              <a:avLst/>
              <a:gdLst/>
              <a:ahLst/>
              <a:cxnLst/>
              <a:rect l="l" t="t" r="r" b="b"/>
              <a:pathLst>
                <a:path w="18782" h="17230" extrusionOk="0">
                  <a:moveTo>
                    <a:pt x="9391" y="1"/>
                  </a:moveTo>
                  <a:cubicBezTo>
                    <a:pt x="4215" y="1"/>
                    <a:pt x="0" y="3846"/>
                    <a:pt x="0" y="8615"/>
                  </a:cubicBezTo>
                  <a:cubicBezTo>
                    <a:pt x="0" y="13384"/>
                    <a:pt x="4215" y="17229"/>
                    <a:pt x="9391" y="17229"/>
                  </a:cubicBezTo>
                  <a:cubicBezTo>
                    <a:pt x="14567" y="17229"/>
                    <a:pt x="18781" y="13384"/>
                    <a:pt x="18781" y="8615"/>
                  </a:cubicBezTo>
                  <a:cubicBezTo>
                    <a:pt x="18781" y="3846"/>
                    <a:pt x="14567" y="1"/>
                    <a:pt x="939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4643;p64">
              <a:extLst>
                <a:ext uri="{FF2B5EF4-FFF2-40B4-BE49-F238E27FC236}">
                  <a16:creationId xmlns:a16="http://schemas.microsoft.com/office/drawing/2014/main" id="{D6D9F6D5-BFF1-B33F-66E7-0D21D8D690A1}"/>
                </a:ext>
              </a:extLst>
            </p:cNvPr>
            <p:cNvSpPr/>
            <p:nvPr/>
          </p:nvSpPr>
          <p:spPr>
            <a:xfrm>
              <a:off x="2714275" y="2512725"/>
              <a:ext cx="485250" cy="445525"/>
            </a:xfrm>
            <a:custGeom>
              <a:avLst/>
              <a:gdLst/>
              <a:ahLst/>
              <a:cxnLst/>
              <a:rect l="l" t="t" r="r" b="b"/>
              <a:pathLst>
                <a:path w="19410" h="17821" extrusionOk="0">
                  <a:moveTo>
                    <a:pt x="9724" y="592"/>
                  </a:moveTo>
                  <a:cubicBezTo>
                    <a:pt x="12238" y="592"/>
                    <a:pt x="14530" y="1554"/>
                    <a:pt x="16157" y="3069"/>
                  </a:cubicBezTo>
                  <a:cubicBezTo>
                    <a:pt x="17783" y="4548"/>
                    <a:pt x="18818" y="6619"/>
                    <a:pt x="18818" y="8911"/>
                  </a:cubicBezTo>
                  <a:cubicBezTo>
                    <a:pt x="18818" y="11203"/>
                    <a:pt x="17783" y="13273"/>
                    <a:pt x="16157" y="14789"/>
                  </a:cubicBezTo>
                  <a:cubicBezTo>
                    <a:pt x="14530" y="16305"/>
                    <a:pt x="12238" y="17229"/>
                    <a:pt x="9724" y="17229"/>
                  </a:cubicBezTo>
                  <a:cubicBezTo>
                    <a:pt x="7210" y="17229"/>
                    <a:pt x="4917" y="16305"/>
                    <a:pt x="3291" y="14789"/>
                  </a:cubicBezTo>
                  <a:cubicBezTo>
                    <a:pt x="1627" y="13273"/>
                    <a:pt x="629" y="11203"/>
                    <a:pt x="629" y="8911"/>
                  </a:cubicBezTo>
                  <a:cubicBezTo>
                    <a:pt x="629" y="6619"/>
                    <a:pt x="1627" y="4548"/>
                    <a:pt x="3291" y="3069"/>
                  </a:cubicBezTo>
                  <a:cubicBezTo>
                    <a:pt x="4917" y="1554"/>
                    <a:pt x="7210" y="592"/>
                    <a:pt x="9724" y="592"/>
                  </a:cubicBezTo>
                  <a:close/>
                  <a:moveTo>
                    <a:pt x="9724" y="1"/>
                  </a:moveTo>
                  <a:cubicBezTo>
                    <a:pt x="7062" y="1"/>
                    <a:pt x="4622" y="999"/>
                    <a:pt x="2884" y="2589"/>
                  </a:cubicBezTo>
                  <a:cubicBezTo>
                    <a:pt x="1109" y="4216"/>
                    <a:pt x="0" y="6434"/>
                    <a:pt x="0" y="8911"/>
                  </a:cubicBezTo>
                  <a:cubicBezTo>
                    <a:pt x="0" y="11388"/>
                    <a:pt x="1109" y="13606"/>
                    <a:pt x="2884" y="15233"/>
                  </a:cubicBezTo>
                  <a:cubicBezTo>
                    <a:pt x="4622" y="16860"/>
                    <a:pt x="7062" y="17821"/>
                    <a:pt x="9724" y="17821"/>
                  </a:cubicBezTo>
                  <a:cubicBezTo>
                    <a:pt x="12386" y="17821"/>
                    <a:pt x="14826" y="16860"/>
                    <a:pt x="16563" y="15233"/>
                  </a:cubicBezTo>
                  <a:cubicBezTo>
                    <a:pt x="18338" y="13606"/>
                    <a:pt x="19410" y="11388"/>
                    <a:pt x="19410" y="8911"/>
                  </a:cubicBezTo>
                  <a:cubicBezTo>
                    <a:pt x="19410" y="6434"/>
                    <a:pt x="18338" y="4216"/>
                    <a:pt x="16563" y="2589"/>
                  </a:cubicBezTo>
                  <a:cubicBezTo>
                    <a:pt x="14826" y="999"/>
                    <a:pt x="12386" y="1"/>
                    <a:pt x="97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4644;p64">
              <a:extLst>
                <a:ext uri="{FF2B5EF4-FFF2-40B4-BE49-F238E27FC236}">
                  <a16:creationId xmlns:a16="http://schemas.microsoft.com/office/drawing/2014/main" id="{48EBD99D-4A0D-B707-3816-32FE3C522BE8}"/>
                </a:ext>
              </a:extLst>
            </p:cNvPr>
            <p:cNvSpPr/>
            <p:nvPr/>
          </p:nvSpPr>
          <p:spPr>
            <a:xfrm>
              <a:off x="2772500" y="2565425"/>
              <a:ext cx="369725" cy="340150"/>
            </a:xfrm>
            <a:custGeom>
              <a:avLst/>
              <a:gdLst/>
              <a:ahLst/>
              <a:cxnLst/>
              <a:rect l="l" t="t" r="r" b="b"/>
              <a:pathLst>
                <a:path w="14789" h="13606" extrusionOk="0">
                  <a:moveTo>
                    <a:pt x="7395" y="629"/>
                  </a:moveTo>
                  <a:cubicBezTo>
                    <a:pt x="9280" y="629"/>
                    <a:pt x="10981" y="1331"/>
                    <a:pt x="12201" y="2440"/>
                  </a:cubicBezTo>
                  <a:cubicBezTo>
                    <a:pt x="13421" y="3586"/>
                    <a:pt x="14160" y="5102"/>
                    <a:pt x="14160" y="6803"/>
                  </a:cubicBezTo>
                  <a:cubicBezTo>
                    <a:pt x="14160" y="8504"/>
                    <a:pt x="13421" y="10056"/>
                    <a:pt x="12201" y="11165"/>
                  </a:cubicBezTo>
                  <a:cubicBezTo>
                    <a:pt x="10981" y="12275"/>
                    <a:pt x="9280" y="12977"/>
                    <a:pt x="7395" y="12977"/>
                  </a:cubicBezTo>
                  <a:cubicBezTo>
                    <a:pt x="5509" y="12977"/>
                    <a:pt x="3808" y="12275"/>
                    <a:pt x="2588" y="11165"/>
                  </a:cubicBezTo>
                  <a:cubicBezTo>
                    <a:pt x="1368" y="10056"/>
                    <a:pt x="629" y="8504"/>
                    <a:pt x="629" y="6803"/>
                  </a:cubicBezTo>
                  <a:cubicBezTo>
                    <a:pt x="629" y="5102"/>
                    <a:pt x="1368" y="3586"/>
                    <a:pt x="2588" y="2440"/>
                  </a:cubicBezTo>
                  <a:cubicBezTo>
                    <a:pt x="3808" y="1331"/>
                    <a:pt x="5509" y="629"/>
                    <a:pt x="7395" y="629"/>
                  </a:cubicBezTo>
                  <a:close/>
                  <a:moveTo>
                    <a:pt x="7395" y="0"/>
                  </a:moveTo>
                  <a:cubicBezTo>
                    <a:pt x="5361" y="0"/>
                    <a:pt x="3513" y="777"/>
                    <a:pt x="2182" y="1997"/>
                  </a:cubicBezTo>
                  <a:cubicBezTo>
                    <a:pt x="851" y="3217"/>
                    <a:pt x="1" y="4917"/>
                    <a:pt x="1" y="6803"/>
                  </a:cubicBezTo>
                  <a:cubicBezTo>
                    <a:pt x="1" y="8688"/>
                    <a:pt x="851" y="10389"/>
                    <a:pt x="2182" y="11609"/>
                  </a:cubicBezTo>
                  <a:cubicBezTo>
                    <a:pt x="3513" y="12866"/>
                    <a:pt x="5361" y="13605"/>
                    <a:pt x="7395" y="13605"/>
                  </a:cubicBezTo>
                  <a:cubicBezTo>
                    <a:pt x="9428" y="13605"/>
                    <a:pt x="11277" y="12866"/>
                    <a:pt x="12607" y="11609"/>
                  </a:cubicBezTo>
                  <a:cubicBezTo>
                    <a:pt x="13938" y="10389"/>
                    <a:pt x="14789" y="8688"/>
                    <a:pt x="14789" y="6803"/>
                  </a:cubicBezTo>
                  <a:cubicBezTo>
                    <a:pt x="14789" y="4917"/>
                    <a:pt x="13938" y="3217"/>
                    <a:pt x="12607" y="1997"/>
                  </a:cubicBezTo>
                  <a:cubicBezTo>
                    <a:pt x="11277" y="777"/>
                    <a:pt x="9428" y="0"/>
                    <a:pt x="73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4645;p64">
              <a:extLst>
                <a:ext uri="{FF2B5EF4-FFF2-40B4-BE49-F238E27FC236}">
                  <a16:creationId xmlns:a16="http://schemas.microsoft.com/office/drawing/2014/main" id="{BB88A83B-3021-2D87-1627-0E5DD7437BA7}"/>
                </a:ext>
              </a:extLst>
            </p:cNvPr>
            <p:cNvSpPr/>
            <p:nvPr/>
          </p:nvSpPr>
          <p:spPr>
            <a:xfrm>
              <a:off x="2850150" y="2636600"/>
              <a:ext cx="214450" cy="197800"/>
            </a:xfrm>
            <a:custGeom>
              <a:avLst/>
              <a:gdLst/>
              <a:ahLst/>
              <a:cxnLst/>
              <a:rect l="l" t="t" r="r" b="b"/>
              <a:pathLst>
                <a:path w="8578" h="7912" extrusionOk="0">
                  <a:moveTo>
                    <a:pt x="4289" y="629"/>
                  </a:moveTo>
                  <a:cubicBezTo>
                    <a:pt x="5324" y="629"/>
                    <a:pt x="6248" y="998"/>
                    <a:pt x="6914" y="1590"/>
                  </a:cubicBezTo>
                  <a:cubicBezTo>
                    <a:pt x="7579" y="2218"/>
                    <a:pt x="7949" y="3032"/>
                    <a:pt x="7949" y="3956"/>
                  </a:cubicBezTo>
                  <a:cubicBezTo>
                    <a:pt x="7949" y="4880"/>
                    <a:pt x="7579" y="5693"/>
                    <a:pt x="6914" y="6322"/>
                  </a:cubicBezTo>
                  <a:cubicBezTo>
                    <a:pt x="6248" y="6914"/>
                    <a:pt x="5324" y="7320"/>
                    <a:pt x="4289" y="7320"/>
                  </a:cubicBezTo>
                  <a:cubicBezTo>
                    <a:pt x="3253" y="7320"/>
                    <a:pt x="2329" y="6914"/>
                    <a:pt x="1664" y="6322"/>
                  </a:cubicBezTo>
                  <a:cubicBezTo>
                    <a:pt x="998" y="5693"/>
                    <a:pt x="592" y="4880"/>
                    <a:pt x="592" y="3956"/>
                  </a:cubicBezTo>
                  <a:cubicBezTo>
                    <a:pt x="592" y="3032"/>
                    <a:pt x="998" y="2218"/>
                    <a:pt x="1664" y="1590"/>
                  </a:cubicBezTo>
                  <a:cubicBezTo>
                    <a:pt x="2329" y="998"/>
                    <a:pt x="3253" y="629"/>
                    <a:pt x="4289" y="629"/>
                  </a:cubicBezTo>
                  <a:close/>
                  <a:moveTo>
                    <a:pt x="4289" y="0"/>
                  </a:moveTo>
                  <a:cubicBezTo>
                    <a:pt x="3106" y="0"/>
                    <a:pt x="2033" y="444"/>
                    <a:pt x="1257" y="1146"/>
                  </a:cubicBezTo>
                  <a:cubicBezTo>
                    <a:pt x="481" y="1849"/>
                    <a:pt x="0" y="2847"/>
                    <a:pt x="0" y="3956"/>
                  </a:cubicBezTo>
                  <a:cubicBezTo>
                    <a:pt x="0" y="5065"/>
                    <a:pt x="481" y="6063"/>
                    <a:pt x="1257" y="6766"/>
                  </a:cubicBezTo>
                  <a:cubicBezTo>
                    <a:pt x="2033" y="7505"/>
                    <a:pt x="3106" y="7912"/>
                    <a:pt x="4289" y="7912"/>
                  </a:cubicBezTo>
                  <a:cubicBezTo>
                    <a:pt x="5472" y="7912"/>
                    <a:pt x="6544" y="7505"/>
                    <a:pt x="7320" y="6766"/>
                  </a:cubicBezTo>
                  <a:cubicBezTo>
                    <a:pt x="8097" y="6063"/>
                    <a:pt x="8577" y="5065"/>
                    <a:pt x="8577" y="3956"/>
                  </a:cubicBezTo>
                  <a:cubicBezTo>
                    <a:pt x="8577" y="2847"/>
                    <a:pt x="8097" y="1849"/>
                    <a:pt x="7320" y="1146"/>
                  </a:cubicBezTo>
                  <a:cubicBezTo>
                    <a:pt x="6544" y="444"/>
                    <a:pt x="5472" y="0"/>
                    <a:pt x="42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4646;p64">
              <a:extLst>
                <a:ext uri="{FF2B5EF4-FFF2-40B4-BE49-F238E27FC236}">
                  <a16:creationId xmlns:a16="http://schemas.microsoft.com/office/drawing/2014/main" id="{4562889E-A112-1706-BDCF-7FC1DC42F008}"/>
                </a:ext>
              </a:extLst>
            </p:cNvPr>
            <p:cNvSpPr/>
            <p:nvPr/>
          </p:nvSpPr>
          <p:spPr>
            <a:xfrm>
              <a:off x="2957350" y="2520125"/>
              <a:ext cx="25" cy="430750"/>
            </a:xfrm>
            <a:custGeom>
              <a:avLst/>
              <a:gdLst/>
              <a:ahLst/>
              <a:cxnLst/>
              <a:rect l="l" t="t" r="r" b="b"/>
              <a:pathLst>
                <a:path w="1" h="17230" extrusionOk="0">
                  <a:moveTo>
                    <a:pt x="1" y="1"/>
                  </a:moveTo>
                  <a:lnTo>
                    <a:pt x="1" y="17229"/>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4647;p64">
              <a:extLst>
                <a:ext uri="{FF2B5EF4-FFF2-40B4-BE49-F238E27FC236}">
                  <a16:creationId xmlns:a16="http://schemas.microsoft.com/office/drawing/2014/main" id="{DE323BF1-5EF2-EC90-7B63-BDB4B4A850DB}"/>
                </a:ext>
              </a:extLst>
            </p:cNvPr>
            <p:cNvSpPr/>
            <p:nvPr/>
          </p:nvSpPr>
          <p:spPr>
            <a:xfrm>
              <a:off x="2949950" y="2512725"/>
              <a:ext cx="14825" cy="445525"/>
            </a:xfrm>
            <a:custGeom>
              <a:avLst/>
              <a:gdLst/>
              <a:ahLst/>
              <a:cxnLst/>
              <a:rect l="l" t="t" r="r" b="b"/>
              <a:pathLst>
                <a:path w="593" h="17821" extrusionOk="0">
                  <a:moveTo>
                    <a:pt x="297" y="1"/>
                  </a:moveTo>
                  <a:cubicBezTo>
                    <a:pt x="112" y="1"/>
                    <a:pt x="1" y="149"/>
                    <a:pt x="1" y="297"/>
                  </a:cubicBezTo>
                  <a:lnTo>
                    <a:pt x="1" y="17525"/>
                  </a:lnTo>
                  <a:cubicBezTo>
                    <a:pt x="1" y="17710"/>
                    <a:pt x="112" y="17821"/>
                    <a:pt x="297" y="17821"/>
                  </a:cubicBezTo>
                  <a:cubicBezTo>
                    <a:pt x="445" y="17821"/>
                    <a:pt x="592" y="17710"/>
                    <a:pt x="592" y="17525"/>
                  </a:cubicBezTo>
                  <a:lnTo>
                    <a:pt x="592" y="297"/>
                  </a:lnTo>
                  <a:cubicBezTo>
                    <a:pt x="592" y="149"/>
                    <a:pt x="445" y="1"/>
                    <a:pt x="2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4648;p64">
              <a:extLst>
                <a:ext uri="{FF2B5EF4-FFF2-40B4-BE49-F238E27FC236}">
                  <a16:creationId xmlns:a16="http://schemas.microsoft.com/office/drawing/2014/main" id="{099CFF17-58B5-F09A-4D79-A3AECEE894D6}"/>
                </a:ext>
              </a:extLst>
            </p:cNvPr>
            <p:cNvSpPr/>
            <p:nvPr/>
          </p:nvSpPr>
          <p:spPr>
            <a:xfrm>
              <a:off x="2722600" y="2735475"/>
              <a:ext cx="469550" cy="25"/>
            </a:xfrm>
            <a:custGeom>
              <a:avLst/>
              <a:gdLst/>
              <a:ahLst/>
              <a:cxnLst/>
              <a:rect l="l" t="t" r="r" b="b"/>
              <a:pathLst>
                <a:path w="18782" h="1" extrusionOk="0">
                  <a:moveTo>
                    <a:pt x="0" y="1"/>
                  </a:moveTo>
                  <a:lnTo>
                    <a:pt x="1878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4649;p64">
              <a:extLst>
                <a:ext uri="{FF2B5EF4-FFF2-40B4-BE49-F238E27FC236}">
                  <a16:creationId xmlns:a16="http://schemas.microsoft.com/office/drawing/2014/main" id="{94AB2E9E-60EA-FA71-125F-2B95801803FA}"/>
                </a:ext>
              </a:extLst>
            </p:cNvPr>
            <p:cNvSpPr/>
            <p:nvPr/>
          </p:nvSpPr>
          <p:spPr>
            <a:xfrm>
              <a:off x="2714275" y="2728100"/>
              <a:ext cx="485250" cy="14800"/>
            </a:xfrm>
            <a:custGeom>
              <a:avLst/>
              <a:gdLst/>
              <a:ahLst/>
              <a:cxnLst/>
              <a:rect l="l" t="t" r="r" b="b"/>
              <a:pathLst>
                <a:path w="19410" h="592" extrusionOk="0">
                  <a:moveTo>
                    <a:pt x="333" y="0"/>
                  </a:moveTo>
                  <a:cubicBezTo>
                    <a:pt x="148" y="0"/>
                    <a:pt x="0" y="148"/>
                    <a:pt x="0" y="296"/>
                  </a:cubicBezTo>
                  <a:cubicBezTo>
                    <a:pt x="0" y="481"/>
                    <a:pt x="148" y="592"/>
                    <a:pt x="333" y="592"/>
                  </a:cubicBezTo>
                  <a:lnTo>
                    <a:pt x="19114" y="592"/>
                  </a:lnTo>
                  <a:cubicBezTo>
                    <a:pt x="19299" y="592"/>
                    <a:pt x="19410" y="481"/>
                    <a:pt x="19410" y="296"/>
                  </a:cubicBezTo>
                  <a:cubicBezTo>
                    <a:pt x="19410" y="148"/>
                    <a:pt x="19299" y="0"/>
                    <a:pt x="191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4650;p64">
              <a:extLst>
                <a:ext uri="{FF2B5EF4-FFF2-40B4-BE49-F238E27FC236}">
                  <a16:creationId xmlns:a16="http://schemas.microsoft.com/office/drawing/2014/main" id="{98F3F40E-B4FC-C5E4-86AA-25D187698C6B}"/>
                </a:ext>
              </a:extLst>
            </p:cNvPr>
            <p:cNvSpPr/>
            <p:nvPr/>
          </p:nvSpPr>
          <p:spPr>
            <a:xfrm>
              <a:off x="1932350" y="3051575"/>
              <a:ext cx="224625" cy="411425"/>
            </a:xfrm>
            <a:custGeom>
              <a:avLst/>
              <a:gdLst/>
              <a:ahLst/>
              <a:cxnLst/>
              <a:rect l="l" t="t" r="r" b="b"/>
              <a:pathLst>
                <a:path w="8985" h="16457" extrusionOk="0">
                  <a:moveTo>
                    <a:pt x="1183" y="1"/>
                  </a:moveTo>
                  <a:cubicBezTo>
                    <a:pt x="481" y="1"/>
                    <a:pt x="0" y="740"/>
                    <a:pt x="296" y="1369"/>
                  </a:cubicBezTo>
                  <a:lnTo>
                    <a:pt x="6729" y="15861"/>
                  </a:lnTo>
                  <a:cubicBezTo>
                    <a:pt x="6866" y="16239"/>
                    <a:pt x="7226" y="16457"/>
                    <a:pt x="7632" y="16457"/>
                  </a:cubicBezTo>
                  <a:cubicBezTo>
                    <a:pt x="7663" y="16457"/>
                    <a:pt x="7695" y="16455"/>
                    <a:pt x="7727" y="16453"/>
                  </a:cubicBezTo>
                  <a:lnTo>
                    <a:pt x="7949" y="16416"/>
                  </a:lnTo>
                  <a:cubicBezTo>
                    <a:pt x="8614" y="16342"/>
                    <a:pt x="8984" y="15639"/>
                    <a:pt x="8725" y="15048"/>
                  </a:cubicBezTo>
                  <a:lnTo>
                    <a:pt x="2071" y="592"/>
                  </a:lnTo>
                  <a:cubicBezTo>
                    <a:pt x="1923" y="223"/>
                    <a:pt x="1590" y="1"/>
                    <a:pt x="11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4651;p64">
              <a:extLst>
                <a:ext uri="{FF2B5EF4-FFF2-40B4-BE49-F238E27FC236}">
                  <a16:creationId xmlns:a16="http://schemas.microsoft.com/office/drawing/2014/main" id="{B8703E67-0F26-2196-B122-8108E2804E13}"/>
                </a:ext>
              </a:extLst>
            </p:cNvPr>
            <p:cNvSpPr/>
            <p:nvPr/>
          </p:nvSpPr>
          <p:spPr>
            <a:xfrm>
              <a:off x="1929575" y="3044200"/>
              <a:ext cx="230175" cy="426100"/>
            </a:xfrm>
            <a:custGeom>
              <a:avLst/>
              <a:gdLst/>
              <a:ahLst/>
              <a:cxnLst/>
              <a:rect l="l" t="t" r="r" b="b"/>
              <a:pathLst>
                <a:path w="9207" h="17044" extrusionOk="0">
                  <a:moveTo>
                    <a:pt x="1294" y="629"/>
                  </a:moveTo>
                  <a:cubicBezTo>
                    <a:pt x="1553" y="629"/>
                    <a:pt x="1812" y="776"/>
                    <a:pt x="1923" y="998"/>
                  </a:cubicBezTo>
                  <a:lnTo>
                    <a:pt x="8541" y="15454"/>
                  </a:lnTo>
                  <a:cubicBezTo>
                    <a:pt x="8578" y="15565"/>
                    <a:pt x="8614" y="15639"/>
                    <a:pt x="8614" y="15750"/>
                  </a:cubicBezTo>
                  <a:cubicBezTo>
                    <a:pt x="8614" y="16082"/>
                    <a:pt x="8356" y="16378"/>
                    <a:pt x="8023" y="16415"/>
                  </a:cubicBezTo>
                  <a:lnTo>
                    <a:pt x="7801" y="16452"/>
                  </a:lnTo>
                  <a:lnTo>
                    <a:pt x="7727" y="16452"/>
                  </a:lnTo>
                  <a:cubicBezTo>
                    <a:pt x="7468" y="16452"/>
                    <a:pt x="7210" y="16304"/>
                    <a:pt x="7099" y="16045"/>
                  </a:cubicBezTo>
                  <a:lnTo>
                    <a:pt x="703" y="1553"/>
                  </a:lnTo>
                  <a:cubicBezTo>
                    <a:pt x="666" y="1442"/>
                    <a:pt x="629" y="1368"/>
                    <a:pt x="629" y="1294"/>
                  </a:cubicBezTo>
                  <a:cubicBezTo>
                    <a:pt x="629" y="1109"/>
                    <a:pt x="703" y="924"/>
                    <a:pt x="814" y="813"/>
                  </a:cubicBezTo>
                  <a:cubicBezTo>
                    <a:pt x="962" y="703"/>
                    <a:pt x="1109" y="629"/>
                    <a:pt x="1294" y="629"/>
                  </a:cubicBezTo>
                  <a:close/>
                  <a:moveTo>
                    <a:pt x="1294" y="0"/>
                  </a:moveTo>
                  <a:cubicBezTo>
                    <a:pt x="925" y="0"/>
                    <a:pt x="592" y="148"/>
                    <a:pt x="370" y="370"/>
                  </a:cubicBezTo>
                  <a:cubicBezTo>
                    <a:pt x="148" y="629"/>
                    <a:pt x="0" y="924"/>
                    <a:pt x="0" y="1294"/>
                  </a:cubicBezTo>
                  <a:cubicBezTo>
                    <a:pt x="0" y="1442"/>
                    <a:pt x="37" y="1627"/>
                    <a:pt x="111" y="1812"/>
                  </a:cubicBezTo>
                  <a:lnTo>
                    <a:pt x="6544" y="16304"/>
                  </a:lnTo>
                  <a:cubicBezTo>
                    <a:pt x="6766" y="16748"/>
                    <a:pt x="7210" y="17044"/>
                    <a:pt x="7727" y="17044"/>
                  </a:cubicBezTo>
                  <a:lnTo>
                    <a:pt x="7875" y="17044"/>
                  </a:lnTo>
                  <a:lnTo>
                    <a:pt x="8097" y="17007"/>
                  </a:lnTo>
                  <a:cubicBezTo>
                    <a:pt x="8762" y="16933"/>
                    <a:pt x="9206" y="16378"/>
                    <a:pt x="9206" y="15750"/>
                  </a:cubicBezTo>
                  <a:cubicBezTo>
                    <a:pt x="9206" y="15565"/>
                    <a:pt x="9169" y="15380"/>
                    <a:pt x="9095" y="15195"/>
                  </a:cubicBezTo>
                  <a:lnTo>
                    <a:pt x="2477" y="740"/>
                  </a:lnTo>
                  <a:cubicBezTo>
                    <a:pt x="2256" y="296"/>
                    <a:pt x="1812" y="0"/>
                    <a:pt x="12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4652;p64">
              <a:extLst>
                <a:ext uri="{FF2B5EF4-FFF2-40B4-BE49-F238E27FC236}">
                  <a16:creationId xmlns:a16="http://schemas.microsoft.com/office/drawing/2014/main" id="{17095362-FA5A-4942-B851-8C8958050C2A}"/>
                </a:ext>
              </a:extLst>
            </p:cNvPr>
            <p:cNvSpPr/>
            <p:nvPr/>
          </p:nvSpPr>
          <p:spPr>
            <a:xfrm>
              <a:off x="1860250" y="3071925"/>
              <a:ext cx="241250" cy="60100"/>
            </a:xfrm>
            <a:custGeom>
              <a:avLst/>
              <a:gdLst/>
              <a:ahLst/>
              <a:cxnLst/>
              <a:rect l="l" t="t" r="r" b="b"/>
              <a:pathLst>
                <a:path w="9650" h="2404" extrusionOk="0">
                  <a:moveTo>
                    <a:pt x="8467" y="0"/>
                  </a:moveTo>
                  <a:lnTo>
                    <a:pt x="1184" y="74"/>
                  </a:lnTo>
                  <a:cubicBezTo>
                    <a:pt x="555" y="74"/>
                    <a:pt x="1" y="592"/>
                    <a:pt x="1" y="1257"/>
                  </a:cubicBezTo>
                  <a:cubicBezTo>
                    <a:pt x="1" y="1886"/>
                    <a:pt x="555" y="2403"/>
                    <a:pt x="1184" y="2403"/>
                  </a:cubicBezTo>
                  <a:lnTo>
                    <a:pt x="8504" y="2366"/>
                  </a:lnTo>
                  <a:lnTo>
                    <a:pt x="8541" y="2366"/>
                  </a:lnTo>
                  <a:cubicBezTo>
                    <a:pt x="9169" y="2329"/>
                    <a:pt x="9650" y="1812"/>
                    <a:pt x="9650" y="1183"/>
                  </a:cubicBezTo>
                  <a:cubicBezTo>
                    <a:pt x="9650" y="518"/>
                    <a:pt x="9132" y="0"/>
                    <a:pt x="84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4653;p64">
              <a:extLst>
                <a:ext uri="{FF2B5EF4-FFF2-40B4-BE49-F238E27FC236}">
                  <a16:creationId xmlns:a16="http://schemas.microsoft.com/office/drawing/2014/main" id="{20970188-3309-4621-1638-593477BB9631}"/>
                </a:ext>
              </a:extLst>
            </p:cNvPr>
            <p:cNvSpPr/>
            <p:nvPr/>
          </p:nvSpPr>
          <p:spPr>
            <a:xfrm>
              <a:off x="1852850" y="3064525"/>
              <a:ext cx="256050" cy="74900"/>
            </a:xfrm>
            <a:custGeom>
              <a:avLst/>
              <a:gdLst/>
              <a:ahLst/>
              <a:cxnLst/>
              <a:rect l="l" t="t" r="r" b="b"/>
              <a:pathLst>
                <a:path w="10242" h="2996" extrusionOk="0">
                  <a:moveTo>
                    <a:pt x="8763" y="629"/>
                  </a:moveTo>
                  <a:cubicBezTo>
                    <a:pt x="9243" y="629"/>
                    <a:pt x="9650" y="999"/>
                    <a:pt x="9650" y="1479"/>
                  </a:cubicBezTo>
                  <a:cubicBezTo>
                    <a:pt x="9650" y="1960"/>
                    <a:pt x="9280" y="2330"/>
                    <a:pt x="8837" y="2330"/>
                  </a:cubicBezTo>
                  <a:lnTo>
                    <a:pt x="8763" y="2367"/>
                  </a:lnTo>
                  <a:lnTo>
                    <a:pt x="1480" y="2404"/>
                  </a:lnTo>
                  <a:cubicBezTo>
                    <a:pt x="999" y="2404"/>
                    <a:pt x="629" y="1997"/>
                    <a:pt x="629" y="1516"/>
                  </a:cubicBezTo>
                  <a:cubicBezTo>
                    <a:pt x="629" y="1294"/>
                    <a:pt x="703" y="1073"/>
                    <a:pt x="888" y="925"/>
                  </a:cubicBezTo>
                  <a:cubicBezTo>
                    <a:pt x="1036" y="777"/>
                    <a:pt x="1258" y="666"/>
                    <a:pt x="1480" y="666"/>
                  </a:cubicBezTo>
                  <a:lnTo>
                    <a:pt x="8763" y="629"/>
                  </a:lnTo>
                  <a:close/>
                  <a:moveTo>
                    <a:pt x="8763" y="0"/>
                  </a:moveTo>
                  <a:lnTo>
                    <a:pt x="1480" y="37"/>
                  </a:lnTo>
                  <a:cubicBezTo>
                    <a:pt x="666" y="37"/>
                    <a:pt x="1" y="703"/>
                    <a:pt x="1" y="1516"/>
                  </a:cubicBezTo>
                  <a:lnTo>
                    <a:pt x="1" y="1553"/>
                  </a:lnTo>
                  <a:cubicBezTo>
                    <a:pt x="1" y="2367"/>
                    <a:pt x="666" y="2995"/>
                    <a:pt x="1480" y="2995"/>
                  </a:cubicBezTo>
                  <a:lnTo>
                    <a:pt x="8800" y="2958"/>
                  </a:lnTo>
                  <a:lnTo>
                    <a:pt x="8837" y="2958"/>
                  </a:lnTo>
                  <a:cubicBezTo>
                    <a:pt x="9650" y="2921"/>
                    <a:pt x="10242" y="2293"/>
                    <a:pt x="10242" y="1479"/>
                  </a:cubicBezTo>
                  <a:cubicBezTo>
                    <a:pt x="10242" y="666"/>
                    <a:pt x="9576" y="0"/>
                    <a:pt x="87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4654;p64">
              <a:extLst>
                <a:ext uri="{FF2B5EF4-FFF2-40B4-BE49-F238E27FC236}">
                  <a16:creationId xmlns:a16="http://schemas.microsoft.com/office/drawing/2014/main" id="{D0B93255-F0C7-1497-75CA-C4AEB8C45CAA}"/>
                </a:ext>
              </a:extLst>
            </p:cNvPr>
            <p:cNvSpPr/>
            <p:nvPr/>
          </p:nvSpPr>
          <p:spPr>
            <a:xfrm>
              <a:off x="2226250" y="3045125"/>
              <a:ext cx="224625" cy="411425"/>
            </a:xfrm>
            <a:custGeom>
              <a:avLst/>
              <a:gdLst/>
              <a:ahLst/>
              <a:cxnLst/>
              <a:rect l="l" t="t" r="r" b="b"/>
              <a:pathLst>
                <a:path w="8985" h="16457" extrusionOk="0">
                  <a:moveTo>
                    <a:pt x="1184" y="0"/>
                  </a:moveTo>
                  <a:cubicBezTo>
                    <a:pt x="482" y="0"/>
                    <a:pt x="1" y="739"/>
                    <a:pt x="297" y="1368"/>
                  </a:cubicBezTo>
                  <a:lnTo>
                    <a:pt x="6730" y="15860"/>
                  </a:lnTo>
                  <a:cubicBezTo>
                    <a:pt x="6867" y="16238"/>
                    <a:pt x="7227" y="16456"/>
                    <a:pt x="7632" y="16456"/>
                  </a:cubicBezTo>
                  <a:cubicBezTo>
                    <a:pt x="7664" y="16456"/>
                    <a:pt x="7696" y="16455"/>
                    <a:pt x="7728" y="16452"/>
                  </a:cubicBezTo>
                  <a:lnTo>
                    <a:pt x="7950" y="16415"/>
                  </a:lnTo>
                  <a:cubicBezTo>
                    <a:pt x="8615" y="16341"/>
                    <a:pt x="8985" y="15639"/>
                    <a:pt x="8726" y="15047"/>
                  </a:cubicBezTo>
                  <a:lnTo>
                    <a:pt x="2071" y="592"/>
                  </a:lnTo>
                  <a:cubicBezTo>
                    <a:pt x="1923" y="222"/>
                    <a:pt x="1591" y="0"/>
                    <a:pt x="118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4655;p64">
              <a:extLst>
                <a:ext uri="{FF2B5EF4-FFF2-40B4-BE49-F238E27FC236}">
                  <a16:creationId xmlns:a16="http://schemas.microsoft.com/office/drawing/2014/main" id="{56BE54CB-10C0-B11D-B70C-D9B2C7FFDF41}"/>
                </a:ext>
              </a:extLst>
            </p:cNvPr>
            <p:cNvSpPr/>
            <p:nvPr/>
          </p:nvSpPr>
          <p:spPr>
            <a:xfrm>
              <a:off x="2224400" y="3037725"/>
              <a:ext cx="230175" cy="426100"/>
            </a:xfrm>
            <a:custGeom>
              <a:avLst/>
              <a:gdLst/>
              <a:ahLst/>
              <a:cxnLst/>
              <a:rect l="l" t="t" r="r" b="b"/>
              <a:pathLst>
                <a:path w="9207" h="17044" extrusionOk="0">
                  <a:moveTo>
                    <a:pt x="1258" y="629"/>
                  </a:moveTo>
                  <a:cubicBezTo>
                    <a:pt x="1517" y="629"/>
                    <a:pt x="1776" y="777"/>
                    <a:pt x="1886" y="999"/>
                  </a:cubicBezTo>
                  <a:lnTo>
                    <a:pt x="8504" y="15491"/>
                  </a:lnTo>
                  <a:cubicBezTo>
                    <a:pt x="8541" y="15565"/>
                    <a:pt x="8578" y="15676"/>
                    <a:pt x="8578" y="15750"/>
                  </a:cubicBezTo>
                  <a:cubicBezTo>
                    <a:pt x="8578" y="16083"/>
                    <a:pt x="8319" y="16378"/>
                    <a:pt x="7987" y="16415"/>
                  </a:cubicBezTo>
                  <a:lnTo>
                    <a:pt x="7765" y="16452"/>
                  </a:lnTo>
                  <a:lnTo>
                    <a:pt x="7691" y="16452"/>
                  </a:lnTo>
                  <a:cubicBezTo>
                    <a:pt x="7432" y="16452"/>
                    <a:pt x="7173" y="16304"/>
                    <a:pt x="7062" y="16046"/>
                  </a:cubicBezTo>
                  <a:lnTo>
                    <a:pt x="666" y="1553"/>
                  </a:lnTo>
                  <a:cubicBezTo>
                    <a:pt x="629" y="1442"/>
                    <a:pt x="592" y="1368"/>
                    <a:pt x="592" y="1294"/>
                  </a:cubicBezTo>
                  <a:cubicBezTo>
                    <a:pt x="592" y="1109"/>
                    <a:pt x="666" y="925"/>
                    <a:pt x="777" y="814"/>
                  </a:cubicBezTo>
                  <a:cubicBezTo>
                    <a:pt x="925" y="703"/>
                    <a:pt x="1073" y="629"/>
                    <a:pt x="1258" y="629"/>
                  </a:cubicBezTo>
                  <a:close/>
                  <a:moveTo>
                    <a:pt x="1258" y="0"/>
                  </a:moveTo>
                  <a:cubicBezTo>
                    <a:pt x="888" y="0"/>
                    <a:pt x="592" y="148"/>
                    <a:pt x="334" y="370"/>
                  </a:cubicBezTo>
                  <a:cubicBezTo>
                    <a:pt x="112" y="629"/>
                    <a:pt x="1" y="925"/>
                    <a:pt x="1" y="1294"/>
                  </a:cubicBezTo>
                  <a:cubicBezTo>
                    <a:pt x="1" y="1442"/>
                    <a:pt x="1" y="1627"/>
                    <a:pt x="112" y="1812"/>
                  </a:cubicBezTo>
                  <a:lnTo>
                    <a:pt x="6508" y="16304"/>
                  </a:lnTo>
                  <a:cubicBezTo>
                    <a:pt x="6730" y="16748"/>
                    <a:pt x="7173" y="17044"/>
                    <a:pt x="7691" y="17044"/>
                  </a:cubicBezTo>
                  <a:lnTo>
                    <a:pt x="8061" y="17044"/>
                  </a:lnTo>
                  <a:cubicBezTo>
                    <a:pt x="8726" y="16933"/>
                    <a:pt x="9207" y="16378"/>
                    <a:pt x="9207" y="15750"/>
                  </a:cubicBezTo>
                  <a:cubicBezTo>
                    <a:pt x="9207" y="15565"/>
                    <a:pt x="9170" y="15380"/>
                    <a:pt x="9059" y="15232"/>
                  </a:cubicBezTo>
                  <a:lnTo>
                    <a:pt x="2441" y="740"/>
                  </a:lnTo>
                  <a:cubicBezTo>
                    <a:pt x="2219" y="296"/>
                    <a:pt x="1776" y="0"/>
                    <a:pt x="125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4656;p64">
              <a:extLst>
                <a:ext uri="{FF2B5EF4-FFF2-40B4-BE49-F238E27FC236}">
                  <a16:creationId xmlns:a16="http://schemas.microsoft.com/office/drawing/2014/main" id="{624753BF-5831-526C-3448-1CE293739565}"/>
                </a:ext>
              </a:extLst>
            </p:cNvPr>
            <p:cNvSpPr/>
            <p:nvPr/>
          </p:nvSpPr>
          <p:spPr>
            <a:xfrm>
              <a:off x="2154175" y="3065450"/>
              <a:ext cx="241250" cy="60100"/>
            </a:xfrm>
            <a:custGeom>
              <a:avLst/>
              <a:gdLst/>
              <a:ahLst/>
              <a:cxnLst/>
              <a:rect l="l" t="t" r="r" b="b"/>
              <a:pathLst>
                <a:path w="9650" h="2404" extrusionOk="0">
                  <a:moveTo>
                    <a:pt x="8466" y="0"/>
                  </a:moveTo>
                  <a:lnTo>
                    <a:pt x="1183" y="74"/>
                  </a:lnTo>
                  <a:cubicBezTo>
                    <a:pt x="555" y="74"/>
                    <a:pt x="0" y="592"/>
                    <a:pt x="0" y="1257"/>
                  </a:cubicBezTo>
                  <a:cubicBezTo>
                    <a:pt x="37" y="1886"/>
                    <a:pt x="555" y="2404"/>
                    <a:pt x="1183" y="2404"/>
                  </a:cubicBezTo>
                  <a:lnTo>
                    <a:pt x="8503" y="2367"/>
                  </a:lnTo>
                  <a:lnTo>
                    <a:pt x="8540" y="2367"/>
                  </a:lnTo>
                  <a:cubicBezTo>
                    <a:pt x="9169" y="2330"/>
                    <a:pt x="9650" y="1812"/>
                    <a:pt x="9650" y="1183"/>
                  </a:cubicBezTo>
                  <a:cubicBezTo>
                    <a:pt x="9650" y="518"/>
                    <a:pt x="9132" y="0"/>
                    <a:pt x="846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4657;p64">
              <a:extLst>
                <a:ext uri="{FF2B5EF4-FFF2-40B4-BE49-F238E27FC236}">
                  <a16:creationId xmlns:a16="http://schemas.microsoft.com/office/drawing/2014/main" id="{8301998D-1737-5264-E7E9-E2485A078025}"/>
                </a:ext>
              </a:extLst>
            </p:cNvPr>
            <p:cNvSpPr/>
            <p:nvPr/>
          </p:nvSpPr>
          <p:spPr>
            <a:xfrm>
              <a:off x="2146775" y="3058050"/>
              <a:ext cx="256050" cy="75825"/>
            </a:xfrm>
            <a:custGeom>
              <a:avLst/>
              <a:gdLst/>
              <a:ahLst/>
              <a:cxnLst/>
              <a:rect l="l" t="t" r="r" b="b"/>
              <a:pathLst>
                <a:path w="10242" h="3033" extrusionOk="0">
                  <a:moveTo>
                    <a:pt x="8762" y="629"/>
                  </a:moveTo>
                  <a:cubicBezTo>
                    <a:pt x="9243" y="629"/>
                    <a:pt x="9650" y="999"/>
                    <a:pt x="9650" y="1479"/>
                  </a:cubicBezTo>
                  <a:cubicBezTo>
                    <a:pt x="9650" y="1960"/>
                    <a:pt x="9280" y="2330"/>
                    <a:pt x="8836" y="2367"/>
                  </a:cubicBezTo>
                  <a:lnTo>
                    <a:pt x="8762" y="2367"/>
                  </a:lnTo>
                  <a:lnTo>
                    <a:pt x="1479" y="2404"/>
                  </a:lnTo>
                  <a:cubicBezTo>
                    <a:pt x="999" y="2404"/>
                    <a:pt x="629" y="1997"/>
                    <a:pt x="629" y="1553"/>
                  </a:cubicBezTo>
                  <a:lnTo>
                    <a:pt x="629" y="1516"/>
                  </a:lnTo>
                  <a:cubicBezTo>
                    <a:pt x="629" y="1295"/>
                    <a:pt x="703" y="1073"/>
                    <a:pt x="888" y="925"/>
                  </a:cubicBezTo>
                  <a:cubicBezTo>
                    <a:pt x="1036" y="777"/>
                    <a:pt x="1257" y="666"/>
                    <a:pt x="1479" y="666"/>
                  </a:cubicBezTo>
                  <a:lnTo>
                    <a:pt x="8762" y="629"/>
                  </a:lnTo>
                  <a:close/>
                  <a:moveTo>
                    <a:pt x="8762" y="1"/>
                  </a:moveTo>
                  <a:lnTo>
                    <a:pt x="1479" y="38"/>
                  </a:lnTo>
                  <a:cubicBezTo>
                    <a:pt x="666" y="38"/>
                    <a:pt x="0" y="703"/>
                    <a:pt x="0" y="1516"/>
                  </a:cubicBezTo>
                  <a:lnTo>
                    <a:pt x="0" y="1553"/>
                  </a:lnTo>
                  <a:cubicBezTo>
                    <a:pt x="0" y="2367"/>
                    <a:pt x="666" y="3032"/>
                    <a:pt x="1479" y="3032"/>
                  </a:cubicBezTo>
                  <a:lnTo>
                    <a:pt x="8799" y="2958"/>
                  </a:lnTo>
                  <a:lnTo>
                    <a:pt x="8836" y="2958"/>
                  </a:lnTo>
                  <a:cubicBezTo>
                    <a:pt x="9650" y="2921"/>
                    <a:pt x="10241" y="2293"/>
                    <a:pt x="10241" y="1479"/>
                  </a:cubicBezTo>
                  <a:cubicBezTo>
                    <a:pt x="10241" y="666"/>
                    <a:pt x="9576" y="1"/>
                    <a:pt x="87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4658;p64">
              <a:extLst>
                <a:ext uri="{FF2B5EF4-FFF2-40B4-BE49-F238E27FC236}">
                  <a16:creationId xmlns:a16="http://schemas.microsoft.com/office/drawing/2014/main" id="{587D2B89-296E-D699-977F-489F47995E6A}"/>
                </a:ext>
              </a:extLst>
            </p:cNvPr>
            <p:cNvSpPr/>
            <p:nvPr/>
          </p:nvSpPr>
          <p:spPr>
            <a:xfrm>
              <a:off x="6411325" y="2750350"/>
              <a:ext cx="307800" cy="342775"/>
            </a:xfrm>
            <a:custGeom>
              <a:avLst/>
              <a:gdLst/>
              <a:ahLst/>
              <a:cxnLst/>
              <a:rect l="l" t="t" r="r" b="b"/>
              <a:pathLst>
                <a:path w="12312" h="13711" extrusionOk="0">
                  <a:moveTo>
                    <a:pt x="7907" y="0"/>
                  </a:moveTo>
                  <a:cubicBezTo>
                    <a:pt x="5765" y="0"/>
                    <a:pt x="3291" y="1801"/>
                    <a:pt x="1849" y="4656"/>
                  </a:cubicBezTo>
                  <a:cubicBezTo>
                    <a:pt x="1" y="8242"/>
                    <a:pt x="481" y="12124"/>
                    <a:pt x="2884" y="13344"/>
                  </a:cubicBezTo>
                  <a:cubicBezTo>
                    <a:pt x="3367" y="13593"/>
                    <a:pt x="3894" y="13711"/>
                    <a:pt x="4443" y="13711"/>
                  </a:cubicBezTo>
                  <a:cubicBezTo>
                    <a:pt x="6585" y="13711"/>
                    <a:pt x="9058" y="11910"/>
                    <a:pt x="10500" y="9055"/>
                  </a:cubicBezTo>
                  <a:cubicBezTo>
                    <a:pt x="12312" y="5469"/>
                    <a:pt x="11868" y="1587"/>
                    <a:pt x="9465" y="367"/>
                  </a:cubicBezTo>
                  <a:cubicBezTo>
                    <a:pt x="8983" y="118"/>
                    <a:pt x="8456" y="0"/>
                    <a:pt x="790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4659;p64">
              <a:extLst>
                <a:ext uri="{FF2B5EF4-FFF2-40B4-BE49-F238E27FC236}">
                  <a16:creationId xmlns:a16="http://schemas.microsoft.com/office/drawing/2014/main" id="{D29BE5CE-8121-9906-C966-185F58A60DA1}"/>
                </a:ext>
              </a:extLst>
            </p:cNvPr>
            <p:cNvSpPr/>
            <p:nvPr/>
          </p:nvSpPr>
          <p:spPr>
            <a:xfrm>
              <a:off x="6421500" y="2742875"/>
              <a:ext cx="288400" cy="358650"/>
            </a:xfrm>
            <a:custGeom>
              <a:avLst/>
              <a:gdLst/>
              <a:ahLst/>
              <a:cxnLst/>
              <a:rect l="l" t="t" r="r" b="b"/>
              <a:pathLst>
                <a:path w="11536" h="14346" extrusionOk="0">
                  <a:moveTo>
                    <a:pt x="7505" y="592"/>
                  </a:moveTo>
                  <a:cubicBezTo>
                    <a:pt x="8023" y="592"/>
                    <a:pt x="8467" y="703"/>
                    <a:pt x="8910" y="925"/>
                  </a:cubicBezTo>
                  <a:cubicBezTo>
                    <a:pt x="9576" y="1258"/>
                    <a:pt x="10056" y="1775"/>
                    <a:pt x="10389" y="2478"/>
                  </a:cubicBezTo>
                  <a:cubicBezTo>
                    <a:pt x="10722" y="3180"/>
                    <a:pt x="10907" y="4030"/>
                    <a:pt x="10907" y="4992"/>
                  </a:cubicBezTo>
                  <a:cubicBezTo>
                    <a:pt x="10907" y="6286"/>
                    <a:pt x="10537" y="7764"/>
                    <a:pt x="9835" y="9206"/>
                  </a:cubicBezTo>
                  <a:cubicBezTo>
                    <a:pt x="8393" y="12016"/>
                    <a:pt x="5990" y="13717"/>
                    <a:pt x="4030" y="13717"/>
                  </a:cubicBezTo>
                  <a:cubicBezTo>
                    <a:pt x="3513" y="13717"/>
                    <a:pt x="3032" y="13606"/>
                    <a:pt x="2588" y="13384"/>
                  </a:cubicBezTo>
                  <a:cubicBezTo>
                    <a:pt x="1960" y="13051"/>
                    <a:pt x="1479" y="12534"/>
                    <a:pt x="1147" y="11831"/>
                  </a:cubicBezTo>
                  <a:cubicBezTo>
                    <a:pt x="814" y="11129"/>
                    <a:pt x="629" y="10278"/>
                    <a:pt x="629" y="9354"/>
                  </a:cubicBezTo>
                  <a:cubicBezTo>
                    <a:pt x="629" y="8023"/>
                    <a:pt x="962" y="6544"/>
                    <a:pt x="1701" y="5103"/>
                  </a:cubicBezTo>
                  <a:cubicBezTo>
                    <a:pt x="3106" y="2293"/>
                    <a:pt x="5509" y="592"/>
                    <a:pt x="7505" y="592"/>
                  </a:cubicBezTo>
                  <a:close/>
                  <a:moveTo>
                    <a:pt x="7505" y="1"/>
                  </a:moveTo>
                  <a:cubicBezTo>
                    <a:pt x="5176" y="1"/>
                    <a:pt x="2662" y="1886"/>
                    <a:pt x="1147" y="4807"/>
                  </a:cubicBezTo>
                  <a:cubicBezTo>
                    <a:pt x="370" y="6323"/>
                    <a:pt x="0" y="7912"/>
                    <a:pt x="0" y="9354"/>
                  </a:cubicBezTo>
                  <a:cubicBezTo>
                    <a:pt x="0" y="10352"/>
                    <a:pt x="185" y="11314"/>
                    <a:pt x="592" y="12090"/>
                  </a:cubicBezTo>
                  <a:cubicBezTo>
                    <a:pt x="962" y="12903"/>
                    <a:pt x="1553" y="13532"/>
                    <a:pt x="2330" y="13939"/>
                  </a:cubicBezTo>
                  <a:cubicBezTo>
                    <a:pt x="2847" y="14197"/>
                    <a:pt x="3439" y="14345"/>
                    <a:pt x="4030" y="14345"/>
                  </a:cubicBezTo>
                  <a:cubicBezTo>
                    <a:pt x="6359" y="14308"/>
                    <a:pt x="8873" y="12423"/>
                    <a:pt x="10352" y="9502"/>
                  </a:cubicBezTo>
                  <a:cubicBezTo>
                    <a:pt x="11129" y="7986"/>
                    <a:pt x="11535" y="6397"/>
                    <a:pt x="11535" y="4992"/>
                  </a:cubicBezTo>
                  <a:cubicBezTo>
                    <a:pt x="11535" y="3957"/>
                    <a:pt x="11313" y="2995"/>
                    <a:pt x="10944" y="2219"/>
                  </a:cubicBezTo>
                  <a:cubicBezTo>
                    <a:pt x="10574" y="1406"/>
                    <a:pt x="9982" y="777"/>
                    <a:pt x="9206" y="370"/>
                  </a:cubicBezTo>
                  <a:cubicBezTo>
                    <a:pt x="8689" y="112"/>
                    <a:pt x="8097" y="1"/>
                    <a:pt x="750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4660;p64">
              <a:extLst>
                <a:ext uri="{FF2B5EF4-FFF2-40B4-BE49-F238E27FC236}">
                  <a16:creationId xmlns:a16="http://schemas.microsoft.com/office/drawing/2014/main" id="{6C42DDCE-2C8D-4CBD-D86E-8DA55CE8F833}"/>
                </a:ext>
              </a:extLst>
            </p:cNvPr>
            <p:cNvSpPr/>
            <p:nvPr/>
          </p:nvSpPr>
          <p:spPr>
            <a:xfrm>
              <a:off x="6367900" y="2718725"/>
              <a:ext cx="380800" cy="356000"/>
            </a:xfrm>
            <a:custGeom>
              <a:avLst/>
              <a:gdLst/>
              <a:ahLst/>
              <a:cxnLst/>
              <a:rect l="l" t="t" r="r" b="b"/>
              <a:pathLst>
                <a:path w="15232" h="14240" extrusionOk="0">
                  <a:moveTo>
                    <a:pt x="13049" y="0"/>
                  </a:moveTo>
                  <a:cubicBezTo>
                    <a:pt x="12563" y="0"/>
                    <a:pt x="12075" y="185"/>
                    <a:pt x="11683" y="560"/>
                  </a:cubicBezTo>
                  <a:lnTo>
                    <a:pt x="850" y="10838"/>
                  </a:lnTo>
                  <a:cubicBezTo>
                    <a:pt x="37" y="11577"/>
                    <a:pt x="0" y="12834"/>
                    <a:pt x="777" y="13611"/>
                  </a:cubicBezTo>
                  <a:cubicBezTo>
                    <a:pt x="1146" y="14017"/>
                    <a:pt x="1664" y="14239"/>
                    <a:pt x="2181" y="14239"/>
                  </a:cubicBezTo>
                  <a:cubicBezTo>
                    <a:pt x="2662" y="14239"/>
                    <a:pt x="3180" y="14054"/>
                    <a:pt x="3549" y="13685"/>
                  </a:cubicBezTo>
                  <a:lnTo>
                    <a:pt x="14419" y="3407"/>
                  </a:lnTo>
                  <a:cubicBezTo>
                    <a:pt x="15195" y="2667"/>
                    <a:pt x="15232" y="1410"/>
                    <a:pt x="14493" y="634"/>
                  </a:cubicBezTo>
                  <a:cubicBezTo>
                    <a:pt x="14091" y="213"/>
                    <a:pt x="13570" y="0"/>
                    <a:pt x="1304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4661;p64">
              <a:extLst>
                <a:ext uri="{FF2B5EF4-FFF2-40B4-BE49-F238E27FC236}">
                  <a16:creationId xmlns:a16="http://schemas.microsoft.com/office/drawing/2014/main" id="{6E0E0398-F512-FE7C-1410-12A0AD34CFB0}"/>
                </a:ext>
              </a:extLst>
            </p:cNvPr>
            <p:cNvSpPr/>
            <p:nvPr/>
          </p:nvSpPr>
          <p:spPr>
            <a:xfrm>
              <a:off x="6007425" y="2810625"/>
              <a:ext cx="244025" cy="272225"/>
            </a:xfrm>
            <a:custGeom>
              <a:avLst/>
              <a:gdLst/>
              <a:ahLst/>
              <a:cxnLst/>
              <a:rect l="l" t="t" r="r" b="b"/>
              <a:pathLst>
                <a:path w="9761" h="10889" extrusionOk="0">
                  <a:moveTo>
                    <a:pt x="6283" y="0"/>
                  </a:moveTo>
                  <a:cubicBezTo>
                    <a:pt x="4573" y="0"/>
                    <a:pt x="2595" y="1449"/>
                    <a:pt x="1442" y="3724"/>
                  </a:cubicBezTo>
                  <a:cubicBezTo>
                    <a:pt x="1" y="6533"/>
                    <a:pt x="370" y="9639"/>
                    <a:pt x="2256" y="10600"/>
                  </a:cubicBezTo>
                  <a:cubicBezTo>
                    <a:pt x="2647" y="10796"/>
                    <a:pt x="3071" y="10889"/>
                    <a:pt x="3510" y="10889"/>
                  </a:cubicBezTo>
                  <a:cubicBezTo>
                    <a:pt x="5225" y="10889"/>
                    <a:pt x="7171" y="9466"/>
                    <a:pt x="8319" y="7199"/>
                  </a:cubicBezTo>
                  <a:cubicBezTo>
                    <a:pt x="9761" y="4352"/>
                    <a:pt x="9391" y="1247"/>
                    <a:pt x="7506" y="285"/>
                  </a:cubicBezTo>
                  <a:cubicBezTo>
                    <a:pt x="7127" y="92"/>
                    <a:pt x="6713" y="0"/>
                    <a:pt x="628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4662;p64">
              <a:extLst>
                <a:ext uri="{FF2B5EF4-FFF2-40B4-BE49-F238E27FC236}">
                  <a16:creationId xmlns:a16="http://schemas.microsoft.com/office/drawing/2014/main" id="{1803D3F5-B86C-57D2-DF72-2DD969AAB925}"/>
                </a:ext>
              </a:extLst>
            </p:cNvPr>
            <p:cNvSpPr/>
            <p:nvPr/>
          </p:nvSpPr>
          <p:spPr>
            <a:xfrm>
              <a:off x="6013900" y="2802950"/>
              <a:ext cx="231100" cy="287475"/>
            </a:xfrm>
            <a:custGeom>
              <a:avLst/>
              <a:gdLst/>
              <a:ahLst/>
              <a:cxnLst/>
              <a:rect l="l" t="t" r="r" b="b"/>
              <a:pathLst>
                <a:path w="9244" h="11499" extrusionOk="0">
                  <a:moveTo>
                    <a:pt x="5990" y="629"/>
                  </a:moveTo>
                  <a:cubicBezTo>
                    <a:pt x="6396" y="629"/>
                    <a:pt x="6766" y="703"/>
                    <a:pt x="7099" y="888"/>
                  </a:cubicBezTo>
                  <a:cubicBezTo>
                    <a:pt x="7579" y="1147"/>
                    <a:pt x="7986" y="1554"/>
                    <a:pt x="8245" y="2071"/>
                  </a:cubicBezTo>
                  <a:cubicBezTo>
                    <a:pt x="8504" y="2626"/>
                    <a:pt x="8652" y="3291"/>
                    <a:pt x="8652" y="4031"/>
                  </a:cubicBezTo>
                  <a:cubicBezTo>
                    <a:pt x="8652" y="5066"/>
                    <a:pt x="8356" y="6249"/>
                    <a:pt x="7801" y="7358"/>
                  </a:cubicBezTo>
                  <a:cubicBezTo>
                    <a:pt x="6692" y="9539"/>
                    <a:pt x="4770" y="10907"/>
                    <a:pt x="3254" y="10907"/>
                  </a:cubicBezTo>
                  <a:cubicBezTo>
                    <a:pt x="2847" y="10870"/>
                    <a:pt x="2477" y="10796"/>
                    <a:pt x="2145" y="10648"/>
                  </a:cubicBezTo>
                  <a:cubicBezTo>
                    <a:pt x="1664" y="10390"/>
                    <a:pt x="1294" y="9983"/>
                    <a:pt x="1036" y="9428"/>
                  </a:cubicBezTo>
                  <a:cubicBezTo>
                    <a:pt x="740" y="8911"/>
                    <a:pt x="629" y="8245"/>
                    <a:pt x="629" y="7506"/>
                  </a:cubicBezTo>
                  <a:cubicBezTo>
                    <a:pt x="629" y="6471"/>
                    <a:pt x="888" y="5288"/>
                    <a:pt x="1479" y="4141"/>
                  </a:cubicBezTo>
                  <a:cubicBezTo>
                    <a:pt x="2034" y="3069"/>
                    <a:pt x="2773" y="2182"/>
                    <a:pt x="3587" y="1554"/>
                  </a:cubicBezTo>
                  <a:cubicBezTo>
                    <a:pt x="4363" y="962"/>
                    <a:pt x="5250" y="629"/>
                    <a:pt x="5990" y="629"/>
                  </a:cubicBezTo>
                  <a:close/>
                  <a:moveTo>
                    <a:pt x="5990" y="1"/>
                  </a:moveTo>
                  <a:cubicBezTo>
                    <a:pt x="4141" y="38"/>
                    <a:pt x="2108" y="1517"/>
                    <a:pt x="925" y="3883"/>
                  </a:cubicBezTo>
                  <a:cubicBezTo>
                    <a:pt x="296" y="5103"/>
                    <a:pt x="0" y="6360"/>
                    <a:pt x="0" y="7506"/>
                  </a:cubicBezTo>
                  <a:cubicBezTo>
                    <a:pt x="0" y="8319"/>
                    <a:pt x="148" y="9059"/>
                    <a:pt x="481" y="9687"/>
                  </a:cubicBezTo>
                  <a:cubicBezTo>
                    <a:pt x="777" y="10353"/>
                    <a:pt x="1257" y="10870"/>
                    <a:pt x="1886" y="11166"/>
                  </a:cubicBezTo>
                  <a:cubicBezTo>
                    <a:pt x="2293" y="11388"/>
                    <a:pt x="2773" y="11499"/>
                    <a:pt x="3254" y="11499"/>
                  </a:cubicBezTo>
                  <a:cubicBezTo>
                    <a:pt x="5139" y="11499"/>
                    <a:pt x="7136" y="9983"/>
                    <a:pt x="8319" y="7654"/>
                  </a:cubicBezTo>
                  <a:cubicBezTo>
                    <a:pt x="8947" y="6434"/>
                    <a:pt x="9243" y="5177"/>
                    <a:pt x="9243" y="4031"/>
                  </a:cubicBezTo>
                  <a:cubicBezTo>
                    <a:pt x="9243" y="3217"/>
                    <a:pt x="9095" y="2441"/>
                    <a:pt x="8799" y="1812"/>
                  </a:cubicBezTo>
                  <a:cubicBezTo>
                    <a:pt x="8467" y="1184"/>
                    <a:pt x="8023" y="666"/>
                    <a:pt x="7395" y="333"/>
                  </a:cubicBezTo>
                  <a:cubicBezTo>
                    <a:pt x="6951" y="112"/>
                    <a:pt x="6470" y="1"/>
                    <a:pt x="59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4663;p64">
              <a:extLst>
                <a:ext uri="{FF2B5EF4-FFF2-40B4-BE49-F238E27FC236}">
                  <a16:creationId xmlns:a16="http://schemas.microsoft.com/office/drawing/2014/main" id="{ED6FA4F2-8F50-71AF-35E9-EA8044EFD6E3}"/>
                </a:ext>
              </a:extLst>
            </p:cNvPr>
            <p:cNvSpPr/>
            <p:nvPr/>
          </p:nvSpPr>
          <p:spPr>
            <a:xfrm>
              <a:off x="5994500" y="2772900"/>
              <a:ext cx="258800" cy="320975"/>
            </a:xfrm>
            <a:custGeom>
              <a:avLst/>
              <a:gdLst/>
              <a:ahLst/>
              <a:cxnLst/>
              <a:rect l="l" t="t" r="r" b="b"/>
              <a:pathLst>
                <a:path w="10352" h="12839" extrusionOk="0">
                  <a:moveTo>
                    <a:pt x="8574" y="1"/>
                  </a:moveTo>
                  <a:cubicBezTo>
                    <a:pt x="8085" y="1"/>
                    <a:pt x="7601" y="232"/>
                    <a:pt x="7283" y="685"/>
                  </a:cubicBezTo>
                  <a:lnTo>
                    <a:pt x="481" y="10371"/>
                  </a:lnTo>
                  <a:cubicBezTo>
                    <a:pt x="0" y="11074"/>
                    <a:pt x="185" y="12072"/>
                    <a:pt x="887" y="12553"/>
                  </a:cubicBezTo>
                  <a:cubicBezTo>
                    <a:pt x="1167" y="12749"/>
                    <a:pt x="1490" y="12839"/>
                    <a:pt x="1806" y="12839"/>
                  </a:cubicBezTo>
                  <a:cubicBezTo>
                    <a:pt x="1908" y="12839"/>
                    <a:pt x="2009" y="12829"/>
                    <a:pt x="2107" y="12812"/>
                  </a:cubicBezTo>
                  <a:cubicBezTo>
                    <a:pt x="2477" y="12738"/>
                    <a:pt x="2810" y="12516"/>
                    <a:pt x="3069" y="12183"/>
                  </a:cubicBezTo>
                  <a:lnTo>
                    <a:pt x="9871" y="2460"/>
                  </a:lnTo>
                  <a:cubicBezTo>
                    <a:pt x="10352" y="1757"/>
                    <a:pt x="10167" y="796"/>
                    <a:pt x="9464" y="278"/>
                  </a:cubicBezTo>
                  <a:cubicBezTo>
                    <a:pt x="9193" y="93"/>
                    <a:pt x="8882" y="1"/>
                    <a:pt x="857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4664;p64">
              <a:extLst>
                <a:ext uri="{FF2B5EF4-FFF2-40B4-BE49-F238E27FC236}">
                  <a16:creationId xmlns:a16="http://schemas.microsoft.com/office/drawing/2014/main" id="{8697B386-32AF-A320-CB34-AD4603DB6B4C}"/>
                </a:ext>
              </a:extLst>
            </p:cNvPr>
            <p:cNvSpPr/>
            <p:nvPr/>
          </p:nvSpPr>
          <p:spPr>
            <a:xfrm>
              <a:off x="5838275" y="3220725"/>
              <a:ext cx="467725" cy="561975"/>
            </a:xfrm>
            <a:custGeom>
              <a:avLst/>
              <a:gdLst/>
              <a:ahLst/>
              <a:cxnLst/>
              <a:rect l="l" t="t" r="r" b="b"/>
              <a:pathLst>
                <a:path w="18709" h="22479" extrusionOk="0">
                  <a:moveTo>
                    <a:pt x="8467" y="0"/>
                  </a:moveTo>
                  <a:lnTo>
                    <a:pt x="1" y="18523"/>
                  </a:lnTo>
                  <a:lnTo>
                    <a:pt x="8948" y="22479"/>
                  </a:lnTo>
                  <a:lnTo>
                    <a:pt x="18708" y="555"/>
                  </a:lnTo>
                  <a:lnTo>
                    <a:pt x="84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4665;p64">
              <a:extLst>
                <a:ext uri="{FF2B5EF4-FFF2-40B4-BE49-F238E27FC236}">
                  <a16:creationId xmlns:a16="http://schemas.microsoft.com/office/drawing/2014/main" id="{9385B70B-2144-64DD-A347-3CD514E0FCA0}"/>
                </a:ext>
              </a:extLst>
            </p:cNvPr>
            <p:cNvSpPr/>
            <p:nvPr/>
          </p:nvSpPr>
          <p:spPr>
            <a:xfrm>
              <a:off x="5829975" y="3213325"/>
              <a:ext cx="484325" cy="577500"/>
            </a:xfrm>
            <a:custGeom>
              <a:avLst/>
              <a:gdLst/>
              <a:ahLst/>
              <a:cxnLst/>
              <a:rect l="l" t="t" r="r" b="b"/>
              <a:pathLst>
                <a:path w="19373" h="23100" extrusionOk="0">
                  <a:moveTo>
                    <a:pt x="9006" y="639"/>
                  </a:moveTo>
                  <a:lnTo>
                    <a:pt x="18596" y="1110"/>
                  </a:lnTo>
                  <a:lnTo>
                    <a:pt x="9132" y="22368"/>
                  </a:lnTo>
                  <a:lnTo>
                    <a:pt x="740" y="18671"/>
                  </a:lnTo>
                  <a:lnTo>
                    <a:pt x="9006" y="639"/>
                  </a:lnTo>
                  <a:close/>
                  <a:moveTo>
                    <a:pt x="8836" y="1"/>
                  </a:moveTo>
                  <a:cubicBezTo>
                    <a:pt x="8688" y="1"/>
                    <a:pt x="8577" y="75"/>
                    <a:pt x="8540" y="186"/>
                  </a:cubicBezTo>
                  <a:lnTo>
                    <a:pt x="37" y="18708"/>
                  </a:lnTo>
                  <a:cubicBezTo>
                    <a:pt x="0" y="18782"/>
                    <a:pt x="0" y="18856"/>
                    <a:pt x="37" y="18930"/>
                  </a:cubicBezTo>
                  <a:cubicBezTo>
                    <a:pt x="74" y="19004"/>
                    <a:pt x="111" y="19078"/>
                    <a:pt x="222" y="19115"/>
                  </a:cubicBezTo>
                  <a:lnTo>
                    <a:pt x="9169" y="23070"/>
                  </a:lnTo>
                  <a:cubicBezTo>
                    <a:pt x="9209" y="23090"/>
                    <a:pt x="9251" y="23099"/>
                    <a:pt x="9293" y="23099"/>
                  </a:cubicBezTo>
                  <a:cubicBezTo>
                    <a:pt x="9408" y="23099"/>
                    <a:pt x="9521" y="23031"/>
                    <a:pt x="9576" y="22923"/>
                  </a:cubicBezTo>
                  <a:lnTo>
                    <a:pt x="19336" y="962"/>
                  </a:lnTo>
                  <a:cubicBezTo>
                    <a:pt x="19373" y="851"/>
                    <a:pt x="19373" y="777"/>
                    <a:pt x="19336" y="666"/>
                  </a:cubicBezTo>
                  <a:cubicBezTo>
                    <a:pt x="19262" y="592"/>
                    <a:pt x="19188" y="518"/>
                    <a:pt x="19077" y="518"/>
                  </a:cubicBezTo>
                  <a:lnTo>
                    <a:pt x="88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4666;p64">
              <a:extLst>
                <a:ext uri="{FF2B5EF4-FFF2-40B4-BE49-F238E27FC236}">
                  <a16:creationId xmlns:a16="http://schemas.microsoft.com/office/drawing/2014/main" id="{55425A91-B626-0B38-EF14-97F55C67155E}"/>
                </a:ext>
              </a:extLst>
            </p:cNvPr>
            <p:cNvSpPr/>
            <p:nvPr/>
          </p:nvSpPr>
          <p:spPr>
            <a:xfrm>
              <a:off x="6088775" y="3235525"/>
              <a:ext cx="500975" cy="665475"/>
            </a:xfrm>
            <a:custGeom>
              <a:avLst/>
              <a:gdLst/>
              <a:ahLst/>
              <a:cxnLst/>
              <a:rect l="l" t="t" r="r" b="b"/>
              <a:pathLst>
                <a:path w="20039" h="26619" extrusionOk="0">
                  <a:moveTo>
                    <a:pt x="9945" y="0"/>
                  </a:moveTo>
                  <a:lnTo>
                    <a:pt x="0" y="22367"/>
                  </a:lnTo>
                  <a:lnTo>
                    <a:pt x="9575" y="26619"/>
                  </a:lnTo>
                  <a:lnTo>
                    <a:pt x="20038" y="518"/>
                  </a:lnTo>
                  <a:lnTo>
                    <a:pt x="994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4667;p64">
              <a:extLst>
                <a:ext uri="{FF2B5EF4-FFF2-40B4-BE49-F238E27FC236}">
                  <a16:creationId xmlns:a16="http://schemas.microsoft.com/office/drawing/2014/main" id="{B6391690-F584-A4C8-F77A-E89645E0FB2E}"/>
                </a:ext>
              </a:extLst>
            </p:cNvPr>
            <p:cNvSpPr/>
            <p:nvPr/>
          </p:nvSpPr>
          <p:spPr>
            <a:xfrm>
              <a:off x="6081375" y="3228125"/>
              <a:ext cx="516675" cy="680050"/>
            </a:xfrm>
            <a:custGeom>
              <a:avLst/>
              <a:gdLst/>
              <a:ahLst/>
              <a:cxnLst/>
              <a:rect l="l" t="t" r="r" b="b"/>
              <a:pathLst>
                <a:path w="20667" h="27202" extrusionOk="0">
                  <a:moveTo>
                    <a:pt x="10450" y="639"/>
                  </a:moveTo>
                  <a:lnTo>
                    <a:pt x="19890" y="1109"/>
                  </a:lnTo>
                  <a:lnTo>
                    <a:pt x="9687" y="26471"/>
                  </a:lnTo>
                  <a:lnTo>
                    <a:pt x="740" y="22515"/>
                  </a:lnTo>
                  <a:lnTo>
                    <a:pt x="10450" y="639"/>
                  </a:lnTo>
                  <a:close/>
                  <a:moveTo>
                    <a:pt x="10278" y="0"/>
                  </a:moveTo>
                  <a:cubicBezTo>
                    <a:pt x="10130" y="0"/>
                    <a:pt x="10019" y="74"/>
                    <a:pt x="9982" y="185"/>
                  </a:cubicBezTo>
                  <a:lnTo>
                    <a:pt x="37" y="22552"/>
                  </a:lnTo>
                  <a:cubicBezTo>
                    <a:pt x="0" y="22626"/>
                    <a:pt x="0" y="22700"/>
                    <a:pt x="37" y="22774"/>
                  </a:cubicBezTo>
                  <a:cubicBezTo>
                    <a:pt x="74" y="22848"/>
                    <a:pt x="111" y="22922"/>
                    <a:pt x="185" y="22959"/>
                  </a:cubicBezTo>
                  <a:lnTo>
                    <a:pt x="9724" y="27174"/>
                  </a:lnTo>
                  <a:cubicBezTo>
                    <a:pt x="9779" y="27192"/>
                    <a:pt x="9825" y="27201"/>
                    <a:pt x="9867" y="27201"/>
                  </a:cubicBezTo>
                  <a:cubicBezTo>
                    <a:pt x="9908" y="27201"/>
                    <a:pt x="9945" y="27192"/>
                    <a:pt x="9982" y="27174"/>
                  </a:cubicBezTo>
                  <a:cubicBezTo>
                    <a:pt x="10056" y="27137"/>
                    <a:pt x="10130" y="27100"/>
                    <a:pt x="10167" y="27026"/>
                  </a:cubicBezTo>
                  <a:lnTo>
                    <a:pt x="20630" y="925"/>
                  </a:lnTo>
                  <a:cubicBezTo>
                    <a:pt x="20667" y="851"/>
                    <a:pt x="20667" y="740"/>
                    <a:pt x="20593" y="666"/>
                  </a:cubicBezTo>
                  <a:cubicBezTo>
                    <a:pt x="20556" y="592"/>
                    <a:pt x="20445" y="518"/>
                    <a:pt x="20371" y="518"/>
                  </a:cubicBezTo>
                  <a:lnTo>
                    <a:pt x="102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4668;p64">
              <a:extLst>
                <a:ext uri="{FF2B5EF4-FFF2-40B4-BE49-F238E27FC236}">
                  <a16:creationId xmlns:a16="http://schemas.microsoft.com/office/drawing/2014/main" id="{CA7C454D-58EE-506A-7065-4C0CAD910905}"/>
                </a:ext>
              </a:extLst>
            </p:cNvPr>
            <p:cNvSpPr/>
            <p:nvPr/>
          </p:nvSpPr>
          <p:spPr>
            <a:xfrm>
              <a:off x="5663600" y="3210550"/>
              <a:ext cx="354950" cy="461250"/>
            </a:xfrm>
            <a:custGeom>
              <a:avLst/>
              <a:gdLst/>
              <a:ahLst/>
              <a:cxnLst/>
              <a:rect l="l" t="t" r="r" b="b"/>
              <a:pathLst>
                <a:path w="14198" h="18450" extrusionOk="0">
                  <a:moveTo>
                    <a:pt x="7136" y="1"/>
                  </a:moveTo>
                  <a:lnTo>
                    <a:pt x="1" y="15824"/>
                  </a:lnTo>
                  <a:lnTo>
                    <a:pt x="5916" y="18449"/>
                  </a:lnTo>
                  <a:lnTo>
                    <a:pt x="14197" y="371"/>
                  </a:lnTo>
                  <a:lnTo>
                    <a:pt x="713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4669;p64">
              <a:extLst>
                <a:ext uri="{FF2B5EF4-FFF2-40B4-BE49-F238E27FC236}">
                  <a16:creationId xmlns:a16="http://schemas.microsoft.com/office/drawing/2014/main" id="{55C9D152-B71B-74DD-67AF-4E6F61F7759E}"/>
                </a:ext>
              </a:extLst>
            </p:cNvPr>
            <p:cNvSpPr/>
            <p:nvPr/>
          </p:nvSpPr>
          <p:spPr>
            <a:xfrm>
              <a:off x="5655275" y="3202250"/>
              <a:ext cx="371575" cy="477650"/>
            </a:xfrm>
            <a:custGeom>
              <a:avLst/>
              <a:gdLst/>
              <a:ahLst/>
              <a:cxnLst/>
              <a:rect l="l" t="t" r="r" b="b"/>
              <a:pathLst>
                <a:path w="14863" h="19106" extrusionOk="0">
                  <a:moveTo>
                    <a:pt x="7691" y="629"/>
                  </a:moveTo>
                  <a:lnTo>
                    <a:pt x="14079" y="974"/>
                  </a:lnTo>
                  <a:lnTo>
                    <a:pt x="14079" y="974"/>
                  </a:lnTo>
                  <a:lnTo>
                    <a:pt x="6101" y="18375"/>
                  </a:lnTo>
                  <a:lnTo>
                    <a:pt x="740" y="16008"/>
                  </a:lnTo>
                  <a:lnTo>
                    <a:pt x="7691" y="629"/>
                  </a:lnTo>
                  <a:close/>
                  <a:moveTo>
                    <a:pt x="7506" y="0"/>
                  </a:moveTo>
                  <a:cubicBezTo>
                    <a:pt x="7358" y="0"/>
                    <a:pt x="7247" y="74"/>
                    <a:pt x="7210" y="185"/>
                  </a:cubicBezTo>
                  <a:lnTo>
                    <a:pt x="38" y="16045"/>
                  </a:lnTo>
                  <a:cubicBezTo>
                    <a:pt x="1" y="16119"/>
                    <a:pt x="1" y="16193"/>
                    <a:pt x="38" y="16267"/>
                  </a:cubicBezTo>
                  <a:cubicBezTo>
                    <a:pt x="75" y="16378"/>
                    <a:pt x="112" y="16415"/>
                    <a:pt x="186" y="16452"/>
                  </a:cubicBezTo>
                  <a:lnTo>
                    <a:pt x="6101" y="19077"/>
                  </a:lnTo>
                  <a:cubicBezTo>
                    <a:pt x="6150" y="19097"/>
                    <a:pt x="6200" y="19106"/>
                    <a:pt x="6247" y="19106"/>
                  </a:cubicBezTo>
                  <a:cubicBezTo>
                    <a:pt x="6374" y="19106"/>
                    <a:pt x="6481" y="19037"/>
                    <a:pt x="6508" y="18929"/>
                  </a:cubicBezTo>
                  <a:lnTo>
                    <a:pt x="14826" y="813"/>
                  </a:lnTo>
                  <a:cubicBezTo>
                    <a:pt x="14863" y="739"/>
                    <a:pt x="14863" y="629"/>
                    <a:pt x="14789" y="518"/>
                  </a:cubicBezTo>
                  <a:cubicBezTo>
                    <a:pt x="14752" y="444"/>
                    <a:pt x="14641" y="370"/>
                    <a:pt x="14567" y="370"/>
                  </a:cubicBezTo>
                  <a:lnTo>
                    <a:pt x="750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4670;p64">
              <a:extLst>
                <a:ext uri="{FF2B5EF4-FFF2-40B4-BE49-F238E27FC236}">
                  <a16:creationId xmlns:a16="http://schemas.microsoft.com/office/drawing/2014/main" id="{5DBFF723-E1DF-D0E8-E254-17EED42B6323}"/>
                </a:ext>
              </a:extLst>
            </p:cNvPr>
            <p:cNvSpPr/>
            <p:nvPr/>
          </p:nvSpPr>
          <p:spPr>
            <a:xfrm>
              <a:off x="1289975" y="3512800"/>
              <a:ext cx="232025" cy="192275"/>
            </a:xfrm>
            <a:custGeom>
              <a:avLst/>
              <a:gdLst/>
              <a:ahLst/>
              <a:cxnLst/>
              <a:rect l="l" t="t" r="r" b="b"/>
              <a:pathLst>
                <a:path w="9281" h="7691" extrusionOk="0">
                  <a:moveTo>
                    <a:pt x="7136" y="0"/>
                  </a:moveTo>
                  <a:lnTo>
                    <a:pt x="1" y="1775"/>
                  </a:lnTo>
                  <a:lnTo>
                    <a:pt x="2441" y="7690"/>
                  </a:lnTo>
                  <a:lnTo>
                    <a:pt x="9280" y="5065"/>
                  </a:lnTo>
                  <a:lnTo>
                    <a:pt x="713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4671;p64">
              <a:extLst>
                <a:ext uri="{FF2B5EF4-FFF2-40B4-BE49-F238E27FC236}">
                  <a16:creationId xmlns:a16="http://schemas.microsoft.com/office/drawing/2014/main" id="{C39774B5-526E-9B0B-895A-DAD6BDE08733}"/>
                </a:ext>
              </a:extLst>
            </p:cNvPr>
            <p:cNvSpPr/>
            <p:nvPr/>
          </p:nvSpPr>
          <p:spPr>
            <a:xfrm>
              <a:off x="1281650" y="3505175"/>
              <a:ext cx="247750" cy="207525"/>
            </a:xfrm>
            <a:custGeom>
              <a:avLst/>
              <a:gdLst/>
              <a:ahLst/>
              <a:cxnLst/>
              <a:rect l="l" t="t" r="r" b="b"/>
              <a:pathLst>
                <a:path w="9910" h="8301" extrusionOk="0">
                  <a:moveTo>
                    <a:pt x="7284" y="675"/>
                  </a:moveTo>
                  <a:lnTo>
                    <a:pt x="9195" y="5192"/>
                  </a:lnTo>
                  <a:lnTo>
                    <a:pt x="9195" y="5192"/>
                  </a:lnTo>
                  <a:lnTo>
                    <a:pt x="2959" y="7588"/>
                  </a:lnTo>
                  <a:lnTo>
                    <a:pt x="740" y="2265"/>
                  </a:lnTo>
                  <a:lnTo>
                    <a:pt x="7284" y="675"/>
                  </a:lnTo>
                  <a:close/>
                  <a:moveTo>
                    <a:pt x="7471" y="0"/>
                  </a:moveTo>
                  <a:cubicBezTo>
                    <a:pt x="7446" y="0"/>
                    <a:pt x="7420" y="3"/>
                    <a:pt x="7395" y="9"/>
                  </a:cubicBezTo>
                  <a:lnTo>
                    <a:pt x="260" y="1784"/>
                  </a:lnTo>
                  <a:cubicBezTo>
                    <a:pt x="186" y="1784"/>
                    <a:pt x="112" y="1858"/>
                    <a:pt x="38" y="1932"/>
                  </a:cubicBezTo>
                  <a:cubicBezTo>
                    <a:pt x="1" y="2006"/>
                    <a:pt x="1" y="2117"/>
                    <a:pt x="38" y="2191"/>
                  </a:cubicBezTo>
                  <a:lnTo>
                    <a:pt x="2478" y="8106"/>
                  </a:lnTo>
                  <a:cubicBezTo>
                    <a:pt x="2539" y="8229"/>
                    <a:pt x="2677" y="8300"/>
                    <a:pt x="2806" y="8300"/>
                  </a:cubicBezTo>
                  <a:cubicBezTo>
                    <a:pt x="2833" y="8300"/>
                    <a:pt x="2859" y="8297"/>
                    <a:pt x="2885" y="8291"/>
                  </a:cubicBezTo>
                  <a:lnTo>
                    <a:pt x="9724" y="5666"/>
                  </a:lnTo>
                  <a:cubicBezTo>
                    <a:pt x="9798" y="5629"/>
                    <a:pt x="9835" y="5555"/>
                    <a:pt x="9872" y="5481"/>
                  </a:cubicBezTo>
                  <a:cubicBezTo>
                    <a:pt x="9909" y="5407"/>
                    <a:pt x="9909" y="5333"/>
                    <a:pt x="9872" y="5259"/>
                  </a:cubicBezTo>
                  <a:lnTo>
                    <a:pt x="7765" y="194"/>
                  </a:lnTo>
                  <a:cubicBezTo>
                    <a:pt x="7704" y="72"/>
                    <a:pt x="7592" y="0"/>
                    <a:pt x="74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4672;p64">
              <a:extLst>
                <a:ext uri="{FF2B5EF4-FFF2-40B4-BE49-F238E27FC236}">
                  <a16:creationId xmlns:a16="http://schemas.microsoft.com/office/drawing/2014/main" id="{90F4421D-BFAA-D326-7B01-6AA172BE2607}"/>
                </a:ext>
              </a:extLst>
            </p:cNvPr>
            <p:cNvSpPr/>
            <p:nvPr/>
          </p:nvSpPr>
          <p:spPr>
            <a:xfrm>
              <a:off x="1197550" y="3311300"/>
              <a:ext cx="243100" cy="176575"/>
            </a:xfrm>
            <a:custGeom>
              <a:avLst/>
              <a:gdLst/>
              <a:ahLst/>
              <a:cxnLst/>
              <a:rect l="l" t="t" r="r" b="b"/>
              <a:pathLst>
                <a:path w="9724" h="7063" extrusionOk="0">
                  <a:moveTo>
                    <a:pt x="7469" y="1"/>
                  </a:moveTo>
                  <a:lnTo>
                    <a:pt x="1" y="888"/>
                  </a:lnTo>
                  <a:lnTo>
                    <a:pt x="2552" y="7062"/>
                  </a:lnTo>
                  <a:lnTo>
                    <a:pt x="9724" y="5398"/>
                  </a:lnTo>
                  <a:lnTo>
                    <a:pt x="746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4673;p64">
              <a:extLst>
                <a:ext uri="{FF2B5EF4-FFF2-40B4-BE49-F238E27FC236}">
                  <a16:creationId xmlns:a16="http://schemas.microsoft.com/office/drawing/2014/main" id="{71AAD52D-60B3-18FD-5EF1-A9E356F6DA69}"/>
                </a:ext>
              </a:extLst>
            </p:cNvPr>
            <p:cNvSpPr/>
            <p:nvPr/>
          </p:nvSpPr>
          <p:spPr>
            <a:xfrm>
              <a:off x="1190150" y="3302975"/>
              <a:ext cx="258825" cy="192475"/>
            </a:xfrm>
            <a:custGeom>
              <a:avLst/>
              <a:gdLst/>
              <a:ahLst/>
              <a:cxnLst/>
              <a:rect l="l" t="t" r="r" b="b"/>
              <a:pathLst>
                <a:path w="10353" h="7699" extrusionOk="0">
                  <a:moveTo>
                    <a:pt x="7543" y="666"/>
                  </a:moveTo>
                  <a:lnTo>
                    <a:pt x="9613" y="5510"/>
                  </a:lnTo>
                  <a:lnTo>
                    <a:pt x="3041" y="7002"/>
                  </a:lnTo>
                  <a:lnTo>
                    <a:pt x="3041" y="7002"/>
                  </a:lnTo>
                  <a:lnTo>
                    <a:pt x="740" y="1480"/>
                  </a:lnTo>
                  <a:lnTo>
                    <a:pt x="7543" y="666"/>
                  </a:lnTo>
                  <a:close/>
                  <a:moveTo>
                    <a:pt x="7728" y="1"/>
                  </a:moveTo>
                  <a:lnTo>
                    <a:pt x="260" y="925"/>
                  </a:lnTo>
                  <a:cubicBezTo>
                    <a:pt x="186" y="925"/>
                    <a:pt x="75" y="999"/>
                    <a:pt x="38" y="1073"/>
                  </a:cubicBezTo>
                  <a:cubicBezTo>
                    <a:pt x="1" y="1147"/>
                    <a:pt x="1" y="1258"/>
                    <a:pt x="38" y="1332"/>
                  </a:cubicBezTo>
                  <a:lnTo>
                    <a:pt x="2552" y="7506"/>
                  </a:lnTo>
                  <a:cubicBezTo>
                    <a:pt x="2616" y="7602"/>
                    <a:pt x="2735" y="7698"/>
                    <a:pt x="2862" y="7698"/>
                  </a:cubicBezTo>
                  <a:cubicBezTo>
                    <a:pt x="2882" y="7698"/>
                    <a:pt x="2902" y="7696"/>
                    <a:pt x="2922" y="7691"/>
                  </a:cubicBezTo>
                  <a:lnTo>
                    <a:pt x="10094" y="6027"/>
                  </a:lnTo>
                  <a:cubicBezTo>
                    <a:pt x="10168" y="6027"/>
                    <a:pt x="10242" y="5953"/>
                    <a:pt x="10316" y="5879"/>
                  </a:cubicBezTo>
                  <a:cubicBezTo>
                    <a:pt x="10353" y="5805"/>
                    <a:pt x="10353" y="5694"/>
                    <a:pt x="10316" y="5620"/>
                  </a:cubicBezTo>
                  <a:lnTo>
                    <a:pt x="8023" y="186"/>
                  </a:lnTo>
                  <a:cubicBezTo>
                    <a:pt x="7987" y="75"/>
                    <a:pt x="7839" y="1"/>
                    <a:pt x="77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4674;p64">
              <a:extLst>
                <a:ext uri="{FF2B5EF4-FFF2-40B4-BE49-F238E27FC236}">
                  <a16:creationId xmlns:a16="http://schemas.microsoft.com/office/drawing/2014/main" id="{7823746C-02A2-6026-F447-79052CB6C394}"/>
                </a:ext>
              </a:extLst>
            </p:cNvPr>
            <p:cNvSpPr/>
            <p:nvPr/>
          </p:nvSpPr>
          <p:spPr>
            <a:xfrm>
              <a:off x="1413825" y="3288200"/>
              <a:ext cx="203375" cy="151600"/>
            </a:xfrm>
            <a:custGeom>
              <a:avLst/>
              <a:gdLst/>
              <a:ahLst/>
              <a:cxnLst/>
              <a:rect l="l" t="t" r="r" b="b"/>
              <a:pathLst>
                <a:path w="8135" h="6064" extrusionOk="0">
                  <a:moveTo>
                    <a:pt x="6323" y="0"/>
                  </a:moveTo>
                  <a:lnTo>
                    <a:pt x="1" y="777"/>
                  </a:lnTo>
                  <a:lnTo>
                    <a:pt x="2256" y="6064"/>
                  </a:lnTo>
                  <a:lnTo>
                    <a:pt x="8134" y="4733"/>
                  </a:lnTo>
                  <a:lnTo>
                    <a:pt x="632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4675;p64">
              <a:extLst>
                <a:ext uri="{FF2B5EF4-FFF2-40B4-BE49-F238E27FC236}">
                  <a16:creationId xmlns:a16="http://schemas.microsoft.com/office/drawing/2014/main" id="{5C84C47D-61D6-DC5F-8814-01F88A9D41ED}"/>
                </a:ext>
              </a:extLst>
            </p:cNvPr>
            <p:cNvSpPr/>
            <p:nvPr/>
          </p:nvSpPr>
          <p:spPr>
            <a:xfrm>
              <a:off x="1406425" y="3280575"/>
              <a:ext cx="219100" cy="166850"/>
            </a:xfrm>
            <a:custGeom>
              <a:avLst/>
              <a:gdLst/>
              <a:ahLst/>
              <a:cxnLst/>
              <a:rect l="l" t="t" r="r" b="b"/>
              <a:pathLst>
                <a:path w="8764" h="6674" extrusionOk="0">
                  <a:moveTo>
                    <a:pt x="6397" y="638"/>
                  </a:moveTo>
                  <a:lnTo>
                    <a:pt x="8024" y="4816"/>
                  </a:lnTo>
                  <a:lnTo>
                    <a:pt x="2711" y="6020"/>
                  </a:lnTo>
                  <a:lnTo>
                    <a:pt x="2711" y="6020"/>
                  </a:lnTo>
                  <a:lnTo>
                    <a:pt x="740" y="1341"/>
                  </a:lnTo>
                  <a:lnTo>
                    <a:pt x="6397" y="638"/>
                  </a:lnTo>
                  <a:close/>
                  <a:moveTo>
                    <a:pt x="6641" y="0"/>
                  </a:moveTo>
                  <a:cubicBezTo>
                    <a:pt x="6621" y="0"/>
                    <a:pt x="6601" y="3"/>
                    <a:pt x="6582" y="10"/>
                  </a:cubicBezTo>
                  <a:lnTo>
                    <a:pt x="260" y="749"/>
                  </a:lnTo>
                  <a:cubicBezTo>
                    <a:pt x="186" y="786"/>
                    <a:pt x="75" y="823"/>
                    <a:pt x="38" y="897"/>
                  </a:cubicBezTo>
                  <a:cubicBezTo>
                    <a:pt x="1" y="1008"/>
                    <a:pt x="1" y="1082"/>
                    <a:pt x="38" y="1193"/>
                  </a:cubicBezTo>
                  <a:lnTo>
                    <a:pt x="2256" y="6479"/>
                  </a:lnTo>
                  <a:cubicBezTo>
                    <a:pt x="2287" y="6602"/>
                    <a:pt x="2394" y="6674"/>
                    <a:pt x="2513" y="6674"/>
                  </a:cubicBezTo>
                  <a:cubicBezTo>
                    <a:pt x="2538" y="6674"/>
                    <a:pt x="2564" y="6671"/>
                    <a:pt x="2589" y="6664"/>
                  </a:cubicBezTo>
                  <a:lnTo>
                    <a:pt x="8504" y="5333"/>
                  </a:lnTo>
                  <a:cubicBezTo>
                    <a:pt x="8615" y="5296"/>
                    <a:pt x="8689" y="5259"/>
                    <a:pt x="8726" y="5149"/>
                  </a:cubicBezTo>
                  <a:cubicBezTo>
                    <a:pt x="8763" y="5075"/>
                    <a:pt x="8763" y="5001"/>
                    <a:pt x="8726" y="4927"/>
                  </a:cubicBezTo>
                  <a:lnTo>
                    <a:pt x="6878" y="194"/>
                  </a:lnTo>
                  <a:cubicBezTo>
                    <a:pt x="6847" y="72"/>
                    <a:pt x="6740" y="0"/>
                    <a:pt x="66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4676;p64">
              <a:extLst>
                <a:ext uri="{FF2B5EF4-FFF2-40B4-BE49-F238E27FC236}">
                  <a16:creationId xmlns:a16="http://schemas.microsoft.com/office/drawing/2014/main" id="{26B0627A-C831-2507-1474-6F4B9A0CA95F}"/>
                </a:ext>
              </a:extLst>
            </p:cNvPr>
            <p:cNvSpPr/>
            <p:nvPr/>
          </p:nvSpPr>
          <p:spPr>
            <a:xfrm>
              <a:off x="1601450" y="3269700"/>
              <a:ext cx="162700" cy="129425"/>
            </a:xfrm>
            <a:custGeom>
              <a:avLst/>
              <a:gdLst/>
              <a:ahLst/>
              <a:cxnLst/>
              <a:rect l="l" t="t" r="r" b="b"/>
              <a:pathLst>
                <a:path w="6508" h="5177" extrusionOk="0">
                  <a:moveTo>
                    <a:pt x="4844" y="1"/>
                  </a:moveTo>
                  <a:lnTo>
                    <a:pt x="1" y="592"/>
                  </a:lnTo>
                  <a:lnTo>
                    <a:pt x="1812" y="5177"/>
                  </a:lnTo>
                  <a:lnTo>
                    <a:pt x="6508" y="4105"/>
                  </a:lnTo>
                  <a:lnTo>
                    <a:pt x="484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4677;p64">
              <a:extLst>
                <a:ext uri="{FF2B5EF4-FFF2-40B4-BE49-F238E27FC236}">
                  <a16:creationId xmlns:a16="http://schemas.microsoft.com/office/drawing/2014/main" id="{8A4377E5-9563-4103-B27A-D4F6794CC0CB}"/>
                </a:ext>
              </a:extLst>
            </p:cNvPr>
            <p:cNvSpPr/>
            <p:nvPr/>
          </p:nvSpPr>
          <p:spPr>
            <a:xfrm>
              <a:off x="1593150" y="3262075"/>
              <a:ext cx="179325" cy="145375"/>
            </a:xfrm>
            <a:custGeom>
              <a:avLst/>
              <a:gdLst/>
              <a:ahLst/>
              <a:cxnLst/>
              <a:rect l="l" t="t" r="r" b="b"/>
              <a:pathLst>
                <a:path w="7173" h="5815" extrusionOk="0">
                  <a:moveTo>
                    <a:pt x="4969" y="632"/>
                  </a:moveTo>
                  <a:lnTo>
                    <a:pt x="6433" y="4188"/>
                  </a:lnTo>
                  <a:lnTo>
                    <a:pt x="2329" y="5149"/>
                  </a:lnTo>
                  <a:lnTo>
                    <a:pt x="776" y="1156"/>
                  </a:lnTo>
                  <a:lnTo>
                    <a:pt x="4969" y="632"/>
                  </a:lnTo>
                  <a:close/>
                  <a:moveTo>
                    <a:pt x="5199" y="1"/>
                  </a:moveTo>
                  <a:cubicBezTo>
                    <a:pt x="5178" y="1"/>
                    <a:pt x="5158" y="4"/>
                    <a:pt x="5139" y="10"/>
                  </a:cubicBezTo>
                  <a:lnTo>
                    <a:pt x="296" y="602"/>
                  </a:lnTo>
                  <a:cubicBezTo>
                    <a:pt x="222" y="602"/>
                    <a:pt x="111" y="639"/>
                    <a:pt x="74" y="750"/>
                  </a:cubicBezTo>
                  <a:cubicBezTo>
                    <a:pt x="37" y="824"/>
                    <a:pt x="0" y="897"/>
                    <a:pt x="37" y="1008"/>
                  </a:cubicBezTo>
                  <a:lnTo>
                    <a:pt x="1849" y="5593"/>
                  </a:lnTo>
                  <a:cubicBezTo>
                    <a:pt x="1886" y="5741"/>
                    <a:pt x="2033" y="5815"/>
                    <a:pt x="2218" y="5815"/>
                  </a:cubicBezTo>
                  <a:lnTo>
                    <a:pt x="6914" y="4742"/>
                  </a:lnTo>
                  <a:cubicBezTo>
                    <a:pt x="6987" y="4705"/>
                    <a:pt x="7061" y="4632"/>
                    <a:pt x="7135" y="4558"/>
                  </a:cubicBezTo>
                  <a:cubicBezTo>
                    <a:pt x="7172" y="4484"/>
                    <a:pt x="7172" y="4373"/>
                    <a:pt x="7135" y="4299"/>
                  </a:cubicBezTo>
                  <a:lnTo>
                    <a:pt x="5435" y="195"/>
                  </a:lnTo>
                  <a:cubicBezTo>
                    <a:pt x="5404" y="73"/>
                    <a:pt x="5297" y="1"/>
                    <a:pt x="51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4678;p64">
              <a:extLst>
                <a:ext uri="{FF2B5EF4-FFF2-40B4-BE49-F238E27FC236}">
                  <a16:creationId xmlns:a16="http://schemas.microsoft.com/office/drawing/2014/main" id="{90FAE3AA-67B2-E5FB-6B41-BC7B438F5C25}"/>
                </a:ext>
              </a:extLst>
            </p:cNvPr>
            <p:cNvSpPr/>
            <p:nvPr/>
          </p:nvSpPr>
          <p:spPr>
            <a:xfrm>
              <a:off x="1497950" y="3470275"/>
              <a:ext cx="185800" cy="158075"/>
            </a:xfrm>
            <a:custGeom>
              <a:avLst/>
              <a:gdLst/>
              <a:ahLst/>
              <a:cxnLst/>
              <a:rect l="l" t="t" r="r" b="b"/>
              <a:pathLst>
                <a:path w="7432" h="6323" extrusionOk="0">
                  <a:moveTo>
                    <a:pt x="5767" y="1"/>
                  </a:moveTo>
                  <a:lnTo>
                    <a:pt x="0" y="1405"/>
                  </a:lnTo>
                  <a:lnTo>
                    <a:pt x="2033" y="6323"/>
                  </a:lnTo>
                  <a:lnTo>
                    <a:pt x="7431" y="4252"/>
                  </a:lnTo>
                  <a:lnTo>
                    <a:pt x="57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4679;p64">
              <a:extLst>
                <a:ext uri="{FF2B5EF4-FFF2-40B4-BE49-F238E27FC236}">
                  <a16:creationId xmlns:a16="http://schemas.microsoft.com/office/drawing/2014/main" id="{9E31FFF1-F176-4130-4D66-F225FF77CDFD}"/>
                </a:ext>
              </a:extLst>
            </p:cNvPr>
            <p:cNvSpPr/>
            <p:nvPr/>
          </p:nvSpPr>
          <p:spPr>
            <a:xfrm>
              <a:off x="1489625" y="3462650"/>
              <a:ext cx="202425" cy="173825"/>
            </a:xfrm>
            <a:custGeom>
              <a:avLst/>
              <a:gdLst/>
              <a:ahLst/>
              <a:cxnLst/>
              <a:rect l="l" t="t" r="r" b="b"/>
              <a:pathLst>
                <a:path w="8097" h="6953" extrusionOk="0">
                  <a:moveTo>
                    <a:pt x="5935" y="660"/>
                  </a:moveTo>
                  <a:lnTo>
                    <a:pt x="7357" y="4372"/>
                  </a:lnTo>
                  <a:lnTo>
                    <a:pt x="2551" y="6258"/>
                  </a:lnTo>
                  <a:lnTo>
                    <a:pt x="740" y="1932"/>
                  </a:lnTo>
                  <a:lnTo>
                    <a:pt x="5935" y="660"/>
                  </a:lnTo>
                  <a:close/>
                  <a:moveTo>
                    <a:pt x="6105" y="0"/>
                  </a:moveTo>
                  <a:cubicBezTo>
                    <a:pt x="6078" y="0"/>
                    <a:pt x="6052" y="3"/>
                    <a:pt x="6027" y="10"/>
                  </a:cubicBezTo>
                  <a:lnTo>
                    <a:pt x="259" y="1415"/>
                  </a:lnTo>
                  <a:cubicBezTo>
                    <a:pt x="148" y="1452"/>
                    <a:pt x="74" y="1489"/>
                    <a:pt x="37" y="1600"/>
                  </a:cubicBezTo>
                  <a:cubicBezTo>
                    <a:pt x="0" y="1674"/>
                    <a:pt x="0" y="1747"/>
                    <a:pt x="37" y="1858"/>
                  </a:cubicBezTo>
                  <a:lnTo>
                    <a:pt x="2108" y="6775"/>
                  </a:lnTo>
                  <a:cubicBezTo>
                    <a:pt x="2135" y="6884"/>
                    <a:pt x="2241" y="6952"/>
                    <a:pt x="2354" y="6952"/>
                  </a:cubicBezTo>
                  <a:cubicBezTo>
                    <a:pt x="2395" y="6952"/>
                    <a:pt x="2438" y="6943"/>
                    <a:pt x="2477" y="6923"/>
                  </a:cubicBezTo>
                  <a:lnTo>
                    <a:pt x="7875" y="4853"/>
                  </a:lnTo>
                  <a:cubicBezTo>
                    <a:pt x="7949" y="4816"/>
                    <a:pt x="8023" y="4779"/>
                    <a:pt x="8060" y="4705"/>
                  </a:cubicBezTo>
                  <a:cubicBezTo>
                    <a:pt x="8097" y="4631"/>
                    <a:pt x="8097" y="4520"/>
                    <a:pt x="8060" y="4446"/>
                  </a:cubicBezTo>
                  <a:lnTo>
                    <a:pt x="6396" y="195"/>
                  </a:lnTo>
                  <a:cubicBezTo>
                    <a:pt x="6366" y="72"/>
                    <a:pt x="6233" y="0"/>
                    <a:pt x="61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4680;p64">
              <a:extLst>
                <a:ext uri="{FF2B5EF4-FFF2-40B4-BE49-F238E27FC236}">
                  <a16:creationId xmlns:a16="http://schemas.microsoft.com/office/drawing/2014/main" id="{30E8DB22-EA3A-1026-AD01-94FFCAAA8DC3}"/>
                </a:ext>
              </a:extLst>
            </p:cNvPr>
            <p:cNvSpPr/>
            <p:nvPr/>
          </p:nvSpPr>
          <p:spPr>
            <a:xfrm>
              <a:off x="1004375" y="3337175"/>
              <a:ext cx="228325" cy="193200"/>
            </a:xfrm>
            <a:custGeom>
              <a:avLst/>
              <a:gdLst/>
              <a:ahLst/>
              <a:cxnLst/>
              <a:rect l="l" t="t" r="r" b="b"/>
              <a:pathLst>
                <a:path w="9133" h="7728" extrusionOk="0">
                  <a:moveTo>
                    <a:pt x="6545" y="1"/>
                  </a:moveTo>
                  <a:lnTo>
                    <a:pt x="1" y="814"/>
                  </a:lnTo>
                  <a:lnTo>
                    <a:pt x="2811" y="7728"/>
                  </a:lnTo>
                  <a:lnTo>
                    <a:pt x="9133" y="6286"/>
                  </a:lnTo>
                  <a:lnTo>
                    <a:pt x="654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4681;p64">
              <a:extLst>
                <a:ext uri="{FF2B5EF4-FFF2-40B4-BE49-F238E27FC236}">
                  <a16:creationId xmlns:a16="http://schemas.microsoft.com/office/drawing/2014/main" id="{305F3162-FDF0-5BB9-B2B4-20C69D66D601}"/>
                </a:ext>
              </a:extLst>
            </p:cNvPr>
            <p:cNvSpPr/>
            <p:nvPr/>
          </p:nvSpPr>
          <p:spPr>
            <a:xfrm>
              <a:off x="996075" y="3329800"/>
              <a:ext cx="244025" cy="208150"/>
            </a:xfrm>
            <a:custGeom>
              <a:avLst/>
              <a:gdLst/>
              <a:ahLst/>
              <a:cxnLst/>
              <a:rect l="l" t="t" r="r" b="b"/>
              <a:pathLst>
                <a:path w="9761" h="8326" extrusionOk="0">
                  <a:moveTo>
                    <a:pt x="6683" y="656"/>
                  </a:moveTo>
                  <a:lnTo>
                    <a:pt x="9021" y="6359"/>
                  </a:lnTo>
                  <a:lnTo>
                    <a:pt x="3327" y="7653"/>
                  </a:lnTo>
                  <a:lnTo>
                    <a:pt x="776" y="1368"/>
                  </a:lnTo>
                  <a:lnTo>
                    <a:pt x="6683" y="656"/>
                  </a:lnTo>
                  <a:close/>
                  <a:moveTo>
                    <a:pt x="6840" y="0"/>
                  </a:moveTo>
                  <a:lnTo>
                    <a:pt x="296" y="813"/>
                  </a:lnTo>
                  <a:cubicBezTo>
                    <a:pt x="222" y="813"/>
                    <a:pt x="111" y="850"/>
                    <a:pt x="74" y="961"/>
                  </a:cubicBezTo>
                  <a:cubicBezTo>
                    <a:pt x="37" y="1035"/>
                    <a:pt x="0" y="1146"/>
                    <a:pt x="37" y="1220"/>
                  </a:cubicBezTo>
                  <a:lnTo>
                    <a:pt x="2847" y="8134"/>
                  </a:lnTo>
                  <a:cubicBezTo>
                    <a:pt x="2911" y="8230"/>
                    <a:pt x="3030" y="8326"/>
                    <a:pt x="3157" y="8326"/>
                  </a:cubicBezTo>
                  <a:cubicBezTo>
                    <a:pt x="3177" y="8326"/>
                    <a:pt x="3197" y="8323"/>
                    <a:pt x="3216" y="8318"/>
                  </a:cubicBezTo>
                  <a:lnTo>
                    <a:pt x="9501" y="6877"/>
                  </a:lnTo>
                  <a:cubicBezTo>
                    <a:pt x="9612" y="6840"/>
                    <a:pt x="9686" y="6803"/>
                    <a:pt x="9723" y="6692"/>
                  </a:cubicBezTo>
                  <a:cubicBezTo>
                    <a:pt x="9760" y="6618"/>
                    <a:pt x="9760" y="6544"/>
                    <a:pt x="9723" y="6433"/>
                  </a:cubicBezTo>
                  <a:lnTo>
                    <a:pt x="7135" y="185"/>
                  </a:lnTo>
                  <a:cubicBezTo>
                    <a:pt x="7098" y="74"/>
                    <a:pt x="6951" y="0"/>
                    <a:pt x="68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4682;p64">
              <a:extLst>
                <a:ext uri="{FF2B5EF4-FFF2-40B4-BE49-F238E27FC236}">
                  <a16:creationId xmlns:a16="http://schemas.microsoft.com/office/drawing/2014/main" id="{67E18672-70AA-C8DD-BABE-2D6CAF255CA2}"/>
                </a:ext>
              </a:extLst>
            </p:cNvPr>
            <p:cNvSpPr/>
            <p:nvPr/>
          </p:nvSpPr>
          <p:spPr>
            <a:xfrm>
              <a:off x="1752100" y="3259550"/>
              <a:ext cx="92475" cy="106300"/>
            </a:xfrm>
            <a:custGeom>
              <a:avLst/>
              <a:gdLst/>
              <a:ahLst/>
              <a:cxnLst/>
              <a:rect l="l" t="t" r="r" b="b"/>
              <a:pathLst>
                <a:path w="3699" h="4252" extrusionOk="0">
                  <a:moveTo>
                    <a:pt x="2108" y="0"/>
                  </a:moveTo>
                  <a:lnTo>
                    <a:pt x="1" y="259"/>
                  </a:lnTo>
                  <a:lnTo>
                    <a:pt x="1628" y="4252"/>
                  </a:lnTo>
                  <a:lnTo>
                    <a:pt x="3698" y="3808"/>
                  </a:lnTo>
                  <a:lnTo>
                    <a:pt x="210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4683;p64">
              <a:extLst>
                <a:ext uri="{FF2B5EF4-FFF2-40B4-BE49-F238E27FC236}">
                  <a16:creationId xmlns:a16="http://schemas.microsoft.com/office/drawing/2014/main" id="{FDAE9DCF-0CFD-87FD-CB53-19E5B1B098FC}"/>
                </a:ext>
              </a:extLst>
            </p:cNvPr>
            <p:cNvSpPr/>
            <p:nvPr/>
          </p:nvSpPr>
          <p:spPr>
            <a:xfrm>
              <a:off x="1743800" y="3251925"/>
              <a:ext cx="109075" cy="121575"/>
            </a:xfrm>
            <a:custGeom>
              <a:avLst/>
              <a:gdLst/>
              <a:ahLst/>
              <a:cxnLst/>
              <a:rect l="l" t="t" r="r" b="b"/>
              <a:pathLst>
                <a:path w="4363" h="4863" extrusionOk="0">
                  <a:moveTo>
                    <a:pt x="2218" y="638"/>
                  </a:moveTo>
                  <a:lnTo>
                    <a:pt x="3623" y="3891"/>
                  </a:lnTo>
                  <a:lnTo>
                    <a:pt x="2159" y="4210"/>
                  </a:lnTo>
                  <a:lnTo>
                    <a:pt x="2159" y="4210"/>
                  </a:lnTo>
                  <a:lnTo>
                    <a:pt x="777" y="823"/>
                  </a:lnTo>
                  <a:lnTo>
                    <a:pt x="2218" y="638"/>
                  </a:lnTo>
                  <a:close/>
                  <a:moveTo>
                    <a:pt x="2463" y="0"/>
                  </a:moveTo>
                  <a:cubicBezTo>
                    <a:pt x="2442" y="0"/>
                    <a:pt x="2422" y="3"/>
                    <a:pt x="2403" y="9"/>
                  </a:cubicBezTo>
                  <a:lnTo>
                    <a:pt x="296" y="268"/>
                  </a:lnTo>
                  <a:cubicBezTo>
                    <a:pt x="222" y="268"/>
                    <a:pt x="111" y="305"/>
                    <a:pt x="74" y="416"/>
                  </a:cubicBezTo>
                  <a:cubicBezTo>
                    <a:pt x="37" y="490"/>
                    <a:pt x="0" y="601"/>
                    <a:pt x="37" y="675"/>
                  </a:cubicBezTo>
                  <a:lnTo>
                    <a:pt x="1701" y="4668"/>
                  </a:lnTo>
                  <a:cubicBezTo>
                    <a:pt x="1732" y="4790"/>
                    <a:pt x="1838" y="4862"/>
                    <a:pt x="1958" y="4862"/>
                  </a:cubicBezTo>
                  <a:cubicBezTo>
                    <a:pt x="1983" y="4862"/>
                    <a:pt x="2008" y="4859"/>
                    <a:pt x="2034" y="4853"/>
                  </a:cubicBezTo>
                  <a:lnTo>
                    <a:pt x="4104" y="4409"/>
                  </a:lnTo>
                  <a:cubicBezTo>
                    <a:pt x="4215" y="4372"/>
                    <a:pt x="4289" y="4335"/>
                    <a:pt x="4326" y="4224"/>
                  </a:cubicBezTo>
                  <a:cubicBezTo>
                    <a:pt x="4363" y="4150"/>
                    <a:pt x="4363" y="4076"/>
                    <a:pt x="4326" y="3965"/>
                  </a:cubicBezTo>
                  <a:lnTo>
                    <a:pt x="2699" y="194"/>
                  </a:lnTo>
                  <a:cubicBezTo>
                    <a:pt x="2668" y="72"/>
                    <a:pt x="2562" y="0"/>
                    <a:pt x="24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4684;p64">
              <a:extLst>
                <a:ext uri="{FF2B5EF4-FFF2-40B4-BE49-F238E27FC236}">
                  <a16:creationId xmlns:a16="http://schemas.microsoft.com/office/drawing/2014/main" id="{9DB48995-90D1-5A68-ACF4-80359DCDD7D3}"/>
                </a:ext>
              </a:extLst>
            </p:cNvPr>
            <p:cNvSpPr/>
            <p:nvPr/>
          </p:nvSpPr>
          <p:spPr>
            <a:xfrm>
              <a:off x="1087575" y="3563625"/>
              <a:ext cx="235700" cy="215375"/>
            </a:xfrm>
            <a:custGeom>
              <a:avLst/>
              <a:gdLst/>
              <a:ahLst/>
              <a:cxnLst/>
              <a:rect l="l" t="t" r="r" b="b"/>
              <a:pathLst>
                <a:path w="9428" h="8615" extrusionOk="0">
                  <a:moveTo>
                    <a:pt x="6951" y="1"/>
                  </a:moveTo>
                  <a:lnTo>
                    <a:pt x="0" y="1701"/>
                  </a:lnTo>
                  <a:lnTo>
                    <a:pt x="2810" y="8615"/>
                  </a:lnTo>
                  <a:lnTo>
                    <a:pt x="9428" y="6064"/>
                  </a:lnTo>
                  <a:lnTo>
                    <a:pt x="695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4685;p64">
              <a:extLst>
                <a:ext uri="{FF2B5EF4-FFF2-40B4-BE49-F238E27FC236}">
                  <a16:creationId xmlns:a16="http://schemas.microsoft.com/office/drawing/2014/main" id="{EE38A78D-8B62-BFC6-CB18-F7B6CF50091F}"/>
                </a:ext>
              </a:extLst>
            </p:cNvPr>
            <p:cNvSpPr/>
            <p:nvPr/>
          </p:nvSpPr>
          <p:spPr>
            <a:xfrm>
              <a:off x="1079250" y="3556000"/>
              <a:ext cx="252350" cy="231100"/>
            </a:xfrm>
            <a:custGeom>
              <a:avLst/>
              <a:gdLst/>
              <a:ahLst/>
              <a:cxnLst/>
              <a:rect l="l" t="t" r="r" b="b"/>
              <a:pathLst>
                <a:path w="10094" h="9244" extrusionOk="0">
                  <a:moveTo>
                    <a:pt x="7091" y="667"/>
                  </a:moveTo>
                  <a:lnTo>
                    <a:pt x="9354" y="6184"/>
                  </a:lnTo>
                  <a:lnTo>
                    <a:pt x="3328" y="8513"/>
                  </a:lnTo>
                  <a:lnTo>
                    <a:pt x="740" y="2228"/>
                  </a:lnTo>
                  <a:lnTo>
                    <a:pt x="7091" y="667"/>
                  </a:lnTo>
                  <a:close/>
                  <a:moveTo>
                    <a:pt x="7285" y="0"/>
                  </a:moveTo>
                  <a:cubicBezTo>
                    <a:pt x="7260" y="0"/>
                    <a:pt x="7235" y="4"/>
                    <a:pt x="7210" y="10"/>
                  </a:cubicBezTo>
                  <a:lnTo>
                    <a:pt x="259" y="1711"/>
                  </a:lnTo>
                  <a:cubicBezTo>
                    <a:pt x="185" y="1747"/>
                    <a:pt x="111" y="1821"/>
                    <a:pt x="74" y="1895"/>
                  </a:cubicBezTo>
                  <a:cubicBezTo>
                    <a:pt x="37" y="1969"/>
                    <a:pt x="0" y="2043"/>
                    <a:pt x="37" y="2154"/>
                  </a:cubicBezTo>
                  <a:lnTo>
                    <a:pt x="2847" y="9031"/>
                  </a:lnTo>
                  <a:cubicBezTo>
                    <a:pt x="2902" y="9168"/>
                    <a:pt x="3018" y="9244"/>
                    <a:pt x="3134" y="9244"/>
                  </a:cubicBezTo>
                  <a:cubicBezTo>
                    <a:pt x="3175" y="9244"/>
                    <a:pt x="3216" y="9235"/>
                    <a:pt x="3254" y="9216"/>
                  </a:cubicBezTo>
                  <a:lnTo>
                    <a:pt x="9872" y="6665"/>
                  </a:lnTo>
                  <a:cubicBezTo>
                    <a:pt x="9945" y="6628"/>
                    <a:pt x="10019" y="6591"/>
                    <a:pt x="10056" y="6480"/>
                  </a:cubicBezTo>
                  <a:cubicBezTo>
                    <a:pt x="10093" y="6406"/>
                    <a:pt x="10093" y="6332"/>
                    <a:pt x="10056" y="6258"/>
                  </a:cubicBezTo>
                  <a:lnTo>
                    <a:pt x="7542" y="195"/>
                  </a:lnTo>
                  <a:cubicBezTo>
                    <a:pt x="7512" y="72"/>
                    <a:pt x="7405" y="0"/>
                    <a:pt x="72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4686;p64">
              <a:extLst>
                <a:ext uri="{FF2B5EF4-FFF2-40B4-BE49-F238E27FC236}">
                  <a16:creationId xmlns:a16="http://schemas.microsoft.com/office/drawing/2014/main" id="{11D7D092-38AC-E313-F483-CFCAA59D3D04}"/>
                </a:ext>
              </a:extLst>
            </p:cNvPr>
            <p:cNvSpPr/>
            <p:nvPr/>
          </p:nvSpPr>
          <p:spPr>
            <a:xfrm>
              <a:off x="1670775" y="3434225"/>
              <a:ext cx="154375" cy="132200"/>
            </a:xfrm>
            <a:custGeom>
              <a:avLst/>
              <a:gdLst/>
              <a:ahLst/>
              <a:cxnLst/>
              <a:rect l="l" t="t" r="r" b="b"/>
              <a:pathLst>
                <a:path w="6175" h="5288" extrusionOk="0">
                  <a:moveTo>
                    <a:pt x="4733" y="1"/>
                  </a:moveTo>
                  <a:lnTo>
                    <a:pt x="1" y="1147"/>
                  </a:lnTo>
                  <a:lnTo>
                    <a:pt x="1627" y="5288"/>
                  </a:lnTo>
                  <a:lnTo>
                    <a:pt x="6175" y="3513"/>
                  </a:lnTo>
                  <a:lnTo>
                    <a:pt x="473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4687;p64">
              <a:extLst>
                <a:ext uri="{FF2B5EF4-FFF2-40B4-BE49-F238E27FC236}">
                  <a16:creationId xmlns:a16="http://schemas.microsoft.com/office/drawing/2014/main" id="{18030214-B09D-5656-8FDD-2F742D2F4EF6}"/>
                </a:ext>
              </a:extLst>
            </p:cNvPr>
            <p:cNvSpPr/>
            <p:nvPr/>
          </p:nvSpPr>
          <p:spPr>
            <a:xfrm>
              <a:off x="1663375" y="3426600"/>
              <a:ext cx="170100" cy="147450"/>
            </a:xfrm>
            <a:custGeom>
              <a:avLst/>
              <a:gdLst/>
              <a:ahLst/>
              <a:cxnLst/>
              <a:rect l="l" t="t" r="r" b="b"/>
              <a:pathLst>
                <a:path w="6804" h="5898" extrusionOk="0">
                  <a:moveTo>
                    <a:pt x="4867" y="660"/>
                  </a:moveTo>
                  <a:lnTo>
                    <a:pt x="6064" y="3670"/>
                  </a:lnTo>
                  <a:lnTo>
                    <a:pt x="2108" y="5186"/>
                  </a:lnTo>
                  <a:lnTo>
                    <a:pt x="740" y="1674"/>
                  </a:lnTo>
                  <a:lnTo>
                    <a:pt x="4867" y="660"/>
                  </a:lnTo>
                  <a:close/>
                  <a:moveTo>
                    <a:pt x="5031" y="1"/>
                  </a:moveTo>
                  <a:cubicBezTo>
                    <a:pt x="5006" y="1"/>
                    <a:pt x="4980" y="4"/>
                    <a:pt x="4955" y="10"/>
                  </a:cubicBezTo>
                  <a:lnTo>
                    <a:pt x="223" y="1156"/>
                  </a:lnTo>
                  <a:cubicBezTo>
                    <a:pt x="149" y="1193"/>
                    <a:pt x="75" y="1230"/>
                    <a:pt x="38" y="1304"/>
                  </a:cubicBezTo>
                  <a:cubicBezTo>
                    <a:pt x="1" y="1415"/>
                    <a:pt x="1" y="1489"/>
                    <a:pt x="38" y="1563"/>
                  </a:cubicBezTo>
                  <a:lnTo>
                    <a:pt x="1628" y="5703"/>
                  </a:lnTo>
                  <a:cubicBezTo>
                    <a:pt x="1689" y="5826"/>
                    <a:pt x="1826" y="5898"/>
                    <a:pt x="1956" y="5898"/>
                  </a:cubicBezTo>
                  <a:cubicBezTo>
                    <a:pt x="1982" y="5898"/>
                    <a:pt x="2009" y="5895"/>
                    <a:pt x="2034" y="5888"/>
                  </a:cubicBezTo>
                  <a:lnTo>
                    <a:pt x="6582" y="4114"/>
                  </a:lnTo>
                  <a:cubicBezTo>
                    <a:pt x="6656" y="4077"/>
                    <a:pt x="6729" y="4040"/>
                    <a:pt x="6766" y="3966"/>
                  </a:cubicBezTo>
                  <a:cubicBezTo>
                    <a:pt x="6803" y="3892"/>
                    <a:pt x="6803" y="3781"/>
                    <a:pt x="6766" y="3707"/>
                  </a:cubicBezTo>
                  <a:lnTo>
                    <a:pt x="5325" y="195"/>
                  </a:lnTo>
                  <a:cubicBezTo>
                    <a:pt x="5263" y="72"/>
                    <a:pt x="5151" y="1"/>
                    <a:pt x="5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4688;p64">
              <a:extLst>
                <a:ext uri="{FF2B5EF4-FFF2-40B4-BE49-F238E27FC236}">
                  <a16:creationId xmlns:a16="http://schemas.microsoft.com/office/drawing/2014/main" id="{1DF0572A-B242-D6D9-7CD4-2F623A0A0D45}"/>
                </a:ext>
              </a:extLst>
            </p:cNvPr>
            <p:cNvSpPr/>
            <p:nvPr/>
          </p:nvSpPr>
          <p:spPr>
            <a:xfrm>
              <a:off x="1817725" y="3414825"/>
              <a:ext cx="87850" cy="97075"/>
            </a:xfrm>
            <a:custGeom>
              <a:avLst/>
              <a:gdLst/>
              <a:ahLst/>
              <a:cxnLst/>
              <a:rect l="l" t="t" r="r" b="b"/>
              <a:pathLst>
                <a:path w="3514" h="3883" extrusionOk="0">
                  <a:moveTo>
                    <a:pt x="1997" y="0"/>
                  </a:moveTo>
                  <a:lnTo>
                    <a:pt x="1" y="481"/>
                  </a:lnTo>
                  <a:lnTo>
                    <a:pt x="1406" y="3882"/>
                  </a:lnTo>
                  <a:lnTo>
                    <a:pt x="3513" y="3069"/>
                  </a:lnTo>
                  <a:lnTo>
                    <a:pt x="199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4689;p64">
              <a:extLst>
                <a:ext uri="{FF2B5EF4-FFF2-40B4-BE49-F238E27FC236}">
                  <a16:creationId xmlns:a16="http://schemas.microsoft.com/office/drawing/2014/main" id="{26A4B00E-B62A-C88D-DAB5-5EC2189B28F5}"/>
                </a:ext>
              </a:extLst>
            </p:cNvPr>
            <p:cNvSpPr/>
            <p:nvPr/>
          </p:nvSpPr>
          <p:spPr>
            <a:xfrm>
              <a:off x="1810350" y="3407175"/>
              <a:ext cx="103525" cy="112350"/>
            </a:xfrm>
            <a:custGeom>
              <a:avLst/>
              <a:gdLst/>
              <a:ahLst/>
              <a:cxnLst/>
              <a:rect l="l" t="t" r="r" b="b"/>
              <a:pathLst>
                <a:path w="4141" h="4494" extrusionOk="0">
                  <a:moveTo>
                    <a:pt x="2107" y="676"/>
                  </a:moveTo>
                  <a:lnTo>
                    <a:pt x="3401" y="3227"/>
                  </a:lnTo>
                  <a:lnTo>
                    <a:pt x="1878" y="3787"/>
                  </a:lnTo>
                  <a:lnTo>
                    <a:pt x="1878" y="3787"/>
                  </a:lnTo>
                  <a:lnTo>
                    <a:pt x="740" y="1009"/>
                  </a:lnTo>
                  <a:lnTo>
                    <a:pt x="2107" y="676"/>
                  </a:lnTo>
                  <a:close/>
                  <a:moveTo>
                    <a:pt x="2280" y="1"/>
                  </a:moveTo>
                  <a:cubicBezTo>
                    <a:pt x="2259" y="1"/>
                    <a:pt x="2238" y="4"/>
                    <a:pt x="2218" y="11"/>
                  </a:cubicBezTo>
                  <a:lnTo>
                    <a:pt x="222" y="491"/>
                  </a:lnTo>
                  <a:cubicBezTo>
                    <a:pt x="148" y="528"/>
                    <a:pt x="74" y="565"/>
                    <a:pt x="37" y="639"/>
                  </a:cubicBezTo>
                  <a:cubicBezTo>
                    <a:pt x="0" y="713"/>
                    <a:pt x="0" y="824"/>
                    <a:pt x="37" y="898"/>
                  </a:cubicBezTo>
                  <a:lnTo>
                    <a:pt x="1405" y="4299"/>
                  </a:lnTo>
                  <a:cubicBezTo>
                    <a:pt x="1466" y="4422"/>
                    <a:pt x="1604" y="4493"/>
                    <a:pt x="1733" y="4493"/>
                  </a:cubicBezTo>
                  <a:cubicBezTo>
                    <a:pt x="1760" y="4493"/>
                    <a:pt x="1786" y="4490"/>
                    <a:pt x="1812" y="4484"/>
                  </a:cubicBezTo>
                  <a:lnTo>
                    <a:pt x="3919" y="3671"/>
                  </a:lnTo>
                  <a:cubicBezTo>
                    <a:pt x="3993" y="3634"/>
                    <a:pt x="4067" y="3560"/>
                    <a:pt x="4104" y="3486"/>
                  </a:cubicBezTo>
                  <a:cubicBezTo>
                    <a:pt x="4141" y="3412"/>
                    <a:pt x="4141" y="3301"/>
                    <a:pt x="4104" y="3227"/>
                  </a:cubicBezTo>
                  <a:lnTo>
                    <a:pt x="2551" y="158"/>
                  </a:lnTo>
                  <a:cubicBezTo>
                    <a:pt x="2490" y="67"/>
                    <a:pt x="2379" y="1"/>
                    <a:pt x="2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4690;p64">
              <a:extLst>
                <a:ext uri="{FF2B5EF4-FFF2-40B4-BE49-F238E27FC236}">
                  <a16:creationId xmlns:a16="http://schemas.microsoft.com/office/drawing/2014/main" id="{E23BF92A-CAFB-A640-20D1-04957A559AB7}"/>
                </a:ext>
              </a:extLst>
            </p:cNvPr>
            <p:cNvSpPr/>
            <p:nvPr/>
          </p:nvSpPr>
          <p:spPr>
            <a:xfrm>
              <a:off x="6467700" y="3108900"/>
              <a:ext cx="396550" cy="1791250"/>
            </a:xfrm>
            <a:custGeom>
              <a:avLst/>
              <a:gdLst/>
              <a:ahLst/>
              <a:cxnLst/>
              <a:rect l="l" t="t" r="r" b="b"/>
              <a:pathLst>
                <a:path w="15862" h="71650" extrusionOk="0">
                  <a:moveTo>
                    <a:pt x="15529" y="0"/>
                  </a:moveTo>
                  <a:cubicBezTo>
                    <a:pt x="15381" y="0"/>
                    <a:pt x="15233" y="148"/>
                    <a:pt x="15233" y="296"/>
                  </a:cubicBezTo>
                  <a:lnTo>
                    <a:pt x="15233" y="55456"/>
                  </a:lnTo>
                  <a:lnTo>
                    <a:pt x="297" y="55456"/>
                  </a:lnTo>
                  <a:cubicBezTo>
                    <a:pt x="223" y="55456"/>
                    <a:pt x="149" y="55493"/>
                    <a:pt x="112" y="55530"/>
                  </a:cubicBezTo>
                  <a:cubicBezTo>
                    <a:pt x="38" y="55604"/>
                    <a:pt x="1" y="55678"/>
                    <a:pt x="1" y="55752"/>
                  </a:cubicBezTo>
                  <a:lnTo>
                    <a:pt x="1" y="71354"/>
                  </a:lnTo>
                  <a:cubicBezTo>
                    <a:pt x="1" y="71538"/>
                    <a:pt x="149" y="71649"/>
                    <a:pt x="297" y="71649"/>
                  </a:cubicBezTo>
                  <a:cubicBezTo>
                    <a:pt x="482" y="71649"/>
                    <a:pt x="629" y="71538"/>
                    <a:pt x="629" y="71354"/>
                  </a:cubicBezTo>
                  <a:lnTo>
                    <a:pt x="629" y="56085"/>
                  </a:lnTo>
                  <a:lnTo>
                    <a:pt x="15529" y="56085"/>
                  </a:lnTo>
                  <a:cubicBezTo>
                    <a:pt x="15603" y="56085"/>
                    <a:pt x="15713" y="56048"/>
                    <a:pt x="15750" y="55974"/>
                  </a:cubicBezTo>
                  <a:cubicBezTo>
                    <a:pt x="15824" y="55937"/>
                    <a:pt x="15861" y="55863"/>
                    <a:pt x="15861" y="55752"/>
                  </a:cubicBezTo>
                  <a:lnTo>
                    <a:pt x="15861" y="296"/>
                  </a:lnTo>
                  <a:cubicBezTo>
                    <a:pt x="15861" y="148"/>
                    <a:pt x="15713" y="0"/>
                    <a:pt x="1552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4691;p64">
              <a:extLst>
                <a:ext uri="{FF2B5EF4-FFF2-40B4-BE49-F238E27FC236}">
                  <a16:creationId xmlns:a16="http://schemas.microsoft.com/office/drawing/2014/main" id="{28B7C7C4-4008-8D27-5DBD-5BBAC74B1027}"/>
                </a:ext>
              </a:extLst>
            </p:cNvPr>
            <p:cNvSpPr/>
            <p:nvPr/>
          </p:nvSpPr>
          <p:spPr>
            <a:xfrm>
              <a:off x="6694150" y="3425900"/>
              <a:ext cx="170100" cy="713575"/>
            </a:xfrm>
            <a:custGeom>
              <a:avLst/>
              <a:gdLst/>
              <a:ahLst/>
              <a:cxnLst/>
              <a:rect l="l" t="t" r="r" b="b"/>
              <a:pathLst>
                <a:path w="6804" h="28543" extrusionOk="0">
                  <a:moveTo>
                    <a:pt x="333" y="1"/>
                  </a:moveTo>
                  <a:cubicBezTo>
                    <a:pt x="149" y="1"/>
                    <a:pt x="1" y="149"/>
                    <a:pt x="1" y="297"/>
                  </a:cubicBezTo>
                  <a:lnTo>
                    <a:pt x="1" y="28210"/>
                  </a:lnTo>
                  <a:cubicBezTo>
                    <a:pt x="1" y="28321"/>
                    <a:pt x="38" y="28395"/>
                    <a:pt x="112" y="28431"/>
                  </a:cubicBezTo>
                  <a:cubicBezTo>
                    <a:pt x="149" y="28505"/>
                    <a:pt x="223" y="28542"/>
                    <a:pt x="333" y="28542"/>
                  </a:cubicBezTo>
                  <a:lnTo>
                    <a:pt x="6471" y="28542"/>
                  </a:lnTo>
                  <a:cubicBezTo>
                    <a:pt x="6655" y="28542"/>
                    <a:pt x="6803" y="28395"/>
                    <a:pt x="6803" y="28210"/>
                  </a:cubicBezTo>
                  <a:cubicBezTo>
                    <a:pt x="6803" y="28062"/>
                    <a:pt x="6655" y="27914"/>
                    <a:pt x="6471" y="27914"/>
                  </a:cubicBezTo>
                  <a:lnTo>
                    <a:pt x="629" y="27914"/>
                  </a:lnTo>
                  <a:lnTo>
                    <a:pt x="629" y="297"/>
                  </a:lnTo>
                  <a:cubicBezTo>
                    <a:pt x="629" y="149"/>
                    <a:pt x="481" y="1"/>
                    <a:pt x="33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4692;p64">
              <a:extLst>
                <a:ext uri="{FF2B5EF4-FFF2-40B4-BE49-F238E27FC236}">
                  <a16:creationId xmlns:a16="http://schemas.microsoft.com/office/drawing/2014/main" id="{EED695AF-CBD6-4F39-C279-9FDE6389F68F}"/>
                </a:ext>
              </a:extLst>
            </p:cNvPr>
            <p:cNvSpPr/>
            <p:nvPr/>
          </p:nvSpPr>
          <p:spPr>
            <a:xfrm>
              <a:off x="5578575" y="4023925"/>
              <a:ext cx="478775" cy="632200"/>
            </a:xfrm>
            <a:custGeom>
              <a:avLst/>
              <a:gdLst/>
              <a:ahLst/>
              <a:cxnLst/>
              <a:rect l="l" t="t" r="r" b="b"/>
              <a:pathLst>
                <a:path w="19151" h="25288" extrusionOk="0">
                  <a:moveTo>
                    <a:pt x="362" y="0"/>
                  </a:moveTo>
                  <a:cubicBezTo>
                    <a:pt x="255" y="0"/>
                    <a:pt x="148" y="49"/>
                    <a:pt x="74" y="148"/>
                  </a:cubicBezTo>
                  <a:cubicBezTo>
                    <a:pt x="0" y="296"/>
                    <a:pt x="37" y="481"/>
                    <a:pt x="185" y="592"/>
                  </a:cubicBezTo>
                  <a:lnTo>
                    <a:pt x="18523" y="11720"/>
                  </a:lnTo>
                  <a:lnTo>
                    <a:pt x="18523" y="24955"/>
                  </a:lnTo>
                  <a:cubicBezTo>
                    <a:pt x="18523" y="25140"/>
                    <a:pt x="18670" y="25288"/>
                    <a:pt x="18855" y="25288"/>
                  </a:cubicBezTo>
                  <a:cubicBezTo>
                    <a:pt x="19003" y="25288"/>
                    <a:pt x="19151" y="25140"/>
                    <a:pt x="19151" y="24955"/>
                  </a:cubicBezTo>
                  <a:lnTo>
                    <a:pt x="19151" y="11535"/>
                  </a:lnTo>
                  <a:cubicBezTo>
                    <a:pt x="19151" y="11461"/>
                    <a:pt x="19077" y="11350"/>
                    <a:pt x="19003" y="11276"/>
                  </a:cubicBezTo>
                  <a:lnTo>
                    <a:pt x="518" y="37"/>
                  </a:lnTo>
                  <a:cubicBezTo>
                    <a:pt x="469" y="12"/>
                    <a:pt x="415" y="0"/>
                    <a:pt x="36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4693;p64">
              <a:extLst>
                <a:ext uri="{FF2B5EF4-FFF2-40B4-BE49-F238E27FC236}">
                  <a16:creationId xmlns:a16="http://schemas.microsoft.com/office/drawing/2014/main" id="{A4820EB4-BFEA-3038-2EBD-C33AA97D4A36}"/>
                </a:ext>
              </a:extLst>
            </p:cNvPr>
            <p:cNvSpPr/>
            <p:nvPr/>
          </p:nvSpPr>
          <p:spPr>
            <a:xfrm>
              <a:off x="5824425" y="4187500"/>
              <a:ext cx="15725" cy="314275"/>
            </a:xfrm>
            <a:custGeom>
              <a:avLst/>
              <a:gdLst/>
              <a:ahLst/>
              <a:cxnLst/>
              <a:rect l="l" t="t" r="r" b="b"/>
              <a:pathLst>
                <a:path w="629" h="12571" extrusionOk="0">
                  <a:moveTo>
                    <a:pt x="296" y="1"/>
                  </a:moveTo>
                  <a:cubicBezTo>
                    <a:pt x="148" y="1"/>
                    <a:pt x="0" y="112"/>
                    <a:pt x="0" y="297"/>
                  </a:cubicBezTo>
                  <a:lnTo>
                    <a:pt x="0" y="12275"/>
                  </a:lnTo>
                  <a:cubicBezTo>
                    <a:pt x="0" y="12423"/>
                    <a:pt x="148" y="12571"/>
                    <a:pt x="296" y="12571"/>
                  </a:cubicBezTo>
                  <a:cubicBezTo>
                    <a:pt x="481" y="12571"/>
                    <a:pt x="629" y="12423"/>
                    <a:pt x="629" y="12275"/>
                  </a:cubicBezTo>
                  <a:lnTo>
                    <a:pt x="629" y="297"/>
                  </a:lnTo>
                  <a:cubicBezTo>
                    <a:pt x="629" y="112"/>
                    <a:pt x="481" y="1"/>
                    <a:pt x="29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4694;p64">
              <a:extLst>
                <a:ext uri="{FF2B5EF4-FFF2-40B4-BE49-F238E27FC236}">
                  <a16:creationId xmlns:a16="http://schemas.microsoft.com/office/drawing/2014/main" id="{4030B925-8538-62E2-5DB6-A31430DCC8E1}"/>
                </a:ext>
              </a:extLst>
            </p:cNvPr>
            <p:cNvSpPr/>
            <p:nvPr/>
          </p:nvSpPr>
          <p:spPr>
            <a:xfrm>
              <a:off x="5823500" y="3806475"/>
              <a:ext cx="396525" cy="794825"/>
            </a:xfrm>
            <a:custGeom>
              <a:avLst/>
              <a:gdLst/>
              <a:ahLst/>
              <a:cxnLst/>
              <a:rect l="l" t="t" r="r" b="b"/>
              <a:pathLst>
                <a:path w="15861" h="31793" extrusionOk="0">
                  <a:moveTo>
                    <a:pt x="335" y="1"/>
                  </a:moveTo>
                  <a:cubicBezTo>
                    <a:pt x="310" y="1"/>
                    <a:pt x="284" y="4"/>
                    <a:pt x="259" y="10"/>
                  </a:cubicBezTo>
                  <a:cubicBezTo>
                    <a:pt x="74" y="84"/>
                    <a:pt x="0" y="232"/>
                    <a:pt x="37" y="417"/>
                  </a:cubicBezTo>
                  <a:lnTo>
                    <a:pt x="1849" y="6221"/>
                  </a:lnTo>
                  <a:cubicBezTo>
                    <a:pt x="1886" y="6258"/>
                    <a:pt x="1923" y="6332"/>
                    <a:pt x="1997" y="6369"/>
                  </a:cubicBezTo>
                  <a:lnTo>
                    <a:pt x="15269" y="14613"/>
                  </a:lnTo>
                  <a:lnTo>
                    <a:pt x="15269" y="30844"/>
                  </a:lnTo>
                  <a:lnTo>
                    <a:pt x="9243" y="26185"/>
                  </a:lnTo>
                  <a:cubicBezTo>
                    <a:pt x="9174" y="26134"/>
                    <a:pt x="9098" y="26106"/>
                    <a:pt x="9024" y="26106"/>
                  </a:cubicBezTo>
                  <a:cubicBezTo>
                    <a:pt x="8940" y="26106"/>
                    <a:pt x="8859" y="26143"/>
                    <a:pt x="8799" y="26222"/>
                  </a:cubicBezTo>
                  <a:cubicBezTo>
                    <a:pt x="8689" y="26370"/>
                    <a:pt x="8726" y="26555"/>
                    <a:pt x="8836" y="26666"/>
                  </a:cubicBezTo>
                  <a:lnTo>
                    <a:pt x="15380" y="31731"/>
                  </a:lnTo>
                  <a:cubicBezTo>
                    <a:pt x="15424" y="31774"/>
                    <a:pt x="15492" y="31792"/>
                    <a:pt x="15564" y="31792"/>
                  </a:cubicBezTo>
                  <a:cubicBezTo>
                    <a:pt x="15615" y="31792"/>
                    <a:pt x="15667" y="31783"/>
                    <a:pt x="15713" y="31768"/>
                  </a:cubicBezTo>
                  <a:cubicBezTo>
                    <a:pt x="15824" y="31731"/>
                    <a:pt x="15861" y="31620"/>
                    <a:pt x="15861" y="31472"/>
                  </a:cubicBezTo>
                  <a:lnTo>
                    <a:pt x="15861" y="14465"/>
                  </a:lnTo>
                  <a:cubicBezTo>
                    <a:pt x="15861" y="14355"/>
                    <a:pt x="15824" y="14244"/>
                    <a:pt x="15713" y="14207"/>
                  </a:cubicBezTo>
                  <a:lnTo>
                    <a:pt x="2404" y="5925"/>
                  </a:lnTo>
                  <a:lnTo>
                    <a:pt x="629" y="232"/>
                  </a:lnTo>
                  <a:cubicBezTo>
                    <a:pt x="598" y="78"/>
                    <a:pt x="465" y="1"/>
                    <a:pt x="33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4695;p64">
              <a:extLst>
                <a:ext uri="{FF2B5EF4-FFF2-40B4-BE49-F238E27FC236}">
                  <a16:creationId xmlns:a16="http://schemas.microsoft.com/office/drawing/2014/main" id="{72769F30-7934-2AAF-4C48-6825E61EA0D6}"/>
                </a:ext>
              </a:extLst>
            </p:cNvPr>
            <p:cNvSpPr/>
            <p:nvPr/>
          </p:nvSpPr>
          <p:spPr>
            <a:xfrm>
              <a:off x="694750" y="2954525"/>
              <a:ext cx="15750" cy="1954850"/>
            </a:xfrm>
            <a:custGeom>
              <a:avLst/>
              <a:gdLst/>
              <a:ahLst/>
              <a:cxnLst/>
              <a:rect l="l" t="t" r="r" b="b"/>
              <a:pathLst>
                <a:path w="630" h="78194" extrusionOk="0">
                  <a:moveTo>
                    <a:pt x="333" y="1"/>
                  </a:moveTo>
                  <a:cubicBezTo>
                    <a:pt x="149" y="1"/>
                    <a:pt x="1" y="149"/>
                    <a:pt x="1" y="334"/>
                  </a:cubicBezTo>
                  <a:lnTo>
                    <a:pt x="1" y="77898"/>
                  </a:lnTo>
                  <a:cubicBezTo>
                    <a:pt x="1" y="78046"/>
                    <a:pt x="149" y="78194"/>
                    <a:pt x="333" y="78194"/>
                  </a:cubicBezTo>
                  <a:cubicBezTo>
                    <a:pt x="481" y="78194"/>
                    <a:pt x="629" y="78046"/>
                    <a:pt x="629" y="77898"/>
                  </a:cubicBezTo>
                  <a:lnTo>
                    <a:pt x="629" y="334"/>
                  </a:lnTo>
                  <a:cubicBezTo>
                    <a:pt x="629" y="149"/>
                    <a:pt x="481" y="1"/>
                    <a:pt x="33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4696;p64">
              <a:extLst>
                <a:ext uri="{FF2B5EF4-FFF2-40B4-BE49-F238E27FC236}">
                  <a16:creationId xmlns:a16="http://schemas.microsoft.com/office/drawing/2014/main" id="{3770A4F3-2102-FCB2-05CB-BC1D890D71CF}"/>
                </a:ext>
              </a:extLst>
            </p:cNvPr>
            <p:cNvSpPr/>
            <p:nvPr/>
          </p:nvSpPr>
          <p:spPr>
            <a:xfrm>
              <a:off x="758525" y="3878800"/>
              <a:ext cx="223700" cy="15750"/>
            </a:xfrm>
            <a:custGeom>
              <a:avLst/>
              <a:gdLst/>
              <a:ahLst/>
              <a:cxnLst/>
              <a:rect l="l" t="t" r="r" b="b"/>
              <a:pathLst>
                <a:path w="8948" h="630" extrusionOk="0">
                  <a:moveTo>
                    <a:pt x="296" y="1"/>
                  </a:moveTo>
                  <a:cubicBezTo>
                    <a:pt x="148" y="1"/>
                    <a:pt x="1" y="149"/>
                    <a:pt x="1" y="333"/>
                  </a:cubicBezTo>
                  <a:cubicBezTo>
                    <a:pt x="1" y="481"/>
                    <a:pt x="148" y="629"/>
                    <a:pt x="296" y="629"/>
                  </a:cubicBezTo>
                  <a:lnTo>
                    <a:pt x="8652" y="629"/>
                  </a:lnTo>
                  <a:cubicBezTo>
                    <a:pt x="8800" y="629"/>
                    <a:pt x="8947" y="481"/>
                    <a:pt x="8947" y="333"/>
                  </a:cubicBezTo>
                  <a:cubicBezTo>
                    <a:pt x="8947" y="149"/>
                    <a:pt x="8800" y="1"/>
                    <a:pt x="865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4697;p64">
              <a:extLst>
                <a:ext uri="{FF2B5EF4-FFF2-40B4-BE49-F238E27FC236}">
                  <a16:creationId xmlns:a16="http://schemas.microsoft.com/office/drawing/2014/main" id="{75607990-BCED-D04A-CB07-202CCC6D03A0}"/>
                </a:ext>
              </a:extLst>
            </p:cNvPr>
            <p:cNvSpPr/>
            <p:nvPr/>
          </p:nvSpPr>
          <p:spPr>
            <a:xfrm>
              <a:off x="966475" y="3697650"/>
              <a:ext cx="170100" cy="1175700"/>
            </a:xfrm>
            <a:custGeom>
              <a:avLst/>
              <a:gdLst/>
              <a:ahLst/>
              <a:cxnLst/>
              <a:rect l="l" t="t" r="r" b="b"/>
              <a:pathLst>
                <a:path w="6804" h="47028" extrusionOk="0">
                  <a:moveTo>
                    <a:pt x="334" y="0"/>
                  </a:moveTo>
                  <a:cubicBezTo>
                    <a:pt x="149" y="0"/>
                    <a:pt x="1" y="148"/>
                    <a:pt x="1" y="333"/>
                  </a:cubicBezTo>
                  <a:lnTo>
                    <a:pt x="1" y="46731"/>
                  </a:lnTo>
                  <a:cubicBezTo>
                    <a:pt x="1" y="46805"/>
                    <a:pt x="38" y="46879"/>
                    <a:pt x="112" y="46916"/>
                  </a:cubicBezTo>
                  <a:cubicBezTo>
                    <a:pt x="149" y="46990"/>
                    <a:pt x="260" y="47027"/>
                    <a:pt x="334" y="47027"/>
                  </a:cubicBezTo>
                  <a:lnTo>
                    <a:pt x="6471" y="47027"/>
                  </a:lnTo>
                  <a:cubicBezTo>
                    <a:pt x="6656" y="47027"/>
                    <a:pt x="6804" y="46879"/>
                    <a:pt x="6804" y="46731"/>
                  </a:cubicBezTo>
                  <a:cubicBezTo>
                    <a:pt x="6804" y="46547"/>
                    <a:pt x="6656" y="46399"/>
                    <a:pt x="6471" y="46399"/>
                  </a:cubicBezTo>
                  <a:lnTo>
                    <a:pt x="629" y="46399"/>
                  </a:lnTo>
                  <a:lnTo>
                    <a:pt x="629" y="333"/>
                  </a:lnTo>
                  <a:cubicBezTo>
                    <a:pt x="629" y="148"/>
                    <a:pt x="482" y="0"/>
                    <a:pt x="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4698;p64">
              <a:extLst>
                <a:ext uri="{FF2B5EF4-FFF2-40B4-BE49-F238E27FC236}">
                  <a16:creationId xmlns:a16="http://schemas.microsoft.com/office/drawing/2014/main" id="{5728D5B0-78B4-B5D3-1F67-A6F9DA452B9B}"/>
                </a:ext>
              </a:extLst>
            </p:cNvPr>
            <p:cNvSpPr/>
            <p:nvPr/>
          </p:nvSpPr>
          <p:spPr>
            <a:xfrm>
              <a:off x="794575" y="4078450"/>
              <a:ext cx="187650" cy="332750"/>
            </a:xfrm>
            <a:custGeom>
              <a:avLst/>
              <a:gdLst/>
              <a:ahLst/>
              <a:cxnLst/>
              <a:rect l="l" t="t" r="r" b="b"/>
              <a:pathLst>
                <a:path w="7506" h="13310" extrusionOk="0">
                  <a:moveTo>
                    <a:pt x="296" y="0"/>
                  </a:moveTo>
                  <a:cubicBezTo>
                    <a:pt x="222" y="0"/>
                    <a:pt x="148" y="37"/>
                    <a:pt x="111" y="74"/>
                  </a:cubicBezTo>
                  <a:cubicBezTo>
                    <a:pt x="37" y="148"/>
                    <a:pt x="0" y="222"/>
                    <a:pt x="0" y="296"/>
                  </a:cubicBezTo>
                  <a:lnTo>
                    <a:pt x="0" y="13014"/>
                  </a:lnTo>
                  <a:cubicBezTo>
                    <a:pt x="0" y="13088"/>
                    <a:pt x="37" y="13162"/>
                    <a:pt x="111" y="13199"/>
                  </a:cubicBezTo>
                  <a:cubicBezTo>
                    <a:pt x="148" y="13273"/>
                    <a:pt x="222" y="13310"/>
                    <a:pt x="296" y="13310"/>
                  </a:cubicBezTo>
                  <a:lnTo>
                    <a:pt x="6840" y="13310"/>
                  </a:lnTo>
                  <a:cubicBezTo>
                    <a:pt x="7025" y="13310"/>
                    <a:pt x="7136" y="13162"/>
                    <a:pt x="7136" y="13014"/>
                  </a:cubicBezTo>
                  <a:cubicBezTo>
                    <a:pt x="7136" y="12829"/>
                    <a:pt x="7025" y="12681"/>
                    <a:pt x="6840" y="12681"/>
                  </a:cubicBezTo>
                  <a:lnTo>
                    <a:pt x="629" y="12681"/>
                  </a:lnTo>
                  <a:lnTo>
                    <a:pt x="629" y="629"/>
                  </a:lnTo>
                  <a:lnTo>
                    <a:pt x="7210" y="629"/>
                  </a:lnTo>
                  <a:cubicBezTo>
                    <a:pt x="7358" y="629"/>
                    <a:pt x="7505" y="481"/>
                    <a:pt x="7505" y="296"/>
                  </a:cubicBezTo>
                  <a:cubicBezTo>
                    <a:pt x="7505" y="148"/>
                    <a:pt x="7358" y="0"/>
                    <a:pt x="721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4699;p64">
              <a:extLst>
                <a:ext uri="{FF2B5EF4-FFF2-40B4-BE49-F238E27FC236}">
                  <a16:creationId xmlns:a16="http://schemas.microsoft.com/office/drawing/2014/main" id="{7FC4087B-6A93-0A5E-49BA-065E12976070}"/>
                </a:ext>
              </a:extLst>
            </p:cNvPr>
            <p:cNvSpPr/>
            <p:nvPr/>
          </p:nvSpPr>
          <p:spPr>
            <a:xfrm>
              <a:off x="1193850" y="4105250"/>
              <a:ext cx="14825" cy="813375"/>
            </a:xfrm>
            <a:custGeom>
              <a:avLst/>
              <a:gdLst/>
              <a:ahLst/>
              <a:cxnLst/>
              <a:rect l="l" t="t" r="r" b="b"/>
              <a:pathLst>
                <a:path w="593" h="32535" extrusionOk="0">
                  <a:moveTo>
                    <a:pt x="297" y="0"/>
                  </a:moveTo>
                  <a:cubicBezTo>
                    <a:pt x="112" y="0"/>
                    <a:pt x="1" y="148"/>
                    <a:pt x="1" y="333"/>
                  </a:cubicBezTo>
                  <a:lnTo>
                    <a:pt x="1" y="32239"/>
                  </a:lnTo>
                  <a:cubicBezTo>
                    <a:pt x="1" y="32387"/>
                    <a:pt x="112" y="32535"/>
                    <a:pt x="297" y="32535"/>
                  </a:cubicBezTo>
                  <a:cubicBezTo>
                    <a:pt x="444" y="32535"/>
                    <a:pt x="592" y="32387"/>
                    <a:pt x="592" y="32239"/>
                  </a:cubicBezTo>
                  <a:lnTo>
                    <a:pt x="592" y="333"/>
                  </a:lnTo>
                  <a:cubicBezTo>
                    <a:pt x="592" y="148"/>
                    <a:pt x="444" y="0"/>
                    <a:pt x="2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4700;p64">
              <a:extLst>
                <a:ext uri="{FF2B5EF4-FFF2-40B4-BE49-F238E27FC236}">
                  <a16:creationId xmlns:a16="http://schemas.microsoft.com/office/drawing/2014/main" id="{B0118588-D70B-7E18-E9ED-33DFE5443D39}"/>
                </a:ext>
              </a:extLst>
            </p:cNvPr>
            <p:cNvSpPr/>
            <p:nvPr/>
          </p:nvSpPr>
          <p:spPr>
            <a:xfrm>
              <a:off x="6377125" y="4105250"/>
              <a:ext cx="15750" cy="857750"/>
            </a:xfrm>
            <a:custGeom>
              <a:avLst/>
              <a:gdLst/>
              <a:ahLst/>
              <a:cxnLst/>
              <a:rect l="l" t="t" r="r" b="b"/>
              <a:pathLst>
                <a:path w="630" h="34310" extrusionOk="0">
                  <a:moveTo>
                    <a:pt x="297" y="0"/>
                  </a:moveTo>
                  <a:cubicBezTo>
                    <a:pt x="149" y="0"/>
                    <a:pt x="1" y="148"/>
                    <a:pt x="1" y="333"/>
                  </a:cubicBezTo>
                  <a:lnTo>
                    <a:pt x="1" y="34014"/>
                  </a:lnTo>
                  <a:cubicBezTo>
                    <a:pt x="1" y="34161"/>
                    <a:pt x="149" y="34309"/>
                    <a:pt x="297" y="34309"/>
                  </a:cubicBezTo>
                  <a:cubicBezTo>
                    <a:pt x="481" y="34309"/>
                    <a:pt x="629" y="34161"/>
                    <a:pt x="629" y="34014"/>
                  </a:cubicBezTo>
                  <a:lnTo>
                    <a:pt x="629" y="333"/>
                  </a:lnTo>
                  <a:cubicBezTo>
                    <a:pt x="629" y="148"/>
                    <a:pt x="481" y="0"/>
                    <a:pt x="29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4701;p64">
              <a:extLst>
                <a:ext uri="{FF2B5EF4-FFF2-40B4-BE49-F238E27FC236}">
                  <a16:creationId xmlns:a16="http://schemas.microsoft.com/office/drawing/2014/main" id="{14229AA3-3CAE-21DC-1346-FCD8C950BDD6}"/>
                </a:ext>
              </a:extLst>
            </p:cNvPr>
            <p:cNvSpPr/>
            <p:nvPr/>
          </p:nvSpPr>
          <p:spPr>
            <a:xfrm>
              <a:off x="1301075" y="3906075"/>
              <a:ext cx="715400" cy="278475"/>
            </a:xfrm>
            <a:custGeom>
              <a:avLst/>
              <a:gdLst/>
              <a:ahLst/>
              <a:cxnLst/>
              <a:rect l="l" t="t" r="r" b="b"/>
              <a:pathLst>
                <a:path w="28616" h="11139" extrusionOk="0">
                  <a:moveTo>
                    <a:pt x="19941" y="0"/>
                  </a:moveTo>
                  <a:cubicBezTo>
                    <a:pt x="19891" y="0"/>
                    <a:pt x="19835" y="19"/>
                    <a:pt x="19780" y="56"/>
                  </a:cubicBezTo>
                  <a:lnTo>
                    <a:pt x="222" y="10555"/>
                  </a:lnTo>
                  <a:cubicBezTo>
                    <a:pt x="74" y="10629"/>
                    <a:pt x="0" y="10814"/>
                    <a:pt x="74" y="10962"/>
                  </a:cubicBezTo>
                  <a:cubicBezTo>
                    <a:pt x="128" y="11070"/>
                    <a:pt x="242" y="11139"/>
                    <a:pt x="357" y="11139"/>
                  </a:cubicBezTo>
                  <a:cubicBezTo>
                    <a:pt x="399" y="11139"/>
                    <a:pt x="441" y="11130"/>
                    <a:pt x="481" y="11110"/>
                  </a:cubicBezTo>
                  <a:lnTo>
                    <a:pt x="19632" y="832"/>
                  </a:lnTo>
                  <a:lnTo>
                    <a:pt x="19632" y="9372"/>
                  </a:lnTo>
                  <a:cubicBezTo>
                    <a:pt x="19632" y="9483"/>
                    <a:pt x="19669" y="9594"/>
                    <a:pt x="19780" y="9668"/>
                  </a:cubicBezTo>
                  <a:cubicBezTo>
                    <a:pt x="19826" y="9683"/>
                    <a:pt x="19878" y="9692"/>
                    <a:pt x="19929" y="9692"/>
                  </a:cubicBezTo>
                  <a:cubicBezTo>
                    <a:pt x="20000" y="9692"/>
                    <a:pt x="20069" y="9674"/>
                    <a:pt x="20112" y="9631"/>
                  </a:cubicBezTo>
                  <a:lnTo>
                    <a:pt x="28468" y="3087"/>
                  </a:lnTo>
                  <a:cubicBezTo>
                    <a:pt x="28579" y="2976"/>
                    <a:pt x="28616" y="2792"/>
                    <a:pt x="28505" y="2681"/>
                  </a:cubicBezTo>
                  <a:cubicBezTo>
                    <a:pt x="28437" y="2591"/>
                    <a:pt x="28343" y="2542"/>
                    <a:pt x="28246" y="2542"/>
                  </a:cubicBezTo>
                  <a:cubicBezTo>
                    <a:pt x="28183" y="2542"/>
                    <a:pt x="28119" y="2563"/>
                    <a:pt x="28061" y="2607"/>
                  </a:cubicBezTo>
                  <a:lnTo>
                    <a:pt x="20223" y="8744"/>
                  </a:lnTo>
                  <a:lnTo>
                    <a:pt x="20223" y="315"/>
                  </a:lnTo>
                  <a:cubicBezTo>
                    <a:pt x="20223" y="204"/>
                    <a:pt x="20186" y="93"/>
                    <a:pt x="20075" y="56"/>
                  </a:cubicBezTo>
                  <a:cubicBezTo>
                    <a:pt x="20038" y="19"/>
                    <a:pt x="19992" y="0"/>
                    <a:pt x="199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4702;p64">
              <a:extLst>
                <a:ext uri="{FF2B5EF4-FFF2-40B4-BE49-F238E27FC236}">
                  <a16:creationId xmlns:a16="http://schemas.microsoft.com/office/drawing/2014/main" id="{FB196140-FCF8-25C0-E5FB-8B8B0627FEC4}"/>
                </a:ext>
              </a:extLst>
            </p:cNvPr>
            <p:cNvSpPr/>
            <p:nvPr/>
          </p:nvSpPr>
          <p:spPr>
            <a:xfrm>
              <a:off x="1355600" y="3997100"/>
              <a:ext cx="297650" cy="595025"/>
            </a:xfrm>
            <a:custGeom>
              <a:avLst/>
              <a:gdLst/>
              <a:ahLst/>
              <a:cxnLst/>
              <a:rect l="l" t="t" r="r" b="b"/>
              <a:pathLst>
                <a:path w="11906" h="23801" extrusionOk="0">
                  <a:moveTo>
                    <a:pt x="11572" y="1"/>
                  </a:moveTo>
                  <a:cubicBezTo>
                    <a:pt x="11425" y="1"/>
                    <a:pt x="11277" y="149"/>
                    <a:pt x="11277" y="297"/>
                  </a:cubicBezTo>
                  <a:lnTo>
                    <a:pt x="11277" y="15381"/>
                  </a:lnTo>
                  <a:lnTo>
                    <a:pt x="185" y="23255"/>
                  </a:lnTo>
                  <a:cubicBezTo>
                    <a:pt x="38" y="23329"/>
                    <a:pt x="1" y="23551"/>
                    <a:pt x="112" y="23662"/>
                  </a:cubicBezTo>
                  <a:cubicBezTo>
                    <a:pt x="156" y="23752"/>
                    <a:pt x="242" y="23801"/>
                    <a:pt x="335" y="23801"/>
                  </a:cubicBezTo>
                  <a:cubicBezTo>
                    <a:pt x="396" y="23801"/>
                    <a:pt x="460" y="23780"/>
                    <a:pt x="518" y="23736"/>
                  </a:cubicBezTo>
                  <a:lnTo>
                    <a:pt x="11757" y="15787"/>
                  </a:lnTo>
                  <a:cubicBezTo>
                    <a:pt x="11831" y="15713"/>
                    <a:pt x="11905" y="15640"/>
                    <a:pt x="11905" y="15529"/>
                  </a:cubicBezTo>
                  <a:lnTo>
                    <a:pt x="11905" y="297"/>
                  </a:lnTo>
                  <a:cubicBezTo>
                    <a:pt x="11905" y="149"/>
                    <a:pt x="11757" y="1"/>
                    <a:pt x="115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4703;p64">
              <a:extLst>
                <a:ext uri="{FF2B5EF4-FFF2-40B4-BE49-F238E27FC236}">
                  <a16:creationId xmlns:a16="http://schemas.microsoft.com/office/drawing/2014/main" id="{162BD5AE-6E2F-621C-D7A7-B296CF7E0840}"/>
                </a:ext>
              </a:extLst>
            </p:cNvPr>
            <p:cNvSpPr/>
            <p:nvPr/>
          </p:nvSpPr>
          <p:spPr>
            <a:xfrm>
              <a:off x="1882425" y="4069200"/>
              <a:ext cx="14825" cy="206150"/>
            </a:xfrm>
            <a:custGeom>
              <a:avLst/>
              <a:gdLst/>
              <a:ahLst/>
              <a:cxnLst/>
              <a:rect l="l" t="t" r="r" b="b"/>
              <a:pathLst>
                <a:path w="593" h="8246" extrusionOk="0">
                  <a:moveTo>
                    <a:pt x="297" y="1"/>
                  </a:moveTo>
                  <a:cubicBezTo>
                    <a:pt x="112" y="1"/>
                    <a:pt x="1" y="148"/>
                    <a:pt x="1" y="333"/>
                  </a:cubicBezTo>
                  <a:lnTo>
                    <a:pt x="1" y="7912"/>
                  </a:lnTo>
                  <a:cubicBezTo>
                    <a:pt x="1" y="8097"/>
                    <a:pt x="112" y="8245"/>
                    <a:pt x="297" y="8245"/>
                  </a:cubicBezTo>
                  <a:cubicBezTo>
                    <a:pt x="481" y="8245"/>
                    <a:pt x="592" y="8097"/>
                    <a:pt x="592" y="7912"/>
                  </a:cubicBezTo>
                  <a:lnTo>
                    <a:pt x="592" y="333"/>
                  </a:lnTo>
                  <a:cubicBezTo>
                    <a:pt x="592" y="148"/>
                    <a:pt x="481" y="1"/>
                    <a:pt x="2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4704;p64">
              <a:extLst>
                <a:ext uri="{FF2B5EF4-FFF2-40B4-BE49-F238E27FC236}">
                  <a16:creationId xmlns:a16="http://schemas.microsoft.com/office/drawing/2014/main" id="{EFBFE16F-5B5C-84C8-D6EE-5A2D983202B8}"/>
                </a:ext>
              </a:extLst>
            </p:cNvPr>
            <p:cNvSpPr/>
            <p:nvPr/>
          </p:nvSpPr>
          <p:spPr>
            <a:xfrm>
              <a:off x="3261425" y="5005475"/>
              <a:ext cx="265300" cy="191150"/>
            </a:xfrm>
            <a:custGeom>
              <a:avLst/>
              <a:gdLst/>
              <a:ahLst/>
              <a:cxnLst/>
              <a:rect l="l" t="t" r="r" b="b"/>
              <a:pathLst>
                <a:path w="10612" h="7646" extrusionOk="0">
                  <a:moveTo>
                    <a:pt x="5879" y="1"/>
                  </a:moveTo>
                  <a:lnTo>
                    <a:pt x="851" y="6397"/>
                  </a:lnTo>
                  <a:cubicBezTo>
                    <a:pt x="851" y="6397"/>
                    <a:pt x="1" y="7395"/>
                    <a:pt x="1517" y="7580"/>
                  </a:cubicBezTo>
                  <a:cubicBezTo>
                    <a:pt x="2022" y="7629"/>
                    <a:pt x="3201" y="7646"/>
                    <a:pt x="4548" y="7646"/>
                  </a:cubicBezTo>
                  <a:cubicBezTo>
                    <a:pt x="7243" y="7646"/>
                    <a:pt x="10612" y="7580"/>
                    <a:pt x="10612" y="7580"/>
                  </a:cubicBezTo>
                  <a:lnTo>
                    <a:pt x="10612" y="999"/>
                  </a:lnTo>
                  <a:lnTo>
                    <a:pt x="587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4705;p64">
              <a:extLst>
                <a:ext uri="{FF2B5EF4-FFF2-40B4-BE49-F238E27FC236}">
                  <a16:creationId xmlns:a16="http://schemas.microsoft.com/office/drawing/2014/main" id="{C0E7BA75-E637-5DBD-CCCF-6F05296FC166}"/>
                </a:ext>
              </a:extLst>
            </p:cNvPr>
            <p:cNvSpPr/>
            <p:nvPr/>
          </p:nvSpPr>
          <p:spPr>
            <a:xfrm>
              <a:off x="3268825" y="4997850"/>
              <a:ext cx="265300" cy="206375"/>
            </a:xfrm>
            <a:custGeom>
              <a:avLst/>
              <a:gdLst/>
              <a:ahLst/>
              <a:cxnLst/>
              <a:rect l="l" t="t" r="r" b="b"/>
              <a:pathLst>
                <a:path w="10612" h="8255" extrusionOk="0">
                  <a:moveTo>
                    <a:pt x="5724" y="640"/>
                  </a:moveTo>
                  <a:lnTo>
                    <a:pt x="9983" y="1563"/>
                  </a:lnTo>
                  <a:lnTo>
                    <a:pt x="9983" y="7566"/>
                  </a:lnTo>
                  <a:lnTo>
                    <a:pt x="9983" y="7566"/>
                  </a:lnTo>
                  <a:cubicBezTo>
                    <a:pt x="9629" y="7580"/>
                    <a:pt x="9021" y="7603"/>
                    <a:pt x="8282" y="7626"/>
                  </a:cubicBezTo>
                  <a:cubicBezTo>
                    <a:pt x="7099" y="7626"/>
                    <a:pt x="5583" y="7663"/>
                    <a:pt x="4252" y="7663"/>
                  </a:cubicBezTo>
                  <a:cubicBezTo>
                    <a:pt x="2921" y="7663"/>
                    <a:pt x="1738" y="7626"/>
                    <a:pt x="1258" y="7589"/>
                  </a:cubicBezTo>
                  <a:cubicBezTo>
                    <a:pt x="925" y="7552"/>
                    <a:pt x="777" y="7441"/>
                    <a:pt x="703" y="7404"/>
                  </a:cubicBezTo>
                  <a:cubicBezTo>
                    <a:pt x="629" y="7330"/>
                    <a:pt x="629" y="7330"/>
                    <a:pt x="629" y="7256"/>
                  </a:cubicBezTo>
                  <a:cubicBezTo>
                    <a:pt x="629" y="7219"/>
                    <a:pt x="666" y="7109"/>
                    <a:pt x="703" y="7035"/>
                  </a:cubicBezTo>
                  <a:lnTo>
                    <a:pt x="777" y="6924"/>
                  </a:lnTo>
                  <a:lnTo>
                    <a:pt x="777" y="6887"/>
                  </a:lnTo>
                  <a:lnTo>
                    <a:pt x="5724" y="640"/>
                  </a:lnTo>
                  <a:close/>
                  <a:moveTo>
                    <a:pt x="5596" y="0"/>
                  </a:moveTo>
                  <a:cubicBezTo>
                    <a:pt x="5507" y="0"/>
                    <a:pt x="5422" y="61"/>
                    <a:pt x="5361" y="121"/>
                  </a:cubicBezTo>
                  <a:lnTo>
                    <a:pt x="296" y="6517"/>
                  </a:lnTo>
                  <a:lnTo>
                    <a:pt x="308" y="6525"/>
                  </a:lnTo>
                  <a:lnTo>
                    <a:pt x="308" y="6525"/>
                  </a:lnTo>
                  <a:cubicBezTo>
                    <a:pt x="268" y="6548"/>
                    <a:pt x="208" y="6620"/>
                    <a:pt x="149" y="6739"/>
                  </a:cubicBezTo>
                  <a:cubicBezTo>
                    <a:pt x="112" y="6850"/>
                    <a:pt x="1" y="7035"/>
                    <a:pt x="1" y="7256"/>
                  </a:cubicBezTo>
                  <a:cubicBezTo>
                    <a:pt x="1" y="7478"/>
                    <a:pt x="112" y="7737"/>
                    <a:pt x="296" y="7885"/>
                  </a:cubicBezTo>
                  <a:cubicBezTo>
                    <a:pt x="518" y="8033"/>
                    <a:pt x="814" y="8144"/>
                    <a:pt x="1184" y="8181"/>
                  </a:cubicBezTo>
                  <a:cubicBezTo>
                    <a:pt x="1738" y="8255"/>
                    <a:pt x="2884" y="8255"/>
                    <a:pt x="4252" y="8255"/>
                  </a:cubicBezTo>
                  <a:cubicBezTo>
                    <a:pt x="6951" y="8255"/>
                    <a:pt x="10316" y="8181"/>
                    <a:pt x="10316" y="8181"/>
                  </a:cubicBezTo>
                  <a:cubicBezTo>
                    <a:pt x="10463" y="8181"/>
                    <a:pt x="10611" y="8033"/>
                    <a:pt x="10611" y="7885"/>
                  </a:cubicBezTo>
                  <a:lnTo>
                    <a:pt x="10611" y="1304"/>
                  </a:lnTo>
                  <a:cubicBezTo>
                    <a:pt x="10611" y="1193"/>
                    <a:pt x="10500" y="1045"/>
                    <a:pt x="10352" y="1008"/>
                  </a:cubicBezTo>
                  <a:lnTo>
                    <a:pt x="5657" y="10"/>
                  </a:lnTo>
                  <a:cubicBezTo>
                    <a:pt x="5637" y="3"/>
                    <a:pt x="5617" y="0"/>
                    <a:pt x="55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4706;p64">
              <a:extLst>
                <a:ext uri="{FF2B5EF4-FFF2-40B4-BE49-F238E27FC236}">
                  <a16:creationId xmlns:a16="http://schemas.microsoft.com/office/drawing/2014/main" id="{A96E2234-9D66-7CB8-3934-6E9A4D3EC474}"/>
                </a:ext>
              </a:extLst>
            </p:cNvPr>
            <p:cNvSpPr/>
            <p:nvPr/>
          </p:nvSpPr>
          <p:spPr>
            <a:xfrm>
              <a:off x="3389900" y="4063650"/>
              <a:ext cx="271775" cy="1028750"/>
            </a:xfrm>
            <a:custGeom>
              <a:avLst/>
              <a:gdLst/>
              <a:ahLst/>
              <a:cxnLst/>
              <a:rect l="l" t="t" r="r" b="b"/>
              <a:pathLst>
                <a:path w="10871" h="41150" extrusionOk="0">
                  <a:moveTo>
                    <a:pt x="297" y="1"/>
                  </a:moveTo>
                  <a:lnTo>
                    <a:pt x="1" y="39264"/>
                  </a:lnTo>
                  <a:cubicBezTo>
                    <a:pt x="1" y="40299"/>
                    <a:pt x="851" y="41149"/>
                    <a:pt x="1886" y="41149"/>
                  </a:cubicBezTo>
                  <a:lnTo>
                    <a:pt x="3365" y="41149"/>
                  </a:lnTo>
                  <a:cubicBezTo>
                    <a:pt x="4289" y="41149"/>
                    <a:pt x="5066" y="40484"/>
                    <a:pt x="5214" y="39559"/>
                  </a:cubicBezTo>
                  <a:lnTo>
                    <a:pt x="10870" y="3883"/>
                  </a:lnTo>
                  <a:lnTo>
                    <a:pt x="2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4707;p64">
              <a:extLst>
                <a:ext uri="{FF2B5EF4-FFF2-40B4-BE49-F238E27FC236}">
                  <a16:creationId xmlns:a16="http://schemas.microsoft.com/office/drawing/2014/main" id="{4A478D51-E8F7-2175-1627-1B3571E2E4FF}"/>
                </a:ext>
              </a:extLst>
            </p:cNvPr>
            <p:cNvSpPr/>
            <p:nvPr/>
          </p:nvSpPr>
          <p:spPr>
            <a:xfrm>
              <a:off x="3382525" y="4055650"/>
              <a:ext cx="287450" cy="1044125"/>
            </a:xfrm>
            <a:custGeom>
              <a:avLst/>
              <a:gdLst/>
              <a:ahLst/>
              <a:cxnLst/>
              <a:rect l="l" t="t" r="r" b="b"/>
              <a:pathLst>
                <a:path w="11498" h="41765" extrusionOk="0">
                  <a:moveTo>
                    <a:pt x="921" y="777"/>
                  </a:moveTo>
                  <a:lnTo>
                    <a:pt x="10832" y="4388"/>
                  </a:lnTo>
                  <a:lnTo>
                    <a:pt x="5213" y="39842"/>
                  </a:lnTo>
                  <a:cubicBezTo>
                    <a:pt x="5102" y="40619"/>
                    <a:pt x="4437" y="41173"/>
                    <a:pt x="3660" y="41173"/>
                  </a:cubicBezTo>
                  <a:lnTo>
                    <a:pt x="2181" y="41173"/>
                  </a:lnTo>
                  <a:cubicBezTo>
                    <a:pt x="1331" y="41173"/>
                    <a:pt x="629" y="40471"/>
                    <a:pt x="629" y="39584"/>
                  </a:cubicBezTo>
                  <a:lnTo>
                    <a:pt x="921" y="777"/>
                  </a:lnTo>
                  <a:close/>
                  <a:moveTo>
                    <a:pt x="597" y="1"/>
                  </a:moveTo>
                  <a:cubicBezTo>
                    <a:pt x="543" y="1"/>
                    <a:pt x="487" y="19"/>
                    <a:pt x="444" y="62"/>
                  </a:cubicBezTo>
                  <a:cubicBezTo>
                    <a:pt x="333" y="99"/>
                    <a:pt x="296" y="210"/>
                    <a:pt x="296" y="321"/>
                  </a:cubicBezTo>
                  <a:lnTo>
                    <a:pt x="0" y="39584"/>
                  </a:lnTo>
                  <a:cubicBezTo>
                    <a:pt x="0" y="40804"/>
                    <a:pt x="961" y="41765"/>
                    <a:pt x="2181" y="41765"/>
                  </a:cubicBezTo>
                  <a:lnTo>
                    <a:pt x="3660" y="41765"/>
                  </a:lnTo>
                  <a:cubicBezTo>
                    <a:pt x="4732" y="41765"/>
                    <a:pt x="5657" y="40989"/>
                    <a:pt x="5804" y="39953"/>
                  </a:cubicBezTo>
                  <a:lnTo>
                    <a:pt x="11461" y="4240"/>
                  </a:lnTo>
                  <a:cubicBezTo>
                    <a:pt x="11498" y="4092"/>
                    <a:pt x="11424" y="3944"/>
                    <a:pt x="11276" y="3907"/>
                  </a:cubicBezTo>
                  <a:lnTo>
                    <a:pt x="703" y="25"/>
                  </a:lnTo>
                  <a:cubicBezTo>
                    <a:pt x="672" y="10"/>
                    <a:pt x="635" y="1"/>
                    <a:pt x="5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4708;p64">
              <a:extLst>
                <a:ext uri="{FF2B5EF4-FFF2-40B4-BE49-F238E27FC236}">
                  <a16:creationId xmlns:a16="http://schemas.microsoft.com/office/drawing/2014/main" id="{9A84EACE-B942-6DF8-4550-0E366A3F8B07}"/>
                </a:ext>
              </a:extLst>
            </p:cNvPr>
            <p:cNvSpPr/>
            <p:nvPr/>
          </p:nvSpPr>
          <p:spPr>
            <a:xfrm>
              <a:off x="3397300" y="3850150"/>
              <a:ext cx="427050" cy="427050"/>
            </a:xfrm>
            <a:custGeom>
              <a:avLst/>
              <a:gdLst/>
              <a:ahLst/>
              <a:cxnLst/>
              <a:rect l="l" t="t" r="r" b="b"/>
              <a:pathLst>
                <a:path w="17082" h="17082" extrusionOk="0">
                  <a:moveTo>
                    <a:pt x="8541" y="1"/>
                  </a:moveTo>
                  <a:cubicBezTo>
                    <a:pt x="3846" y="1"/>
                    <a:pt x="1" y="3809"/>
                    <a:pt x="1" y="8541"/>
                  </a:cubicBezTo>
                  <a:cubicBezTo>
                    <a:pt x="1" y="13236"/>
                    <a:pt x="3846" y="17081"/>
                    <a:pt x="8541" y="17081"/>
                  </a:cubicBezTo>
                  <a:cubicBezTo>
                    <a:pt x="13273" y="17081"/>
                    <a:pt x="17081" y="13236"/>
                    <a:pt x="17081" y="8541"/>
                  </a:cubicBezTo>
                  <a:cubicBezTo>
                    <a:pt x="17081" y="3809"/>
                    <a:pt x="13273" y="1"/>
                    <a:pt x="85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709;p64">
              <a:extLst>
                <a:ext uri="{FF2B5EF4-FFF2-40B4-BE49-F238E27FC236}">
                  <a16:creationId xmlns:a16="http://schemas.microsoft.com/office/drawing/2014/main" id="{47A93426-EF3C-9FC0-229A-570D991D6B0E}"/>
                </a:ext>
              </a:extLst>
            </p:cNvPr>
            <p:cNvSpPr/>
            <p:nvPr/>
          </p:nvSpPr>
          <p:spPr>
            <a:xfrm>
              <a:off x="3389900" y="3841825"/>
              <a:ext cx="442750" cy="442750"/>
            </a:xfrm>
            <a:custGeom>
              <a:avLst/>
              <a:gdLst/>
              <a:ahLst/>
              <a:cxnLst/>
              <a:rect l="l" t="t" r="r" b="b"/>
              <a:pathLst>
                <a:path w="17710" h="17710" extrusionOk="0">
                  <a:moveTo>
                    <a:pt x="8837" y="629"/>
                  </a:moveTo>
                  <a:cubicBezTo>
                    <a:pt x="11129" y="629"/>
                    <a:pt x="13199" y="1554"/>
                    <a:pt x="14678" y="3032"/>
                  </a:cubicBezTo>
                  <a:cubicBezTo>
                    <a:pt x="16157" y="4548"/>
                    <a:pt x="17081" y="6582"/>
                    <a:pt x="17081" y="8874"/>
                  </a:cubicBezTo>
                  <a:cubicBezTo>
                    <a:pt x="17081" y="11129"/>
                    <a:pt x="16157" y="13199"/>
                    <a:pt x="14678" y="14678"/>
                  </a:cubicBezTo>
                  <a:cubicBezTo>
                    <a:pt x="13199" y="16194"/>
                    <a:pt x="11129" y="17081"/>
                    <a:pt x="8837" y="17081"/>
                  </a:cubicBezTo>
                  <a:cubicBezTo>
                    <a:pt x="6582" y="17081"/>
                    <a:pt x="4511" y="16194"/>
                    <a:pt x="3032" y="14678"/>
                  </a:cubicBezTo>
                  <a:cubicBezTo>
                    <a:pt x="1554" y="13199"/>
                    <a:pt x="629" y="11129"/>
                    <a:pt x="629" y="8874"/>
                  </a:cubicBezTo>
                  <a:cubicBezTo>
                    <a:pt x="629" y="6582"/>
                    <a:pt x="1554" y="4548"/>
                    <a:pt x="3032" y="3032"/>
                  </a:cubicBezTo>
                  <a:cubicBezTo>
                    <a:pt x="4511" y="1554"/>
                    <a:pt x="6582" y="629"/>
                    <a:pt x="8837" y="629"/>
                  </a:cubicBezTo>
                  <a:close/>
                  <a:moveTo>
                    <a:pt x="8837" y="1"/>
                  </a:moveTo>
                  <a:cubicBezTo>
                    <a:pt x="3957" y="1"/>
                    <a:pt x="1" y="3994"/>
                    <a:pt x="1" y="8874"/>
                  </a:cubicBezTo>
                  <a:cubicBezTo>
                    <a:pt x="1" y="13754"/>
                    <a:pt x="3957" y="17710"/>
                    <a:pt x="8837" y="17710"/>
                  </a:cubicBezTo>
                  <a:cubicBezTo>
                    <a:pt x="13754" y="17710"/>
                    <a:pt x="17710" y="13754"/>
                    <a:pt x="17710" y="8874"/>
                  </a:cubicBezTo>
                  <a:cubicBezTo>
                    <a:pt x="17710" y="3994"/>
                    <a:pt x="13754" y="1"/>
                    <a:pt x="88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710;p64">
              <a:extLst>
                <a:ext uri="{FF2B5EF4-FFF2-40B4-BE49-F238E27FC236}">
                  <a16:creationId xmlns:a16="http://schemas.microsoft.com/office/drawing/2014/main" id="{8DA7F801-4213-EB00-5159-4EEA865CCC94}"/>
                </a:ext>
              </a:extLst>
            </p:cNvPr>
            <p:cNvSpPr/>
            <p:nvPr/>
          </p:nvSpPr>
          <p:spPr>
            <a:xfrm>
              <a:off x="4143175" y="5005475"/>
              <a:ext cx="265300" cy="191150"/>
            </a:xfrm>
            <a:custGeom>
              <a:avLst/>
              <a:gdLst/>
              <a:ahLst/>
              <a:cxnLst/>
              <a:rect l="l" t="t" r="r" b="b"/>
              <a:pathLst>
                <a:path w="10612" h="7646" extrusionOk="0">
                  <a:moveTo>
                    <a:pt x="4733" y="1"/>
                  </a:moveTo>
                  <a:lnTo>
                    <a:pt x="1" y="999"/>
                  </a:lnTo>
                  <a:lnTo>
                    <a:pt x="1" y="7580"/>
                  </a:lnTo>
                  <a:cubicBezTo>
                    <a:pt x="1" y="7580"/>
                    <a:pt x="3369" y="7646"/>
                    <a:pt x="6064" y="7646"/>
                  </a:cubicBezTo>
                  <a:cubicBezTo>
                    <a:pt x="7411" y="7646"/>
                    <a:pt x="8590" y="7629"/>
                    <a:pt x="9096" y="7580"/>
                  </a:cubicBezTo>
                  <a:cubicBezTo>
                    <a:pt x="10611" y="7395"/>
                    <a:pt x="9761" y="6397"/>
                    <a:pt x="9761" y="6397"/>
                  </a:cubicBezTo>
                  <a:lnTo>
                    <a:pt x="473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711;p64">
              <a:extLst>
                <a:ext uri="{FF2B5EF4-FFF2-40B4-BE49-F238E27FC236}">
                  <a16:creationId xmlns:a16="http://schemas.microsoft.com/office/drawing/2014/main" id="{76B6F033-6F55-AD51-35BA-A67117E4EAEF}"/>
                </a:ext>
              </a:extLst>
            </p:cNvPr>
            <p:cNvSpPr/>
            <p:nvPr/>
          </p:nvSpPr>
          <p:spPr>
            <a:xfrm>
              <a:off x="4135800" y="4997850"/>
              <a:ext cx="265275" cy="206375"/>
            </a:xfrm>
            <a:custGeom>
              <a:avLst/>
              <a:gdLst/>
              <a:ahLst/>
              <a:cxnLst/>
              <a:rect l="l" t="t" r="r" b="b"/>
              <a:pathLst>
                <a:path w="10611" h="8255" extrusionOk="0">
                  <a:moveTo>
                    <a:pt x="4887" y="640"/>
                  </a:moveTo>
                  <a:lnTo>
                    <a:pt x="9797" y="6887"/>
                  </a:lnTo>
                  <a:lnTo>
                    <a:pt x="9834" y="6887"/>
                  </a:lnTo>
                  <a:cubicBezTo>
                    <a:pt x="9834" y="6887"/>
                    <a:pt x="9871" y="6961"/>
                    <a:pt x="9908" y="7035"/>
                  </a:cubicBezTo>
                  <a:cubicBezTo>
                    <a:pt x="9945" y="7109"/>
                    <a:pt x="9982" y="7219"/>
                    <a:pt x="9982" y="7256"/>
                  </a:cubicBezTo>
                  <a:cubicBezTo>
                    <a:pt x="9982" y="7330"/>
                    <a:pt x="9982" y="7330"/>
                    <a:pt x="9908" y="7404"/>
                  </a:cubicBezTo>
                  <a:cubicBezTo>
                    <a:pt x="9834" y="7441"/>
                    <a:pt x="9686" y="7552"/>
                    <a:pt x="9354" y="7589"/>
                  </a:cubicBezTo>
                  <a:cubicBezTo>
                    <a:pt x="8873" y="7626"/>
                    <a:pt x="7690" y="7663"/>
                    <a:pt x="6359" y="7663"/>
                  </a:cubicBezTo>
                  <a:cubicBezTo>
                    <a:pt x="5028" y="7663"/>
                    <a:pt x="3512" y="7626"/>
                    <a:pt x="2329" y="7626"/>
                  </a:cubicBezTo>
                  <a:cubicBezTo>
                    <a:pt x="1564" y="7602"/>
                    <a:pt x="938" y="7578"/>
                    <a:pt x="592" y="7564"/>
                  </a:cubicBezTo>
                  <a:lnTo>
                    <a:pt x="592" y="7564"/>
                  </a:lnTo>
                  <a:lnTo>
                    <a:pt x="592" y="1563"/>
                  </a:lnTo>
                  <a:lnTo>
                    <a:pt x="4887" y="640"/>
                  </a:lnTo>
                  <a:close/>
                  <a:moveTo>
                    <a:pt x="5015" y="0"/>
                  </a:moveTo>
                  <a:cubicBezTo>
                    <a:pt x="4995" y="0"/>
                    <a:pt x="4975" y="3"/>
                    <a:pt x="4954" y="10"/>
                  </a:cubicBezTo>
                  <a:lnTo>
                    <a:pt x="222" y="1008"/>
                  </a:lnTo>
                  <a:cubicBezTo>
                    <a:pt x="111" y="1045"/>
                    <a:pt x="0" y="1193"/>
                    <a:pt x="0" y="1304"/>
                  </a:cubicBezTo>
                  <a:lnTo>
                    <a:pt x="0" y="7885"/>
                  </a:lnTo>
                  <a:cubicBezTo>
                    <a:pt x="0" y="8033"/>
                    <a:pt x="111" y="8181"/>
                    <a:pt x="296" y="8181"/>
                  </a:cubicBezTo>
                  <a:cubicBezTo>
                    <a:pt x="296" y="8181"/>
                    <a:pt x="3660" y="8255"/>
                    <a:pt x="6359" y="8255"/>
                  </a:cubicBezTo>
                  <a:cubicBezTo>
                    <a:pt x="7690" y="8255"/>
                    <a:pt x="8873" y="8255"/>
                    <a:pt x="9428" y="8181"/>
                  </a:cubicBezTo>
                  <a:cubicBezTo>
                    <a:pt x="9797" y="8144"/>
                    <a:pt x="10093" y="8033"/>
                    <a:pt x="10278" y="7885"/>
                  </a:cubicBezTo>
                  <a:cubicBezTo>
                    <a:pt x="10500" y="7737"/>
                    <a:pt x="10611" y="7478"/>
                    <a:pt x="10611" y="7256"/>
                  </a:cubicBezTo>
                  <a:cubicBezTo>
                    <a:pt x="10611" y="7035"/>
                    <a:pt x="10500" y="6850"/>
                    <a:pt x="10426" y="6739"/>
                  </a:cubicBezTo>
                  <a:cubicBezTo>
                    <a:pt x="10352" y="6591"/>
                    <a:pt x="10315" y="6517"/>
                    <a:pt x="10278" y="6517"/>
                  </a:cubicBezTo>
                  <a:lnTo>
                    <a:pt x="5250" y="121"/>
                  </a:lnTo>
                  <a:cubicBezTo>
                    <a:pt x="5190" y="61"/>
                    <a:pt x="5105" y="0"/>
                    <a:pt x="50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712;p64">
              <a:extLst>
                <a:ext uri="{FF2B5EF4-FFF2-40B4-BE49-F238E27FC236}">
                  <a16:creationId xmlns:a16="http://schemas.microsoft.com/office/drawing/2014/main" id="{30FBAEF3-D416-6DCB-F161-A92695D616D4}"/>
                </a:ext>
              </a:extLst>
            </p:cNvPr>
            <p:cNvSpPr/>
            <p:nvPr/>
          </p:nvSpPr>
          <p:spPr>
            <a:xfrm>
              <a:off x="4008250" y="4063650"/>
              <a:ext cx="271750" cy="1028750"/>
            </a:xfrm>
            <a:custGeom>
              <a:avLst/>
              <a:gdLst/>
              <a:ahLst/>
              <a:cxnLst/>
              <a:rect l="l" t="t" r="r" b="b"/>
              <a:pathLst>
                <a:path w="10870" h="41150" extrusionOk="0">
                  <a:moveTo>
                    <a:pt x="10574" y="1"/>
                  </a:moveTo>
                  <a:lnTo>
                    <a:pt x="0" y="3883"/>
                  </a:lnTo>
                  <a:lnTo>
                    <a:pt x="5657" y="39559"/>
                  </a:lnTo>
                  <a:cubicBezTo>
                    <a:pt x="5805" y="40484"/>
                    <a:pt x="6581" y="41149"/>
                    <a:pt x="7505" y="41149"/>
                  </a:cubicBezTo>
                  <a:lnTo>
                    <a:pt x="8984" y="41149"/>
                  </a:lnTo>
                  <a:cubicBezTo>
                    <a:pt x="10019" y="41149"/>
                    <a:pt x="10870" y="40299"/>
                    <a:pt x="10870" y="39264"/>
                  </a:cubicBezTo>
                  <a:lnTo>
                    <a:pt x="1057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713;p64">
              <a:extLst>
                <a:ext uri="{FF2B5EF4-FFF2-40B4-BE49-F238E27FC236}">
                  <a16:creationId xmlns:a16="http://schemas.microsoft.com/office/drawing/2014/main" id="{61DE746C-EF83-7385-28BB-36DC6A69EE48}"/>
                </a:ext>
              </a:extLst>
            </p:cNvPr>
            <p:cNvSpPr/>
            <p:nvPr/>
          </p:nvSpPr>
          <p:spPr>
            <a:xfrm>
              <a:off x="3999925" y="4055650"/>
              <a:ext cx="287475" cy="1044125"/>
            </a:xfrm>
            <a:custGeom>
              <a:avLst/>
              <a:gdLst/>
              <a:ahLst/>
              <a:cxnLst/>
              <a:rect l="l" t="t" r="r" b="b"/>
              <a:pathLst>
                <a:path w="11499" h="41765" extrusionOk="0">
                  <a:moveTo>
                    <a:pt x="10577" y="764"/>
                  </a:moveTo>
                  <a:lnTo>
                    <a:pt x="10870" y="39584"/>
                  </a:lnTo>
                  <a:cubicBezTo>
                    <a:pt x="10870" y="40471"/>
                    <a:pt x="10167" y="41173"/>
                    <a:pt x="9317" y="41173"/>
                  </a:cubicBezTo>
                  <a:lnTo>
                    <a:pt x="7838" y="41173"/>
                  </a:lnTo>
                  <a:cubicBezTo>
                    <a:pt x="7062" y="41173"/>
                    <a:pt x="6396" y="40619"/>
                    <a:pt x="6285" y="39842"/>
                  </a:cubicBezTo>
                  <a:lnTo>
                    <a:pt x="666" y="4388"/>
                  </a:lnTo>
                  <a:lnTo>
                    <a:pt x="10577" y="764"/>
                  </a:lnTo>
                  <a:close/>
                  <a:moveTo>
                    <a:pt x="10902" y="1"/>
                  </a:moveTo>
                  <a:cubicBezTo>
                    <a:pt x="10863" y="1"/>
                    <a:pt x="10827" y="10"/>
                    <a:pt x="10796" y="25"/>
                  </a:cubicBezTo>
                  <a:lnTo>
                    <a:pt x="222" y="3907"/>
                  </a:lnTo>
                  <a:cubicBezTo>
                    <a:pt x="74" y="3944"/>
                    <a:pt x="0" y="4092"/>
                    <a:pt x="37" y="4240"/>
                  </a:cubicBezTo>
                  <a:lnTo>
                    <a:pt x="5657" y="39953"/>
                  </a:lnTo>
                  <a:cubicBezTo>
                    <a:pt x="5842" y="40989"/>
                    <a:pt x="6766" y="41765"/>
                    <a:pt x="7838" y="41765"/>
                  </a:cubicBezTo>
                  <a:lnTo>
                    <a:pt x="9317" y="41765"/>
                  </a:lnTo>
                  <a:cubicBezTo>
                    <a:pt x="10500" y="41765"/>
                    <a:pt x="11498" y="40804"/>
                    <a:pt x="11498" y="39584"/>
                  </a:cubicBezTo>
                  <a:lnTo>
                    <a:pt x="11203" y="321"/>
                  </a:lnTo>
                  <a:cubicBezTo>
                    <a:pt x="11203" y="210"/>
                    <a:pt x="11129" y="99"/>
                    <a:pt x="11055" y="62"/>
                  </a:cubicBezTo>
                  <a:cubicBezTo>
                    <a:pt x="11011" y="19"/>
                    <a:pt x="10955" y="1"/>
                    <a:pt x="1090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714;p64">
              <a:extLst>
                <a:ext uri="{FF2B5EF4-FFF2-40B4-BE49-F238E27FC236}">
                  <a16:creationId xmlns:a16="http://schemas.microsoft.com/office/drawing/2014/main" id="{81A60700-0A4B-2F40-ED1F-B5D00EBE1A11}"/>
                </a:ext>
              </a:extLst>
            </p:cNvPr>
            <p:cNvSpPr/>
            <p:nvPr/>
          </p:nvSpPr>
          <p:spPr>
            <a:xfrm>
              <a:off x="3844650" y="3850150"/>
              <a:ext cx="427950" cy="427050"/>
            </a:xfrm>
            <a:custGeom>
              <a:avLst/>
              <a:gdLst/>
              <a:ahLst/>
              <a:cxnLst/>
              <a:rect l="l" t="t" r="r" b="b"/>
              <a:pathLst>
                <a:path w="17118" h="17082" extrusionOk="0">
                  <a:moveTo>
                    <a:pt x="8541" y="1"/>
                  </a:moveTo>
                  <a:cubicBezTo>
                    <a:pt x="3845" y="1"/>
                    <a:pt x="0" y="3809"/>
                    <a:pt x="0" y="8541"/>
                  </a:cubicBezTo>
                  <a:cubicBezTo>
                    <a:pt x="0" y="13236"/>
                    <a:pt x="3845" y="17081"/>
                    <a:pt x="8541" y="17081"/>
                  </a:cubicBezTo>
                  <a:cubicBezTo>
                    <a:pt x="13273" y="17081"/>
                    <a:pt x="17118" y="13236"/>
                    <a:pt x="17118" y="8541"/>
                  </a:cubicBezTo>
                  <a:cubicBezTo>
                    <a:pt x="17118" y="3809"/>
                    <a:pt x="13273" y="1"/>
                    <a:pt x="85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715;p64">
              <a:extLst>
                <a:ext uri="{FF2B5EF4-FFF2-40B4-BE49-F238E27FC236}">
                  <a16:creationId xmlns:a16="http://schemas.microsoft.com/office/drawing/2014/main" id="{58E7C853-2285-AA7E-C1F3-656A651C9391}"/>
                </a:ext>
              </a:extLst>
            </p:cNvPr>
            <p:cNvSpPr/>
            <p:nvPr/>
          </p:nvSpPr>
          <p:spPr>
            <a:xfrm>
              <a:off x="3837250" y="3841825"/>
              <a:ext cx="442750" cy="442750"/>
            </a:xfrm>
            <a:custGeom>
              <a:avLst/>
              <a:gdLst/>
              <a:ahLst/>
              <a:cxnLst/>
              <a:rect l="l" t="t" r="r" b="b"/>
              <a:pathLst>
                <a:path w="17710" h="17710" extrusionOk="0">
                  <a:moveTo>
                    <a:pt x="8837" y="629"/>
                  </a:moveTo>
                  <a:cubicBezTo>
                    <a:pt x="11129" y="629"/>
                    <a:pt x="13199" y="1554"/>
                    <a:pt x="14678" y="3032"/>
                  </a:cubicBezTo>
                  <a:cubicBezTo>
                    <a:pt x="16157" y="4548"/>
                    <a:pt x="17081" y="6582"/>
                    <a:pt x="17081" y="8874"/>
                  </a:cubicBezTo>
                  <a:cubicBezTo>
                    <a:pt x="17081" y="11129"/>
                    <a:pt x="16157" y="13199"/>
                    <a:pt x="14678" y="14678"/>
                  </a:cubicBezTo>
                  <a:cubicBezTo>
                    <a:pt x="13199" y="16194"/>
                    <a:pt x="11129" y="17081"/>
                    <a:pt x="8837" y="17081"/>
                  </a:cubicBezTo>
                  <a:cubicBezTo>
                    <a:pt x="6581" y="17081"/>
                    <a:pt x="4511" y="16194"/>
                    <a:pt x="3032" y="14678"/>
                  </a:cubicBezTo>
                  <a:cubicBezTo>
                    <a:pt x="1553" y="13199"/>
                    <a:pt x="629" y="11129"/>
                    <a:pt x="629" y="8874"/>
                  </a:cubicBezTo>
                  <a:cubicBezTo>
                    <a:pt x="629" y="6582"/>
                    <a:pt x="1553" y="4548"/>
                    <a:pt x="3032" y="3032"/>
                  </a:cubicBezTo>
                  <a:cubicBezTo>
                    <a:pt x="4511" y="1554"/>
                    <a:pt x="6581" y="629"/>
                    <a:pt x="8837" y="629"/>
                  </a:cubicBezTo>
                  <a:close/>
                  <a:moveTo>
                    <a:pt x="8837" y="1"/>
                  </a:moveTo>
                  <a:cubicBezTo>
                    <a:pt x="3956" y="1"/>
                    <a:pt x="1" y="3994"/>
                    <a:pt x="1" y="8874"/>
                  </a:cubicBezTo>
                  <a:cubicBezTo>
                    <a:pt x="1" y="13754"/>
                    <a:pt x="3956" y="17710"/>
                    <a:pt x="8837" y="17710"/>
                  </a:cubicBezTo>
                  <a:cubicBezTo>
                    <a:pt x="13754" y="17710"/>
                    <a:pt x="17710" y="13754"/>
                    <a:pt x="17710" y="8874"/>
                  </a:cubicBezTo>
                  <a:cubicBezTo>
                    <a:pt x="17710" y="3994"/>
                    <a:pt x="13754" y="1"/>
                    <a:pt x="88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716;p64">
              <a:extLst>
                <a:ext uri="{FF2B5EF4-FFF2-40B4-BE49-F238E27FC236}">
                  <a16:creationId xmlns:a16="http://schemas.microsoft.com/office/drawing/2014/main" id="{88AFA6CF-A2DB-8759-8FC0-BF27C016F9EA}"/>
                </a:ext>
              </a:extLst>
            </p:cNvPr>
            <p:cNvSpPr/>
            <p:nvPr/>
          </p:nvSpPr>
          <p:spPr>
            <a:xfrm>
              <a:off x="3685675" y="2397200"/>
              <a:ext cx="332750" cy="450150"/>
            </a:xfrm>
            <a:custGeom>
              <a:avLst/>
              <a:gdLst/>
              <a:ahLst/>
              <a:cxnLst/>
              <a:rect l="l" t="t" r="r" b="b"/>
              <a:pathLst>
                <a:path w="13310" h="18006" extrusionOk="0">
                  <a:moveTo>
                    <a:pt x="6433" y="1"/>
                  </a:moveTo>
                  <a:cubicBezTo>
                    <a:pt x="5657" y="1"/>
                    <a:pt x="4881" y="112"/>
                    <a:pt x="4252" y="333"/>
                  </a:cubicBezTo>
                  <a:cubicBezTo>
                    <a:pt x="0" y="2034"/>
                    <a:pt x="1442" y="9280"/>
                    <a:pt x="2034" y="12755"/>
                  </a:cubicBezTo>
                  <a:cubicBezTo>
                    <a:pt x="2516" y="15718"/>
                    <a:pt x="5405" y="18006"/>
                    <a:pt x="8369" y="18006"/>
                  </a:cubicBezTo>
                  <a:cubicBezTo>
                    <a:pt x="8586" y="18006"/>
                    <a:pt x="8804" y="17994"/>
                    <a:pt x="9021" y="17968"/>
                  </a:cubicBezTo>
                  <a:cubicBezTo>
                    <a:pt x="13125" y="17525"/>
                    <a:pt x="13310" y="12534"/>
                    <a:pt x="13162" y="9391"/>
                  </a:cubicBezTo>
                  <a:cubicBezTo>
                    <a:pt x="12903" y="4770"/>
                    <a:pt x="12090" y="38"/>
                    <a:pt x="643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717;p64">
              <a:extLst>
                <a:ext uri="{FF2B5EF4-FFF2-40B4-BE49-F238E27FC236}">
                  <a16:creationId xmlns:a16="http://schemas.microsoft.com/office/drawing/2014/main" id="{F8E1FF68-DBD6-B17C-987F-C3FD6E6CB496}"/>
                </a:ext>
              </a:extLst>
            </p:cNvPr>
            <p:cNvSpPr/>
            <p:nvPr/>
          </p:nvSpPr>
          <p:spPr>
            <a:xfrm>
              <a:off x="3710625" y="2388875"/>
              <a:ext cx="312425" cy="466800"/>
            </a:xfrm>
            <a:custGeom>
              <a:avLst/>
              <a:gdLst/>
              <a:ahLst/>
              <a:cxnLst/>
              <a:rect l="l" t="t" r="r" b="b"/>
              <a:pathLst>
                <a:path w="12497" h="18672" extrusionOk="0">
                  <a:moveTo>
                    <a:pt x="5435" y="629"/>
                  </a:moveTo>
                  <a:cubicBezTo>
                    <a:pt x="6803" y="629"/>
                    <a:pt x="7838" y="925"/>
                    <a:pt x="8689" y="1406"/>
                  </a:cubicBezTo>
                  <a:cubicBezTo>
                    <a:pt x="9909" y="2145"/>
                    <a:pt x="10648" y="3365"/>
                    <a:pt x="11092" y="4807"/>
                  </a:cubicBezTo>
                  <a:cubicBezTo>
                    <a:pt x="11572" y="6286"/>
                    <a:pt x="11757" y="8023"/>
                    <a:pt x="11831" y="9761"/>
                  </a:cubicBezTo>
                  <a:cubicBezTo>
                    <a:pt x="11868" y="10168"/>
                    <a:pt x="11868" y="10648"/>
                    <a:pt x="11868" y="11129"/>
                  </a:cubicBezTo>
                  <a:cubicBezTo>
                    <a:pt x="11868" y="12645"/>
                    <a:pt x="11720" y="14309"/>
                    <a:pt x="11129" y="15602"/>
                  </a:cubicBezTo>
                  <a:cubicBezTo>
                    <a:pt x="10870" y="16231"/>
                    <a:pt x="10463" y="16786"/>
                    <a:pt x="9983" y="17229"/>
                  </a:cubicBezTo>
                  <a:cubicBezTo>
                    <a:pt x="9465" y="17636"/>
                    <a:pt x="8837" y="17932"/>
                    <a:pt x="8023" y="18006"/>
                  </a:cubicBezTo>
                  <a:cubicBezTo>
                    <a:pt x="7801" y="18043"/>
                    <a:pt x="7617" y="18043"/>
                    <a:pt x="7395" y="18043"/>
                  </a:cubicBezTo>
                  <a:cubicBezTo>
                    <a:pt x="5990" y="18043"/>
                    <a:pt x="4585" y="17488"/>
                    <a:pt x="3476" y="16601"/>
                  </a:cubicBezTo>
                  <a:cubicBezTo>
                    <a:pt x="2367" y="15676"/>
                    <a:pt x="1553" y="14419"/>
                    <a:pt x="1332" y="13052"/>
                  </a:cubicBezTo>
                  <a:cubicBezTo>
                    <a:pt x="1073" y="11462"/>
                    <a:pt x="629" y="9059"/>
                    <a:pt x="629" y="6840"/>
                  </a:cubicBezTo>
                  <a:cubicBezTo>
                    <a:pt x="629" y="5509"/>
                    <a:pt x="777" y="4216"/>
                    <a:pt x="1221" y="3217"/>
                  </a:cubicBezTo>
                  <a:cubicBezTo>
                    <a:pt x="1627" y="2182"/>
                    <a:pt x="2293" y="1406"/>
                    <a:pt x="3365" y="962"/>
                  </a:cubicBezTo>
                  <a:cubicBezTo>
                    <a:pt x="3957" y="740"/>
                    <a:pt x="4659" y="629"/>
                    <a:pt x="5398" y="629"/>
                  </a:cubicBezTo>
                  <a:close/>
                  <a:moveTo>
                    <a:pt x="5398" y="1"/>
                  </a:moveTo>
                  <a:cubicBezTo>
                    <a:pt x="4585" y="1"/>
                    <a:pt x="3809" y="149"/>
                    <a:pt x="3143" y="408"/>
                  </a:cubicBezTo>
                  <a:cubicBezTo>
                    <a:pt x="1886" y="888"/>
                    <a:pt x="1110" y="1812"/>
                    <a:pt x="629" y="2959"/>
                  </a:cubicBezTo>
                  <a:cubicBezTo>
                    <a:pt x="149" y="4105"/>
                    <a:pt x="1" y="5473"/>
                    <a:pt x="1" y="6840"/>
                  </a:cubicBezTo>
                  <a:cubicBezTo>
                    <a:pt x="1" y="9133"/>
                    <a:pt x="481" y="11573"/>
                    <a:pt x="740" y="13162"/>
                  </a:cubicBezTo>
                  <a:cubicBezTo>
                    <a:pt x="999" y="14715"/>
                    <a:pt x="1886" y="16083"/>
                    <a:pt x="3069" y="17081"/>
                  </a:cubicBezTo>
                  <a:cubicBezTo>
                    <a:pt x="4289" y="18043"/>
                    <a:pt x="5842" y="18671"/>
                    <a:pt x="7395" y="18671"/>
                  </a:cubicBezTo>
                  <a:cubicBezTo>
                    <a:pt x="7617" y="18671"/>
                    <a:pt x="7838" y="18634"/>
                    <a:pt x="8060" y="18634"/>
                  </a:cubicBezTo>
                  <a:cubicBezTo>
                    <a:pt x="9021" y="18523"/>
                    <a:pt x="9761" y="18190"/>
                    <a:pt x="10352" y="17673"/>
                  </a:cubicBezTo>
                  <a:cubicBezTo>
                    <a:pt x="11277" y="16970"/>
                    <a:pt x="11794" y="15861"/>
                    <a:pt x="12090" y="14715"/>
                  </a:cubicBezTo>
                  <a:cubicBezTo>
                    <a:pt x="12423" y="13569"/>
                    <a:pt x="12497" y="12312"/>
                    <a:pt x="12497" y="11129"/>
                  </a:cubicBezTo>
                  <a:cubicBezTo>
                    <a:pt x="12497" y="10648"/>
                    <a:pt x="12497" y="10168"/>
                    <a:pt x="12460" y="9724"/>
                  </a:cubicBezTo>
                  <a:cubicBezTo>
                    <a:pt x="12312" y="7395"/>
                    <a:pt x="12053" y="4992"/>
                    <a:pt x="11092" y="3143"/>
                  </a:cubicBezTo>
                  <a:cubicBezTo>
                    <a:pt x="10611" y="2219"/>
                    <a:pt x="9909" y="1443"/>
                    <a:pt x="8985" y="888"/>
                  </a:cubicBezTo>
                  <a:cubicBezTo>
                    <a:pt x="8060" y="334"/>
                    <a:pt x="6877" y="38"/>
                    <a:pt x="54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718;p64">
              <a:extLst>
                <a:ext uri="{FF2B5EF4-FFF2-40B4-BE49-F238E27FC236}">
                  <a16:creationId xmlns:a16="http://schemas.microsoft.com/office/drawing/2014/main" id="{B88A1FB6-6C30-95F1-34A2-D568BBB16FB4}"/>
                </a:ext>
              </a:extLst>
            </p:cNvPr>
            <p:cNvSpPr/>
            <p:nvPr/>
          </p:nvSpPr>
          <p:spPr>
            <a:xfrm>
              <a:off x="3762400" y="2725350"/>
              <a:ext cx="136800" cy="153425"/>
            </a:xfrm>
            <a:custGeom>
              <a:avLst/>
              <a:gdLst/>
              <a:ahLst/>
              <a:cxnLst/>
              <a:rect l="l" t="t" r="r" b="b"/>
              <a:pathLst>
                <a:path w="5472" h="6137" extrusionOk="0">
                  <a:moveTo>
                    <a:pt x="1639" y="0"/>
                  </a:moveTo>
                  <a:cubicBezTo>
                    <a:pt x="994" y="0"/>
                    <a:pt x="403" y="187"/>
                    <a:pt x="0" y="702"/>
                  </a:cubicBezTo>
                  <a:lnTo>
                    <a:pt x="444" y="5730"/>
                  </a:lnTo>
                  <a:lnTo>
                    <a:pt x="5250" y="6136"/>
                  </a:lnTo>
                  <a:lnTo>
                    <a:pt x="5472" y="1330"/>
                  </a:lnTo>
                  <a:cubicBezTo>
                    <a:pt x="5472" y="1330"/>
                    <a:pt x="3360" y="0"/>
                    <a:pt x="163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719;p64">
              <a:extLst>
                <a:ext uri="{FF2B5EF4-FFF2-40B4-BE49-F238E27FC236}">
                  <a16:creationId xmlns:a16="http://schemas.microsoft.com/office/drawing/2014/main" id="{4E0CA9A1-A317-C9C3-1D4D-8F0E56922212}"/>
                </a:ext>
              </a:extLst>
            </p:cNvPr>
            <p:cNvSpPr/>
            <p:nvPr/>
          </p:nvSpPr>
          <p:spPr>
            <a:xfrm>
              <a:off x="3755000" y="2717000"/>
              <a:ext cx="151600" cy="169525"/>
            </a:xfrm>
            <a:custGeom>
              <a:avLst/>
              <a:gdLst/>
              <a:ahLst/>
              <a:cxnLst/>
              <a:rect l="l" t="t" r="r" b="b"/>
              <a:pathLst>
                <a:path w="6064" h="6781" extrusionOk="0">
                  <a:moveTo>
                    <a:pt x="1923" y="629"/>
                  </a:moveTo>
                  <a:cubicBezTo>
                    <a:pt x="2699" y="629"/>
                    <a:pt x="3660" y="925"/>
                    <a:pt x="4363" y="1257"/>
                  </a:cubicBezTo>
                  <a:cubicBezTo>
                    <a:pt x="4732" y="1442"/>
                    <a:pt x="5028" y="1590"/>
                    <a:pt x="5250" y="1701"/>
                  </a:cubicBezTo>
                  <a:cubicBezTo>
                    <a:pt x="5321" y="1749"/>
                    <a:pt x="5377" y="1781"/>
                    <a:pt x="5428" y="1807"/>
                  </a:cubicBezTo>
                  <a:lnTo>
                    <a:pt x="5428" y="1807"/>
                  </a:lnTo>
                  <a:lnTo>
                    <a:pt x="5250" y="6138"/>
                  </a:lnTo>
                  <a:lnTo>
                    <a:pt x="998" y="5768"/>
                  </a:lnTo>
                  <a:lnTo>
                    <a:pt x="638" y="1112"/>
                  </a:lnTo>
                  <a:lnTo>
                    <a:pt x="638" y="1112"/>
                  </a:lnTo>
                  <a:cubicBezTo>
                    <a:pt x="779" y="950"/>
                    <a:pt x="963" y="838"/>
                    <a:pt x="1146" y="777"/>
                  </a:cubicBezTo>
                  <a:cubicBezTo>
                    <a:pt x="1368" y="666"/>
                    <a:pt x="1664" y="629"/>
                    <a:pt x="1923" y="629"/>
                  </a:cubicBezTo>
                  <a:close/>
                  <a:moveTo>
                    <a:pt x="1923" y="0"/>
                  </a:moveTo>
                  <a:cubicBezTo>
                    <a:pt x="1590" y="0"/>
                    <a:pt x="1257" y="74"/>
                    <a:pt x="925" y="185"/>
                  </a:cubicBezTo>
                  <a:cubicBezTo>
                    <a:pt x="592" y="333"/>
                    <a:pt x="296" y="518"/>
                    <a:pt x="74" y="814"/>
                  </a:cubicBezTo>
                  <a:cubicBezTo>
                    <a:pt x="0" y="888"/>
                    <a:pt x="0" y="962"/>
                    <a:pt x="0" y="1036"/>
                  </a:cubicBezTo>
                  <a:lnTo>
                    <a:pt x="407" y="6064"/>
                  </a:lnTo>
                  <a:cubicBezTo>
                    <a:pt x="444" y="6212"/>
                    <a:pt x="555" y="6359"/>
                    <a:pt x="703" y="6359"/>
                  </a:cubicBezTo>
                  <a:lnTo>
                    <a:pt x="5509" y="6766"/>
                  </a:lnTo>
                  <a:cubicBezTo>
                    <a:pt x="5539" y="6776"/>
                    <a:pt x="5566" y="6781"/>
                    <a:pt x="5591" y="6781"/>
                  </a:cubicBezTo>
                  <a:cubicBezTo>
                    <a:pt x="5659" y="6781"/>
                    <a:pt x="5714" y="6746"/>
                    <a:pt x="5768" y="6692"/>
                  </a:cubicBezTo>
                  <a:cubicBezTo>
                    <a:pt x="5805" y="6655"/>
                    <a:pt x="5842" y="6581"/>
                    <a:pt x="5842" y="6470"/>
                  </a:cubicBezTo>
                  <a:lnTo>
                    <a:pt x="6063" y="1664"/>
                  </a:lnTo>
                  <a:cubicBezTo>
                    <a:pt x="6063" y="1553"/>
                    <a:pt x="6026" y="1442"/>
                    <a:pt x="5916" y="1405"/>
                  </a:cubicBezTo>
                  <a:cubicBezTo>
                    <a:pt x="5916" y="1368"/>
                    <a:pt x="5398" y="1036"/>
                    <a:pt x="4622" y="703"/>
                  </a:cubicBezTo>
                  <a:cubicBezTo>
                    <a:pt x="3845" y="370"/>
                    <a:pt x="2884" y="0"/>
                    <a:pt x="19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720;p64">
              <a:extLst>
                <a:ext uri="{FF2B5EF4-FFF2-40B4-BE49-F238E27FC236}">
                  <a16:creationId xmlns:a16="http://schemas.microsoft.com/office/drawing/2014/main" id="{FD1AFEA5-9B31-5498-C5B5-5CC9A8A75EC4}"/>
                </a:ext>
              </a:extLst>
            </p:cNvPr>
            <p:cNvSpPr/>
            <p:nvPr/>
          </p:nvSpPr>
          <p:spPr>
            <a:xfrm>
              <a:off x="3642950" y="2338775"/>
              <a:ext cx="450350" cy="524625"/>
            </a:xfrm>
            <a:custGeom>
              <a:avLst/>
              <a:gdLst/>
              <a:ahLst/>
              <a:cxnLst/>
              <a:rect l="l" t="t" r="r" b="b"/>
              <a:pathLst>
                <a:path w="18014" h="20985" extrusionOk="0">
                  <a:moveTo>
                    <a:pt x="11262" y="9730"/>
                  </a:moveTo>
                  <a:cubicBezTo>
                    <a:pt x="11883" y="9730"/>
                    <a:pt x="12619" y="11617"/>
                    <a:pt x="12727" y="11913"/>
                  </a:cubicBezTo>
                  <a:cubicBezTo>
                    <a:pt x="12727" y="12911"/>
                    <a:pt x="12616" y="14538"/>
                    <a:pt x="12357" y="15092"/>
                  </a:cubicBezTo>
                  <a:cubicBezTo>
                    <a:pt x="12209" y="15351"/>
                    <a:pt x="11913" y="15647"/>
                    <a:pt x="11544" y="15906"/>
                  </a:cubicBezTo>
                  <a:cubicBezTo>
                    <a:pt x="12024" y="15277"/>
                    <a:pt x="12172" y="14760"/>
                    <a:pt x="11728" y="14686"/>
                  </a:cubicBezTo>
                  <a:cubicBezTo>
                    <a:pt x="10250" y="14464"/>
                    <a:pt x="10028" y="13429"/>
                    <a:pt x="10656" y="10693"/>
                  </a:cubicBezTo>
                  <a:cubicBezTo>
                    <a:pt x="10817" y="9991"/>
                    <a:pt x="11032" y="9730"/>
                    <a:pt x="11262" y="9730"/>
                  </a:cubicBezTo>
                  <a:close/>
                  <a:moveTo>
                    <a:pt x="6846" y="1"/>
                  </a:moveTo>
                  <a:cubicBezTo>
                    <a:pt x="3183" y="1"/>
                    <a:pt x="1" y="4529"/>
                    <a:pt x="1229" y="9658"/>
                  </a:cubicBezTo>
                  <a:cubicBezTo>
                    <a:pt x="1931" y="12652"/>
                    <a:pt x="3743" y="17348"/>
                    <a:pt x="7144" y="18272"/>
                  </a:cubicBezTo>
                  <a:cubicBezTo>
                    <a:pt x="7305" y="18314"/>
                    <a:pt x="7471" y="18333"/>
                    <a:pt x="7640" y="18333"/>
                  </a:cubicBezTo>
                  <a:cubicBezTo>
                    <a:pt x="8367" y="18333"/>
                    <a:pt x="9153" y="17975"/>
                    <a:pt x="9843" y="17496"/>
                  </a:cubicBezTo>
                  <a:lnTo>
                    <a:pt x="9843" y="17496"/>
                  </a:lnTo>
                  <a:cubicBezTo>
                    <a:pt x="9806" y="17606"/>
                    <a:pt x="9806" y="17717"/>
                    <a:pt x="9806" y="17828"/>
                  </a:cubicBezTo>
                  <a:cubicBezTo>
                    <a:pt x="10019" y="18643"/>
                    <a:pt x="9824" y="20985"/>
                    <a:pt x="11498" y="20985"/>
                  </a:cubicBezTo>
                  <a:cubicBezTo>
                    <a:pt x="11571" y="20985"/>
                    <a:pt x="11648" y="20980"/>
                    <a:pt x="11728" y="20971"/>
                  </a:cubicBezTo>
                  <a:cubicBezTo>
                    <a:pt x="13614" y="20749"/>
                    <a:pt x="14871" y="17422"/>
                    <a:pt x="14871" y="15943"/>
                  </a:cubicBezTo>
                  <a:cubicBezTo>
                    <a:pt x="14871" y="14464"/>
                    <a:pt x="13392" y="13614"/>
                    <a:pt x="13392" y="13614"/>
                  </a:cubicBezTo>
                  <a:lnTo>
                    <a:pt x="12985" y="7957"/>
                  </a:lnTo>
                  <a:cubicBezTo>
                    <a:pt x="12985" y="7957"/>
                    <a:pt x="14649" y="7957"/>
                    <a:pt x="16313" y="5887"/>
                  </a:cubicBezTo>
                  <a:cubicBezTo>
                    <a:pt x="18013" y="3779"/>
                    <a:pt x="11285" y="230"/>
                    <a:pt x="7107" y="8"/>
                  </a:cubicBezTo>
                  <a:cubicBezTo>
                    <a:pt x="7020" y="3"/>
                    <a:pt x="6933" y="1"/>
                    <a:pt x="68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721;p64">
              <a:extLst>
                <a:ext uri="{FF2B5EF4-FFF2-40B4-BE49-F238E27FC236}">
                  <a16:creationId xmlns:a16="http://schemas.microsoft.com/office/drawing/2014/main" id="{29F97F87-4986-8709-E43B-73B42C23A70F}"/>
                </a:ext>
              </a:extLst>
            </p:cNvPr>
            <p:cNvSpPr/>
            <p:nvPr/>
          </p:nvSpPr>
          <p:spPr>
            <a:xfrm>
              <a:off x="3658875" y="2330650"/>
              <a:ext cx="406700" cy="540725"/>
            </a:xfrm>
            <a:custGeom>
              <a:avLst/>
              <a:gdLst/>
              <a:ahLst/>
              <a:cxnLst/>
              <a:rect l="l" t="t" r="r" b="b"/>
              <a:pathLst>
                <a:path w="16268" h="21629" extrusionOk="0">
                  <a:moveTo>
                    <a:pt x="10685" y="10389"/>
                  </a:moveTo>
                  <a:cubicBezTo>
                    <a:pt x="10796" y="10463"/>
                    <a:pt x="10907" y="10574"/>
                    <a:pt x="11018" y="10759"/>
                  </a:cubicBezTo>
                  <a:cubicBezTo>
                    <a:pt x="11376" y="11248"/>
                    <a:pt x="11677" y="11966"/>
                    <a:pt x="11794" y="12256"/>
                  </a:cubicBezTo>
                  <a:lnTo>
                    <a:pt x="11794" y="12256"/>
                  </a:lnTo>
                  <a:cubicBezTo>
                    <a:pt x="11793" y="12736"/>
                    <a:pt x="11756" y="13392"/>
                    <a:pt x="11683" y="13976"/>
                  </a:cubicBezTo>
                  <a:cubicBezTo>
                    <a:pt x="11646" y="14271"/>
                    <a:pt x="11609" y="14530"/>
                    <a:pt x="11572" y="14752"/>
                  </a:cubicBezTo>
                  <a:cubicBezTo>
                    <a:pt x="11562" y="14821"/>
                    <a:pt x="11550" y="14885"/>
                    <a:pt x="11536" y="14943"/>
                  </a:cubicBezTo>
                  <a:lnTo>
                    <a:pt x="11536" y="14943"/>
                  </a:lnTo>
                  <a:cubicBezTo>
                    <a:pt x="11524" y="14928"/>
                    <a:pt x="11512" y="14914"/>
                    <a:pt x="11498" y="14900"/>
                  </a:cubicBezTo>
                  <a:cubicBezTo>
                    <a:pt x="11424" y="14789"/>
                    <a:pt x="11276" y="14715"/>
                    <a:pt x="11128" y="14715"/>
                  </a:cubicBezTo>
                  <a:cubicBezTo>
                    <a:pt x="10685" y="14641"/>
                    <a:pt x="10426" y="14493"/>
                    <a:pt x="10278" y="14308"/>
                  </a:cubicBezTo>
                  <a:cubicBezTo>
                    <a:pt x="10093" y="14124"/>
                    <a:pt x="9982" y="13791"/>
                    <a:pt x="9982" y="13273"/>
                  </a:cubicBezTo>
                  <a:cubicBezTo>
                    <a:pt x="9982" y="12756"/>
                    <a:pt x="10093" y="12016"/>
                    <a:pt x="10315" y="11092"/>
                  </a:cubicBezTo>
                  <a:cubicBezTo>
                    <a:pt x="10389" y="10759"/>
                    <a:pt x="10500" y="10537"/>
                    <a:pt x="10574" y="10463"/>
                  </a:cubicBezTo>
                  <a:lnTo>
                    <a:pt x="10611" y="10389"/>
                  </a:lnTo>
                  <a:close/>
                  <a:moveTo>
                    <a:pt x="6433" y="629"/>
                  </a:moveTo>
                  <a:cubicBezTo>
                    <a:pt x="8245" y="740"/>
                    <a:pt x="10611" y="1480"/>
                    <a:pt x="12459" y="2478"/>
                  </a:cubicBezTo>
                  <a:cubicBezTo>
                    <a:pt x="13384" y="2958"/>
                    <a:pt x="14234" y="3513"/>
                    <a:pt x="14789" y="4031"/>
                  </a:cubicBezTo>
                  <a:cubicBezTo>
                    <a:pt x="15084" y="4289"/>
                    <a:pt x="15306" y="4585"/>
                    <a:pt x="15417" y="4807"/>
                  </a:cubicBezTo>
                  <a:cubicBezTo>
                    <a:pt x="15565" y="5066"/>
                    <a:pt x="15639" y="5288"/>
                    <a:pt x="15639" y="5472"/>
                  </a:cubicBezTo>
                  <a:cubicBezTo>
                    <a:pt x="15639" y="5657"/>
                    <a:pt x="15602" y="5842"/>
                    <a:pt x="15454" y="5990"/>
                  </a:cubicBezTo>
                  <a:cubicBezTo>
                    <a:pt x="14641" y="7025"/>
                    <a:pt x="13864" y="7506"/>
                    <a:pt x="13273" y="7765"/>
                  </a:cubicBezTo>
                  <a:cubicBezTo>
                    <a:pt x="12977" y="7875"/>
                    <a:pt x="12718" y="7912"/>
                    <a:pt x="12570" y="7949"/>
                  </a:cubicBezTo>
                  <a:cubicBezTo>
                    <a:pt x="12496" y="7986"/>
                    <a:pt x="12422" y="7986"/>
                    <a:pt x="12385" y="7986"/>
                  </a:cubicBezTo>
                  <a:lnTo>
                    <a:pt x="12348" y="7986"/>
                  </a:lnTo>
                  <a:cubicBezTo>
                    <a:pt x="12238" y="7986"/>
                    <a:pt x="12164" y="8023"/>
                    <a:pt x="12090" y="8097"/>
                  </a:cubicBezTo>
                  <a:cubicBezTo>
                    <a:pt x="12053" y="8134"/>
                    <a:pt x="12016" y="8245"/>
                    <a:pt x="12016" y="8319"/>
                  </a:cubicBezTo>
                  <a:lnTo>
                    <a:pt x="12294" y="11868"/>
                  </a:lnTo>
                  <a:lnTo>
                    <a:pt x="12294" y="11868"/>
                  </a:lnTo>
                  <a:cubicBezTo>
                    <a:pt x="12196" y="11621"/>
                    <a:pt x="12030" y="11256"/>
                    <a:pt x="11831" y="10907"/>
                  </a:cubicBezTo>
                  <a:cubicBezTo>
                    <a:pt x="11683" y="10648"/>
                    <a:pt x="11535" y="10389"/>
                    <a:pt x="11350" y="10168"/>
                  </a:cubicBezTo>
                  <a:cubicBezTo>
                    <a:pt x="11239" y="10057"/>
                    <a:pt x="11165" y="9946"/>
                    <a:pt x="11055" y="9872"/>
                  </a:cubicBezTo>
                  <a:cubicBezTo>
                    <a:pt x="10907" y="9798"/>
                    <a:pt x="10796" y="9761"/>
                    <a:pt x="10648" y="9761"/>
                  </a:cubicBezTo>
                  <a:cubicBezTo>
                    <a:pt x="10500" y="9761"/>
                    <a:pt x="10389" y="9798"/>
                    <a:pt x="10278" y="9872"/>
                  </a:cubicBezTo>
                  <a:cubicBezTo>
                    <a:pt x="10130" y="9946"/>
                    <a:pt x="10056" y="10094"/>
                    <a:pt x="9945" y="10279"/>
                  </a:cubicBezTo>
                  <a:cubicBezTo>
                    <a:pt x="9871" y="10463"/>
                    <a:pt x="9798" y="10685"/>
                    <a:pt x="9724" y="10944"/>
                  </a:cubicBezTo>
                  <a:cubicBezTo>
                    <a:pt x="9502" y="11905"/>
                    <a:pt x="9391" y="12645"/>
                    <a:pt x="9391" y="13273"/>
                  </a:cubicBezTo>
                  <a:cubicBezTo>
                    <a:pt x="9391" y="13865"/>
                    <a:pt x="9502" y="14345"/>
                    <a:pt x="9798" y="14678"/>
                  </a:cubicBezTo>
                  <a:cubicBezTo>
                    <a:pt x="10056" y="15048"/>
                    <a:pt x="10500" y="15233"/>
                    <a:pt x="11018" y="15307"/>
                  </a:cubicBezTo>
                  <a:lnTo>
                    <a:pt x="11055" y="15307"/>
                  </a:lnTo>
                  <a:cubicBezTo>
                    <a:pt x="11055" y="15344"/>
                    <a:pt x="11018" y="15454"/>
                    <a:pt x="10944" y="15602"/>
                  </a:cubicBezTo>
                  <a:cubicBezTo>
                    <a:pt x="10907" y="15713"/>
                    <a:pt x="10796" y="15898"/>
                    <a:pt x="10648" y="16046"/>
                  </a:cubicBezTo>
                  <a:cubicBezTo>
                    <a:pt x="10574" y="16194"/>
                    <a:pt x="10574" y="16379"/>
                    <a:pt x="10685" y="16453"/>
                  </a:cubicBezTo>
                  <a:cubicBezTo>
                    <a:pt x="10749" y="16517"/>
                    <a:pt x="10839" y="16557"/>
                    <a:pt x="10924" y="16557"/>
                  </a:cubicBezTo>
                  <a:cubicBezTo>
                    <a:pt x="10986" y="16557"/>
                    <a:pt x="11045" y="16536"/>
                    <a:pt x="11091" y="16490"/>
                  </a:cubicBezTo>
                  <a:cubicBezTo>
                    <a:pt x="11461" y="16194"/>
                    <a:pt x="11794" y="15898"/>
                    <a:pt x="11979" y="15565"/>
                  </a:cubicBezTo>
                  <a:cubicBezTo>
                    <a:pt x="12090" y="15381"/>
                    <a:pt x="12127" y="15159"/>
                    <a:pt x="12201" y="14900"/>
                  </a:cubicBezTo>
                  <a:cubicBezTo>
                    <a:pt x="12303" y="14362"/>
                    <a:pt x="12352" y="13665"/>
                    <a:pt x="12385" y="13029"/>
                  </a:cubicBezTo>
                  <a:lnTo>
                    <a:pt x="12385" y="13029"/>
                  </a:lnTo>
                  <a:lnTo>
                    <a:pt x="12459" y="13976"/>
                  </a:lnTo>
                  <a:cubicBezTo>
                    <a:pt x="12459" y="14087"/>
                    <a:pt x="12496" y="14160"/>
                    <a:pt x="12607" y="14234"/>
                  </a:cubicBezTo>
                  <a:cubicBezTo>
                    <a:pt x="12681" y="14271"/>
                    <a:pt x="13014" y="14493"/>
                    <a:pt x="13310" y="14826"/>
                  </a:cubicBezTo>
                  <a:cubicBezTo>
                    <a:pt x="13642" y="15196"/>
                    <a:pt x="13901" y="15676"/>
                    <a:pt x="13901" y="16268"/>
                  </a:cubicBezTo>
                  <a:cubicBezTo>
                    <a:pt x="13901" y="16933"/>
                    <a:pt x="13605" y="18116"/>
                    <a:pt x="13088" y="19115"/>
                  </a:cubicBezTo>
                  <a:cubicBezTo>
                    <a:pt x="12829" y="19595"/>
                    <a:pt x="12496" y="20076"/>
                    <a:pt x="12164" y="20409"/>
                  </a:cubicBezTo>
                  <a:cubicBezTo>
                    <a:pt x="11794" y="20741"/>
                    <a:pt x="11424" y="20963"/>
                    <a:pt x="11055" y="21000"/>
                  </a:cubicBezTo>
                  <a:lnTo>
                    <a:pt x="10870" y="21000"/>
                  </a:lnTo>
                  <a:cubicBezTo>
                    <a:pt x="10500" y="21000"/>
                    <a:pt x="10315" y="20889"/>
                    <a:pt x="10167" y="20704"/>
                  </a:cubicBezTo>
                  <a:cubicBezTo>
                    <a:pt x="9908" y="20446"/>
                    <a:pt x="9761" y="19965"/>
                    <a:pt x="9687" y="19447"/>
                  </a:cubicBezTo>
                  <a:cubicBezTo>
                    <a:pt x="9576" y="18930"/>
                    <a:pt x="9576" y="18449"/>
                    <a:pt x="9502" y="18079"/>
                  </a:cubicBezTo>
                  <a:lnTo>
                    <a:pt x="9465" y="18042"/>
                  </a:lnTo>
                  <a:lnTo>
                    <a:pt x="9502" y="17931"/>
                  </a:lnTo>
                  <a:cubicBezTo>
                    <a:pt x="9539" y="17821"/>
                    <a:pt x="9502" y="17673"/>
                    <a:pt x="9428" y="17599"/>
                  </a:cubicBezTo>
                  <a:cubicBezTo>
                    <a:pt x="9367" y="17538"/>
                    <a:pt x="9294" y="17510"/>
                    <a:pt x="9223" y="17510"/>
                  </a:cubicBezTo>
                  <a:cubicBezTo>
                    <a:pt x="9165" y="17510"/>
                    <a:pt x="9108" y="17529"/>
                    <a:pt x="9058" y="17562"/>
                  </a:cubicBezTo>
                  <a:cubicBezTo>
                    <a:pt x="8356" y="18042"/>
                    <a:pt x="7616" y="18338"/>
                    <a:pt x="7025" y="18338"/>
                  </a:cubicBezTo>
                  <a:cubicBezTo>
                    <a:pt x="6877" y="18338"/>
                    <a:pt x="6729" y="18338"/>
                    <a:pt x="6581" y="18301"/>
                  </a:cubicBezTo>
                  <a:cubicBezTo>
                    <a:pt x="4991" y="17858"/>
                    <a:pt x="3734" y="16527"/>
                    <a:pt x="2810" y="14900"/>
                  </a:cubicBezTo>
                  <a:cubicBezTo>
                    <a:pt x="1849" y="13273"/>
                    <a:pt x="1257" y="11388"/>
                    <a:pt x="888" y="9909"/>
                  </a:cubicBezTo>
                  <a:cubicBezTo>
                    <a:pt x="703" y="9169"/>
                    <a:pt x="629" y="8430"/>
                    <a:pt x="629" y="7728"/>
                  </a:cubicBezTo>
                  <a:cubicBezTo>
                    <a:pt x="629" y="5731"/>
                    <a:pt x="1294" y="3957"/>
                    <a:pt x="2329" y="2663"/>
                  </a:cubicBezTo>
                  <a:cubicBezTo>
                    <a:pt x="3365" y="1369"/>
                    <a:pt x="4770" y="629"/>
                    <a:pt x="6211" y="629"/>
                  </a:cubicBezTo>
                  <a:close/>
                  <a:moveTo>
                    <a:pt x="6211" y="1"/>
                  </a:moveTo>
                  <a:cubicBezTo>
                    <a:pt x="4548" y="1"/>
                    <a:pt x="2995" y="888"/>
                    <a:pt x="1849" y="2293"/>
                  </a:cubicBezTo>
                  <a:cubicBezTo>
                    <a:pt x="740" y="3661"/>
                    <a:pt x="0" y="5583"/>
                    <a:pt x="0" y="7728"/>
                  </a:cubicBezTo>
                  <a:cubicBezTo>
                    <a:pt x="0" y="8467"/>
                    <a:pt x="111" y="9243"/>
                    <a:pt x="296" y="10057"/>
                  </a:cubicBezTo>
                  <a:cubicBezTo>
                    <a:pt x="666" y="11573"/>
                    <a:pt x="1294" y="13532"/>
                    <a:pt x="2256" y="15233"/>
                  </a:cubicBezTo>
                  <a:cubicBezTo>
                    <a:pt x="3254" y="16933"/>
                    <a:pt x="4585" y="18412"/>
                    <a:pt x="6433" y="18893"/>
                  </a:cubicBezTo>
                  <a:cubicBezTo>
                    <a:pt x="6618" y="18930"/>
                    <a:pt x="6803" y="18967"/>
                    <a:pt x="7025" y="18967"/>
                  </a:cubicBezTo>
                  <a:cubicBezTo>
                    <a:pt x="7663" y="18967"/>
                    <a:pt x="8301" y="18716"/>
                    <a:pt x="8903" y="18377"/>
                  </a:cubicBezTo>
                  <a:lnTo>
                    <a:pt x="8903" y="18377"/>
                  </a:lnTo>
                  <a:cubicBezTo>
                    <a:pt x="8930" y="18537"/>
                    <a:pt x="8957" y="18760"/>
                    <a:pt x="8984" y="19004"/>
                  </a:cubicBezTo>
                  <a:cubicBezTo>
                    <a:pt x="9058" y="19521"/>
                    <a:pt x="9132" y="20150"/>
                    <a:pt x="9391" y="20667"/>
                  </a:cubicBezTo>
                  <a:cubicBezTo>
                    <a:pt x="9502" y="20926"/>
                    <a:pt x="9687" y="21148"/>
                    <a:pt x="9945" y="21333"/>
                  </a:cubicBezTo>
                  <a:cubicBezTo>
                    <a:pt x="10167" y="21518"/>
                    <a:pt x="10500" y="21629"/>
                    <a:pt x="10870" y="21629"/>
                  </a:cubicBezTo>
                  <a:cubicBezTo>
                    <a:pt x="10944" y="21629"/>
                    <a:pt x="11018" y="21629"/>
                    <a:pt x="11091" y="21592"/>
                  </a:cubicBezTo>
                  <a:cubicBezTo>
                    <a:pt x="11683" y="21555"/>
                    <a:pt x="12164" y="21259"/>
                    <a:pt x="12570" y="20852"/>
                  </a:cubicBezTo>
                  <a:cubicBezTo>
                    <a:pt x="13199" y="20261"/>
                    <a:pt x="13679" y="19410"/>
                    <a:pt x="14012" y="18560"/>
                  </a:cubicBezTo>
                  <a:cubicBezTo>
                    <a:pt x="14345" y="17710"/>
                    <a:pt x="14530" y="16859"/>
                    <a:pt x="14530" y="16268"/>
                  </a:cubicBezTo>
                  <a:cubicBezTo>
                    <a:pt x="14530" y="15417"/>
                    <a:pt x="14123" y="14789"/>
                    <a:pt x="13716" y="14345"/>
                  </a:cubicBezTo>
                  <a:cubicBezTo>
                    <a:pt x="13455" y="14084"/>
                    <a:pt x="13194" y="13899"/>
                    <a:pt x="13040" y="13790"/>
                  </a:cubicBezTo>
                  <a:lnTo>
                    <a:pt x="13040" y="13790"/>
                  </a:lnTo>
                  <a:lnTo>
                    <a:pt x="12666" y="8578"/>
                  </a:lnTo>
                  <a:lnTo>
                    <a:pt x="12666" y="8578"/>
                  </a:lnTo>
                  <a:cubicBezTo>
                    <a:pt x="13265" y="8469"/>
                    <a:pt x="14621" y="8046"/>
                    <a:pt x="15935" y="6397"/>
                  </a:cubicBezTo>
                  <a:cubicBezTo>
                    <a:pt x="16156" y="6101"/>
                    <a:pt x="16267" y="5805"/>
                    <a:pt x="16267" y="5472"/>
                  </a:cubicBezTo>
                  <a:cubicBezTo>
                    <a:pt x="16267" y="5140"/>
                    <a:pt x="16156" y="4807"/>
                    <a:pt x="15972" y="4511"/>
                  </a:cubicBezTo>
                  <a:cubicBezTo>
                    <a:pt x="15639" y="3957"/>
                    <a:pt x="15084" y="3439"/>
                    <a:pt x="14419" y="2921"/>
                  </a:cubicBezTo>
                  <a:cubicBezTo>
                    <a:pt x="12348" y="1443"/>
                    <a:pt x="9021" y="149"/>
                    <a:pt x="64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722;p64">
              <a:extLst>
                <a:ext uri="{FF2B5EF4-FFF2-40B4-BE49-F238E27FC236}">
                  <a16:creationId xmlns:a16="http://schemas.microsoft.com/office/drawing/2014/main" id="{168DB681-8F39-09DF-B418-A14C4D97B31F}"/>
                </a:ext>
              </a:extLst>
            </p:cNvPr>
            <p:cNvSpPr/>
            <p:nvPr/>
          </p:nvSpPr>
          <p:spPr>
            <a:xfrm>
              <a:off x="3633000" y="2838275"/>
              <a:ext cx="438125" cy="93175"/>
            </a:xfrm>
            <a:custGeom>
              <a:avLst/>
              <a:gdLst/>
              <a:ahLst/>
              <a:cxnLst/>
              <a:rect l="l" t="t" r="r" b="b"/>
              <a:pathLst>
                <a:path w="17525" h="3727" extrusionOk="0">
                  <a:moveTo>
                    <a:pt x="6167" y="0"/>
                  </a:moveTo>
                  <a:cubicBezTo>
                    <a:pt x="5883" y="0"/>
                    <a:pt x="5625" y="10"/>
                    <a:pt x="5398" y="30"/>
                  </a:cubicBezTo>
                  <a:cubicBezTo>
                    <a:pt x="2884" y="251"/>
                    <a:pt x="1738" y="1619"/>
                    <a:pt x="1738" y="1619"/>
                  </a:cubicBezTo>
                  <a:lnTo>
                    <a:pt x="0" y="3061"/>
                  </a:lnTo>
                  <a:lnTo>
                    <a:pt x="17524" y="3727"/>
                  </a:lnTo>
                  <a:cubicBezTo>
                    <a:pt x="17524" y="3727"/>
                    <a:pt x="17007" y="2728"/>
                    <a:pt x="15676" y="1804"/>
                  </a:cubicBezTo>
                  <a:cubicBezTo>
                    <a:pt x="14431" y="963"/>
                    <a:pt x="9025" y="0"/>
                    <a:pt x="61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723;p64">
              <a:extLst>
                <a:ext uri="{FF2B5EF4-FFF2-40B4-BE49-F238E27FC236}">
                  <a16:creationId xmlns:a16="http://schemas.microsoft.com/office/drawing/2014/main" id="{AB0E67B0-D2BB-6DF9-3307-20A2AB629D9B}"/>
                </a:ext>
              </a:extLst>
            </p:cNvPr>
            <p:cNvSpPr/>
            <p:nvPr/>
          </p:nvSpPr>
          <p:spPr>
            <a:xfrm>
              <a:off x="3624675" y="2830675"/>
              <a:ext cx="454750" cy="108425"/>
            </a:xfrm>
            <a:custGeom>
              <a:avLst/>
              <a:gdLst/>
              <a:ahLst/>
              <a:cxnLst/>
              <a:rect l="l" t="t" r="r" b="b"/>
              <a:pathLst>
                <a:path w="18190" h="4337" extrusionOk="0">
                  <a:moveTo>
                    <a:pt x="6544" y="592"/>
                  </a:moveTo>
                  <a:cubicBezTo>
                    <a:pt x="7949" y="592"/>
                    <a:pt x="9982" y="851"/>
                    <a:pt x="11831" y="1184"/>
                  </a:cubicBezTo>
                  <a:cubicBezTo>
                    <a:pt x="12755" y="1369"/>
                    <a:pt x="13606" y="1554"/>
                    <a:pt x="14345" y="1775"/>
                  </a:cubicBezTo>
                  <a:cubicBezTo>
                    <a:pt x="15047" y="1960"/>
                    <a:pt x="15602" y="2182"/>
                    <a:pt x="15824" y="2367"/>
                  </a:cubicBezTo>
                  <a:cubicBezTo>
                    <a:pt x="16489" y="2811"/>
                    <a:pt x="16933" y="3254"/>
                    <a:pt x="17192" y="3624"/>
                  </a:cubicBezTo>
                  <a:cubicBezTo>
                    <a:pt x="17221" y="3653"/>
                    <a:pt x="17249" y="3683"/>
                    <a:pt x="17275" y="3712"/>
                  </a:cubicBezTo>
                  <a:lnTo>
                    <a:pt x="17275" y="3712"/>
                  </a:lnTo>
                  <a:lnTo>
                    <a:pt x="1146" y="3106"/>
                  </a:lnTo>
                  <a:lnTo>
                    <a:pt x="2293" y="2182"/>
                  </a:lnTo>
                  <a:lnTo>
                    <a:pt x="2330" y="2145"/>
                  </a:lnTo>
                  <a:cubicBezTo>
                    <a:pt x="2367" y="2108"/>
                    <a:pt x="3439" y="851"/>
                    <a:pt x="5768" y="629"/>
                  </a:cubicBezTo>
                  <a:cubicBezTo>
                    <a:pt x="5990" y="629"/>
                    <a:pt x="6248" y="592"/>
                    <a:pt x="6544" y="592"/>
                  </a:cubicBezTo>
                  <a:close/>
                  <a:moveTo>
                    <a:pt x="6544" y="1"/>
                  </a:moveTo>
                  <a:cubicBezTo>
                    <a:pt x="6211" y="1"/>
                    <a:pt x="5953" y="1"/>
                    <a:pt x="5694" y="38"/>
                  </a:cubicBezTo>
                  <a:cubicBezTo>
                    <a:pt x="3241" y="245"/>
                    <a:pt x="2047" y="1517"/>
                    <a:pt x="1871" y="1714"/>
                  </a:cubicBezTo>
                  <a:lnTo>
                    <a:pt x="1871" y="1714"/>
                  </a:lnTo>
                  <a:lnTo>
                    <a:pt x="148" y="3143"/>
                  </a:lnTo>
                  <a:cubicBezTo>
                    <a:pt x="37" y="3217"/>
                    <a:pt x="0" y="3365"/>
                    <a:pt x="37" y="3476"/>
                  </a:cubicBezTo>
                  <a:cubicBezTo>
                    <a:pt x="74" y="3587"/>
                    <a:pt x="185" y="3661"/>
                    <a:pt x="296" y="3661"/>
                  </a:cubicBezTo>
                  <a:lnTo>
                    <a:pt x="17857" y="4326"/>
                  </a:lnTo>
                  <a:cubicBezTo>
                    <a:pt x="17878" y="4333"/>
                    <a:pt x="17898" y="4336"/>
                    <a:pt x="17918" y="4336"/>
                  </a:cubicBezTo>
                  <a:cubicBezTo>
                    <a:pt x="18006" y="4336"/>
                    <a:pt x="18086" y="4276"/>
                    <a:pt x="18116" y="4216"/>
                  </a:cubicBezTo>
                  <a:cubicBezTo>
                    <a:pt x="18190" y="4105"/>
                    <a:pt x="18190" y="3994"/>
                    <a:pt x="18153" y="3883"/>
                  </a:cubicBezTo>
                  <a:cubicBezTo>
                    <a:pt x="18116" y="3883"/>
                    <a:pt x="17598" y="2811"/>
                    <a:pt x="16194" y="1849"/>
                  </a:cubicBezTo>
                  <a:cubicBezTo>
                    <a:pt x="15824" y="1591"/>
                    <a:pt x="15232" y="1406"/>
                    <a:pt x="14493" y="1184"/>
                  </a:cubicBezTo>
                  <a:cubicBezTo>
                    <a:pt x="12312" y="555"/>
                    <a:pt x="8725" y="1"/>
                    <a:pt x="65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724;p64">
              <a:extLst>
                <a:ext uri="{FF2B5EF4-FFF2-40B4-BE49-F238E27FC236}">
                  <a16:creationId xmlns:a16="http://schemas.microsoft.com/office/drawing/2014/main" id="{71EC29F3-6423-9158-449D-2E07FA79B954}"/>
                </a:ext>
              </a:extLst>
            </p:cNvPr>
            <p:cNvSpPr/>
            <p:nvPr/>
          </p:nvSpPr>
          <p:spPr>
            <a:xfrm>
              <a:off x="3174550" y="2857500"/>
              <a:ext cx="244950" cy="223675"/>
            </a:xfrm>
            <a:custGeom>
              <a:avLst/>
              <a:gdLst/>
              <a:ahLst/>
              <a:cxnLst/>
              <a:rect l="l" t="t" r="r" b="b"/>
              <a:pathLst>
                <a:path w="9798" h="8947" extrusionOk="0">
                  <a:moveTo>
                    <a:pt x="6545" y="0"/>
                  </a:moveTo>
                  <a:lnTo>
                    <a:pt x="4992" y="148"/>
                  </a:lnTo>
                  <a:lnTo>
                    <a:pt x="4289" y="2403"/>
                  </a:lnTo>
                  <a:lnTo>
                    <a:pt x="1" y="3623"/>
                  </a:lnTo>
                  <a:lnTo>
                    <a:pt x="1221" y="8947"/>
                  </a:lnTo>
                  <a:lnTo>
                    <a:pt x="5103" y="8762"/>
                  </a:lnTo>
                  <a:lnTo>
                    <a:pt x="6729" y="7061"/>
                  </a:lnTo>
                  <a:lnTo>
                    <a:pt x="9798" y="3771"/>
                  </a:lnTo>
                  <a:lnTo>
                    <a:pt x="9132" y="3253"/>
                  </a:lnTo>
                  <a:lnTo>
                    <a:pt x="6027" y="5176"/>
                  </a:lnTo>
                  <a:lnTo>
                    <a:pt x="6360" y="2218"/>
                  </a:lnTo>
                  <a:lnTo>
                    <a:pt x="6877" y="2921"/>
                  </a:lnTo>
                  <a:lnTo>
                    <a:pt x="7580" y="2218"/>
                  </a:lnTo>
                  <a:lnTo>
                    <a:pt x="654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725;p64">
              <a:extLst>
                <a:ext uri="{FF2B5EF4-FFF2-40B4-BE49-F238E27FC236}">
                  <a16:creationId xmlns:a16="http://schemas.microsoft.com/office/drawing/2014/main" id="{86A216A8-71E9-2CB5-0F6F-3A8028688441}"/>
                </a:ext>
              </a:extLst>
            </p:cNvPr>
            <p:cNvSpPr/>
            <p:nvPr/>
          </p:nvSpPr>
          <p:spPr>
            <a:xfrm>
              <a:off x="3165325" y="2849175"/>
              <a:ext cx="261575" cy="239575"/>
            </a:xfrm>
            <a:custGeom>
              <a:avLst/>
              <a:gdLst/>
              <a:ahLst/>
              <a:cxnLst/>
              <a:rect l="l" t="t" r="r" b="b"/>
              <a:pathLst>
                <a:path w="10463" h="9583" extrusionOk="0">
                  <a:moveTo>
                    <a:pt x="6729" y="666"/>
                  </a:moveTo>
                  <a:lnTo>
                    <a:pt x="7579" y="2514"/>
                  </a:lnTo>
                  <a:lnTo>
                    <a:pt x="7283" y="2773"/>
                  </a:lnTo>
                  <a:lnTo>
                    <a:pt x="6987" y="2366"/>
                  </a:lnTo>
                  <a:cubicBezTo>
                    <a:pt x="6914" y="2292"/>
                    <a:pt x="6803" y="2255"/>
                    <a:pt x="6655" y="2255"/>
                  </a:cubicBezTo>
                  <a:cubicBezTo>
                    <a:pt x="6544" y="2292"/>
                    <a:pt x="6470" y="2403"/>
                    <a:pt x="6433" y="2514"/>
                  </a:cubicBezTo>
                  <a:lnTo>
                    <a:pt x="6100" y="5472"/>
                  </a:lnTo>
                  <a:cubicBezTo>
                    <a:pt x="6063" y="5583"/>
                    <a:pt x="6137" y="5694"/>
                    <a:pt x="6248" y="5768"/>
                  </a:cubicBezTo>
                  <a:cubicBezTo>
                    <a:pt x="6285" y="5805"/>
                    <a:pt x="6340" y="5823"/>
                    <a:pt x="6396" y="5823"/>
                  </a:cubicBezTo>
                  <a:cubicBezTo>
                    <a:pt x="6451" y="5823"/>
                    <a:pt x="6507" y="5805"/>
                    <a:pt x="6544" y="5768"/>
                  </a:cubicBezTo>
                  <a:lnTo>
                    <a:pt x="9501" y="3993"/>
                  </a:lnTo>
                  <a:lnTo>
                    <a:pt x="9686" y="4141"/>
                  </a:lnTo>
                  <a:lnTo>
                    <a:pt x="6877" y="7210"/>
                  </a:lnTo>
                  <a:lnTo>
                    <a:pt x="5324" y="8799"/>
                  </a:lnTo>
                  <a:lnTo>
                    <a:pt x="1831" y="8972"/>
                  </a:lnTo>
                  <a:lnTo>
                    <a:pt x="1831" y="8972"/>
                  </a:lnTo>
                  <a:lnTo>
                    <a:pt x="702" y="4178"/>
                  </a:lnTo>
                  <a:lnTo>
                    <a:pt x="4769" y="3032"/>
                  </a:lnTo>
                  <a:cubicBezTo>
                    <a:pt x="4843" y="2995"/>
                    <a:pt x="4954" y="2921"/>
                    <a:pt x="4954" y="2847"/>
                  </a:cubicBezTo>
                  <a:lnTo>
                    <a:pt x="5583" y="777"/>
                  </a:lnTo>
                  <a:lnTo>
                    <a:pt x="6729" y="666"/>
                  </a:lnTo>
                  <a:close/>
                  <a:moveTo>
                    <a:pt x="6877" y="0"/>
                  </a:moveTo>
                  <a:lnTo>
                    <a:pt x="5324" y="185"/>
                  </a:lnTo>
                  <a:cubicBezTo>
                    <a:pt x="5213" y="185"/>
                    <a:pt x="5102" y="296"/>
                    <a:pt x="5065" y="407"/>
                  </a:cubicBezTo>
                  <a:lnTo>
                    <a:pt x="4436" y="2477"/>
                  </a:lnTo>
                  <a:lnTo>
                    <a:pt x="259" y="3660"/>
                  </a:lnTo>
                  <a:cubicBezTo>
                    <a:pt x="111" y="3697"/>
                    <a:pt x="0" y="3845"/>
                    <a:pt x="37" y="4030"/>
                  </a:cubicBezTo>
                  <a:lnTo>
                    <a:pt x="1294" y="9354"/>
                  </a:lnTo>
                  <a:cubicBezTo>
                    <a:pt x="1326" y="9482"/>
                    <a:pt x="1442" y="9583"/>
                    <a:pt x="1569" y="9583"/>
                  </a:cubicBezTo>
                  <a:cubicBezTo>
                    <a:pt x="1588" y="9583"/>
                    <a:pt x="1607" y="9581"/>
                    <a:pt x="1627" y="9576"/>
                  </a:cubicBezTo>
                  <a:lnTo>
                    <a:pt x="5472" y="9391"/>
                  </a:lnTo>
                  <a:cubicBezTo>
                    <a:pt x="5546" y="9391"/>
                    <a:pt x="5620" y="9354"/>
                    <a:pt x="5693" y="9317"/>
                  </a:cubicBezTo>
                  <a:lnTo>
                    <a:pt x="7320" y="7616"/>
                  </a:lnTo>
                  <a:lnTo>
                    <a:pt x="10389" y="4289"/>
                  </a:lnTo>
                  <a:cubicBezTo>
                    <a:pt x="10426" y="4252"/>
                    <a:pt x="10463" y="4141"/>
                    <a:pt x="10463" y="4067"/>
                  </a:cubicBezTo>
                  <a:cubicBezTo>
                    <a:pt x="10463" y="3993"/>
                    <a:pt x="10426" y="3919"/>
                    <a:pt x="10352" y="3845"/>
                  </a:cubicBezTo>
                  <a:lnTo>
                    <a:pt x="9686" y="3365"/>
                  </a:lnTo>
                  <a:cubicBezTo>
                    <a:pt x="9643" y="3321"/>
                    <a:pt x="9574" y="3303"/>
                    <a:pt x="9503" y="3303"/>
                  </a:cubicBezTo>
                  <a:cubicBezTo>
                    <a:pt x="9452" y="3303"/>
                    <a:pt x="9400" y="3312"/>
                    <a:pt x="9354" y="3328"/>
                  </a:cubicBezTo>
                  <a:lnTo>
                    <a:pt x="6766" y="4917"/>
                  </a:lnTo>
                  <a:lnTo>
                    <a:pt x="6950" y="3365"/>
                  </a:lnTo>
                  <a:lnTo>
                    <a:pt x="7024" y="3439"/>
                  </a:lnTo>
                  <a:cubicBezTo>
                    <a:pt x="7061" y="3512"/>
                    <a:pt x="7135" y="3549"/>
                    <a:pt x="7246" y="3549"/>
                  </a:cubicBezTo>
                  <a:cubicBezTo>
                    <a:pt x="7266" y="3559"/>
                    <a:pt x="7289" y="3564"/>
                    <a:pt x="7312" y="3564"/>
                  </a:cubicBezTo>
                  <a:cubicBezTo>
                    <a:pt x="7374" y="3564"/>
                    <a:pt x="7441" y="3530"/>
                    <a:pt x="7468" y="3476"/>
                  </a:cubicBezTo>
                  <a:lnTo>
                    <a:pt x="8171" y="2773"/>
                  </a:lnTo>
                  <a:cubicBezTo>
                    <a:pt x="8281" y="2699"/>
                    <a:pt x="8281" y="2551"/>
                    <a:pt x="8244" y="2440"/>
                  </a:cubicBezTo>
                  <a:lnTo>
                    <a:pt x="7209" y="185"/>
                  </a:lnTo>
                  <a:cubicBezTo>
                    <a:pt x="7135" y="74"/>
                    <a:pt x="7024" y="0"/>
                    <a:pt x="68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726;p64">
              <a:extLst>
                <a:ext uri="{FF2B5EF4-FFF2-40B4-BE49-F238E27FC236}">
                  <a16:creationId xmlns:a16="http://schemas.microsoft.com/office/drawing/2014/main" id="{BEB0169D-3FDC-9A2F-0DE7-507E0B9F6157}"/>
                </a:ext>
              </a:extLst>
            </p:cNvPr>
            <p:cNvSpPr/>
            <p:nvPr/>
          </p:nvSpPr>
          <p:spPr>
            <a:xfrm>
              <a:off x="3119100" y="3076550"/>
              <a:ext cx="183025" cy="423600"/>
            </a:xfrm>
            <a:custGeom>
              <a:avLst/>
              <a:gdLst/>
              <a:ahLst/>
              <a:cxnLst/>
              <a:rect l="l" t="t" r="r" b="b"/>
              <a:pathLst>
                <a:path w="7321" h="16944" extrusionOk="0">
                  <a:moveTo>
                    <a:pt x="7321" y="0"/>
                  </a:moveTo>
                  <a:lnTo>
                    <a:pt x="3439" y="185"/>
                  </a:lnTo>
                  <a:lnTo>
                    <a:pt x="148" y="13975"/>
                  </a:lnTo>
                  <a:lnTo>
                    <a:pt x="0" y="14345"/>
                  </a:lnTo>
                  <a:cubicBezTo>
                    <a:pt x="1103" y="16435"/>
                    <a:pt x="2918" y="16943"/>
                    <a:pt x="4422" y="16943"/>
                  </a:cubicBezTo>
                  <a:cubicBezTo>
                    <a:pt x="5844" y="16943"/>
                    <a:pt x="6988" y="16489"/>
                    <a:pt x="6988" y="16489"/>
                  </a:cubicBezTo>
                  <a:lnTo>
                    <a:pt x="732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727;p64">
              <a:extLst>
                <a:ext uri="{FF2B5EF4-FFF2-40B4-BE49-F238E27FC236}">
                  <a16:creationId xmlns:a16="http://schemas.microsoft.com/office/drawing/2014/main" id="{6795AF06-8743-6773-B6AE-C331B1E496BE}"/>
                </a:ext>
              </a:extLst>
            </p:cNvPr>
            <p:cNvSpPr/>
            <p:nvPr/>
          </p:nvSpPr>
          <p:spPr>
            <a:xfrm>
              <a:off x="3110775" y="3068775"/>
              <a:ext cx="198750" cy="439425"/>
            </a:xfrm>
            <a:custGeom>
              <a:avLst/>
              <a:gdLst/>
              <a:ahLst/>
              <a:cxnLst/>
              <a:rect l="l" t="t" r="r" b="b"/>
              <a:pathLst>
                <a:path w="7950" h="17577" extrusionOk="0">
                  <a:moveTo>
                    <a:pt x="7321" y="644"/>
                  </a:moveTo>
                  <a:lnTo>
                    <a:pt x="6993" y="16588"/>
                  </a:lnTo>
                  <a:lnTo>
                    <a:pt x="6993" y="16588"/>
                  </a:lnTo>
                  <a:cubicBezTo>
                    <a:pt x="6621" y="16705"/>
                    <a:pt x="5745" y="16948"/>
                    <a:pt x="4733" y="16948"/>
                  </a:cubicBezTo>
                  <a:cubicBezTo>
                    <a:pt x="3994" y="16948"/>
                    <a:pt x="3217" y="16837"/>
                    <a:pt x="2515" y="16467"/>
                  </a:cubicBezTo>
                  <a:cubicBezTo>
                    <a:pt x="1841" y="16113"/>
                    <a:pt x="1168" y="15555"/>
                    <a:pt x="658" y="14663"/>
                  </a:cubicBezTo>
                  <a:lnTo>
                    <a:pt x="658" y="14663"/>
                  </a:lnTo>
                  <a:lnTo>
                    <a:pt x="740" y="14360"/>
                  </a:lnTo>
                  <a:lnTo>
                    <a:pt x="777" y="14360"/>
                  </a:lnTo>
                  <a:lnTo>
                    <a:pt x="4031" y="792"/>
                  </a:lnTo>
                  <a:lnTo>
                    <a:pt x="7321" y="644"/>
                  </a:lnTo>
                  <a:close/>
                  <a:moveTo>
                    <a:pt x="7699" y="1"/>
                  </a:moveTo>
                  <a:cubicBezTo>
                    <a:pt x="7673" y="1"/>
                    <a:pt x="7646" y="5"/>
                    <a:pt x="7617" y="15"/>
                  </a:cubicBezTo>
                  <a:lnTo>
                    <a:pt x="3772" y="200"/>
                  </a:lnTo>
                  <a:cubicBezTo>
                    <a:pt x="3624" y="200"/>
                    <a:pt x="3513" y="311"/>
                    <a:pt x="3476" y="422"/>
                  </a:cubicBezTo>
                  <a:lnTo>
                    <a:pt x="149" y="14175"/>
                  </a:lnTo>
                  <a:lnTo>
                    <a:pt x="38" y="14582"/>
                  </a:lnTo>
                  <a:cubicBezTo>
                    <a:pt x="1" y="14656"/>
                    <a:pt x="38" y="14730"/>
                    <a:pt x="75" y="14804"/>
                  </a:cubicBezTo>
                  <a:cubicBezTo>
                    <a:pt x="629" y="15913"/>
                    <a:pt x="1406" y="16615"/>
                    <a:pt x="2256" y="17022"/>
                  </a:cubicBezTo>
                  <a:cubicBezTo>
                    <a:pt x="3069" y="17429"/>
                    <a:pt x="3957" y="17576"/>
                    <a:pt x="4733" y="17576"/>
                  </a:cubicBezTo>
                  <a:cubicBezTo>
                    <a:pt x="6212" y="17576"/>
                    <a:pt x="7395" y="17096"/>
                    <a:pt x="7432" y="17096"/>
                  </a:cubicBezTo>
                  <a:cubicBezTo>
                    <a:pt x="7543" y="17022"/>
                    <a:pt x="7617" y="16948"/>
                    <a:pt x="7617" y="16800"/>
                  </a:cubicBezTo>
                  <a:lnTo>
                    <a:pt x="7949" y="311"/>
                  </a:lnTo>
                  <a:cubicBezTo>
                    <a:pt x="7949" y="237"/>
                    <a:pt x="7912" y="126"/>
                    <a:pt x="7875" y="89"/>
                  </a:cubicBezTo>
                  <a:cubicBezTo>
                    <a:pt x="7821" y="35"/>
                    <a:pt x="7767" y="1"/>
                    <a:pt x="7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728;p64">
              <a:extLst>
                <a:ext uri="{FF2B5EF4-FFF2-40B4-BE49-F238E27FC236}">
                  <a16:creationId xmlns:a16="http://schemas.microsoft.com/office/drawing/2014/main" id="{F294D2B2-1EDC-48E5-7F5C-8135CA4DF19F}"/>
                </a:ext>
              </a:extLst>
            </p:cNvPr>
            <p:cNvSpPr/>
            <p:nvPr/>
          </p:nvSpPr>
          <p:spPr>
            <a:xfrm>
              <a:off x="3104300" y="2951775"/>
              <a:ext cx="378050" cy="561575"/>
            </a:xfrm>
            <a:custGeom>
              <a:avLst/>
              <a:gdLst/>
              <a:ahLst/>
              <a:cxnLst/>
              <a:rect l="l" t="t" r="r" b="b"/>
              <a:pathLst>
                <a:path w="15122" h="22463" extrusionOk="0">
                  <a:moveTo>
                    <a:pt x="12608" y="0"/>
                  </a:moveTo>
                  <a:lnTo>
                    <a:pt x="777" y="18559"/>
                  </a:lnTo>
                  <a:cubicBezTo>
                    <a:pt x="777" y="18559"/>
                    <a:pt x="1" y="20888"/>
                    <a:pt x="2922" y="22072"/>
                  </a:cubicBezTo>
                  <a:cubicBezTo>
                    <a:pt x="3637" y="22356"/>
                    <a:pt x="4284" y="22463"/>
                    <a:pt x="4852" y="22463"/>
                  </a:cubicBezTo>
                  <a:cubicBezTo>
                    <a:pt x="6576" y="22463"/>
                    <a:pt x="7580" y="21480"/>
                    <a:pt x="7580" y="21480"/>
                  </a:cubicBezTo>
                  <a:lnTo>
                    <a:pt x="15122" y="14714"/>
                  </a:lnTo>
                  <a:lnTo>
                    <a:pt x="1260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729;p64">
              <a:extLst>
                <a:ext uri="{FF2B5EF4-FFF2-40B4-BE49-F238E27FC236}">
                  <a16:creationId xmlns:a16="http://schemas.microsoft.com/office/drawing/2014/main" id="{9B899C4D-431F-1748-B0D2-0FD99BB701B0}"/>
                </a:ext>
              </a:extLst>
            </p:cNvPr>
            <p:cNvSpPr/>
            <p:nvPr/>
          </p:nvSpPr>
          <p:spPr>
            <a:xfrm>
              <a:off x="3113550" y="2944025"/>
              <a:ext cx="376200" cy="577100"/>
            </a:xfrm>
            <a:custGeom>
              <a:avLst/>
              <a:gdLst/>
              <a:ahLst/>
              <a:cxnLst/>
              <a:rect l="l" t="t" r="r" b="b"/>
              <a:pathLst>
                <a:path w="15048" h="23084" extrusionOk="0">
                  <a:moveTo>
                    <a:pt x="12046" y="1166"/>
                  </a:moveTo>
                  <a:lnTo>
                    <a:pt x="14419" y="14913"/>
                  </a:lnTo>
                  <a:lnTo>
                    <a:pt x="6988" y="21568"/>
                  </a:lnTo>
                  <a:cubicBezTo>
                    <a:pt x="6951" y="21605"/>
                    <a:pt x="6027" y="22455"/>
                    <a:pt x="4511" y="22455"/>
                  </a:cubicBezTo>
                  <a:cubicBezTo>
                    <a:pt x="3957" y="22455"/>
                    <a:pt x="3365" y="22345"/>
                    <a:pt x="2663" y="22086"/>
                  </a:cubicBezTo>
                  <a:cubicBezTo>
                    <a:pt x="1775" y="21716"/>
                    <a:pt x="1258" y="21272"/>
                    <a:pt x="999" y="20829"/>
                  </a:cubicBezTo>
                  <a:cubicBezTo>
                    <a:pt x="703" y="20385"/>
                    <a:pt x="629" y="19941"/>
                    <a:pt x="629" y="19572"/>
                  </a:cubicBezTo>
                  <a:cubicBezTo>
                    <a:pt x="629" y="19387"/>
                    <a:pt x="666" y="19239"/>
                    <a:pt x="666" y="19128"/>
                  </a:cubicBezTo>
                  <a:lnTo>
                    <a:pt x="703" y="19017"/>
                  </a:lnTo>
                  <a:lnTo>
                    <a:pt x="703" y="18996"/>
                  </a:lnTo>
                  <a:lnTo>
                    <a:pt x="703" y="18996"/>
                  </a:lnTo>
                  <a:lnTo>
                    <a:pt x="12046" y="1166"/>
                  </a:lnTo>
                  <a:close/>
                  <a:moveTo>
                    <a:pt x="12187" y="0"/>
                  </a:moveTo>
                  <a:cubicBezTo>
                    <a:pt x="12097" y="0"/>
                    <a:pt x="12007" y="42"/>
                    <a:pt x="11979" y="125"/>
                  </a:cubicBezTo>
                  <a:lnTo>
                    <a:pt x="149" y="18721"/>
                  </a:lnTo>
                  <a:lnTo>
                    <a:pt x="112" y="18795"/>
                  </a:lnTo>
                  <a:cubicBezTo>
                    <a:pt x="112" y="18795"/>
                    <a:pt x="1" y="19128"/>
                    <a:pt x="1" y="19572"/>
                  </a:cubicBezTo>
                  <a:cubicBezTo>
                    <a:pt x="1" y="20015"/>
                    <a:pt x="112" y="20570"/>
                    <a:pt x="481" y="21162"/>
                  </a:cubicBezTo>
                  <a:cubicBezTo>
                    <a:pt x="814" y="21716"/>
                    <a:pt x="1443" y="22271"/>
                    <a:pt x="2441" y="22640"/>
                  </a:cubicBezTo>
                  <a:cubicBezTo>
                    <a:pt x="3180" y="22973"/>
                    <a:pt x="3883" y="23084"/>
                    <a:pt x="4511" y="23084"/>
                  </a:cubicBezTo>
                  <a:cubicBezTo>
                    <a:pt x="6323" y="23084"/>
                    <a:pt x="7395" y="22049"/>
                    <a:pt x="7395" y="22012"/>
                  </a:cubicBezTo>
                  <a:lnTo>
                    <a:pt x="14937" y="15246"/>
                  </a:lnTo>
                  <a:cubicBezTo>
                    <a:pt x="15011" y="15172"/>
                    <a:pt x="15048" y="15061"/>
                    <a:pt x="15048" y="14950"/>
                  </a:cubicBezTo>
                  <a:lnTo>
                    <a:pt x="12534" y="236"/>
                  </a:lnTo>
                  <a:cubicBezTo>
                    <a:pt x="12497" y="125"/>
                    <a:pt x="12423" y="14"/>
                    <a:pt x="12275" y="14"/>
                  </a:cubicBezTo>
                  <a:cubicBezTo>
                    <a:pt x="12247" y="5"/>
                    <a:pt x="12217" y="0"/>
                    <a:pt x="121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730;p64">
              <a:extLst>
                <a:ext uri="{FF2B5EF4-FFF2-40B4-BE49-F238E27FC236}">
                  <a16:creationId xmlns:a16="http://schemas.microsoft.com/office/drawing/2014/main" id="{FBB984E9-D7C9-5FA3-964D-9CC806A3D743}"/>
                </a:ext>
              </a:extLst>
            </p:cNvPr>
            <p:cNvSpPr/>
            <p:nvPr/>
          </p:nvSpPr>
          <p:spPr>
            <a:xfrm>
              <a:off x="4058150" y="2922175"/>
              <a:ext cx="1011175" cy="521400"/>
            </a:xfrm>
            <a:custGeom>
              <a:avLst/>
              <a:gdLst/>
              <a:ahLst/>
              <a:cxnLst/>
              <a:rect l="l" t="t" r="r" b="b"/>
              <a:pathLst>
                <a:path w="40447" h="20856" extrusionOk="0">
                  <a:moveTo>
                    <a:pt x="7173" y="1"/>
                  </a:moveTo>
                  <a:lnTo>
                    <a:pt x="1" y="10649"/>
                  </a:lnTo>
                  <a:lnTo>
                    <a:pt x="15861" y="20113"/>
                  </a:lnTo>
                  <a:cubicBezTo>
                    <a:pt x="16705" y="20604"/>
                    <a:pt x="17644" y="20855"/>
                    <a:pt x="18582" y="20855"/>
                  </a:cubicBezTo>
                  <a:cubicBezTo>
                    <a:pt x="19410" y="20855"/>
                    <a:pt x="20237" y="20660"/>
                    <a:pt x="21000" y="20261"/>
                  </a:cubicBezTo>
                  <a:lnTo>
                    <a:pt x="40446" y="10353"/>
                  </a:lnTo>
                  <a:lnTo>
                    <a:pt x="38968" y="7617"/>
                  </a:lnTo>
                  <a:lnTo>
                    <a:pt x="21591" y="13680"/>
                  </a:lnTo>
                  <a:lnTo>
                    <a:pt x="717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731;p64">
              <a:extLst>
                <a:ext uri="{FF2B5EF4-FFF2-40B4-BE49-F238E27FC236}">
                  <a16:creationId xmlns:a16="http://schemas.microsoft.com/office/drawing/2014/main" id="{A96876ED-74BE-8C0E-0931-C2C90A6045CD}"/>
                </a:ext>
              </a:extLst>
            </p:cNvPr>
            <p:cNvSpPr/>
            <p:nvPr/>
          </p:nvSpPr>
          <p:spPr>
            <a:xfrm>
              <a:off x="4049825" y="2914800"/>
              <a:ext cx="1026900" cy="537025"/>
            </a:xfrm>
            <a:custGeom>
              <a:avLst/>
              <a:gdLst/>
              <a:ahLst/>
              <a:cxnLst/>
              <a:rect l="l" t="t" r="r" b="b"/>
              <a:pathLst>
                <a:path w="41076" h="21481" extrusionOk="0">
                  <a:moveTo>
                    <a:pt x="7540" y="760"/>
                  </a:moveTo>
                  <a:lnTo>
                    <a:pt x="21740" y="14197"/>
                  </a:lnTo>
                  <a:cubicBezTo>
                    <a:pt x="21794" y="14251"/>
                    <a:pt x="21868" y="14285"/>
                    <a:pt x="21947" y="14285"/>
                  </a:cubicBezTo>
                  <a:cubicBezTo>
                    <a:pt x="21976" y="14285"/>
                    <a:pt x="22006" y="14281"/>
                    <a:pt x="22035" y="14271"/>
                  </a:cubicBezTo>
                  <a:lnTo>
                    <a:pt x="39153" y="8282"/>
                  </a:lnTo>
                  <a:lnTo>
                    <a:pt x="40336" y="10500"/>
                  </a:lnTo>
                  <a:lnTo>
                    <a:pt x="21222" y="20297"/>
                  </a:lnTo>
                  <a:cubicBezTo>
                    <a:pt x="20483" y="20667"/>
                    <a:pt x="19706" y="20852"/>
                    <a:pt x="18930" y="20852"/>
                  </a:cubicBezTo>
                  <a:cubicBezTo>
                    <a:pt x="18043" y="20852"/>
                    <a:pt x="17155" y="20593"/>
                    <a:pt x="16342" y="20149"/>
                  </a:cubicBezTo>
                  <a:lnTo>
                    <a:pt x="740" y="10833"/>
                  </a:lnTo>
                  <a:lnTo>
                    <a:pt x="7540" y="760"/>
                  </a:lnTo>
                  <a:close/>
                  <a:moveTo>
                    <a:pt x="7469" y="0"/>
                  </a:moveTo>
                  <a:cubicBezTo>
                    <a:pt x="7358" y="0"/>
                    <a:pt x="7284" y="74"/>
                    <a:pt x="7247" y="148"/>
                  </a:cubicBezTo>
                  <a:lnTo>
                    <a:pt x="75" y="10759"/>
                  </a:lnTo>
                  <a:cubicBezTo>
                    <a:pt x="1" y="10833"/>
                    <a:pt x="1" y="10944"/>
                    <a:pt x="38" y="11017"/>
                  </a:cubicBezTo>
                  <a:cubicBezTo>
                    <a:pt x="38" y="11091"/>
                    <a:pt x="75" y="11165"/>
                    <a:pt x="149" y="11202"/>
                  </a:cubicBezTo>
                  <a:lnTo>
                    <a:pt x="16046" y="20667"/>
                  </a:lnTo>
                  <a:cubicBezTo>
                    <a:pt x="16933" y="21184"/>
                    <a:pt x="17932" y="21480"/>
                    <a:pt x="18930" y="21480"/>
                  </a:cubicBezTo>
                  <a:cubicBezTo>
                    <a:pt x="19817" y="21480"/>
                    <a:pt x="20667" y="21258"/>
                    <a:pt x="21481" y="20852"/>
                  </a:cubicBezTo>
                  <a:lnTo>
                    <a:pt x="40927" y="10907"/>
                  </a:lnTo>
                  <a:cubicBezTo>
                    <a:pt x="40964" y="10870"/>
                    <a:pt x="41038" y="10833"/>
                    <a:pt x="41075" y="10722"/>
                  </a:cubicBezTo>
                  <a:cubicBezTo>
                    <a:pt x="41075" y="10648"/>
                    <a:pt x="41075" y="10574"/>
                    <a:pt x="41038" y="10500"/>
                  </a:cubicBezTo>
                  <a:lnTo>
                    <a:pt x="39559" y="7764"/>
                  </a:lnTo>
                  <a:cubicBezTo>
                    <a:pt x="39531" y="7651"/>
                    <a:pt x="39417" y="7603"/>
                    <a:pt x="39298" y="7603"/>
                  </a:cubicBezTo>
                  <a:cubicBezTo>
                    <a:pt x="39262" y="7603"/>
                    <a:pt x="39225" y="7607"/>
                    <a:pt x="39190" y="7616"/>
                  </a:cubicBezTo>
                  <a:lnTo>
                    <a:pt x="21998" y="13605"/>
                  </a:lnTo>
                  <a:lnTo>
                    <a:pt x="7691" y="74"/>
                  </a:lnTo>
                  <a:cubicBezTo>
                    <a:pt x="7617" y="37"/>
                    <a:pt x="7543" y="0"/>
                    <a:pt x="74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732;p64">
              <a:extLst>
                <a:ext uri="{FF2B5EF4-FFF2-40B4-BE49-F238E27FC236}">
                  <a16:creationId xmlns:a16="http://schemas.microsoft.com/office/drawing/2014/main" id="{F8829E55-0B44-92E5-F360-EB2B8736D051}"/>
                </a:ext>
              </a:extLst>
            </p:cNvPr>
            <p:cNvSpPr/>
            <p:nvPr/>
          </p:nvSpPr>
          <p:spPr>
            <a:xfrm>
              <a:off x="5032325" y="2936500"/>
              <a:ext cx="282850" cy="248425"/>
            </a:xfrm>
            <a:custGeom>
              <a:avLst/>
              <a:gdLst/>
              <a:ahLst/>
              <a:cxnLst/>
              <a:rect l="l" t="t" r="r" b="b"/>
              <a:pathLst>
                <a:path w="11314" h="9937" extrusionOk="0">
                  <a:moveTo>
                    <a:pt x="3692" y="1"/>
                  </a:moveTo>
                  <a:cubicBezTo>
                    <a:pt x="3456" y="1"/>
                    <a:pt x="3291" y="130"/>
                    <a:pt x="3291" y="130"/>
                  </a:cubicBezTo>
                  <a:lnTo>
                    <a:pt x="1479" y="4197"/>
                  </a:lnTo>
                  <a:lnTo>
                    <a:pt x="1" y="7044"/>
                  </a:lnTo>
                  <a:lnTo>
                    <a:pt x="1479" y="9780"/>
                  </a:lnTo>
                  <a:cubicBezTo>
                    <a:pt x="1479" y="9780"/>
                    <a:pt x="2594" y="9936"/>
                    <a:pt x="3401" y="9936"/>
                  </a:cubicBezTo>
                  <a:cubicBezTo>
                    <a:pt x="3704" y="9936"/>
                    <a:pt x="3963" y="9914"/>
                    <a:pt x="4104" y="9854"/>
                  </a:cubicBezTo>
                  <a:cubicBezTo>
                    <a:pt x="4474" y="9669"/>
                    <a:pt x="5546" y="9077"/>
                    <a:pt x="6175" y="8671"/>
                  </a:cubicBezTo>
                  <a:cubicBezTo>
                    <a:pt x="6470" y="8486"/>
                    <a:pt x="6692" y="8153"/>
                    <a:pt x="6766" y="7783"/>
                  </a:cubicBezTo>
                  <a:lnTo>
                    <a:pt x="7173" y="4863"/>
                  </a:lnTo>
                  <a:cubicBezTo>
                    <a:pt x="7173" y="4863"/>
                    <a:pt x="9391" y="3864"/>
                    <a:pt x="10796" y="3014"/>
                  </a:cubicBezTo>
                  <a:cubicBezTo>
                    <a:pt x="11314" y="2681"/>
                    <a:pt x="10759" y="2090"/>
                    <a:pt x="10537" y="1905"/>
                  </a:cubicBezTo>
                  <a:cubicBezTo>
                    <a:pt x="10467" y="1835"/>
                    <a:pt x="10382" y="1809"/>
                    <a:pt x="10291" y="1809"/>
                  </a:cubicBezTo>
                  <a:cubicBezTo>
                    <a:pt x="10239" y="1809"/>
                    <a:pt x="10185" y="1818"/>
                    <a:pt x="10131" y="1831"/>
                  </a:cubicBezTo>
                  <a:lnTo>
                    <a:pt x="5805" y="3495"/>
                  </a:lnTo>
                  <a:lnTo>
                    <a:pt x="3846" y="3162"/>
                  </a:lnTo>
                  <a:cubicBezTo>
                    <a:pt x="4067" y="2423"/>
                    <a:pt x="4659" y="722"/>
                    <a:pt x="4326" y="352"/>
                  </a:cubicBezTo>
                  <a:cubicBezTo>
                    <a:pt x="4101" y="78"/>
                    <a:pt x="3875" y="1"/>
                    <a:pt x="369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733;p64">
              <a:extLst>
                <a:ext uri="{FF2B5EF4-FFF2-40B4-BE49-F238E27FC236}">
                  <a16:creationId xmlns:a16="http://schemas.microsoft.com/office/drawing/2014/main" id="{68D94C61-A6BD-AD10-8799-6D87B61287D6}"/>
                </a:ext>
              </a:extLst>
            </p:cNvPr>
            <p:cNvSpPr/>
            <p:nvPr/>
          </p:nvSpPr>
          <p:spPr>
            <a:xfrm>
              <a:off x="5024000" y="2928650"/>
              <a:ext cx="291175" cy="263450"/>
            </a:xfrm>
            <a:custGeom>
              <a:avLst/>
              <a:gdLst/>
              <a:ahLst/>
              <a:cxnLst/>
              <a:rect l="l" t="t" r="r" b="b"/>
              <a:pathLst>
                <a:path w="11647" h="10538" extrusionOk="0">
                  <a:moveTo>
                    <a:pt x="4031" y="629"/>
                  </a:moveTo>
                  <a:cubicBezTo>
                    <a:pt x="4142" y="629"/>
                    <a:pt x="4252" y="666"/>
                    <a:pt x="4400" y="851"/>
                  </a:cubicBezTo>
                  <a:cubicBezTo>
                    <a:pt x="4437" y="851"/>
                    <a:pt x="4437" y="925"/>
                    <a:pt x="4437" y="1036"/>
                  </a:cubicBezTo>
                  <a:cubicBezTo>
                    <a:pt x="4437" y="1295"/>
                    <a:pt x="4363" y="1775"/>
                    <a:pt x="4216" y="2219"/>
                  </a:cubicBezTo>
                  <a:cubicBezTo>
                    <a:pt x="4105" y="2663"/>
                    <a:pt x="3957" y="3069"/>
                    <a:pt x="3883" y="3402"/>
                  </a:cubicBezTo>
                  <a:cubicBezTo>
                    <a:pt x="3883" y="3476"/>
                    <a:pt x="3883" y="3550"/>
                    <a:pt x="3920" y="3624"/>
                  </a:cubicBezTo>
                  <a:cubicBezTo>
                    <a:pt x="3957" y="3698"/>
                    <a:pt x="4031" y="3772"/>
                    <a:pt x="4142" y="3772"/>
                  </a:cubicBezTo>
                  <a:lnTo>
                    <a:pt x="6101" y="4104"/>
                  </a:lnTo>
                  <a:lnTo>
                    <a:pt x="6249" y="4104"/>
                  </a:lnTo>
                  <a:lnTo>
                    <a:pt x="10574" y="2441"/>
                  </a:lnTo>
                  <a:lnTo>
                    <a:pt x="10685" y="2441"/>
                  </a:lnTo>
                  <a:cubicBezTo>
                    <a:pt x="10722" y="2515"/>
                    <a:pt x="10833" y="2589"/>
                    <a:pt x="10907" y="2700"/>
                  </a:cubicBezTo>
                  <a:cubicBezTo>
                    <a:pt x="10981" y="2811"/>
                    <a:pt x="11018" y="2921"/>
                    <a:pt x="11018" y="2958"/>
                  </a:cubicBezTo>
                  <a:lnTo>
                    <a:pt x="11018" y="2995"/>
                  </a:lnTo>
                  <a:lnTo>
                    <a:pt x="10944" y="3069"/>
                  </a:lnTo>
                  <a:cubicBezTo>
                    <a:pt x="10279" y="3476"/>
                    <a:pt x="9391" y="3920"/>
                    <a:pt x="8652" y="4289"/>
                  </a:cubicBezTo>
                  <a:cubicBezTo>
                    <a:pt x="8319" y="4437"/>
                    <a:pt x="7987" y="4622"/>
                    <a:pt x="7765" y="4696"/>
                  </a:cubicBezTo>
                  <a:cubicBezTo>
                    <a:pt x="7543" y="4807"/>
                    <a:pt x="7395" y="4881"/>
                    <a:pt x="7395" y="4881"/>
                  </a:cubicBezTo>
                  <a:cubicBezTo>
                    <a:pt x="7284" y="4918"/>
                    <a:pt x="7247" y="5029"/>
                    <a:pt x="7210" y="5103"/>
                  </a:cubicBezTo>
                  <a:lnTo>
                    <a:pt x="6766" y="8060"/>
                  </a:lnTo>
                  <a:cubicBezTo>
                    <a:pt x="6730" y="8356"/>
                    <a:pt x="6582" y="8578"/>
                    <a:pt x="6323" y="8726"/>
                  </a:cubicBezTo>
                  <a:cubicBezTo>
                    <a:pt x="6027" y="8911"/>
                    <a:pt x="5620" y="9169"/>
                    <a:pt x="5214" y="9391"/>
                  </a:cubicBezTo>
                  <a:cubicBezTo>
                    <a:pt x="4844" y="9613"/>
                    <a:pt x="4474" y="9798"/>
                    <a:pt x="4326" y="9872"/>
                  </a:cubicBezTo>
                  <a:cubicBezTo>
                    <a:pt x="4326" y="9872"/>
                    <a:pt x="4216" y="9909"/>
                    <a:pt x="4105" y="9909"/>
                  </a:cubicBezTo>
                  <a:cubicBezTo>
                    <a:pt x="3994" y="9909"/>
                    <a:pt x="3846" y="9946"/>
                    <a:pt x="3698" y="9946"/>
                  </a:cubicBezTo>
                  <a:cubicBezTo>
                    <a:pt x="3328" y="9946"/>
                    <a:pt x="2848" y="9909"/>
                    <a:pt x="2478" y="9872"/>
                  </a:cubicBezTo>
                  <a:cubicBezTo>
                    <a:pt x="2281" y="9852"/>
                    <a:pt x="2116" y="9833"/>
                    <a:pt x="2004" y="9818"/>
                  </a:cubicBezTo>
                  <a:lnTo>
                    <a:pt x="2004" y="9818"/>
                  </a:lnTo>
                  <a:lnTo>
                    <a:pt x="703" y="7358"/>
                  </a:lnTo>
                  <a:lnTo>
                    <a:pt x="2071" y="4659"/>
                  </a:lnTo>
                  <a:lnTo>
                    <a:pt x="2108" y="4659"/>
                  </a:lnTo>
                  <a:lnTo>
                    <a:pt x="3885" y="670"/>
                  </a:lnTo>
                  <a:lnTo>
                    <a:pt x="3885" y="670"/>
                  </a:lnTo>
                  <a:cubicBezTo>
                    <a:pt x="3923" y="650"/>
                    <a:pt x="3972" y="629"/>
                    <a:pt x="4031" y="629"/>
                  </a:cubicBezTo>
                  <a:close/>
                  <a:moveTo>
                    <a:pt x="4031" y="1"/>
                  </a:moveTo>
                  <a:cubicBezTo>
                    <a:pt x="3698" y="1"/>
                    <a:pt x="3476" y="186"/>
                    <a:pt x="3439" y="223"/>
                  </a:cubicBezTo>
                  <a:lnTo>
                    <a:pt x="3365" y="333"/>
                  </a:lnTo>
                  <a:lnTo>
                    <a:pt x="1517" y="4400"/>
                  </a:lnTo>
                  <a:lnTo>
                    <a:pt x="75" y="7210"/>
                  </a:lnTo>
                  <a:cubicBezTo>
                    <a:pt x="1" y="7284"/>
                    <a:pt x="1" y="7395"/>
                    <a:pt x="75" y="7506"/>
                  </a:cubicBezTo>
                  <a:lnTo>
                    <a:pt x="1517" y="10242"/>
                  </a:lnTo>
                  <a:cubicBezTo>
                    <a:pt x="1591" y="10316"/>
                    <a:pt x="1665" y="10390"/>
                    <a:pt x="1775" y="10390"/>
                  </a:cubicBezTo>
                  <a:cubicBezTo>
                    <a:pt x="1775" y="10390"/>
                    <a:pt x="2848" y="10537"/>
                    <a:pt x="3698" y="10537"/>
                  </a:cubicBezTo>
                  <a:lnTo>
                    <a:pt x="4179" y="10537"/>
                  </a:lnTo>
                  <a:cubicBezTo>
                    <a:pt x="4326" y="10500"/>
                    <a:pt x="4437" y="10500"/>
                    <a:pt x="4585" y="10426"/>
                  </a:cubicBezTo>
                  <a:cubicBezTo>
                    <a:pt x="4770" y="10353"/>
                    <a:pt x="5140" y="10168"/>
                    <a:pt x="5546" y="9909"/>
                  </a:cubicBezTo>
                  <a:cubicBezTo>
                    <a:pt x="5916" y="9687"/>
                    <a:pt x="6323" y="9465"/>
                    <a:pt x="6656" y="9243"/>
                  </a:cubicBezTo>
                  <a:cubicBezTo>
                    <a:pt x="7062" y="9022"/>
                    <a:pt x="7321" y="8615"/>
                    <a:pt x="7395" y="8171"/>
                  </a:cubicBezTo>
                  <a:lnTo>
                    <a:pt x="7816" y="5361"/>
                  </a:lnTo>
                  <a:lnTo>
                    <a:pt x="7816" y="5361"/>
                  </a:lnTo>
                  <a:cubicBezTo>
                    <a:pt x="8353" y="5115"/>
                    <a:pt x="10100" y="4299"/>
                    <a:pt x="11277" y="3587"/>
                  </a:cubicBezTo>
                  <a:cubicBezTo>
                    <a:pt x="11388" y="3513"/>
                    <a:pt x="11499" y="3439"/>
                    <a:pt x="11536" y="3328"/>
                  </a:cubicBezTo>
                  <a:cubicBezTo>
                    <a:pt x="11610" y="3217"/>
                    <a:pt x="11647" y="3069"/>
                    <a:pt x="11647" y="2958"/>
                  </a:cubicBezTo>
                  <a:cubicBezTo>
                    <a:pt x="11647" y="2700"/>
                    <a:pt x="11536" y="2515"/>
                    <a:pt x="11425" y="2330"/>
                  </a:cubicBezTo>
                  <a:cubicBezTo>
                    <a:pt x="11277" y="2182"/>
                    <a:pt x="11166" y="2071"/>
                    <a:pt x="11055" y="1960"/>
                  </a:cubicBezTo>
                  <a:cubicBezTo>
                    <a:pt x="10944" y="1886"/>
                    <a:pt x="10759" y="1812"/>
                    <a:pt x="10611" y="1812"/>
                  </a:cubicBezTo>
                  <a:cubicBezTo>
                    <a:pt x="10537" y="1812"/>
                    <a:pt x="10427" y="1849"/>
                    <a:pt x="10353" y="1886"/>
                  </a:cubicBezTo>
                  <a:lnTo>
                    <a:pt x="6101" y="3476"/>
                  </a:lnTo>
                  <a:lnTo>
                    <a:pt x="4563" y="3230"/>
                  </a:lnTo>
                  <a:lnTo>
                    <a:pt x="4563" y="3230"/>
                  </a:lnTo>
                  <a:cubicBezTo>
                    <a:pt x="4638" y="2974"/>
                    <a:pt x="4731" y="2670"/>
                    <a:pt x="4807" y="2367"/>
                  </a:cubicBezTo>
                  <a:cubicBezTo>
                    <a:pt x="4955" y="1886"/>
                    <a:pt x="5066" y="1443"/>
                    <a:pt x="5066" y="1036"/>
                  </a:cubicBezTo>
                  <a:cubicBezTo>
                    <a:pt x="5066" y="851"/>
                    <a:pt x="5029" y="629"/>
                    <a:pt x="4881" y="444"/>
                  </a:cubicBezTo>
                  <a:cubicBezTo>
                    <a:pt x="4622" y="149"/>
                    <a:pt x="4326" y="1"/>
                    <a:pt x="40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734;p64">
              <a:extLst>
                <a:ext uri="{FF2B5EF4-FFF2-40B4-BE49-F238E27FC236}">
                  <a16:creationId xmlns:a16="http://schemas.microsoft.com/office/drawing/2014/main" id="{874414A5-6EBA-6BE8-CD15-23BE302B27C2}"/>
                </a:ext>
              </a:extLst>
            </p:cNvPr>
            <p:cNvSpPr/>
            <p:nvPr/>
          </p:nvSpPr>
          <p:spPr>
            <a:xfrm>
              <a:off x="5170975" y="3049725"/>
              <a:ext cx="49925" cy="34225"/>
            </a:xfrm>
            <a:custGeom>
              <a:avLst/>
              <a:gdLst/>
              <a:ahLst/>
              <a:cxnLst/>
              <a:rect l="l" t="t" r="r" b="b"/>
              <a:pathLst>
                <a:path w="1997" h="1369" extrusionOk="0">
                  <a:moveTo>
                    <a:pt x="1635" y="1"/>
                  </a:moveTo>
                  <a:cubicBezTo>
                    <a:pt x="1582" y="1"/>
                    <a:pt x="1528" y="13"/>
                    <a:pt x="1479" y="38"/>
                  </a:cubicBezTo>
                  <a:lnTo>
                    <a:pt x="185" y="777"/>
                  </a:lnTo>
                  <a:cubicBezTo>
                    <a:pt x="37" y="888"/>
                    <a:pt x="0" y="1073"/>
                    <a:pt x="74" y="1221"/>
                  </a:cubicBezTo>
                  <a:cubicBezTo>
                    <a:pt x="123" y="1320"/>
                    <a:pt x="222" y="1369"/>
                    <a:pt x="326" y="1369"/>
                  </a:cubicBezTo>
                  <a:cubicBezTo>
                    <a:pt x="378" y="1369"/>
                    <a:pt x="432" y="1357"/>
                    <a:pt x="481" y="1332"/>
                  </a:cubicBezTo>
                  <a:lnTo>
                    <a:pt x="1812" y="592"/>
                  </a:lnTo>
                  <a:cubicBezTo>
                    <a:pt x="1960" y="519"/>
                    <a:pt x="1997" y="297"/>
                    <a:pt x="1923" y="149"/>
                  </a:cubicBezTo>
                  <a:cubicBezTo>
                    <a:pt x="1849" y="50"/>
                    <a:pt x="1742" y="1"/>
                    <a:pt x="16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735;p64">
              <a:extLst>
                <a:ext uri="{FF2B5EF4-FFF2-40B4-BE49-F238E27FC236}">
                  <a16:creationId xmlns:a16="http://schemas.microsoft.com/office/drawing/2014/main" id="{9D1983DF-AFA3-8C9D-3C75-6103A47CA7E6}"/>
                </a:ext>
              </a:extLst>
            </p:cNvPr>
            <p:cNvSpPr/>
            <p:nvPr/>
          </p:nvSpPr>
          <p:spPr>
            <a:xfrm>
              <a:off x="5177425" y="3078150"/>
              <a:ext cx="36075" cy="32750"/>
            </a:xfrm>
            <a:custGeom>
              <a:avLst/>
              <a:gdLst/>
              <a:ahLst/>
              <a:cxnLst/>
              <a:rect l="l" t="t" r="r" b="b"/>
              <a:pathLst>
                <a:path w="1443" h="1310" extrusionOk="0">
                  <a:moveTo>
                    <a:pt x="1124" y="1"/>
                  </a:moveTo>
                  <a:cubicBezTo>
                    <a:pt x="1045" y="1"/>
                    <a:pt x="962" y="28"/>
                    <a:pt x="888" y="84"/>
                  </a:cubicBezTo>
                  <a:lnTo>
                    <a:pt x="149" y="786"/>
                  </a:lnTo>
                  <a:cubicBezTo>
                    <a:pt x="1" y="897"/>
                    <a:pt x="1" y="1082"/>
                    <a:pt x="112" y="1193"/>
                  </a:cubicBezTo>
                  <a:cubicBezTo>
                    <a:pt x="171" y="1272"/>
                    <a:pt x="263" y="1309"/>
                    <a:pt x="352" y="1309"/>
                  </a:cubicBezTo>
                  <a:cubicBezTo>
                    <a:pt x="429" y="1309"/>
                    <a:pt x="504" y="1282"/>
                    <a:pt x="556" y="1230"/>
                  </a:cubicBezTo>
                  <a:lnTo>
                    <a:pt x="1332" y="528"/>
                  </a:lnTo>
                  <a:cubicBezTo>
                    <a:pt x="1443" y="417"/>
                    <a:pt x="1443" y="232"/>
                    <a:pt x="1332" y="84"/>
                  </a:cubicBezTo>
                  <a:cubicBezTo>
                    <a:pt x="1276" y="28"/>
                    <a:pt x="1203" y="1"/>
                    <a:pt x="112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736;p64">
              <a:extLst>
                <a:ext uri="{FF2B5EF4-FFF2-40B4-BE49-F238E27FC236}">
                  <a16:creationId xmlns:a16="http://schemas.microsoft.com/office/drawing/2014/main" id="{8C1E1A2C-8F03-2373-7003-D79A3F328B87}"/>
                </a:ext>
              </a:extLst>
            </p:cNvPr>
            <p:cNvSpPr/>
            <p:nvPr/>
          </p:nvSpPr>
          <p:spPr>
            <a:xfrm>
              <a:off x="5175600" y="3110600"/>
              <a:ext cx="33275" cy="33575"/>
            </a:xfrm>
            <a:custGeom>
              <a:avLst/>
              <a:gdLst/>
              <a:ahLst/>
              <a:cxnLst/>
              <a:rect l="l" t="t" r="r" b="b"/>
              <a:pathLst>
                <a:path w="1331" h="1343" extrusionOk="0">
                  <a:moveTo>
                    <a:pt x="964" y="1"/>
                  </a:moveTo>
                  <a:cubicBezTo>
                    <a:pt x="880" y="1"/>
                    <a:pt x="799" y="38"/>
                    <a:pt x="739" y="117"/>
                  </a:cubicBezTo>
                  <a:lnTo>
                    <a:pt x="111" y="819"/>
                  </a:lnTo>
                  <a:cubicBezTo>
                    <a:pt x="0" y="967"/>
                    <a:pt x="37" y="1152"/>
                    <a:pt x="148" y="1263"/>
                  </a:cubicBezTo>
                  <a:cubicBezTo>
                    <a:pt x="217" y="1314"/>
                    <a:pt x="293" y="1342"/>
                    <a:pt x="367" y="1342"/>
                  </a:cubicBezTo>
                  <a:cubicBezTo>
                    <a:pt x="451" y="1342"/>
                    <a:pt x="532" y="1305"/>
                    <a:pt x="592" y="1226"/>
                  </a:cubicBezTo>
                  <a:lnTo>
                    <a:pt x="1220" y="524"/>
                  </a:lnTo>
                  <a:cubicBezTo>
                    <a:pt x="1331" y="376"/>
                    <a:pt x="1294" y="191"/>
                    <a:pt x="1183" y="80"/>
                  </a:cubicBezTo>
                  <a:cubicBezTo>
                    <a:pt x="1114" y="28"/>
                    <a:pt x="1038" y="1"/>
                    <a:pt x="9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737;p64">
              <a:extLst>
                <a:ext uri="{FF2B5EF4-FFF2-40B4-BE49-F238E27FC236}">
                  <a16:creationId xmlns:a16="http://schemas.microsoft.com/office/drawing/2014/main" id="{5E4D93A3-3193-91AF-32FF-B9961FC031C6}"/>
                </a:ext>
              </a:extLst>
            </p:cNvPr>
            <p:cNvSpPr/>
            <p:nvPr/>
          </p:nvSpPr>
          <p:spPr>
            <a:xfrm>
              <a:off x="5094250" y="3007225"/>
              <a:ext cx="42550" cy="15725"/>
            </a:xfrm>
            <a:custGeom>
              <a:avLst/>
              <a:gdLst/>
              <a:ahLst/>
              <a:cxnLst/>
              <a:rect l="l" t="t" r="r" b="b"/>
              <a:pathLst>
                <a:path w="1702" h="629" extrusionOk="0">
                  <a:moveTo>
                    <a:pt x="296" y="0"/>
                  </a:moveTo>
                  <a:cubicBezTo>
                    <a:pt x="149" y="0"/>
                    <a:pt x="1" y="148"/>
                    <a:pt x="1" y="296"/>
                  </a:cubicBezTo>
                  <a:cubicBezTo>
                    <a:pt x="1" y="481"/>
                    <a:pt x="112" y="629"/>
                    <a:pt x="296" y="629"/>
                  </a:cubicBezTo>
                  <a:lnTo>
                    <a:pt x="1369" y="629"/>
                  </a:lnTo>
                  <a:cubicBezTo>
                    <a:pt x="1553" y="629"/>
                    <a:pt x="1664" y="481"/>
                    <a:pt x="1701" y="333"/>
                  </a:cubicBezTo>
                  <a:cubicBezTo>
                    <a:pt x="1701" y="148"/>
                    <a:pt x="1553" y="0"/>
                    <a:pt x="13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738;p64">
              <a:extLst>
                <a:ext uri="{FF2B5EF4-FFF2-40B4-BE49-F238E27FC236}">
                  <a16:creationId xmlns:a16="http://schemas.microsoft.com/office/drawing/2014/main" id="{F0869B7D-386C-600B-E070-4A668EB48689}"/>
                </a:ext>
              </a:extLst>
            </p:cNvPr>
            <p:cNvSpPr/>
            <p:nvPr/>
          </p:nvSpPr>
          <p:spPr>
            <a:xfrm>
              <a:off x="3419475" y="2893525"/>
              <a:ext cx="818000" cy="942775"/>
            </a:xfrm>
            <a:custGeom>
              <a:avLst/>
              <a:gdLst/>
              <a:ahLst/>
              <a:cxnLst/>
              <a:rect l="l" t="t" r="r" b="b"/>
              <a:pathLst>
                <a:path w="32720" h="37711" extrusionOk="0">
                  <a:moveTo>
                    <a:pt x="13162" y="1"/>
                  </a:moveTo>
                  <a:cubicBezTo>
                    <a:pt x="7543" y="1"/>
                    <a:pt x="1" y="2330"/>
                    <a:pt x="1" y="2330"/>
                  </a:cubicBezTo>
                  <a:lnTo>
                    <a:pt x="4253" y="37711"/>
                  </a:lnTo>
                  <a:lnTo>
                    <a:pt x="28246" y="37711"/>
                  </a:lnTo>
                  <a:lnTo>
                    <a:pt x="32720" y="1147"/>
                  </a:lnTo>
                  <a:lnTo>
                    <a:pt x="28838" y="962"/>
                  </a:lnTo>
                  <a:cubicBezTo>
                    <a:pt x="28838" y="962"/>
                    <a:pt x="18782" y="1"/>
                    <a:pt x="131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739;p64">
              <a:extLst>
                <a:ext uri="{FF2B5EF4-FFF2-40B4-BE49-F238E27FC236}">
                  <a16:creationId xmlns:a16="http://schemas.microsoft.com/office/drawing/2014/main" id="{B3CB2E5B-D405-940E-EC75-DB4F5A892F24}"/>
                </a:ext>
              </a:extLst>
            </p:cNvPr>
            <p:cNvSpPr/>
            <p:nvPr/>
          </p:nvSpPr>
          <p:spPr>
            <a:xfrm>
              <a:off x="3411175" y="2886150"/>
              <a:ext cx="833700" cy="957550"/>
            </a:xfrm>
            <a:custGeom>
              <a:avLst/>
              <a:gdLst/>
              <a:ahLst/>
              <a:cxnLst/>
              <a:rect l="l" t="t" r="r" b="b"/>
              <a:pathLst>
                <a:path w="33348" h="38302" extrusionOk="0">
                  <a:moveTo>
                    <a:pt x="13494" y="592"/>
                  </a:moveTo>
                  <a:cubicBezTo>
                    <a:pt x="16267" y="592"/>
                    <a:pt x="20186" y="850"/>
                    <a:pt x="23403" y="1072"/>
                  </a:cubicBezTo>
                  <a:cubicBezTo>
                    <a:pt x="25029" y="1220"/>
                    <a:pt x="26434" y="1331"/>
                    <a:pt x="27469" y="1405"/>
                  </a:cubicBezTo>
                  <a:cubicBezTo>
                    <a:pt x="28505" y="1516"/>
                    <a:pt x="29133" y="1553"/>
                    <a:pt x="29133" y="1553"/>
                  </a:cubicBezTo>
                  <a:lnTo>
                    <a:pt x="32682" y="1738"/>
                  </a:lnTo>
                  <a:lnTo>
                    <a:pt x="28320" y="37710"/>
                  </a:lnTo>
                  <a:lnTo>
                    <a:pt x="4843" y="37710"/>
                  </a:lnTo>
                  <a:lnTo>
                    <a:pt x="659" y="2837"/>
                  </a:lnTo>
                  <a:lnTo>
                    <a:pt x="659" y="2837"/>
                  </a:lnTo>
                  <a:cubicBezTo>
                    <a:pt x="684" y="2829"/>
                    <a:pt x="711" y="2820"/>
                    <a:pt x="740" y="2810"/>
                  </a:cubicBezTo>
                  <a:cubicBezTo>
                    <a:pt x="2255" y="2366"/>
                    <a:pt x="8651" y="592"/>
                    <a:pt x="13494" y="592"/>
                  </a:cubicBezTo>
                  <a:close/>
                  <a:moveTo>
                    <a:pt x="13494" y="0"/>
                  </a:moveTo>
                  <a:cubicBezTo>
                    <a:pt x="7801" y="0"/>
                    <a:pt x="259" y="2329"/>
                    <a:pt x="222" y="2329"/>
                  </a:cubicBezTo>
                  <a:cubicBezTo>
                    <a:pt x="74" y="2366"/>
                    <a:pt x="0" y="2514"/>
                    <a:pt x="0" y="2662"/>
                  </a:cubicBezTo>
                  <a:lnTo>
                    <a:pt x="4289" y="38043"/>
                  </a:lnTo>
                  <a:cubicBezTo>
                    <a:pt x="4289" y="38191"/>
                    <a:pt x="4437" y="38302"/>
                    <a:pt x="4585" y="38302"/>
                  </a:cubicBezTo>
                  <a:lnTo>
                    <a:pt x="28578" y="38302"/>
                  </a:lnTo>
                  <a:cubicBezTo>
                    <a:pt x="28726" y="38302"/>
                    <a:pt x="28874" y="38191"/>
                    <a:pt x="28874" y="38043"/>
                  </a:cubicBezTo>
                  <a:lnTo>
                    <a:pt x="33348" y="1479"/>
                  </a:lnTo>
                  <a:cubicBezTo>
                    <a:pt x="33348" y="1405"/>
                    <a:pt x="33311" y="1331"/>
                    <a:pt x="33274" y="1257"/>
                  </a:cubicBezTo>
                  <a:cubicBezTo>
                    <a:pt x="33200" y="1183"/>
                    <a:pt x="33126" y="1146"/>
                    <a:pt x="33052" y="1146"/>
                  </a:cubicBezTo>
                  <a:lnTo>
                    <a:pt x="29207" y="963"/>
                  </a:lnTo>
                  <a:lnTo>
                    <a:pt x="29207" y="963"/>
                  </a:lnTo>
                  <a:lnTo>
                    <a:pt x="29207" y="961"/>
                  </a:lnTo>
                  <a:cubicBezTo>
                    <a:pt x="29170" y="961"/>
                    <a:pt x="19114" y="0"/>
                    <a:pt x="13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740;p64">
              <a:extLst>
                <a:ext uri="{FF2B5EF4-FFF2-40B4-BE49-F238E27FC236}">
                  <a16:creationId xmlns:a16="http://schemas.microsoft.com/office/drawing/2014/main" id="{DEC87C15-5663-357D-36B4-06C641A1D23A}"/>
                </a:ext>
              </a:extLst>
            </p:cNvPr>
            <p:cNvSpPr/>
            <p:nvPr/>
          </p:nvSpPr>
          <p:spPr>
            <a:xfrm>
              <a:off x="3472175" y="3836275"/>
              <a:ext cx="732025" cy="440925"/>
            </a:xfrm>
            <a:custGeom>
              <a:avLst/>
              <a:gdLst/>
              <a:ahLst/>
              <a:cxnLst/>
              <a:rect l="l" t="t" r="r" b="b"/>
              <a:pathLst>
                <a:path w="29281" h="17637" extrusionOk="0">
                  <a:moveTo>
                    <a:pt x="2145" y="1"/>
                  </a:moveTo>
                  <a:lnTo>
                    <a:pt x="333" y="7284"/>
                  </a:lnTo>
                  <a:cubicBezTo>
                    <a:pt x="0" y="8541"/>
                    <a:pt x="185" y="9872"/>
                    <a:pt x="777" y="11055"/>
                  </a:cubicBezTo>
                  <a:lnTo>
                    <a:pt x="4178" y="17636"/>
                  </a:lnTo>
                  <a:lnTo>
                    <a:pt x="24992" y="17636"/>
                  </a:lnTo>
                  <a:lnTo>
                    <a:pt x="28283" y="11462"/>
                  </a:lnTo>
                  <a:cubicBezTo>
                    <a:pt x="29170" y="9872"/>
                    <a:pt x="29281" y="7950"/>
                    <a:pt x="28615" y="6249"/>
                  </a:cubicBezTo>
                  <a:lnTo>
                    <a:pt x="261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741;p64">
              <a:extLst>
                <a:ext uri="{FF2B5EF4-FFF2-40B4-BE49-F238E27FC236}">
                  <a16:creationId xmlns:a16="http://schemas.microsoft.com/office/drawing/2014/main" id="{9A6091BA-2368-70B6-3958-D55C465298AA}"/>
                </a:ext>
              </a:extLst>
            </p:cNvPr>
            <p:cNvSpPr/>
            <p:nvPr/>
          </p:nvSpPr>
          <p:spPr>
            <a:xfrm>
              <a:off x="3468475" y="3828900"/>
              <a:ext cx="737575" cy="455675"/>
            </a:xfrm>
            <a:custGeom>
              <a:avLst/>
              <a:gdLst/>
              <a:ahLst/>
              <a:cxnLst/>
              <a:rect l="l" t="t" r="r" b="b"/>
              <a:pathLst>
                <a:path w="29503" h="18227" extrusionOk="0">
                  <a:moveTo>
                    <a:pt x="26065" y="592"/>
                  </a:moveTo>
                  <a:lnTo>
                    <a:pt x="28468" y="6655"/>
                  </a:lnTo>
                  <a:cubicBezTo>
                    <a:pt x="28727" y="7357"/>
                    <a:pt x="28874" y="8097"/>
                    <a:pt x="28874" y="8836"/>
                  </a:cubicBezTo>
                  <a:cubicBezTo>
                    <a:pt x="28874" y="9797"/>
                    <a:pt x="28653" y="10759"/>
                    <a:pt x="28172" y="11646"/>
                  </a:cubicBezTo>
                  <a:lnTo>
                    <a:pt x="24956" y="17598"/>
                  </a:lnTo>
                  <a:lnTo>
                    <a:pt x="4511" y="17598"/>
                  </a:lnTo>
                  <a:lnTo>
                    <a:pt x="1183" y="11202"/>
                  </a:lnTo>
                  <a:cubicBezTo>
                    <a:pt x="814" y="10463"/>
                    <a:pt x="629" y="9687"/>
                    <a:pt x="629" y="8873"/>
                  </a:cubicBezTo>
                  <a:cubicBezTo>
                    <a:pt x="629" y="8467"/>
                    <a:pt x="666" y="8060"/>
                    <a:pt x="777" y="7653"/>
                  </a:cubicBezTo>
                  <a:lnTo>
                    <a:pt x="2533" y="592"/>
                  </a:lnTo>
                  <a:close/>
                  <a:moveTo>
                    <a:pt x="2293" y="0"/>
                  </a:moveTo>
                  <a:cubicBezTo>
                    <a:pt x="2145" y="0"/>
                    <a:pt x="2034" y="74"/>
                    <a:pt x="1997" y="222"/>
                  </a:cubicBezTo>
                  <a:lnTo>
                    <a:pt x="185" y="7505"/>
                  </a:lnTo>
                  <a:cubicBezTo>
                    <a:pt x="74" y="7949"/>
                    <a:pt x="0" y="8393"/>
                    <a:pt x="0" y="8873"/>
                  </a:cubicBezTo>
                  <a:cubicBezTo>
                    <a:pt x="0" y="9760"/>
                    <a:pt x="222" y="10685"/>
                    <a:pt x="629" y="11498"/>
                  </a:cubicBezTo>
                  <a:lnTo>
                    <a:pt x="4067" y="18079"/>
                  </a:lnTo>
                  <a:cubicBezTo>
                    <a:pt x="4104" y="18153"/>
                    <a:pt x="4215" y="18227"/>
                    <a:pt x="4326" y="18227"/>
                  </a:cubicBezTo>
                  <a:lnTo>
                    <a:pt x="25140" y="18227"/>
                  </a:lnTo>
                  <a:cubicBezTo>
                    <a:pt x="25251" y="18227"/>
                    <a:pt x="25362" y="18153"/>
                    <a:pt x="25399" y="18079"/>
                  </a:cubicBezTo>
                  <a:lnTo>
                    <a:pt x="28727" y="11905"/>
                  </a:lnTo>
                  <a:cubicBezTo>
                    <a:pt x="29244" y="10944"/>
                    <a:pt x="29503" y="9908"/>
                    <a:pt x="29503" y="8836"/>
                  </a:cubicBezTo>
                  <a:cubicBezTo>
                    <a:pt x="29503" y="8023"/>
                    <a:pt x="29318" y="7210"/>
                    <a:pt x="29022" y="6433"/>
                  </a:cubicBezTo>
                  <a:lnTo>
                    <a:pt x="26582" y="185"/>
                  </a:lnTo>
                  <a:cubicBezTo>
                    <a:pt x="26545" y="74"/>
                    <a:pt x="26434" y="0"/>
                    <a:pt x="262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742;p64">
              <a:extLst>
                <a:ext uri="{FF2B5EF4-FFF2-40B4-BE49-F238E27FC236}">
                  <a16:creationId xmlns:a16="http://schemas.microsoft.com/office/drawing/2014/main" id="{23DD2366-A328-7044-1190-5DF029C17710}"/>
                </a:ext>
              </a:extLst>
            </p:cNvPr>
            <p:cNvSpPr/>
            <p:nvPr/>
          </p:nvSpPr>
          <p:spPr>
            <a:xfrm>
              <a:off x="3795650" y="4161625"/>
              <a:ext cx="109100" cy="415025"/>
            </a:xfrm>
            <a:custGeom>
              <a:avLst/>
              <a:gdLst/>
              <a:ahLst/>
              <a:cxnLst/>
              <a:rect l="l" t="t" r="r" b="b"/>
              <a:pathLst>
                <a:path w="4364" h="16601" extrusionOk="0">
                  <a:moveTo>
                    <a:pt x="1" y="1"/>
                  </a:moveTo>
                  <a:lnTo>
                    <a:pt x="1" y="16601"/>
                  </a:lnTo>
                  <a:lnTo>
                    <a:pt x="4363" y="16601"/>
                  </a:lnTo>
                  <a:lnTo>
                    <a:pt x="43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743;p64">
              <a:extLst>
                <a:ext uri="{FF2B5EF4-FFF2-40B4-BE49-F238E27FC236}">
                  <a16:creationId xmlns:a16="http://schemas.microsoft.com/office/drawing/2014/main" id="{4BA8A657-8A47-A9CC-8F42-D78D743103F6}"/>
                </a:ext>
              </a:extLst>
            </p:cNvPr>
            <p:cNvSpPr/>
            <p:nvPr/>
          </p:nvSpPr>
          <p:spPr>
            <a:xfrm>
              <a:off x="3788275" y="4154225"/>
              <a:ext cx="123875" cy="430750"/>
            </a:xfrm>
            <a:custGeom>
              <a:avLst/>
              <a:gdLst/>
              <a:ahLst/>
              <a:cxnLst/>
              <a:rect l="l" t="t" r="r" b="b"/>
              <a:pathLst>
                <a:path w="4955" h="17230" extrusionOk="0">
                  <a:moveTo>
                    <a:pt x="4363" y="592"/>
                  </a:moveTo>
                  <a:lnTo>
                    <a:pt x="4363" y="16601"/>
                  </a:lnTo>
                  <a:lnTo>
                    <a:pt x="629" y="16601"/>
                  </a:lnTo>
                  <a:lnTo>
                    <a:pt x="629" y="592"/>
                  </a:lnTo>
                  <a:close/>
                  <a:moveTo>
                    <a:pt x="296" y="1"/>
                  </a:moveTo>
                  <a:cubicBezTo>
                    <a:pt x="222" y="1"/>
                    <a:pt x="148" y="38"/>
                    <a:pt x="74" y="75"/>
                  </a:cubicBezTo>
                  <a:cubicBezTo>
                    <a:pt x="37" y="149"/>
                    <a:pt x="0" y="223"/>
                    <a:pt x="0" y="297"/>
                  </a:cubicBezTo>
                  <a:lnTo>
                    <a:pt x="0" y="16897"/>
                  </a:lnTo>
                  <a:cubicBezTo>
                    <a:pt x="0" y="17007"/>
                    <a:pt x="37" y="17081"/>
                    <a:pt x="74" y="17118"/>
                  </a:cubicBezTo>
                  <a:cubicBezTo>
                    <a:pt x="148" y="17192"/>
                    <a:pt x="222" y="17229"/>
                    <a:pt x="296" y="17229"/>
                  </a:cubicBezTo>
                  <a:lnTo>
                    <a:pt x="4658" y="17229"/>
                  </a:lnTo>
                  <a:cubicBezTo>
                    <a:pt x="4732" y="17229"/>
                    <a:pt x="4806" y="17192"/>
                    <a:pt x="4880" y="17118"/>
                  </a:cubicBezTo>
                  <a:cubicBezTo>
                    <a:pt x="4954" y="17081"/>
                    <a:pt x="4954" y="17007"/>
                    <a:pt x="4954" y="16897"/>
                  </a:cubicBezTo>
                  <a:lnTo>
                    <a:pt x="4954" y="297"/>
                  </a:lnTo>
                  <a:cubicBezTo>
                    <a:pt x="4954" y="223"/>
                    <a:pt x="4954" y="149"/>
                    <a:pt x="4880" y="75"/>
                  </a:cubicBezTo>
                  <a:cubicBezTo>
                    <a:pt x="4806" y="38"/>
                    <a:pt x="4732" y="1"/>
                    <a:pt x="46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744;p64">
              <a:extLst>
                <a:ext uri="{FF2B5EF4-FFF2-40B4-BE49-F238E27FC236}">
                  <a16:creationId xmlns:a16="http://schemas.microsoft.com/office/drawing/2014/main" id="{6F87FB34-FA15-9A58-3639-B0797E0893A0}"/>
                </a:ext>
              </a:extLst>
            </p:cNvPr>
            <p:cNvSpPr/>
            <p:nvPr/>
          </p:nvSpPr>
          <p:spPr>
            <a:xfrm>
              <a:off x="3767925" y="4511925"/>
              <a:ext cx="164550" cy="525000"/>
            </a:xfrm>
            <a:custGeom>
              <a:avLst/>
              <a:gdLst/>
              <a:ahLst/>
              <a:cxnLst/>
              <a:rect l="l" t="t" r="r" b="b"/>
              <a:pathLst>
                <a:path w="6582" h="21000" extrusionOk="0">
                  <a:moveTo>
                    <a:pt x="1" y="1"/>
                  </a:moveTo>
                  <a:lnTo>
                    <a:pt x="1" y="21000"/>
                  </a:lnTo>
                  <a:lnTo>
                    <a:pt x="6582" y="21000"/>
                  </a:lnTo>
                  <a:lnTo>
                    <a:pt x="658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745;p64">
              <a:extLst>
                <a:ext uri="{FF2B5EF4-FFF2-40B4-BE49-F238E27FC236}">
                  <a16:creationId xmlns:a16="http://schemas.microsoft.com/office/drawing/2014/main" id="{CA04B3E8-A431-7261-85F9-4FF633F8AC1D}"/>
                </a:ext>
              </a:extLst>
            </p:cNvPr>
            <p:cNvSpPr/>
            <p:nvPr/>
          </p:nvSpPr>
          <p:spPr>
            <a:xfrm>
              <a:off x="3760550" y="4503600"/>
              <a:ext cx="179325" cy="540725"/>
            </a:xfrm>
            <a:custGeom>
              <a:avLst/>
              <a:gdLst/>
              <a:ahLst/>
              <a:cxnLst/>
              <a:rect l="l" t="t" r="r" b="b"/>
              <a:pathLst>
                <a:path w="7173" h="21629" extrusionOk="0">
                  <a:moveTo>
                    <a:pt x="6581" y="629"/>
                  </a:moveTo>
                  <a:lnTo>
                    <a:pt x="6581" y="21037"/>
                  </a:lnTo>
                  <a:lnTo>
                    <a:pt x="629" y="21037"/>
                  </a:lnTo>
                  <a:lnTo>
                    <a:pt x="629" y="629"/>
                  </a:lnTo>
                  <a:close/>
                  <a:moveTo>
                    <a:pt x="296" y="1"/>
                  </a:moveTo>
                  <a:cubicBezTo>
                    <a:pt x="222" y="1"/>
                    <a:pt x="148" y="38"/>
                    <a:pt x="111" y="112"/>
                  </a:cubicBezTo>
                  <a:cubicBezTo>
                    <a:pt x="37" y="149"/>
                    <a:pt x="0" y="260"/>
                    <a:pt x="0" y="334"/>
                  </a:cubicBezTo>
                  <a:lnTo>
                    <a:pt x="0" y="21333"/>
                  </a:lnTo>
                  <a:cubicBezTo>
                    <a:pt x="0" y="21407"/>
                    <a:pt x="37" y="21481"/>
                    <a:pt x="111" y="21555"/>
                  </a:cubicBezTo>
                  <a:cubicBezTo>
                    <a:pt x="148" y="21592"/>
                    <a:pt x="222" y="21629"/>
                    <a:pt x="296" y="21629"/>
                  </a:cubicBezTo>
                  <a:lnTo>
                    <a:pt x="6877" y="21629"/>
                  </a:lnTo>
                  <a:cubicBezTo>
                    <a:pt x="6951" y="21629"/>
                    <a:pt x="7024" y="21592"/>
                    <a:pt x="7098" y="21555"/>
                  </a:cubicBezTo>
                  <a:cubicBezTo>
                    <a:pt x="7172" y="21481"/>
                    <a:pt x="7172" y="21407"/>
                    <a:pt x="7172" y="21333"/>
                  </a:cubicBezTo>
                  <a:lnTo>
                    <a:pt x="7172" y="334"/>
                  </a:lnTo>
                  <a:cubicBezTo>
                    <a:pt x="7172" y="260"/>
                    <a:pt x="7172" y="149"/>
                    <a:pt x="7098" y="112"/>
                  </a:cubicBezTo>
                  <a:cubicBezTo>
                    <a:pt x="7024" y="38"/>
                    <a:pt x="6951" y="1"/>
                    <a:pt x="68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746;p64">
              <a:extLst>
                <a:ext uri="{FF2B5EF4-FFF2-40B4-BE49-F238E27FC236}">
                  <a16:creationId xmlns:a16="http://schemas.microsoft.com/office/drawing/2014/main" id="{A53FCA98-A447-F503-9596-2D414B958116}"/>
                </a:ext>
              </a:extLst>
            </p:cNvPr>
            <p:cNvSpPr/>
            <p:nvPr/>
          </p:nvSpPr>
          <p:spPr>
            <a:xfrm>
              <a:off x="3244800" y="4999025"/>
              <a:ext cx="1202500" cy="159000"/>
            </a:xfrm>
            <a:custGeom>
              <a:avLst/>
              <a:gdLst/>
              <a:ahLst/>
              <a:cxnLst/>
              <a:rect l="l" t="t" r="r" b="b"/>
              <a:pathLst>
                <a:path w="48100" h="6360" extrusionOk="0">
                  <a:moveTo>
                    <a:pt x="23773" y="0"/>
                  </a:moveTo>
                  <a:lnTo>
                    <a:pt x="23773" y="148"/>
                  </a:lnTo>
                  <a:lnTo>
                    <a:pt x="20741" y="961"/>
                  </a:lnTo>
                  <a:lnTo>
                    <a:pt x="0" y="4843"/>
                  </a:lnTo>
                  <a:lnTo>
                    <a:pt x="0" y="6359"/>
                  </a:lnTo>
                  <a:lnTo>
                    <a:pt x="48099" y="6359"/>
                  </a:lnTo>
                  <a:lnTo>
                    <a:pt x="48099" y="4843"/>
                  </a:lnTo>
                  <a:lnTo>
                    <a:pt x="27359" y="961"/>
                  </a:lnTo>
                  <a:lnTo>
                    <a:pt x="24327" y="148"/>
                  </a:lnTo>
                  <a:lnTo>
                    <a:pt x="24327" y="0"/>
                  </a:lnTo>
                  <a:lnTo>
                    <a:pt x="24068" y="74"/>
                  </a:lnTo>
                  <a:lnTo>
                    <a:pt x="2377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747;p64">
              <a:extLst>
                <a:ext uri="{FF2B5EF4-FFF2-40B4-BE49-F238E27FC236}">
                  <a16:creationId xmlns:a16="http://schemas.microsoft.com/office/drawing/2014/main" id="{4B637ACE-2BE1-6535-50FE-3D1A3755E9F5}"/>
                </a:ext>
              </a:extLst>
            </p:cNvPr>
            <p:cNvSpPr/>
            <p:nvPr/>
          </p:nvSpPr>
          <p:spPr>
            <a:xfrm>
              <a:off x="3237400" y="4991250"/>
              <a:ext cx="1217275" cy="174150"/>
            </a:xfrm>
            <a:custGeom>
              <a:avLst/>
              <a:gdLst/>
              <a:ahLst/>
              <a:cxnLst/>
              <a:rect l="l" t="t" r="r" b="b"/>
              <a:pathLst>
                <a:path w="48691" h="6966" extrusionOk="0">
                  <a:moveTo>
                    <a:pt x="24411" y="681"/>
                  </a:moveTo>
                  <a:cubicBezTo>
                    <a:pt x="24446" y="715"/>
                    <a:pt x="24492" y="740"/>
                    <a:pt x="24549" y="755"/>
                  </a:cubicBezTo>
                  <a:lnTo>
                    <a:pt x="27581" y="1568"/>
                  </a:lnTo>
                  <a:lnTo>
                    <a:pt x="27618" y="1568"/>
                  </a:lnTo>
                  <a:lnTo>
                    <a:pt x="48099" y="5413"/>
                  </a:lnTo>
                  <a:lnTo>
                    <a:pt x="48099" y="6374"/>
                  </a:lnTo>
                  <a:lnTo>
                    <a:pt x="592" y="6374"/>
                  </a:lnTo>
                  <a:lnTo>
                    <a:pt x="592" y="5413"/>
                  </a:lnTo>
                  <a:lnTo>
                    <a:pt x="21074" y="1568"/>
                  </a:lnTo>
                  <a:lnTo>
                    <a:pt x="21111" y="1568"/>
                  </a:lnTo>
                  <a:lnTo>
                    <a:pt x="24143" y="755"/>
                  </a:lnTo>
                  <a:cubicBezTo>
                    <a:pt x="24200" y="740"/>
                    <a:pt x="24246" y="715"/>
                    <a:pt x="24281" y="681"/>
                  </a:cubicBezTo>
                  <a:close/>
                  <a:moveTo>
                    <a:pt x="24070" y="0"/>
                  </a:moveTo>
                  <a:cubicBezTo>
                    <a:pt x="24007" y="0"/>
                    <a:pt x="23936" y="26"/>
                    <a:pt x="23884" y="52"/>
                  </a:cubicBezTo>
                  <a:cubicBezTo>
                    <a:pt x="23832" y="104"/>
                    <a:pt x="23798" y="156"/>
                    <a:pt x="23783" y="220"/>
                  </a:cubicBezTo>
                  <a:lnTo>
                    <a:pt x="23783" y="220"/>
                  </a:lnTo>
                  <a:lnTo>
                    <a:pt x="20963" y="977"/>
                  </a:lnTo>
                  <a:lnTo>
                    <a:pt x="260" y="4859"/>
                  </a:lnTo>
                  <a:cubicBezTo>
                    <a:pt x="112" y="4859"/>
                    <a:pt x="1" y="5006"/>
                    <a:pt x="1" y="5154"/>
                  </a:cubicBezTo>
                  <a:lnTo>
                    <a:pt x="1" y="6670"/>
                  </a:lnTo>
                  <a:cubicBezTo>
                    <a:pt x="1" y="6744"/>
                    <a:pt x="38" y="6818"/>
                    <a:pt x="75" y="6892"/>
                  </a:cubicBezTo>
                  <a:cubicBezTo>
                    <a:pt x="149" y="6929"/>
                    <a:pt x="223" y="6966"/>
                    <a:pt x="296" y="6966"/>
                  </a:cubicBezTo>
                  <a:lnTo>
                    <a:pt x="48395" y="6966"/>
                  </a:lnTo>
                  <a:cubicBezTo>
                    <a:pt x="48469" y="6966"/>
                    <a:pt x="48543" y="6929"/>
                    <a:pt x="48617" y="6892"/>
                  </a:cubicBezTo>
                  <a:cubicBezTo>
                    <a:pt x="48691" y="6818"/>
                    <a:pt x="48691" y="6744"/>
                    <a:pt x="48691" y="6670"/>
                  </a:cubicBezTo>
                  <a:lnTo>
                    <a:pt x="48691" y="5154"/>
                  </a:lnTo>
                  <a:cubicBezTo>
                    <a:pt x="48691" y="5006"/>
                    <a:pt x="48617" y="4859"/>
                    <a:pt x="48469" y="4859"/>
                  </a:cubicBezTo>
                  <a:lnTo>
                    <a:pt x="27729" y="977"/>
                  </a:lnTo>
                  <a:lnTo>
                    <a:pt x="24909" y="220"/>
                  </a:lnTo>
                  <a:lnTo>
                    <a:pt x="24909" y="220"/>
                  </a:lnTo>
                  <a:cubicBezTo>
                    <a:pt x="24893" y="156"/>
                    <a:pt x="24860" y="104"/>
                    <a:pt x="24808" y="52"/>
                  </a:cubicBezTo>
                  <a:cubicBezTo>
                    <a:pt x="24756" y="26"/>
                    <a:pt x="24685" y="0"/>
                    <a:pt x="24622" y="0"/>
                  </a:cubicBezTo>
                  <a:cubicBezTo>
                    <a:pt x="24596" y="0"/>
                    <a:pt x="24571" y="5"/>
                    <a:pt x="24549" y="15"/>
                  </a:cubicBezTo>
                  <a:lnTo>
                    <a:pt x="24364" y="52"/>
                  </a:lnTo>
                  <a:lnTo>
                    <a:pt x="24143" y="15"/>
                  </a:lnTo>
                  <a:cubicBezTo>
                    <a:pt x="24121" y="5"/>
                    <a:pt x="24096" y="0"/>
                    <a:pt x="240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748;p64">
              <a:extLst>
                <a:ext uri="{FF2B5EF4-FFF2-40B4-BE49-F238E27FC236}">
                  <a16:creationId xmlns:a16="http://schemas.microsoft.com/office/drawing/2014/main" id="{EB70DB24-742A-8A9E-0C1E-BE5828E4C8C5}"/>
                </a:ext>
              </a:extLst>
            </p:cNvPr>
            <p:cNvSpPr/>
            <p:nvPr/>
          </p:nvSpPr>
          <p:spPr>
            <a:xfrm>
              <a:off x="3253125" y="5145975"/>
              <a:ext cx="73025" cy="72125"/>
            </a:xfrm>
            <a:custGeom>
              <a:avLst/>
              <a:gdLst/>
              <a:ahLst/>
              <a:cxnLst/>
              <a:rect l="l" t="t" r="r" b="b"/>
              <a:pathLst>
                <a:path w="2921" h="2885" extrusionOk="0">
                  <a:moveTo>
                    <a:pt x="1479" y="0"/>
                  </a:moveTo>
                  <a:cubicBezTo>
                    <a:pt x="666" y="0"/>
                    <a:pt x="0" y="629"/>
                    <a:pt x="0" y="1442"/>
                  </a:cubicBezTo>
                  <a:cubicBezTo>
                    <a:pt x="0" y="2256"/>
                    <a:pt x="666" y="2884"/>
                    <a:pt x="1479" y="2884"/>
                  </a:cubicBezTo>
                  <a:cubicBezTo>
                    <a:pt x="2255" y="2884"/>
                    <a:pt x="2921" y="2256"/>
                    <a:pt x="2921" y="1442"/>
                  </a:cubicBezTo>
                  <a:cubicBezTo>
                    <a:pt x="2921" y="629"/>
                    <a:pt x="2255" y="0"/>
                    <a:pt x="14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749;p64">
              <a:extLst>
                <a:ext uri="{FF2B5EF4-FFF2-40B4-BE49-F238E27FC236}">
                  <a16:creationId xmlns:a16="http://schemas.microsoft.com/office/drawing/2014/main" id="{02E5A9D4-2EB4-2915-0AA9-48D5B57C5D66}"/>
                </a:ext>
              </a:extLst>
            </p:cNvPr>
            <p:cNvSpPr/>
            <p:nvPr/>
          </p:nvSpPr>
          <p:spPr>
            <a:xfrm>
              <a:off x="3245725" y="5137650"/>
              <a:ext cx="87825" cy="88750"/>
            </a:xfrm>
            <a:custGeom>
              <a:avLst/>
              <a:gdLst/>
              <a:ahLst/>
              <a:cxnLst/>
              <a:rect l="l" t="t" r="r" b="b"/>
              <a:pathLst>
                <a:path w="3513" h="3550" extrusionOk="0">
                  <a:moveTo>
                    <a:pt x="1775" y="629"/>
                  </a:moveTo>
                  <a:cubicBezTo>
                    <a:pt x="2404" y="629"/>
                    <a:pt x="2921" y="1147"/>
                    <a:pt x="2921" y="1775"/>
                  </a:cubicBezTo>
                  <a:cubicBezTo>
                    <a:pt x="2921" y="2404"/>
                    <a:pt x="2404" y="2921"/>
                    <a:pt x="1775" y="2921"/>
                  </a:cubicBezTo>
                  <a:cubicBezTo>
                    <a:pt x="1147" y="2921"/>
                    <a:pt x="629" y="2404"/>
                    <a:pt x="629" y="1775"/>
                  </a:cubicBezTo>
                  <a:cubicBezTo>
                    <a:pt x="629" y="1147"/>
                    <a:pt x="1147" y="629"/>
                    <a:pt x="1775" y="629"/>
                  </a:cubicBezTo>
                  <a:close/>
                  <a:moveTo>
                    <a:pt x="1775" y="1"/>
                  </a:moveTo>
                  <a:cubicBezTo>
                    <a:pt x="777" y="1"/>
                    <a:pt x="0" y="814"/>
                    <a:pt x="0" y="1775"/>
                  </a:cubicBezTo>
                  <a:cubicBezTo>
                    <a:pt x="0" y="2737"/>
                    <a:pt x="777" y="3550"/>
                    <a:pt x="1775" y="3550"/>
                  </a:cubicBezTo>
                  <a:cubicBezTo>
                    <a:pt x="2736" y="3550"/>
                    <a:pt x="3513" y="2737"/>
                    <a:pt x="3513" y="1775"/>
                  </a:cubicBezTo>
                  <a:cubicBezTo>
                    <a:pt x="3513" y="814"/>
                    <a:pt x="2736" y="1"/>
                    <a:pt x="17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750;p64">
              <a:extLst>
                <a:ext uri="{FF2B5EF4-FFF2-40B4-BE49-F238E27FC236}">
                  <a16:creationId xmlns:a16="http://schemas.microsoft.com/office/drawing/2014/main" id="{966E84C5-4DD7-6381-FA96-CEE97C328F5C}"/>
                </a:ext>
              </a:extLst>
            </p:cNvPr>
            <p:cNvSpPr/>
            <p:nvPr/>
          </p:nvSpPr>
          <p:spPr>
            <a:xfrm>
              <a:off x="3809525" y="5145975"/>
              <a:ext cx="73050" cy="72125"/>
            </a:xfrm>
            <a:custGeom>
              <a:avLst/>
              <a:gdLst/>
              <a:ahLst/>
              <a:cxnLst/>
              <a:rect l="l" t="t" r="r" b="b"/>
              <a:pathLst>
                <a:path w="2922" h="2885" extrusionOk="0">
                  <a:moveTo>
                    <a:pt x="1479" y="0"/>
                  </a:moveTo>
                  <a:cubicBezTo>
                    <a:pt x="666" y="0"/>
                    <a:pt x="1" y="629"/>
                    <a:pt x="1" y="1442"/>
                  </a:cubicBezTo>
                  <a:cubicBezTo>
                    <a:pt x="1" y="2256"/>
                    <a:pt x="666" y="2884"/>
                    <a:pt x="1479" y="2884"/>
                  </a:cubicBezTo>
                  <a:cubicBezTo>
                    <a:pt x="2256" y="2884"/>
                    <a:pt x="2921" y="2256"/>
                    <a:pt x="2921" y="1442"/>
                  </a:cubicBezTo>
                  <a:cubicBezTo>
                    <a:pt x="2921" y="629"/>
                    <a:pt x="2256" y="0"/>
                    <a:pt x="14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751;p64">
              <a:extLst>
                <a:ext uri="{FF2B5EF4-FFF2-40B4-BE49-F238E27FC236}">
                  <a16:creationId xmlns:a16="http://schemas.microsoft.com/office/drawing/2014/main" id="{79AB256F-092B-0B1E-BB1F-3B29D7A8D679}"/>
                </a:ext>
              </a:extLst>
            </p:cNvPr>
            <p:cNvSpPr/>
            <p:nvPr/>
          </p:nvSpPr>
          <p:spPr>
            <a:xfrm>
              <a:off x="3802125" y="5137650"/>
              <a:ext cx="87825" cy="88750"/>
            </a:xfrm>
            <a:custGeom>
              <a:avLst/>
              <a:gdLst/>
              <a:ahLst/>
              <a:cxnLst/>
              <a:rect l="l" t="t" r="r" b="b"/>
              <a:pathLst>
                <a:path w="3513" h="3550" extrusionOk="0">
                  <a:moveTo>
                    <a:pt x="1775" y="629"/>
                  </a:moveTo>
                  <a:cubicBezTo>
                    <a:pt x="2404" y="629"/>
                    <a:pt x="2884" y="1147"/>
                    <a:pt x="2921" y="1775"/>
                  </a:cubicBezTo>
                  <a:cubicBezTo>
                    <a:pt x="2884" y="2404"/>
                    <a:pt x="2404" y="2921"/>
                    <a:pt x="1775" y="2921"/>
                  </a:cubicBezTo>
                  <a:cubicBezTo>
                    <a:pt x="1147" y="2921"/>
                    <a:pt x="629" y="2404"/>
                    <a:pt x="629" y="1775"/>
                  </a:cubicBezTo>
                  <a:cubicBezTo>
                    <a:pt x="629" y="1147"/>
                    <a:pt x="1147" y="629"/>
                    <a:pt x="1775" y="629"/>
                  </a:cubicBezTo>
                  <a:close/>
                  <a:moveTo>
                    <a:pt x="1775" y="1"/>
                  </a:moveTo>
                  <a:cubicBezTo>
                    <a:pt x="777" y="1"/>
                    <a:pt x="1" y="814"/>
                    <a:pt x="1" y="1775"/>
                  </a:cubicBezTo>
                  <a:cubicBezTo>
                    <a:pt x="1" y="2737"/>
                    <a:pt x="777" y="3550"/>
                    <a:pt x="1775" y="3550"/>
                  </a:cubicBezTo>
                  <a:cubicBezTo>
                    <a:pt x="2737" y="3550"/>
                    <a:pt x="3513" y="2737"/>
                    <a:pt x="3513" y="1775"/>
                  </a:cubicBezTo>
                  <a:cubicBezTo>
                    <a:pt x="3513" y="814"/>
                    <a:pt x="2737" y="1"/>
                    <a:pt x="17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752;p64">
              <a:extLst>
                <a:ext uri="{FF2B5EF4-FFF2-40B4-BE49-F238E27FC236}">
                  <a16:creationId xmlns:a16="http://schemas.microsoft.com/office/drawing/2014/main" id="{636C8254-CB18-2201-26CA-7DEEEC3C7263}"/>
                </a:ext>
              </a:extLst>
            </p:cNvPr>
            <p:cNvSpPr/>
            <p:nvPr/>
          </p:nvSpPr>
          <p:spPr>
            <a:xfrm>
              <a:off x="4369625" y="5145975"/>
              <a:ext cx="72125" cy="72125"/>
            </a:xfrm>
            <a:custGeom>
              <a:avLst/>
              <a:gdLst/>
              <a:ahLst/>
              <a:cxnLst/>
              <a:rect l="l" t="t" r="r" b="b"/>
              <a:pathLst>
                <a:path w="2885" h="2885" extrusionOk="0">
                  <a:moveTo>
                    <a:pt x="1443" y="0"/>
                  </a:moveTo>
                  <a:cubicBezTo>
                    <a:pt x="666" y="0"/>
                    <a:pt x="1" y="629"/>
                    <a:pt x="1" y="1442"/>
                  </a:cubicBezTo>
                  <a:cubicBezTo>
                    <a:pt x="1" y="2256"/>
                    <a:pt x="666" y="2884"/>
                    <a:pt x="1443" y="2884"/>
                  </a:cubicBezTo>
                  <a:cubicBezTo>
                    <a:pt x="2256" y="2884"/>
                    <a:pt x="2884" y="2256"/>
                    <a:pt x="2884" y="1442"/>
                  </a:cubicBezTo>
                  <a:cubicBezTo>
                    <a:pt x="2884" y="629"/>
                    <a:pt x="2256" y="0"/>
                    <a:pt x="14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753;p64">
              <a:extLst>
                <a:ext uri="{FF2B5EF4-FFF2-40B4-BE49-F238E27FC236}">
                  <a16:creationId xmlns:a16="http://schemas.microsoft.com/office/drawing/2014/main" id="{9B836D00-65F5-0ABC-7FCE-A3C44F0268FC}"/>
                </a:ext>
              </a:extLst>
            </p:cNvPr>
            <p:cNvSpPr/>
            <p:nvPr/>
          </p:nvSpPr>
          <p:spPr>
            <a:xfrm>
              <a:off x="4362225" y="5137650"/>
              <a:ext cx="87850" cy="88750"/>
            </a:xfrm>
            <a:custGeom>
              <a:avLst/>
              <a:gdLst/>
              <a:ahLst/>
              <a:cxnLst/>
              <a:rect l="l" t="t" r="r" b="b"/>
              <a:pathLst>
                <a:path w="3514" h="3550" extrusionOk="0">
                  <a:moveTo>
                    <a:pt x="1739" y="629"/>
                  </a:moveTo>
                  <a:cubicBezTo>
                    <a:pt x="2367" y="629"/>
                    <a:pt x="2885" y="1147"/>
                    <a:pt x="2885" y="1775"/>
                  </a:cubicBezTo>
                  <a:cubicBezTo>
                    <a:pt x="2885" y="2404"/>
                    <a:pt x="2367" y="2921"/>
                    <a:pt x="1739" y="2921"/>
                  </a:cubicBezTo>
                  <a:cubicBezTo>
                    <a:pt x="1110" y="2921"/>
                    <a:pt x="592" y="2404"/>
                    <a:pt x="592" y="1775"/>
                  </a:cubicBezTo>
                  <a:cubicBezTo>
                    <a:pt x="592" y="1147"/>
                    <a:pt x="1110" y="629"/>
                    <a:pt x="1739" y="629"/>
                  </a:cubicBezTo>
                  <a:close/>
                  <a:moveTo>
                    <a:pt x="1739" y="1"/>
                  </a:moveTo>
                  <a:cubicBezTo>
                    <a:pt x="777" y="1"/>
                    <a:pt x="1" y="814"/>
                    <a:pt x="1" y="1775"/>
                  </a:cubicBezTo>
                  <a:cubicBezTo>
                    <a:pt x="1" y="2737"/>
                    <a:pt x="777" y="3550"/>
                    <a:pt x="1739" y="3550"/>
                  </a:cubicBezTo>
                  <a:cubicBezTo>
                    <a:pt x="2700" y="3550"/>
                    <a:pt x="3513" y="2737"/>
                    <a:pt x="3513" y="1775"/>
                  </a:cubicBezTo>
                  <a:cubicBezTo>
                    <a:pt x="3513" y="814"/>
                    <a:pt x="2700" y="1"/>
                    <a:pt x="1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754;p64">
              <a:extLst>
                <a:ext uri="{FF2B5EF4-FFF2-40B4-BE49-F238E27FC236}">
                  <a16:creationId xmlns:a16="http://schemas.microsoft.com/office/drawing/2014/main" id="{2F0490C3-D576-27D8-528F-75888805E443}"/>
                </a:ext>
              </a:extLst>
            </p:cNvPr>
            <p:cNvSpPr/>
            <p:nvPr/>
          </p:nvSpPr>
          <p:spPr>
            <a:xfrm>
              <a:off x="3325200" y="3763275"/>
              <a:ext cx="108175" cy="466775"/>
            </a:xfrm>
            <a:custGeom>
              <a:avLst/>
              <a:gdLst/>
              <a:ahLst/>
              <a:cxnLst/>
              <a:rect l="l" t="t" r="r" b="b"/>
              <a:pathLst>
                <a:path w="4327" h="18671" extrusionOk="0">
                  <a:moveTo>
                    <a:pt x="1" y="0"/>
                  </a:moveTo>
                  <a:lnTo>
                    <a:pt x="1" y="14382"/>
                  </a:lnTo>
                  <a:cubicBezTo>
                    <a:pt x="1" y="16748"/>
                    <a:pt x="1923" y="18671"/>
                    <a:pt x="4326" y="18671"/>
                  </a:cubicBezTo>
                  <a:lnTo>
                    <a:pt x="432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755;p64">
              <a:extLst>
                <a:ext uri="{FF2B5EF4-FFF2-40B4-BE49-F238E27FC236}">
                  <a16:creationId xmlns:a16="http://schemas.microsoft.com/office/drawing/2014/main" id="{2EE6805E-E22D-9D72-E942-4B1C3F9053E0}"/>
                </a:ext>
              </a:extLst>
            </p:cNvPr>
            <p:cNvSpPr/>
            <p:nvPr/>
          </p:nvSpPr>
          <p:spPr>
            <a:xfrm>
              <a:off x="3317825" y="3755875"/>
              <a:ext cx="122950" cy="482500"/>
            </a:xfrm>
            <a:custGeom>
              <a:avLst/>
              <a:gdLst/>
              <a:ahLst/>
              <a:cxnLst/>
              <a:rect l="l" t="t" r="r" b="b"/>
              <a:pathLst>
                <a:path w="4918" h="19300" extrusionOk="0">
                  <a:moveTo>
                    <a:pt x="4289" y="629"/>
                  </a:moveTo>
                  <a:lnTo>
                    <a:pt x="4289" y="18657"/>
                  </a:lnTo>
                  <a:lnTo>
                    <a:pt x="4289" y="18657"/>
                  </a:lnTo>
                  <a:cubicBezTo>
                    <a:pt x="3313" y="18578"/>
                    <a:pt x="2439" y="18152"/>
                    <a:pt x="1775" y="17488"/>
                  </a:cubicBezTo>
                  <a:cubicBezTo>
                    <a:pt x="1072" y="16785"/>
                    <a:pt x="629" y="15787"/>
                    <a:pt x="592" y="14678"/>
                  </a:cubicBezTo>
                  <a:lnTo>
                    <a:pt x="592" y="629"/>
                  </a:lnTo>
                  <a:close/>
                  <a:moveTo>
                    <a:pt x="296" y="1"/>
                  </a:moveTo>
                  <a:cubicBezTo>
                    <a:pt x="222" y="1"/>
                    <a:pt x="148" y="38"/>
                    <a:pt x="74" y="111"/>
                  </a:cubicBezTo>
                  <a:cubicBezTo>
                    <a:pt x="37" y="148"/>
                    <a:pt x="0" y="222"/>
                    <a:pt x="0" y="296"/>
                  </a:cubicBezTo>
                  <a:lnTo>
                    <a:pt x="0" y="14678"/>
                  </a:lnTo>
                  <a:cubicBezTo>
                    <a:pt x="0" y="17229"/>
                    <a:pt x="2071" y="19262"/>
                    <a:pt x="4621" y="19299"/>
                  </a:cubicBezTo>
                  <a:cubicBezTo>
                    <a:pt x="4695" y="19299"/>
                    <a:pt x="4769" y="19262"/>
                    <a:pt x="4843" y="19188"/>
                  </a:cubicBezTo>
                  <a:cubicBezTo>
                    <a:pt x="4880" y="19151"/>
                    <a:pt x="4917" y="19040"/>
                    <a:pt x="4917" y="18967"/>
                  </a:cubicBezTo>
                  <a:lnTo>
                    <a:pt x="4917" y="296"/>
                  </a:lnTo>
                  <a:cubicBezTo>
                    <a:pt x="4917" y="222"/>
                    <a:pt x="4880" y="148"/>
                    <a:pt x="4843" y="111"/>
                  </a:cubicBezTo>
                  <a:cubicBezTo>
                    <a:pt x="4769" y="38"/>
                    <a:pt x="4695" y="1"/>
                    <a:pt x="46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756;p64">
              <a:extLst>
                <a:ext uri="{FF2B5EF4-FFF2-40B4-BE49-F238E27FC236}">
                  <a16:creationId xmlns:a16="http://schemas.microsoft.com/office/drawing/2014/main" id="{19ADBBFD-6002-6B0F-0D10-D7D41E1D0FD9}"/>
                </a:ext>
              </a:extLst>
            </p:cNvPr>
            <p:cNvSpPr/>
            <p:nvPr/>
          </p:nvSpPr>
          <p:spPr>
            <a:xfrm>
              <a:off x="3264200" y="3666225"/>
              <a:ext cx="169175" cy="86900"/>
            </a:xfrm>
            <a:custGeom>
              <a:avLst/>
              <a:gdLst/>
              <a:ahLst/>
              <a:cxnLst/>
              <a:rect l="l" t="t" r="r" b="b"/>
              <a:pathLst>
                <a:path w="6767" h="3476" extrusionOk="0">
                  <a:moveTo>
                    <a:pt x="1" y="0"/>
                  </a:moveTo>
                  <a:lnTo>
                    <a:pt x="1" y="3476"/>
                  </a:lnTo>
                  <a:lnTo>
                    <a:pt x="6766" y="3476"/>
                  </a:lnTo>
                  <a:lnTo>
                    <a:pt x="67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757;p64">
              <a:extLst>
                <a:ext uri="{FF2B5EF4-FFF2-40B4-BE49-F238E27FC236}">
                  <a16:creationId xmlns:a16="http://schemas.microsoft.com/office/drawing/2014/main" id="{961E0B32-3BF5-5976-27B4-33A8FB767CF9}"/>
                </a:ext>
              </a:extLst>
            </p:cNvPr>
            <p:cNvSpPr/>
            <p:nvPr/>
          </p:nvSpPr>
          <p:spPr>
            <a:xfrm>
              <a:off x="3255900" y="3658825"/>
              <a:ext cx="184875" cy="102625"/>
            </a:xfrm>
            <a:custGeom>
              <a:avLst/>
              <a:gdLst/>
              <a:ahLst/>
              <a:cxnLst/>
              <a:rect l="l" t="t" r="r" b="b"/>
              <a:pathLst>
                <a:path w="7395" h="4105" extrusionOk="0">
                  <a:moveTo>
                    <a:pt x="6766" y="592"/>
                  </a:moveTo>
                  <a:lnTo>
                    <a:pt x="6766" y="3476"/>
                  </a:lnTo>
                  <a:lnTo>
                    <a:pt x="629" y="3476"/>
                  </a:lnTo>
                  <a:lnTo>
                    <a:pt x="629" y="592"/>
                  </a:lnTo>
                  <a:close/>
                  <a:moveTo>
                    <a:pt x="333" y="1"/>
                  </a:moveTo>
                  <a:cubicBezTo>
                    <a:pt x="222" y="1"/>
                    <a:pt x="148" y="38"/>
                    <a:pt x="111" y="75"/>
                  </a:cubicBezTo>
                  <a:cubicBezTo>
                    <a:pt x="37" y="148"/>
                    <a:pt x="0" y="222"/>
                    <a:pt x="0" y="296"/>
                  </a:cubicBezTo>
                  <a:lnTo>
                    <a:pt x="0" y="3772"/>
                  </a:lnTo>
                  <a:cubicBezTo>
                    <a:pt x="0" y="3846"/>
                    <a:pt x="37" y="3956"/>
                    <a:pt x="111" y="3993"/>
                  </a:cubicBezTo>
                  <a:cubicBezTo>
                    <a:pt x="148" y="4067"/>
                    <a:pt x="222" y="4104"/>
                    <a:pt x="333" y="4104"/>
                  </a:cubicBezTo>
                  <a:lnTo>
                    <a:pt x="7098" y="4104"/>
                  </a:lnTo>
                  <a:cubicBezTo>
                    <a:pt x="7172" y="4104"/>
                    <a:pt x="7246" y="4067"/>
                    <a:pt x="7320" y="3993"/>
                  </a:cubicBezTo>
                  <a:cubicBezTo>
                    <a:pt x="7357" y="3956"/>
                    <a:pt x="7394" y="3883"/>
                    <a:pt x="7394" y="3772"/>
                  </a:cubicBezTo>
                  <a:lnTo>
                    <a:pt x="7394" y="296"/>
                  </a:lnTo>
                  <a:cubicBezTo>
                    <a:pt x="7394" y="222"/>
                    <a:pt x="7357" y="148"/>
                    <a:pt x="7320" y="75"/>
                  </a:cubicBezTo>
                  <a:cubicBezTo>
                    <a:pt x="7246" y="38"/>
                    <a:pt x="7172" y="1"/>
                    <a:pt x="70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758;p64">
              <a:extLst>
                <a:ext uri="{FF2B5EF4-FFF2-40B4-BE49-F238E27FC236}">
                  <a16:creationId xmlns:a16="http://schemas.microsoft.com/office/drawing/2014/main" id="{2657E606-8BAC-3787-42CB-1ABA9C3ED308}"/>
                </a:ext>
              </a:extLst>
            </p:cNvPr>
            <p:cNvSpPr/>
            <p:nvPr/>
          </p:nvSpPr>
          <p:spPr>
            <a:xfrm>
              <a:off x="4271650" y="3763275"/>
              <a:ext cx="107250" cy="466775"/>
            </a:xfrm>
            <a:custGeom>
              <a:avLst/>
              <a:gdLst/>
              <a:ahLst/>
              <a:cxnLst/>
              <a:rect l="l" t="t" r="r" b="b"/>
              <a:pathLst>
                <a:path w="4290" h="18671" extrusionOk="0">
                  <a:moveTo>
                    <a:pt x="1" y="0"/>
                  </a:moveTo>
                  <a:lnTo>
                    <a:pt x="1" y="18671"/>
                  </a:lnTo>
                  <a:cubicBezTo>
                    <a:pt x="2367" y="18671"/>
                    <a:pt x="4289" y="16748"/>
                    <a:pt x="4289" y="14382"/>
                  </a:cubicBezTo>
                  <a:lnTo>
                    <a:pt x="428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759;p64">
              <a:extLst>
                <a:ext uri="{FF2B5EF4-FFF2-40B4-BE49-F238E27FC236}">
                  <a16:creationId xmlns:a16="http://schemas.microsoft.com/office/drawing/2014/main" id="{700385A0-27F0-71C5-B486-0530B972946A}"/>
                </a:ext>
              </a:extLst>
            </p:cNvPr>
            <p:cNvSpPr/>
            <p:nvPr/>
          </p:nvSpPr>
          <p:spPr>
            <a:xfrm>
              <a:off x="4264275" y="3755875"/>
              <a:ext cx="122950" cy="482500"/>
            </a:xfrm>
            <a:custGeom>
              <a:avLst/>
              <a:gdLst/>
              <a:ahLst/>
              <a:cxnLst/>
              <a:rect l="l" t="t" r="r" b="b"/>
              <a:pathLst>
                <a:path w="4918" h="19300" extrusionOk="0">
                  <a:moveTo>
                    <a:pt x="4289" y="629"/>
                  </a:moveTo>
                  <a:lnTo>
                    <a:pt x="4289" y="14678"/>
                  </a:lnTo>
                  <a:cubicBezTo>
                    <a:pt x="4289" y="15787"/>
                    <a:pt x="3845" y="16785"/>
                    <a:pt x="3106" y="17488"/>
                  </a:cubicBezTo>
                  <a:cubicBezTo>
                    <a:pt x="2466" y="18161"/>
                    <a:pt x="1582" y="18589"/>
                    <a:pt x="592" y="18660"/>
                  </a:cubicBezTo>
                  <a:lnTo>
                    <a:pt x="592" y="18660"/>
                  </a:lnTo>
                  <a:lnTo>
                    <a:pt x="592" y="629"/>
                  </a:lnTo>
                  <a:close/>
                  <a:moveTo>
                    <a:pt x="296" y="1"/>
                  </a:moveTo>
                  <a:cubicBezTo>
                    <a:pt x="222" y="1"/>
                    <a:pt x="148" y="38"/>
                    <a:pt x="74" y="111"/>
                  </a:cubicBezTo>
                  <a:cubicBezTo>
                    <a:pt x="37" y="148"/>
                    <a:pt x="0" y="222"/>
                    <a:pt x="0" y="296"/>
                  </a:cubicBezTo>
                  <a:lnTo>
                    <a:pt x="0" y="18967"/>
                  </a:lnTo>
                  <a:cubicBezTo>
                    <a:pt x="0" y="19040"/>
                    <a:pt x="37" y="19151"/>
                    <a:pt x="74" y="19188"/>
                  </a:cubicBezTo>
                  <a:cubicBezTo>
                    <a:pt x="148" y="19262"/>
                    <a:pt x="222" y="19299"/>
                    <a:pt x="296" y="19299"/>
                  </a:cubicBezTo>
                  <a:cubicBezTo>
                    <a:pt x="2847" y="19262"/>
                    <a:pt x="4917" y="17229"/>
                    <a:pt x="4917" y="14678"/>
                  </a:cubicBezTo>
                  <a:lnTo>
                    <a:pt x="4917" y="296"/>
                  </a:lnTo>
                  <a:cubicBezTo>
                    <a:pt x="4917" y="222"/>
                    <a:pt x="4880" y="148"/>
                    <a:pt x="4806" y="111"/>
                  </a:cubicBezTo>
                  <a:cubicBezTo>
                    <a:pt x="4769" y="38"/>
                    <a:pt x="4695" y="1"/>
                    <a:pt x="45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760;p64">
              <a:extLst>
                <a:ext uri="{FF2B5EF4-FFF2-40B4-BE49-F238E27FC236}">
                  <a16:creationId xmlns:a16="http://schemas.microsoft.com/office/drawing/2014/main" id="{5F1BD965-077A-5C14-825E-72E44E82D755}"/>
                </a:ext>
              </a:extLst>
            </p:cNvPr>
            <p:cNvSpPr/>
            <p:nvPr/>
          </p:nvSpPr>
          <p:spPr>
            <a:xfrm>
              <a:off x="4271650" y="3666225"/>
              <a:ext cx="169175" cy="86900"/>
            </a:xfrm>
            <a:custGeom>
              <a:avLst/>
              <a:gdLst/>
              <a:ahLst/>
              <a:cxnLst/>
              <a:rect l="l" t="t" r="r" b="b"/>
              <a:pathLst>
                <a:path w="6767" h="3476" extrusionOk="0">
                  <a:moveTo>
                    <a:pt x="1" y="0"/>
                  </a:moveTo>
                  <a:lnTo>
                    <a:pt x="1" y="3476"/>
                  </a:lnTo>
                  <a:lnTo>
                    <a:pt x="6766" y="3476"/>
                  </a:lnTo>
                  <a:lnTo>
                    <a:pt x="67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761;p64">
              <a:extLst>
                <a:ext uri="{FF2B5EF4-FFF2-40B4-BE49-F238E27FC236}">
                  <a16:creationId xmlns:a16="http://schemas.microsoft.com/office/drawing/2014/main" id="{C80DB3C4-5082-7169-025D-DAEA868C2D42}"/>
                </a:ext>
              </a:extLst>
            </p:cNvPr>
            <p:cNvSpPr/>
            <p:nvPr/>
          </p:nvSpPr>
          <p:spPr>
            <a:xfrm>
              <a:off x="4264275" y="3658825"/>
              <a:ext cx="183950" cy="102625"/>
            </a:xfrm>
            <a:custGeom>
              <a:avLst/>
              <a:gdLst/>
              <a:ahLst/>
              <a:cxnLst/>
              <a:rect l="l" t="t" r="r" b="b"/>
              <a:pathLst>
                <a:path w="7358" h="4105" extrusionOk="0">
                  <a:moveTo>
                    <a:pt x="6766" y="592"/>
                  </a:moveTo>
                  <a:lnTo>
                    <a:pt x="6766" y="3476"/>
                  </a:lnTo>
                  <a:lnTo>
                    <a:pt x="592" y="3476"/>
                  </a:lnTo>
                  <a:lnTo>
                    <a:pt x="592" y="592"/>
                  </a:lnTo>
                  <a:close/>
                  <a:moveTo>
                    <a:pt x="296" y="1"/>
                  </a:moveTo>
                  <a:cubicBezTo>
                    <a:pt x="222" y="1"/>
                    <a:pt x="148" y="38"/>
                    <a:pt x="74" y="75"/>
                  </a:cubicBezTo>
                  <a:cubicBezTo>
                    <a:pt x="37" y="148"/>
                    <a:pt x="0" y="222"/>
                    <a:pt x="0" y="296"/>
                  </a:cubicBezTo>
                  <a:lnTo>
                    <a:pt x="0" y="3772"/>
                  </a:lnTo>
                  <a:cubicBezTo>
                    <a:pt x="0" y="3846"/>
                    <a:pt x="37" y="3956"/>
                    <a:pt x="74" y="3993"/>
                  </a:cubicBezTo>
                  <a:cubicBezTo>
                    <a:pt x="148" y="4067"/>
                    <a:pt x="222" y="4104"/>
                    <a:pt x="296" y="4104"/>
                  </a:cubicBezTo>
                  <a:lnTo>
                    <a:pt x="7061" y="4104"/>
                  </a:lnTo>
                  <a:cubicBezTo>
                    <a:pt x="7135" y="4104"/>
                    <a:pt x="7209" y="4067"/>
                    <a:pt x="7283" y="3993"/>
                  </a:cubicBezTo>
                  <a:cubicBezTo>
                    <a:pt x="7320" y="3956"/>
                    <a:pt x="7357" y="3883"/>
                    <a:pt x="7357" y="3772"/>
                  </a:cubicBezTo>
                  <a:lnTo>
                    <a:pt x="7357" y="296"/>
                  </a:lnTo>
                  <a:cubicBezTo>
                    <a:pt x="7357" y="222"/>
                    <a:pt x="7320" y="148"/>
                    <a:pt x="7283" y="75"/>
                  </a:cubicBezTo>
                  <a:cubicBezTo>
                    <a:pt x="7209" y="38"/>
                    <a:pt x="7135" y="1"/>
                    <a:pt x="706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762;p64">
              <a:extLst>
                <a:ext uri="{FF2B5EF4-FFF2-40B4-BE49-F238E27FC236}">
                  <a16:creationId xmlns:a16="http://schemas.microsoft.com/office/drawing/2014/main" id="{73FFB5F2-45D5-876B-FDA1-ACD5C6EECA2A}"/>
                </a:ext>
              </a:extLst>
            </p:cNvPr>
            <p:cNvSpPr/>
            <p:nvPr/>
          </p:nvSpPr>
          <p:spPr>
            <a:xfrm>
              <a:off x="3376050" y="3036800"/>
              <a:ext cx="949250" cy="1256100"/>
            </a:xfrm>
            <a:custGeom>
              <a:avLst/>
              <a:gdLst/>
              <a:ahLst/>
              <a:cxnLst/>
              <a:rect l="l" t="t" r="r" b="b"/>
              <a:pathLst>
                <a:path w="37970" h="50244" extrusionOk="0">
                  <a:moveTo>
                    <a:pt x="7875" y="0"/>
                  </a:moveTo>
                  <a:cubicBezTo>
                    <a:pt x="5250" y="0"/>
                    <a:pt x="3143" y="2108"/>
                    <a:pt x="3143" y="4696"/>
                  </a:cubicBezTo>
                  <a:lnTo>
                    <a:pt x="0" y="44587"/>
                  </a:lnTo>
                  <a:cubicBezTo>
                    <a:pt x="0" y="47730"/>
                    <a:pt x="2514" y="50244"/>
                    <a:pt x="5620" y="50244"/>
                  </a:cubicBezTo>
                  <a:lnTo>
                    <a:pt x="32313" y="50244"/>
                  </a:lnTo>
                  <a:cubicBezTo>
                    <a:pt x="35418" y="50244"/>
                    <a:pt x="37969" y="47730"/>
                    <a:pt x="37969" y="44587"/>
                  </a:cubicBezTo>
                  <a:lnTo>
                    <a:pt x="34790" y="4696"/>
                  </a:lnTo>
                  <a:cubicBezTo>
                    <a:pt x="34790" y="2108"/>
                    <a:pt x="32682" y="0"/>
                    <a:pt x="300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763;p64">
              <a:extLst>
                <a:ext uri="{FF2B5EF4-FFF2-40B4-BE49-F238E27FC236}">
                  <a16:creationId xmlns:a16="http://schemas.microsoft.com/office/drawing/2014/main" id="{38B00475-6EBD-6BF4-2EB4-B9C0B1E2DCAD}"/>
                </a:ext>
              </a:extLst>
            </p:cNvPr>
            <p:cNvSpPr/>
            <p:nvPr/>
          </p:nvSpPr>
          <p:spPr>
            <a:xfrm>
              <a:off x="3367725" y="3029400"/>
              <a:ext cx="964950" cy="1271825"/>
            </a:xfrm>
            <a:custGeom>
              <a:avLst/>
              <a:gdLst/>
              <a:ahLst/>
              <a:cxnLst/>
              <a:rect l="l" t="t" r="r" b="b"/>
              <a:pathLst>
                <a:path w="38598" h="50873" extrusionOk="0">
                  <a:moveTo>
                    <a:pt x="30427" y="592"/>
                  </a:moveTo>
                  <a:cubicBezTo>
                    <a:pt x="31647" y="629"/>
                    <a:pt x="32757" y="1110"/>
                    <a:pt x="33533" y="1886"/>
                  </a:cubicBezTo>
                  <a:cubicBezTo>
                    <a:pt x="34346" y="2699"/>
                    <a:pt x="34827" y="3809"/>
                    <a:pt x="34827" y="4992"/>
                  </a:cubicBezTo>
                  <a:lnTo>
                    <a:pt x="34827" y="5029"/>
                  </a:lnTo>
                  <a:lnTo>
                    <a:pt x="38006" y="44918"/>
                  </a:lnTo>
                  <a:lnTo>
                    <a:pt x="38006" y="44918"/>
                  </a:lnTo>
                  <a:cubicBezTo>
                    <a:pt x="37996" y="46383"/>
                    <a:pt x="37370" y="47701"/>
                    <a:pt x="36417" y="48691"/>
                  </a:cubicBezTo>
                  <a:cubicBezTo>
                    <a:pt x="35455" y="49652"/>
                    <a:pt x="34124" y="50244"/>
                    <a:pt x="32646" y="50244"/>
                  </a:cubicBezTo>
                  <a:lnTo>
                    <a:pt x="5953" y="50244"/>
                  </a:lnTo>
                  <a:cubicBezTo>
                    <a:pt x="4511" y="50244"/>
                    <a:pt x="3143" y="49652"/>
                    <a:pt x="2182" y="48691"/>
                  </a:cubicBezTo>
                  <a:cubicBezTo>
                    <a:pt x="1228" y="47701"/>
                    <a:pt x="639" y="46383"/>
                    <a:pt x="629" y="44919"/>
                  </a:cubicBezTo>
                  <a:lnTo>
                    <a:pt x="629" y="44919"/>
                  </a:lnTo>
                  <a:lnTo>
                    <a:pt x="3809" y="5029"/>
                  </a:lnTo>
                  <a:lnTo>
                    <a:pt x="3809" y="4992"/>
                  </a:lnTo>
                  <a:cubicBezTo>
                    <a:pt x="3809" y="3809"/>
                    <a:pt x="4289" y="2699"/>
                    <a:pt x="5066" y="1886"/>
                  </a:cubicBezTo>
                  <a:cubicBezTo>
                    <a:pt x="5879" y="1110"/>
                    <a:pt x="6988" y="629"/>
                    <a:pt x="8208" y="592"/>
                  </a:cubicBezTo>
                  <a:close/>
                  <a:moveTo>
                    <a:pt x="8208" y="1"/>
                  </a:moveTo>
                  <a:cubicBezTo>
                    <a:pt x="5435" y="1"/>
                    <a:pt x="3180" y="2256"/>
                    <a:pt x="3180" y="4992"/>
                  </a:cubicBezTo>
                  <a:lnTo>
                    <a:pt x="1" y="44883"/>
                  </a:lnTo>
                  <a:cubicBezTo>
                    <a:pt x="1" y="48173"/>
                    <a:pt x="2662" y="50872"/>
                    <a:pt x="5953" y="50872"/>
                  </a:cubicBezTo>
                  <a:lnTo>
                    <a:pt x="32646" y="50872"/>
                  </a:lnTo>
                  <a:cubicBezTo>
                    <a:pt x="35936" y="50872"/>
                    <a:pt x="38598" y="48173"/>
                    <a:pt x="38598" y="44883"/>
                  </a:cubicBezTo>
                  <a:lnTo>
                    <a:pt x="35455" y="4992"/>
                  </a:lnTo>
                  <a:cubicBezTo>
                    <a:pt x="35455" y="2256"/>
                    <a:pt x="33200" y="1"/>
                    <a:pt x="304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764;p64">
              <a:extLst>
                <a:ext uri="{FF2B5EF4-FFF2-40B4-BE49-F238E27FC236}">
                  <a16:creationId xmlns:a16="http://schemas.microsoft.com/office/drawing/2014/main" id="{00D87F5B-9D0B-6C8A-4C3E-A9639F6211BB}"/>
                </a:ext>
              </a:extLst>
            </p:cNvPr>
            <p:cNvSpPr/>
            <p:nvPr/>
          </p:nvSpPr>
          <p:spPr>
            <a:xfrm>
              <a:off x="3376050" y="3089475"/>
              <a:ext cx="949250" cy="1256100"/>
            </a:xfrm>
            <a:custGeom>
              <a:avLst/>
              <a:gdLst/>
              <a:ahLst/>
              <a:cxnLst/>
              <a:rect l="l" t="t" r="r" b="b"/>
              <a:pathLst>
                <a:path w="37970" h="50244" extrusionOk="0">
                  <a:moveTo>
                    <a:pt x="7875" y="1"/>
                  </a:moveTo>
                  <a:cubicBezTo>
                    <a:pt x="5250" y="1"/>
                    <a:pt x="3143" y="2108"/>
                    <a:pt x="3143" y="4696"/>
                  </a:cubicBezTo>
                  <a:lnTo>
                    <a:pt x="0" y="44587"/>
                  </a:lnTo>
                  <a:cubicBezTo>
                    <a:pt x="0" y="47730"/>
                    <a:pt x="2514" y="50244"/>
                    <a:pt x="5620" y="50244"/>
                  </a:cubicBezTo>
                  <a:lnTo>
                    <a:pt x="32313" y="50244"/>
                  </a:lnTo>
                  <a:cubicBezTo>
                    <a:pt x="35418" y="50244"/>
                    <a:pt x="37969" y="47730"/>
                    <a:pt x="37969" y="44587"/>
                  </a:cubicBezTo>
                  <a:lnTo>
                    <a:pt x="34790" y="4696"/>
                  </a:lnTo>
                  <a:cubicBezTo>
                    <a:pt x="34790" y="2108"/>
                    <a:pt x="32682" y="1"/>
                    <a:pt x="3009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765;p64">
              <a:extLst>
                <a:ext uri="{FF2B5EF4-FFF2-40B4-BE49-F238E27FC236}">
                  <a16:creationId xmlns:a16="http://schemas.microsoft.com/office/drawing/2014/main" id="{455A3F4D-E3B4-C88E-8F1B-900073201C17}"/>
                </a:ext>
              </a:extLst>
            </p:cNvPr>
            <p:cNvSpPr/>
            <p:nvPr/>
          </p:nvSpPr>
          <p:spPr>
            <a:xfrm>
              <a:off x="3367725" y="3082075"/>
              <a:ext cx="964950" cy="1270900"/>
            </a:xfrm>
            <a:custGeom>
              <a:avLst/>
              <a:gdLst/>
              <a:ahLst/>
              <a:cxnLst/>
              <a:rect l="l" t="t" r="r" b="b"/>
              <a:pathLst>
                <a:path w="38598" h="50836" extrusionOk="0">
                  <a:moveTo>
                    <a:pt x="30427" y="592"/>
                  </a:moveTo>
                  <a:cubicBezTo>
                    <a:pt x="31647" y="592"/>
                    <a:pt x="32757" y="1110"/>
                    <a:pt x="33533" y="1886"/>
                  </a:cubicBezTo>
                  <a:cubicBezTo>
                    <a:pt x="34346" y="2700"/>
                    <a:pt x="34827" y="3772"/>
                    <a:pt x="34827" y="4992"/>
                  </a:cubicBezTo>
                  <a:lnTo>
                    <a:pt x="34827" y="5029"/>
                  </a:lnTo>
                  <a:lnTo>
                    <a:pt x="38006" y="44919"/>
                  </a:lnTo>
                  <a:lnTo>
                    <a:pt x="38006" y="44919"/>
                  </a:lnTo>
                  <a:cubicBezTo>
                    <a:pt x="37996" y="46383"/>
                    <a:pt x="37370" y="47701"/>
                    <a:pt x="36417" y="48654"/>
                  </a:cubicBezTo>
                  <a:cubicBezTo>
                    <a:pt x="35455" y="49616"/>
                    <a:pt x="34124" y="50244"/>
                    <a:pt x="32646" y="50244"/>
                  </a:cubicBezTo>
                  <a:lnTo>
                    <a:pt x="5953" y="50244"/>
                  </a:lnTo>
                  <a:cubicBezTo>
                    <a:pt x="4511" y="50244"/>
                    <a:pt x="3143" y="49616"/>
                    <a:pt x="2182" y="48654"/>
                  </a:cubicBezTo>
                  <a:cubicBezTo>
                    <a:pt x="1228" y="47701"/>
                    <a:pt x="639" y="46383"/>
                    <a:pt x="629" y="44919"/>
                  </a:cubicBezTo>
                  <a:lnTo>
                    <a:pt x="629" y="44919"/>
                  </a:lnTo>
                  <a:lnTo>
                    <a:pt x="3809" y="5029"/>
                  </a:lnTo>
                  <a:lnTo>
                    <a:pt x="3809" y="4992"/>
                  </a:lnTo>
                  <a:cubicBezTo>
                    <a:pt x="3809" y="3772"/>
                    <a:pt x="4289" y="2700"/>
                    <a:pt x="5066" y="1886"/>
                  </a:cubicBezTo>
                  <a:cubicBezTo>
                    <a:pt x="5879" y="1110"/>
                    <a:pt x="6988" y="592"/>
                    <a:pt x="8208" y="592"/>
                  </a:cubicBezTo>
                  <a:close/>
                  <a:moveTo>
                    <a:pt x="8208" y="1"/>
                  </a:moveTo>
                  <a:cubicBezTo>
                    <a:pt x="5435" y="1"/>
                    <a:pt x="3180" y="2219"/>
                    <a:pt x="3180" y="4992"/>
                  </a:cubicBezTo>
                  <a:lnTo>
                    <a:pt x="1" y="44883"/>
                  </a:lnTo>
                  <a:cubicBezTo>
                    <a:pt x="1" y="48174"/>
                    <a:pt x="2662" y="50836"/>
                    <a:pt x="5953" y="50836"/>
                  </a:cubicBezTo>
                  <a:lnTo>
                    <a:pt x="32646" y="50836"/>
                  </a:lnTo>
                  <a:cubicBezTo>
                    <a:pt x="35936" y="50836"/>
                    <a:pt x="38598" y="48174"/>
                    <a:pt x="38598" y="44883"/>
                  </a:cubicBezTo>
                  <a:lnTo>
                    <a:pt x="35455" y="4992"/>
                  </a:lnTo>
                  <a:cubicBezTo>
                    <a:pt x="35455" y="2219"/>
                    <a:pt x="33200" y="1"/>
                    <a:pt x="304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7" name="TextBox 456">
            <a:extLst>
              <a:ext uri="{FF2B5EF4-FFF2-40B4-BE49-F238E27FC236}">
                <a16:creationId xmlns:a16="http://schemas.microsoft.com/office/drawing/2014/main" id="{3574EA2D-DA7A-478B-E7E4-B91389CEDB00}"/>
              </a:ext>
            </a:extLst>
          </p:cNvPr>
          <p:cNvSpPr txBox="1"/>
          <p:nvPr/>
        </p:nvSpPr>
        <p:spPr>
          <a:xfrm>
            <a:off x="1295100" y="2628900"/>
            <a:ext cx="7848900" cy="707886"/>
          </a:xfrm>
          <a:prstGeom prst="rect">
            <a:avLst/>
          </a:prstGeom>
          <a:noFill/>
        </p:spPr>
        <p:txBody>
          <a:bodyPr wrap="square" rtlCol="0">
            <a:spAutoFit/>
          </a:bodyPr>
          <a:lstStyle/>
          <a:p>
            <a:r>
              <a:rPr lang="en-US" sz="4000" b="1" dirty="0">
                <a:solidFill>
                  <a:schemeClr val="tx2">
                    <a:lumMod val="75000"/>
                  </a:schemeClr>
                </a:solidFill>
                <a:latin typeface="Amasis MT Pro Medium" panose="02040604050005020304" pitchFamily="18" charset="0"/>
              </a:rPr>
              <a:t>4. </a:t>
            </a:r>
            <a:r>
              <a:rPr lang="en-IN" sz="4000" dirty="0">
                <a:solidFill>
                  <a:schemeClr val="tx2">
                    <a:lumMod val="75000"/>
                  </a:schemeClr>
                </a:solidFill>
                <a:latin typeface="Amasis MT Pro Medium" panose="02040604050005020304" pitchFamily="18" charset="0"/>
              </a:rPr>
              <a:t>Expected Outcomes</a:t>
            </a:r>
            <a:endParaRPr lang="en-IN" sz="4000" b="1" dirty="0">
              <a:solidFill>
                <a:schemeClr val="tx2">
                  <a:lumMod val="75000"/>
                </a:schemeClr>
              </a:solidFill>
              <a:latin typeface="Amasis MT Pro Medium" panose="02040604050005020304" pitchFamily="18" charset="0"/>
            </a:endParaRPr>
          </a:p>
        </p:txBody>
      </p:sp>
      <p:sp>
        <p:nvSpPr>
          <p:cNvPr id="458" name="TextBox 457">
            <a:extLst>
              <a:ext uri="{FF2B5EF4-FFF2-40B4-BE49-F238E27FC236}">
                <a16:creationId xmlns:a16="http://schemas.microsoft.com/office/drawing/2014/main" id="{D55AE25E-C780-90DF-EECC-BAEA3F6DAE6A}"/>
              </a:ext>
            </a:extLst>
          </p:cNvPr>
          <p:cNvSpPr txBox="1"/>
          <p:nvPr/>
        </p:nvSpPr>
        <p:spPr>
          <a:xfrm>
            <a:off x="914400" y="3619500"/>
            <a:ext cx="8077200" cy="4801314"/>
          </a:xfrm>
          <a:prstGeom prst="rect">
            <a:avLst/>
          </a:prstGeom>
          <a:noFill/>
        </p:spPr>
        <p:txBody>
          <a:bodyPr wrap="square" rtlCol="0">
            <a:spAutoFit/>
          </a:bodyPr>
          <a:lstStyle/>
          <a:p>
            <a:pPr marL="457200" indent="-457200">
              <a:buFont typeface="Arial" panose="020B0604020202020204" pitchFamily="34" charset="0"/>
              <a:buChar char="•"/>
            </a:pPr>
            <a:r>
              <a:rPr lang="en-US" sz="3200" dirty="0"/>
              <a:t>Accurate detection of smartphone addiction using </a:t>
            </a:r>
            <a:r>
              <a:rPr lang="en-US" sz="3200" b="1" dirty="0"/>
              <a:t>blink-based physiological signals</a:t>
            </a:r>
            <a:r>
              <a:rPr lang="en-US" sz="3200" dirty="0"/>
              <a:t>.</a:t>
            </a:r>
          </a:p>
          <a:p>
            <a:pPr marL="457200" indent="-457200">
              <a:buFont typeface="Arial" panose="020B0604020202020204" pitchFamily="34" charset="0"/>
              <a:buChar char="•"/>
            </a:pPr>
            <a:r>
              <a:rPr lang="en-US" sz="3200" dirty="0"/>
              <a:t>Early identification of </a:t>
            </a:r>
            <a:r>
              <a:rPr lang="en-US" sz="3200" b="1" dirty="0"/>
              <a:t>eye strain, fatigue, and stress</a:t>
            </a:r>
            <a:r>
              <a:rPr lang="en-US" sz="3200" dirty="0"/>
              <a:t> before severe addiction develops.</a:t>
            </a:r>
          </a:p>
          <a:p>
            <a:pPr marL="457200" indent="-457200">
              <a:buFont typeface="Arial" panose="020B0604020202020204" pitchFamily="34" charset="0"/>
              <a:buChar char="•"/>
            </a:pPr>
            <a:r>
              <a:rPr lang="en-US" sz="3200" dirty="0"/>
              <a:t>Improved user awareness through </a:t>
            </a:r>
            <a:r>
              <a:rPr lang="en-US" sz="3200" b="1" dirty="0"/>
              <a:t>real-time feedback and alerts</a:t>
            </a:r>
            <a:r>
              <a:rPr lang="en-US" sz="3200" dirty="0"/>
              <a:t>.</a:t>
            </a:r>
          </a:p>
          <a:p>
            <a:pPr marL="457200" indent="-457200">
              <a:buFont typeface="Arial" panose="020B0604020202020204" pitchFamily="34" charset="0"/>
              <a:buChar char="•"/>
            </a:pPr>
            <a:r>
              <a:rPr lang="en-US" sz="3200" dirty="0"/>
              <a:t>Better digital wellness habits and reduced risk of </a:t>
            </a:r>
            <a:r>
              <a:rPr lang="en-US" sz="3200" b="1" dirty="0"/>
              <a:t>long-term health issues</a:t>
            </a:r>
            <a:r>
              <a:rPr lang="en-US" sz="3200" dirty="0"/>
              <a:t>.</a:t>
            </a:r>
          </a:p>
          <a:p>
            <a:br>
              <a:rPr lang="en-US" sz="3200" dirty="0"/>
            </a:br>
            <a:endParaRPr lang="en-IN" dirty="0"/>
          </a:p>
        </p:txBody>
      </p:sp>
    </p:spTree>
    <p:extLst>
      <p:ext uri="{BB962C8B-B14F-4D97-AF65-F5344CB8AC3E}">
        <p14:creationId xmlns:p14="http://schemas.microsoft.com/office/powerpoint/2010/main" val="3803051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4A9DF-33F2-9F42-8CFD-FADF085A68C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A43F85C-7466-82DB-9DF5-7285B54C6826}"/>
              </a:ext>
            </a:extLst>
          </p:cNvPr>
          <p:cNvSpPr txBox="1"/>
          <p:nvPr/>
        </p:nvSpPr>
        <p:spPr>
          <a:xfrm>
            <a:off x="5486400" y="152818"/>
            <a:ext cx="7315200" cy="923330"/>
          </a:xfrm>
          <a:prstGeom prst="rect">
            <a:avLst/>
          </a:prstGeom>
          <a:noFill/>
        </p:spPr>
        <p:txBody>
          <a:bodyPr wrap="square" rtlCol="0">
            <a:spAutoFit/>
          </a:bodyPr>
          <a:lstStyle/>
          <a:p>
            <a:pPr algn="ctr"/>
            <a:r>
              <a:rPr lang="en-US" sz="5400" dirty="0">
                <a:latin typeface="Amasis MT Pro Medium" panose="02040604050005020304" pitchFamily="18" charset="0"/>
              </a:rPr>
              <a:t>RESULTS</a:t>
            </a:r>
            <a:endParaRPr lang="en-IN" sz="5400" dirty="0">
              <a:latin typeface="Amasis MT Pro Medium" panose="02040604050005020304" pitchFamily="18" charset="0"/>
            </a:endParaRPr>
          </a:p>
        </p:txBody>
      </p:sp>
      <p:sp>
        <p:nvSpPr>
          <p:cNvPr id="8" name="Diagonal Stripe 7">
            <a:extLst>
              <a:ext uri="{FF2B5EF4-FFF2-40B4-BE49-F238E27FC236}">
                <a16:creationId xmlns:a16="http://schemas.microsoft.com/office/drawing/2014/main" id="{78C0F139-3F0A-AF7F-24D1-C4CC54D0BAC4}"/>
              </a:ext>
            </a:extLst>
          </p:cNvPr>
          <p:cNvSpPr/>
          <p:nvPr/>
        </p:nvSpPr>
        <p:spPr>
          <a:xfrm>
            <a:off x="34636" y="78621"/>
            <a:ext cx="2057400" cy="2057400"/>
          </a:xfrm>
          <a:prstGeom prst="diagStripe">
            <a:avLst/>
          </a:prstGeom>
          <a:solidFill>
            <a:schemeClr val="tx2">
              <a:lumMod val="75000"/>
            </a:schemeClr>
          </a:solidFill>
          <a:effectLst>
            <a:glow rad="139700">
              <a:schemeClr val="accent5">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aphicFrame>
        <p:nvGraphicFramePr>
          <p:cNvPr id="20" name="Table 19">
            <a:extLst>
              <a:ext uri="{FF2B5EF4-FFF2-40B4-BE49-F238E27FC236}">
                <a16:creationId xmlns:a16="http://schemas.microsoft.com/office/drawing/2014/main" id="{BF923729-604D-5CA8-A46D-B49A8F7293E1}"/>
              </a:ext>
            </a:extLst>
          </p:cNvPr>
          <p:cNvGraphicFramePr>
            <a:graphicFrameLocks noGrp="1"/>
          </p:cNvGraphicFramePr>
          <p:nvPr>
            <p:extLst>
              <p:ext uri="{D42A27DB-BD31-4B8C-83A1-F6EECF244321}">
                <p14:modId xmlns:p14="http://schemas.microsoft.com/office/powerpoint/2010/main" val="484491774"/>
              </p:ext>
            </p:extLst>
          </p:nvPr>
        </p:nvGraphicFramePr>
        <p:xfrm>
          <a:off x="1295400" y="1076149"/>
          <a:ext cx="15640982" cy="8726358"/>
        </p:xfrm>
        <a:graphic>
          <a:graphicData uri="http://schemas.openxmlformats.org/drawingml/2006/table">
            <a:tbl>
              <a:tblPr firstRow="1" firstCol="1" bandRow="1">
                <a:tableStyleId>{5C22544A-7EE6-4342-B048-85BDC9FD1C3A}</a:tableStyleId>
              </a:tblPr>
              <a:tblGrid>
                <a:gridCol w="4127587">
                  <a:extLst>
                    <a:ext uri="{9D8B030D-6E8A-4147-A177-3AD203B41FA5}">
                      <a16:colId xmlns:a16="http://schemas.microsoft.com/office/drawing/2014/main" val="2036474464"/>
                    </a:ext>
                  </a:extLst>
                </a:gridCol>
                <a:gridCol w="3003157">
                  <a:extLst>
                    <a:ext uri="{9D8B030D-6E8A-4147-A177-3AD203B41FA5}">
                      <a16:colId xmlns:a16="http://schemas.microsoft.com/office/drawing/2014/main" val="2945752295"/>
                    </a:ext>
                  </a:extLst>
                </a:gridCol>
                <a:gridCol w="5507081">
                  <a:extLst>
                    <a:ext uri="{9D8B030D-6E8A-4147-A177-3AD203B41FA5}">
                      <a16:colId xmlns:a16="http://schemas.microsoft.com/office/drawing/2014/main" val="3673183382"/>
                    </a:ext>
                  </a:extLst>
                </a:gridCol>
                <a:gridCol w="3003157">
                  <a:extLst>
                    <a:ext uri="{9D8B030D-6E8A-4147-A177-3AD203B41FA5}">
                      <a16:colId xmlns:a16="http://schemas.microsoft.com/office/drawing/2014/main" val="3123078268"/>
                    </a:ext>
                  </a:extLst>
                </a:gridCol>
              </a:tblGrid>
              <a:tr h="1946467">
                <a:tc>
                  <a:txBody>
                    <a:bodyPr/>
                    <a:lstStyle/>
                    <a:p>
                      <a:pPr algn="ctr">
                        <a:lnSpc>
                          <a:spcPct val="150000"/>
                        </a:lnSpc>
                        <a:spcAft>
                          <a:spcPts val="1000"/>
                        </a:spcAft>
                        <a:buNone/>
                      </a:pPr>
                      <a:r>
                        <a:rPr lang="en-IN" sz="3200" dirty="0">
                          <a:effectLst/>
                        </a:rPr>
                        <a:t>Parameter</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IN" sz="3200" dirty="0"/>
                        <a:t>Traditional Observation</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IN" sz="3200" dirty="0"/>
                        <a:t>Proposed System (Eye-Blink + Mobile Usage Monitoring)</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50000"/>
                        </a:lnSpc>
                        <a:spcAft>
                          <a:spcPts val="1000"/>
                        </a:spcAft>
                        <a:buNone/>
                      </a:pPr>
                      <a:r>
                        <a:rPr lang="en-IN" sz="3200" dirty="0">
                          <a:effectLst/>
                        </a:rPr>
                        <a:t>Improvement (%)</a:t>
                      </a:r>
                      <a:endParaRPr lang="en-IN"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58793971"/>
                  </a:ext>
                </a:extLst>
              </a:tr>
              <a:tr h="955852">
                <a:tc>
                  <a:txBody>
                    <a:bodyPr/>
                    <a:lstStyle/>
                    <a:p>
                      <a:pPr>
                        <a:lnSpc>
                          <a:spcPct val="150000"/>
                        </a:lnSpc>
                        <a:spcAft>
                          <a:spcPts val="1000"/>
                        </a:spcAft>
                        <a:buNone/>
                      </a:pPr>
                      <a:r>
                        <a:rPr lang="en-IN" sz="2400" dirty="0"/>
                        <a:t>Eye Blink Detection</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buNone/>
                      </a:pPr>
                      <a:r>
                        <a:rPr lang="en-IN" sz="2400" dirty="0"/>
                        <a:t>Manual observation</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buNone/>
                      </a:pPr>
                      <a:r>
                        <a:rPr lang="en-IN" sz="2400" dirty="0"/>
                        <a:t>Automated using </a:t>
                      </a:r>
                      <a:r>
                        <a:rPr lang="en-IN" sz="2400" dirty="0" err="1"/>
                        <a:t>RetinaFace</a:t>
                      </a:r>
                      <a:r>
                        <a:rPr lang="en-IN" sz="2400" dirty="0"/>
                        <a:t> + MobilenetV2</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buNone/>
                      </a:pPr>
                      <a:r>
                        <a:rPr lang="en-IN" sz="2400" dirty="0">
                          <a:effectLst/>
                        </a:rPr>
                        <a:t>100%</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57982707"/>
                  </a:ext>
                </a:extLst>
              </a:tr>
              <a:tr h="1056790">
                <a:tc>
                  <a:txBody>
                    <a:bodyPr/>
                    <a:lstStyle/>
                    <a:p>
                      <a:pPr>
                        <a:lnSpc>
                          <a:spcPct val="150000"/>
                        </a:lnSpc>
                        <a:spcAft>
                          <a:spcPts val="1000"/>
                        </a:spcAft>
                        <a:buNone/>
                      </a:pPr>
                      <a:r>
                        <a:rPr lang="en-IN" sz="2400" dirty="0"/>
                        <a:t>Addiction Level Detection</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buNone/>
                      </a:pPr>
                      <a:r>
                        <a:rPr lang="en-IN" sz="2400" dirty="0"/>
                        <a:t>No accurate method</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buNone/>
                      </a:pPr>
                      <a:r>
                        <a:rPr lang="en-US" sz="2400" dirty="0"/>
                        <a:t>MLP classifies into Low / Medium / High</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buNone/>
                      </a:pPr>
                      <a:r>
                        <a:rPr lang="en-IN" sz="2400" dirty="0"/>
                        <a:t>+92% accuracy</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04863634"/>
                  </a:ext>
                </a:extLst>
              </a:tr>
              <a:tr h="1038292">
                <a:tc>
                  <a:txBody>
                    <a:bodyPr/>
                    <a:lstStyle/>
                    <a:p>
                      <a:pPr>
                        <a:lnSpc>
                          <a:spcPct val="150000"/>
                        </a:lnSpc>
                        <a:spcAft>
                          <a:spcPts val="1000"/>
                        </a:spcAft>
                        <a:buNone/>
                      </a:pPr>
                      <a:r>
                        <a:rPr lang="en-IN" sz="2400" dirty="0"/>
                        <a:t>Eye State Recognition</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buNone/>
                      </a:pPr>
                      <a:r>
                        <a:rPr lang="en-IN" sz="2400" dirty="0"/>
                        <a:t>Not measurable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US" dirty="0"/>
                        <a:t>AI model detects open/closed eyes in real-time</a:t>
                      </a:r>
                      <a:endParaRPr lang="en-IN" dirty="0"/>
                    </a:p>
                  </a:txBody>
                  <a:tcPr anchor="ctr"/>
                </a:tc>
                <a:tc>
                  <a:txBody>
                    <a:bodyPr/>
                    <a:lstStyle/>
                    <a:p>
                      <a:pPr>
                        <a:lnSpc>
                          <a:spcPct val="150000"/>
                        </a:lnSpc>
                        <a:spcAft>
                          <a:spcPts val="1000"/>
                        </a:spcAft>
                        <a:buNone/>
                      </a:pPr>
                      <a:r>
                        <a:rPr lang="en-IN" sz="2400" dirty="0"/>
                        <a:t>+95%</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07133289"/>
                  </a:ext>
                </a:extLst>
              </a:tr>
              <a:tr h="1038292">
                <a:tc>
                  <a:txBody>
                    <a:bodyPr/>
                    <a:lstStyle/>
                    <a:p>
                      <a:pPr>
                        <a:lnSpc>
                          <a:spcPct val="150000"/>
                        </a:lnSpc>
                        <a:spcAft>
                          <a:spcPts val="1000"/>
                        </a:spcAft>
                        <a:buNone/>
                      </a:pPr>
                      <a:r>
                        <a:rPr lang="en-IN" sz="2400" dirty="0"/>
                        <a:t>Alert System</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buNone/>
                      </a:pPr>
                      <a:r>
                        <a:rPr lang="en-IN" sz="2400" dirty="0"/>
                        <a:t>None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buNone/>
                      </a:pPr>
                      <a:r>
                        <a:rPr lang="en-US" dirty="0"/>
                        <a:t>Break alerts + usage warning system</a:t>
                      </a:r>
                      <a:endParaRPr lang="en-IN" dirty="0"/>
                    </a:p>
                  </a:txBody>
                  <a:tcPr anchor="ctr"/>
                </a:tc>
                <a:tc>
                  <a:txBody>
                    <a:bodyPr/>
                    <a:lstStyle/>
                    <a:p>
                      <a:pPr>
                        <a:lnSpc>
                          <a:spcPct val="150000"/>
                        </a:lnSpc>
                        <a:spcAft>
                          <a:spcPts val="1000"/>
                        </a:spcAft>
                        <a:buNone/>
                      </a:pPr>
                      <a:r>
                        <a:rPr lang="en-IN" sz="2400" dirty="0"/>
                        <a:t>+100%</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67364040"/>
                  </a:ext>
                </a:extLst>
              </a:tr>
              <a:tr h="1038292">
                <a:tc>
                  <a:txBody>
                    <a:bodyPr/>
                    <a:lstStyle/>
                    <a:p>
                      <a:pPr>
                        <a:lnSpc>
                          <a:spcPct val="150000"/>
                        </a:lnSpc>
                        <a:spcAft>
                          <a:spcPts val="1000"/>
                        </a:spcAft>
                        <a:buNone/>
                      </a:pPr>
                      <a:r>
                        <a:rPr lang="en-IN" sz="2400" dirty="0"/>
                        <a:t>Processing Speed</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buNone/>
                      </a:pPr>
                      <a:r>
                        <a:rPr lang="en-IN" sz="2400" dirty="0"/>
                        <a:t>Very slow</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buNone/>
                      </a:pPr>
                      <a:r>
                        <a:rPr lang="fr-FR" sz="2400" dirty="0"/>
                        <a:t>2–3 frames/sec (mobile compatible)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buNone/>
                      </a:pPr>
                      <a:r>
                        <a:rPr lang="en-IN" sz="2400" dirty="0"/>
                        <a:t>Faster by 60%</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64088572"/>
                  </a:ext>
                </a:extLst>
              </a:tr>
              <a:tr h="1038292">
                <a:tc>
                  <a:txBody>
                    <a:bodyPr/>
                    <a:lstStyle/>
                    <a:p>
                      <a:pPr>
                        <a:lnSpc>
                          <a:spcPct val="150000"/>
                        </a:lnSpc>
                        <a:spcAft>
                          <a:spcPts val="1000"/>
                        </a:spcAft>
                        <a:buNone/>
                      </a:pPr>
                      <a:r>
                        <a:rPr lang="en-IN" sz="2400" dirty="0"/>
                        <a:t>Overall Accuracy</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buNone/>
                      </a:pPr>
                      <a:r>
                        <a:rPr lang="en-IN" sz="2400" dirty="0"/>
                        <a:t>No measurable accuracy</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buNone/>
                      </a:pPr>
                      <a:r>
                        <a:rPr lang="en-IN" sz="2400" dirty="0"/>
                        <a:t>88–93% (combined model performance)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buNone/>
                      </a:pPr>
                      <a:r>
                        <a:rPr lang="en-IN" sz="2400" dirty="0"/>
                        <a:t>+30%</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18954284"/>
                  </a:ext>
                </a:extLst>
              </a:tr>
              <a:tr h="527075">
                <a:tc>
                  <a:txBody>
                    <a:bodyPr/>
                    <a:lstStyle/>
                    <a:p>
                      <a:pPr>
                        <a:lnSpc>
                          <a:spcPct val="150000"/>
                        </a:lnSpc>
                        <a:spcAft>
                          <a:spcPts val="1000"/>
                        </a:spcAft>
                        <a:buNone/>
                      </a:pPr>
                      <a:r>
                        <a:rPr lang="en-IN" sz="2400" dirty="0"/>
                        <a:t>User Monitoring</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buNone/>
                      </a:pPr>
                      <a:r>
                        <a:rPr lang="en-IN" sz="2400" dirty="0"/>
                        <a:t>No continuous tracking</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buNone/>
                      </a:pPr>
                      <a:r>
                        <a:rPr lang="en-IN" sz="2400" dirty="0">
                          <a:effectLst/>
                        </a:rPr>
                        <a:t>1.9 sec/frame</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50000"/>
                        </a:lnSpc>
                        <a:spcAft>
                          <a:spcPts val="1000"/>
                        </a:spcAft>
                        <a:buNone/>
                      </a:pPr>
                      <a:r>
                        <a:rPr lang="en-IN" sz="2400" dirty="0">
                          <a:effectLst/>
                        </a:rPr>
                        <a:t>Faster by 60%</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11169949"/>
                  </a:ext>
                </a:extLst>
              </a:tr>
            </a:tbl>
          </a:graphicData>
        </a:graphic>
      </p:graphicFrame>
    </p:spTree>
    <p:extLst>
      <p:ext uri="{BB962C8B-B14F-4D97-AF65-F5344CB8AC3E}">
        <p14:creationId xmlns:p14="http://schemas.microsoft.com/office/powerpoint/2010/main" val="2091899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6C29E-8425-85C0-FAAB-5985DEE02120}"/>
            </a:ext>
          </a:extLst>
        </p:cNvPr>
        <p:cNvGrpSpPr/>
        <p:nvPr/>
      </p:nvGrpSpPr>
      <p:grpSpPr>
        <a:xfrm>
          <a:off x="0" y="0"/>
          <a:ext cx="0" cy="0"/>
          <a:chOff x="0" y="0"/>
          <a:chExt cx="0" cy="0"/>
        </a:xfrm>
      </p:grpSpPr>
      <p:grpSp>
        <p:nvGrpSpPr>
          <p:cNvPr id="2" name="Google Shape;1896;p37">
            <a:extLst>
              <a:ext uri="{FF2B5EF4-FFF2-40B4-BE49-F238E27FC236}">
                <a16:creationId xmlns:a16="http://schemas.microsoft.com/office/drawing/2014/main" id="{90679B0F-860E-EEB4-D6C7-9D73F46C50B9}"/>
              </a:ext>
            </a:extLst>
          </p:cNvPr>
          <p:cNvGrpSpPr/>
          <p:nvPr/>
        </p:nvGrpSpPr>
        <p:grpSpPr>
          <a:xfrm>
            <a:off x="-13855" y="2934429"/>
            <a:ext cx="10254802" cy="7352571"/>
            <a:chOff x="862950" y="825150"/>
            <a:chExt cx="5862650" cy="4111050"/>
          </a:xfrm>
        </p:grpSpPr>
        <p:sp>
          <p:nvSpPr>
            <p:cNvPr id="3" name="Google Shape;1897;p37">
              <a:extLst>
                <a:ext uri="{FF2B5EF4-FFF2-40B4-BE49-F238E27FC236}">
                  <a16:creationId xmlns:a16="http://schemas.microsoft.com/office/drawing/2014/main" id="{6AE9DA62-D272-F81C-F6AE-925408B17CC8}"/>
                </a:ext>
              </a:extLst>
            </p:cNvPr>
            <p:cNvSpPr/>
            <p:nvPr/>
          </p:nvSpPr>
          <p:spPr>
            <a:xfrm>
              <a:off x="918425" y="825150"/>
              <a:ext cx="5767425" cy="4096250"/>
            </a:xfrm>
            <a:custGeom>
              <a:avLst/>
              <a:gdLst/>
              <a:ahLst/>
              <a:cxnLst/>
              <a:rect l="l" t="t" r="r" b="b"/>
              <a:pathLst>
                <a:path w="230697" h="163850" extrusionOk="0">
                  <a:moveTo>
                    <a:pt x="157748" y="1"/>
                  </a:moveTo>
                  <a:cubicBezTo>
                    <a:pt x="156487" y="1"/>
                    <a:pt x="155194" y="95"/>
                    <a:pt x="153872" y="291"/>
                  </a:cubicBezTo>
                  <a:cubicBezTo>
                    <a:pt x="131689" y="3582"/>
                    <a:pt x="136421" y="27649"/>
                    <a:pt x="125589" y="31421"/>
                  </a:cubicBezTo>
                  <a:cubicBezTo>
                    <a:pt x="124301" y="31860"/>
                    <a:pt x="122988" y="32046"/>
                    <a:pt x="121638" y="32046"/>
                  </a:cubicBezTo>
                  <a:cubicBezTo>
                    <a:pt x="117991" y="32046"/>
                    <a:pt x="114070" y="30689"/>
                    <a:pt x="109618" y="29313"/>
                  </a:cubicBezTo>
                  <a:cubicBezTo>
                    <a:pt x="105161" y="27947"/>
                    <a:pt x="100166" y="26580"/>
                    <a:pt x="94401" y="26580"/>
                  </a:cubicBezTo>
                  <a:cubicBezTo>
                    <a:pt x="90029" y="26580"/>
                    <a:pt x="85215" y="27366"/>
                    <a:pt x="79856" y="29535"/>
                  </a:cubicBezTo>
                  <a:cubicBezTo>
                    <a:pt x="57711" y="38482"/>
                    <a:pt x="59116" y="97413"/>
                    <a:pt x="48727" y="108726"/>
                  </a:cubicBezTo>
                  <a:cubicBezTo>
                    <a:pt x="46581" y="111073"/>
                    <a:pt x="44248" y="111937"/>
                    <a:pt x="41789" y="111937"/>
                  </a:cubicBezTo>
                  <a:cubicBezTo>
                    <a:pt x="38362" y="111937"/>
                    <a:pt x="34691" y="110258"/>
                    <a:pt x="30944" y="108578"/>
                  </a:cubicBezTo>
                  <a:cubicBezTo>
                    <a:pt x="27216" y="106926"/>
                    <a:pt x="23402" y="105261"/>
                    <a:pt x="19663" y="105261"/>
                  </a:cubicBezTo>
                  <a:cubicBezTo>
                    <a:pt x="16878" y="105261"/>
                    <a:pt x="14134" y="106185"/>
                    <a:pt x="11498" y="108726"/>
                  </a:cubicBezTo>
                  <a:cubicBezTo>
                    <a:pt x="0" y="119781"/>
                    <a:pt x="555" y="159117"/>
                    <a:pt x="665" y="163850"/>
                  </a:cubicBezTo>
                  <a:lnTo>
                    <a:pt x="230696" y="163850"/>
                  </a:lnTo>
                  <a:lnTo>
                    <a:pt x="230696" y="157269"/>
                  </a:lnTo>
                  <a:cubicBezTo>
                    <a:pt x="230696" y="152093"/>
                    <a:pt x="226445" y="147361"/>
                    <a:pt x="222193" y="142665"/>
                  </a:cubicBezTo>
                  <a:cubicBezTo>
                    <a:pt x="217979" y="137933"/>
                    <a:pt x="225521" y="112941"/>
                    <a:pt x="225964" y="92200"/>
                  </a:cubicBezTo>
                  <a:cubicBezTo>
                    <a:pt x="226328" y="76521"/>
                    <a:pt x="220754" y="69209"/>
                    <a:pt x="214147" y="69209"/>
                  </a:cubicBezTo>
                  <a:cubicBezTo>
                    <a:pt x="212014" y="69209"/>
                    <a:pt x="209773" y="69971"/>
                    <a:pt x="207590" y="71460"/>
                  </a:cubicBezTo>
                  <a:cubicBezTo>
                    <a:pt x="206669" y="72091"/>
                    <a:pt x="205798" y="72383"/>
                    <a:pt x="204974" y="72383"/>
                  </a:cubicBezTo>
                  <a:cubicBezTo>
                    <a:pt x="197788" y="72383"/>
                    <a:pt x="194148" y="50178"/>
                    <a:pt x="192025" y="37077"/>
                  </a:cubicBezTo>
                  <a:cubicBezTo>
                    <a:pt x="189835" y="23311"/>
                    <a:pt x="177610" y="1"/>
                    <a:pt x="157748" y="1"/>
                  </a:cubicBezTo>
                  <a:close/>
                </a:path>
              </a:pathLst>
            </a:custGeom>
            <a:solidFill>
              <a:schemeClr val="accent5">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 name="Google Shape;1899;p37">
              <a:extLst>
                <a:ext uri="{FF2B5EF4-FFF2-40B4-BE49-F238E27FC236}">
                  <a16:creationId xmlns:a16="http://schemas.microsoft.com/office/drawing/2014/main" id="{ACC513FD-B455-384E-BA9F-D67237251C8D}"/>
                </a:ext>
              </a:extLst>
            </p:cNvPr>
            <p:cNvSpPr/>
            <p:nvPr/>
          </p:nvSpPr>
          <p:spPr>
            <a:xfrm>
              <a:off x="3502650" y="1514850"/>
              <a:ext cx="2496475" cy="3178275"/>
            </a:xfrm>
            <a:custGeom>
              <a:avLst/>
              <a:gdLst/>
              <a:ahLst/>
              <a:cxnLst/>
              <a:rect l="l" t="t" r="r" b="b"/>
              <a:pathLst>
                <a:path w="99859" h="127131" extrusionOk="0">
                  <a:moveTo>
                    <a:pt x="76699" y="1"/>
                  </a:moveTo>
                  <a:cubicBezTo>
                    <a:pt x="68279" y="1"/>
                    <a:pt x="64477" y="3685"/>
                    <a:pt x="64477" y="3685"/>
                  </a:cubicBezTo>
                  <a:cubicBezTo>
                    <a:pt x="64477" y="3685"/>
                    <a:pt x="63173" y="3560"/>
                    <a:pt x="61252" y="3560"/>
                  </a:cubicBezTo>
                  <a:cubicBezTo>
                    <a:pt x="56382" y="3560"/>
                    <a:pt x="47546" y="4359"/>
                    <a:pt x="45955" y="10007"/>
                  </a:cubicBezTo>
                  <a:cubicBezTo>
                    <a:pt x="43700" y="17881"/>
                    <a:pt x="51538" y="24462"/>
                    <a:pt x="53941" y="25719"/>
                  </a:cubicBezTo>
                  <a:cubicBezTo>
                    <a:pt x="53941" y="25719"/>
                    <a:pt x="55900" y="31634"/>
                    <a:pt x="52943" y="38511"/>
                  </a:cubicBezTo>
                  <a:cubicBezTo>
                    <a:pt x="50022" y="45388"/>
                    <a:pt x="46510" y="55518"/>
                    <a:pt x="31056" y="69566"/>
                  </a:cubicBezTo>
                  <a:cubicBezTo>
                    <a:pt x="15602" y="83615"/>
                    <a:pt x="5066" y="89346"/>
                    <a:pt x="2552" y="105095"/>
                  </a:cubicBezTo>
                  <a:cubicBezTo>
                    <a:pt x="1" y="120808"/>
                    <a:pt x="7580" y="126982"/>
                    <a:pt x="28394" y="127130"/>
                  </a:cubicBezTo>
                  <a:cubicBezTo>
                    <a:pt x="28456" y="127130"/>
                    <a:pt x="28519" y="127131"/>
                    <a:pt x="28581" y="127131"/>
                  </a:cubicBezTo>
                  <a:cubicBezTo>
                    <a:pt x="49374" y="127131"/>
                    <a:pt x="83025" y="102605"/>
                    <a:pt x="91429" y="73485"/>
                  </a:cubicBezTo>
                  <a:cubicBezTo>
                    <a:pt x="99858" y="44278"/>
                    <a:pt x="97492" y="32189"/>
                    <a:pt x="97049" y="21652"/>
                  </a:cubicBezTo>
                  <a:cubicBezTo>
                    <a:pt x="96642" y="11116"/>
                    <a:pt x="90616" y="1282"/>
                    <a:pt x="79931" y="172"/>
                  </a:cubicBezTo>
                  <a:cubicBezTo>
                    <a:pt x="78786" y="54"/>
                    <a:pt x="77710" y="1"/>
                    <a:pt x="76699" y="1"/>
                  </a:cubicBezTo>
                  <a:close/>
                </a:path>
              </a:pathLst>
            </a:custGeom>
            <a:solidFill>
              <a:schemeClr val="tx2">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 name="Google Shape;1900;p37">
              <a:extLst>
                <a:ext uri="{FF2B5EF4-FFF2-40B4-BE49-F238E27FC236}">
                  <a16:creationId xmlns:a16="http://schemas.microsoft.com/office/drawing/2014/main" id="{E1533651-9E5D-9DF6-C6F5-C84AF389B4A2}"/>
                </a:ext>
              </a:extLst>
            </p:cNvPr>
            <p:cNvSpPr/>
            <p:nvPr/>
          </p:nvSpPr>
          <p:spPr>
            <a:xfrm>
              <a:off x="3547025" y="1507125"/>
              <a:ext cx="2405875" cy="3193375"/>
            </a:xfrm>
            <a:custGeom>
              <a:avLst/>
              <a:gdLst/>
              <a:ahLst/>
              <a:cxnLst/>
              <a:rect l="l" t="t" r="r" b="b"/>
              <a:pathLst>
                <a:path w="96235" h="127735" extrusionOk="0">
                  <a:moveTo>
                    <a:pt x="74903" y="629"/>
                  </a:moveTo>
                  <a:cubicBezTo>
                    <a:pt x="75901" y="629"/>
                    <a:pt x="76973" y="666"/>
                    <a:pt x="78119" y="777"/>
                  </a:cubicBezTo>
                  <a:cubicBezTo>
                    <a:pt x="83369" y="1332"/>
                    <a:pt x="87473" y="4031"/>
                    <a:pt x="90320" y="7876"/>
                  </a:cubicBezTo>
                  <a:cubicBezTo>
                    <a:pt x="93166" y="11721"/>
                    <a:pt x="94756" y="16785"/>
                    <a:pt x="94978" y="21998"/>
                  </a:cubicBezTo>
                  <a:cubicBezTo>
                    <a:pt x="95126" y="26139"/>
                    <a:pt x="95606" y="30465"/>
                    <a:pt x="95606" y="36010"/>
                  </a:cubicBezTo>
                  <a:cubicBezTo>
                    <a:pt x="95606" y="44587"/>
                    <a:pt x="94497" y="55974"/>
                    <a:pt x="89358" y="73720"/>
                  </a:cubicBezTo>
                  <a:cubicBezTo>
                    <a:pt x="85181" y="88176"/>
                    <a:pt x="74718" y="101559"/>
                    <a:pt x="62666" y="111320"/>
                  </a:cubicBezTo>
                  <a:cubicBezTo>
                    <a:pt x="50650" y="121043"/>
                    <a:pt x="37082" y="127143"/>
                    <a:pt x="26767" y="127143"/>
                  </a:cubicBezTo>
                  <a:lnTo>
                    <a:pt x="26619" y="127143"/>
                  </a:lnTo>
                  <a:cubicBezTo>
                    <a:pt x="17524" y="127069"/>
                    <a:pt x="10981" y="125849"/>
                    <a:pt x="6766" y="123224"/>
                  </a:cubicBezTo>
                  <a:cubicBezTo>
                    <a:pt x="4659" y="121893"/>
                    <a:pt x="3143" y="120230"/>
                    <a:pt x="2108" y="118196"/>
                  </a:cubicBezTo>
                  <a:cubicBezTo>
                    <a:pt x="1109" y="116126"/>
                    <a:pt x="592" y="113686"/>
                    <a:pt x="592" y="110765"/>
                  </a:cubicBezTo>
                  <a:cubicBezTo>
                    <a:pt x="592" y="109138"/>
                    <a:pt x="777" y="107364"/>
                    <a:pt x="1073" y="105441"/>
                  </a:cubicBezTo>
                  <a:cubicBezTo>
                    <a:pt x="2330" y="97640"/>
                    <a:pt x="5546" y="92354"/>
                    <a:pt x="10389" y="87215"/>
                  </a:cubicBezTo>
                  <a:cubicBezTo>
                    <a:pt x="15269" y="82076"/>
                    <a:pt x="21739" y="77122"/>
                    <a:pt x="29466" y="70097"/>
                  </a:cubicBezTo>
                  <a:cubicBezTo>
                    <a:pt x="44957" y="56011"/>
                    <a:pt x="48543" y="45808"/>
                    <a:pt x="51463" y="38931"/>
                  </a:cubicBezTo>
                  <a:cubicBezTo>
                    <a:pt x="52757" y="35936"/>
                    <a:pt x="53127" y="33127"/>
                    <a:pt x="53127" y="30908"/>
                  </a:cubicBezTo>
                  <a:cubicBezTo>
                    <a:pt x="53127" y="27914"/>
                    <a:pt x="52462" y="25954"/>
                    <a:pt x="52462" y="25954"/>
                  </a:cubicBezTo>
                  <a:cubicBezTo>
                    <a:pt x="52425" y="25880"/>
                    <a:pt x="52388" y="25806"/>
                    <a:pt x="52314" y="25769"/>
                  </a:cubicBezTo>
                  <a:cubicBezTo>
                    <a:pt x="51316" y="25252"/>
                    <a:pt x="49208" y="23662"/>
                    <a:pt x="47434" y="21444"/>
                  </a:cubicBezTo>
                  <a:cubicBezTo>
                    <a:pt x="45622" y="19226"/>
                    <a:pt x="44069" y="16342"/>
                    <a:pt x="44069" y="13162"/>
                  </a:cubicBezTo>
                  <a:cubicBezTo>
                    <a:pt x="44069" y="12238"/>
                    <a:pt x="44180" y="11351"/>
                    <a:pt x="44476" y="10390"/>
                  </a:cubicBezTo>
                  <a:cubicBezTo>
                    <a:pt x="44846" y="9059"/>
                    <a:pt x="45659" y="8023"/>
                    <a:pt x="46731" y="7173"/>
                  </a:cubicBezTo>
                  <a:cubicBezTo>
                    <a:pt x="48395" y="5916"/>
                    <a:pt x="50650" y="5140"/>
                    <a:pt x="52979" y="4733"/>
                  </a:cubicBezTo>
                  <a:cubicBezTo>
                    <a:pt x="55308" y="4289"/>
                    <a:pt x="57674" y="4178"/>
                    <a:pt x="59486" y="4178"/>
                  </a:cubicBezTo>
                  <a:cubicBezTo>
                    <a:pt x="60447" y="4178"/>
                    <a:pt x="61224" y="4215"/>
                    <a:pt x="61815" y="4252"/>
                  </a:cubicBezTo>
                  <a:cubicBezTo>
                    <a:pt x="62074" y="4252"/>
                    <a:pt x="62296" y="4252"/>
                    <a:pt x="62444" y="4289"/>
                  </a:cubicBezTo>
                  <a:lnTo>
                    <a:pt x="62666" y="4289"/>
                  </a:lnTo>
                  <a:cubicBezTo>
                    <a:pt x="62695" y="4299"/>
                    <a:pt x="62722" y="4304"/>
                    <a:pt x="62747" y="4304"/>
                  </a:cubicBezTo>
                  <a:cubicBezTo>
                    <a:pt x="62816" y="4304"/>
                    <a:pt x="62870" y="4270"/>
                    <a:pt x="62924" y="4215"/>
                  </a:cubicBezTo>
                  <a:cubicBezTo>
                    <a:pt x="63109" y="4031"/>
                    <a:pt x="66843" y="629"/>
                    <a:pt x="74903" y="629"/>
                  </a:cubicBezTo>
                  <a:close/>
                  <a:moveTo>
                    <a:pt x="74903" y="1"/>
                  </a:moveTo>
                  <a:cubicBezTo>
                    <a:pt x="67145" y="1"/>
                    <a:pt x="63234" y="3109"/>
                    <a:pt x="62579" y="3682"/>
                  </a:cubicBezTo>
                  <a:lnTo>
                    <a:pt x="62579" y="3682"/>
                  </a:lnTo>
                  <a:cubicBezTo>
                    <a:pt x="62172" y="3644"/>
                    <a:pt x="61016" y="3550"/>
                    <a:pt x="59486" y="3550"/>
                  </a:cubicBezTo>
                  <a:cubicBezTo>
                    <a:pt x="57046" y="3550"/>
                    <a:pt x="53608" y="3772"/>
                    <a:pt x="50502" y="4696"/>
                  </a:cubicBezTo>
                  <a:cubicBezTo>
                    <a:pt x="48986" y="5140"/>
                    <a:pt x="47545" y="5768"/>
                    <a:pt x="46361" y="6692"/>
                  </a:cubicBezTo>
                  <a:cubicBezTo>
                    <a:pt x="45178" y="7580"/>
                    <a:pt x="44291" y="8763"/>
                    <a:pt x="43884" y="10242"/>
                  </a:cubicBezTo>
                  <a:cubicBezTo>
                    <a:pt x="43589" y="11240"/>
                    <a:pt x="43441" y="12201"/>
                    <a:pt x="43441" y="13162"/>
                  </a:cubicBezTo>
                  <a:cubicBezTo>
                    <a:pt x="43441" y="16527"/>
                    <a:pt x="45068" y="19521"/>
                    <a:pt x="46953" y="21850"/>
                  </a:cubicBezTo>
                  <a:cubicBezTo>
                    <a:pt x="48750" y="24079"/>
                    <a:pt x="50792" y="25644"/>
                    <a:pt x="51923" y="26272"/>
                  </a:cubicBezTo>
                  <a:lnTo>
                    <a:pt x="51923" y="26272"/>
                  </a:lnTo>
                  <a:cubicBezTo>
                    <a:pt x="52058" y="26769"/>
                    <a:pt x="52499" y="28466"/>
                    <a:pt x="52499" y="30908"/>
                  </a:cubicBezTo>
                  <a:cubicBezTo>
                    <a:pt x="52499" y="33090"/>
                    <a:pt x="52129" y="35788"/>
                    <a:pt x="50909" y="38709"/>
                  </a:cubicBezTo>
                  <a:cubicBezTo>
                    <a:pt x="47951" y="45586"/>
                    <a:pt x="44476" y="55605"/>
                    <a:pt x="29059" y="69617"/>
                  </a:cubicBezTo>
                  <a:cubicBezTo>
                    <a:pt x="21369" y="76641"/>
                    <a:pt x="14863" y="81595"/>
                    <a:pt x="9945" y="86771"/>
                  </a:cubicBezTo>
                  <a:cubicBezTo>
                    <a:pt x="5028" y="91984"/>
                    <a:pt x="1738" y="97419"/>
                    <a:pt x="444" y="105330"/>
                  </a:cubicBezTo>
                  <a:cubicBezTo>
                    <a:pt x="148" y="107290"/>
                    <a:pt x="0" y="109101"/>
                    <a:pt x="0" y="110765"/>
                  </a:cubicBezTo>
                  <a:cubicBezTo>
                    <a:pt x="0" y="113723"/>
                    <a:pt x="518" y="116311"/>
                    <a:pt x="1553" y="118455"/>
                  </a:cubicBezTo>
                  <a:cubicBezTo>
                    <a:pt x="3180" y="121708"/>
                    <a:pt x="6027" y="124001"/>
                    <a:pt x="10167" y="125516"/>
                  </a:cubicBezTo>
                  <a:cubicBezTo>
                    <a:pt x="14308" y="126995"/>
                    <a:pt x="19743" y="127698"/>
                    <a:pt x="26619" y="127735"/>
                  </a:cubicBezTo>
                  <a:lnTo>
                    <a:pt x="26767" y="127735"/>
                  </a:lnTo>
                  <a:cubicBezTo>
                    <a:pt x="37304" y="127735"/>
                    <a:pt x="50946" y="121597"/>
                    <a:pt x="63072" y="111763"/>
                  </a:cubicBezTo>
                  <a:cubicBezTo>
                    <a:pt x="75162" y="101966"/>
                    <a:pt x="85735" y="88546"/>
                    <a:pt x="89950" y="73868"/>
                  </a:cubicBezTo>
                  <a:cubicBezTo>
                    <a:pt x="95089" y="56085"/>
                    <a:pt x="96235" y="44624"/>
                    <a:pt x="96235" y="36010"/>
                  </a:cubicBezTo>
                  <a:cubicBezTo>
                    <a:pt x="96235" y="30428"/>
                    <a:pt x="95754" y="26065"/>
                    <a:pt x="95606" y="21961"/>
                  </a:cubicBezTo>
                  <a:cubicBezTo>
                    <a:pt x="95384" y="16638"/>
                    <a:pt x="93758" y="11499"/>
                    <a:pt x="90800" y="7506"/>
                  </a:cubicBezTo>
                  <a:cubicBezTo>
                    <a:pt x="87879" y="3550"/>
                    <a:pt x="83591" y="740"/>
                    <a:pt x="78193" y="186"/>
                  </a:cubicBezTo>
                  <a:cubicBezTo>
                    <a:pt x="77010" y="38"/>
                    <a:pt x="75938" y="1"/>
                    <a:pt x="74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901;p37">
              <a:extLst>
                <a:ext uri="{FF2B5EF4-FFF2-40B4-BE49-F238E27FC236}">
                  <a16:creationId xmlns:a16="http://schemas.microsoft.com/office/drawing/2014/main" id="{AE139CA3-2888-B0C0-C552-57E491EF1686}"/>
                </a:ext>
              </a:extLst>
            </p:cNvPr>
            <p:cNvSpPr/>
            <p:nvPr/>
          </p:nvSpPr>
          <p:spPr>
            <a:xfrm>
              <a:off x="4746725" y="1839875"/>
              <a:ext cx="464000" cy="184875"/>
            </a:xfrm>
            <a:custGeom>
              <a:avLst/>
              <a:gdLst/>
              <a:ahLst/>
              <a:cxnLst/>
              <a:rect l="l" t="t" r="r" b="b"/>
              <a:pathLst>
                <a:path w="18560" h="7395" extrusionOk="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02;p37">
              <a:extLst>
                <a:ext uri="{FF2B5EF4-FFF2-40B4-BE49-F238E27FC236}">
                  <a16:creationId xmlns:a16="http://schemas.microsoft.com/office/drawing/2014/main" id="{BB8AB38B-FD58-FFFD-FBF3-A18370072991}"/>
                </a:ext>
              </a:extLst>
            </p:cNvPr>
            <p:cNvSpPr/>
            <p:nvPr/>
          </p:nvSpPr>
          <p:spPr>
            <a:xfrm>
              <a:off x="5240275" y="1582925"/>
              <a:ext cx="685825" cy="691375"/>
            </a:xfrm>
            <a:custGeom>
              <a:avLst/>
              <a:gdLst/>
              <a:ahLst/>
              <a:cxnLst/>
              <a:rect l="l" t="t" r="r" b="b"/>
              <a:pathLst>
                <a:path w="27433" h="27655" extrusionOk="0">
                  <a:moveTo>
                    <a:pt x="13901" y="0"/>
                  </a:moveTo>
                  <a:cubicBezTo>
                    <a:pt x="12201" y="0"/>
                    <a:pt x="8984" y="74"/>
                    <a:pt x="6027" y="703"/>
                  </a:cubicBezTo>
                  <a:cubicBezTo>
                    <a:pt x="4585" y="999"/>
                    <a:pt x="3180" y="1442"/>
                    <a:pt x="2108" y="2071"/>
                  </a:cubicBezTo>
                  <a:cubicBezTo>
                    <a:pt x="999" y="2699"/>
                    <a:pt x="185" y="3587"/>
                    <a:pt x="0" y="4733"/>
                  </a:cubicBezTo>
                  <a:cubicBezTo>
                    <a:pt x="0" y="4844"/>
                    <a:pt x="0" y="4954"/>
                    <a:pt x="0" y="5065"/>
                  </a:cubicBezTo>
                  <a:cubicBezTo>
                    <a:pt x="0" y="5842"/>
                    <a:pt x="333" y="6692"/>
                    <a:pt x="888" y="7616"/>
                  </a:cubicBezTo>
                  <a:cubicBezTo>
                    <a:pt x="1849" y="9280"/>
                    <a:pt x="3550" y="11203"/>
                    <a:pt x="5694" y="13236"/>
                  </a:cubicBezTo>
                  <a:cubicBezTo>
                    <a:pt x="8836" y="16304"/>
                    <a:pt x="12977" y="19558"/>
                    <a:pt x="16896" y="22220"/>
                  </a:cubicBezTo>
                  <a:cubicBezTo>
                    <a:pt x="20852" y="24882"/>
                    <a:pt x="24660" y="26952"/>
                    <a:pt x="27248" y="27654"/>
                  </a:cubicBezTo>
                  <a:lnTo>
                    <a:pt x="27433" y="27026"/>
                  </a:lnTo>
                  <a:cubicBezTo>
                    <a:pt x="25547" y="26545"/>
                    <a:pt x="22885" y="25251"/>
                    <a:pt x="20002" y="23477"/>
                  </a:cubicBezTo>
                  <a:cubicBezTo>
                    <a:pt x="15676" y="20815"/>
                    <a:pt x="10796" y="17155"/>
                    <a:pt x="7025" y="13680"/>
                  </a:cubicBezTo>
                  <a:cubicBezTo>
                    <a:pt x="5139" y="11942"/>
                    <a:pt x="3513" y="10241"/>
                    <a:pt x="2367" y="8725"/>
                  </a:cubicBezTo>
                  <a:cubicBezTo>
                    <a:pt x="1221" y="7247"/>
                    <a:pt x="592" y="5916"/>
                    <a:pt x="592" y="5065"/>
                  </a:cubicBezTo>
                  <a:cubicBezTo>
                    <a:pt x="592" y="4991"/>
                    <a:pt x="629" y="4917"/>
                    <a:pt x="629" y="4844"/>
                  </a:cubicBezTo>
                  <a:cubicBezTo>
                    <a:pt x="777" y="3919"/>
                    <a:pt x="1405" y="3217"/>
                    <a:pt x="2404" y="2625"/>
                  </a:cubicBezTo>
                  <a:cubicBezTo>
                    <a:pt x="3882" y="1738"/>
                    <a:pt x="6175" y="1220"/>
                    <a:pt x="8356" y="925"/>
                  </a:cubicBezTo>
                  <a:cubicBezTo>
                    <a:pt x="10537" y="666"/>
                    <a:pt x="12644" y="629"/>
                    <a:pt x="13901" y="629"/>
                  </a:cubicBezTo>
                  <a:lnTo>
                    <a:pt x="15011" y="629"/>
                  </a:lnTo>
                  <a:lnTo>
                    <a:pt x="150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03;p37">
              <a:extLst>
                <a:ext uri="{FF2B5EF4-FFF2-40B4-BE49-F238E27FC236}">
                  <a16:creationId xmlns:a16="http://schemas.microsoft.com/office/drawing/2014/main" id="{FE87BB0E-70F3-377A-AE66-B30AD2116BC6}"/>
                </a:ext>
              </a:extLst>
            </p:cNvPr>
            <p:cNvSpPr/>
            <p:nvPr/>
          </p:nvSpPr>
          <p:spPr>
            <a:xfrm>
              <a:off x="5406650" y="1584775"/>
              <a:ext cx="438125" cy="367875"/>
            </a:xfrm>
            <a:custGeom>
              <a:avLst/>
              <a:gdLst/>
              <a:ahLst/>
              <a:cxnLst/>
              <a:rect l="l" t="t" r="r" b="b"/>
              <a:pathLst>
                <a:path w="17525" h="14715" extrusionOk="0">
                  <a:moveTo>
                    <a:pt x="3475" y="0"/>
                  </a:moveTo>
                  <a:cubicBezTo>
                    <a:pt x="3475" y="0"/>
                    <a:pt x="2625" y="518"/>
                    <a:pt x="1775" y="1368"/>
                  </a:cubicBezTo>
                  <a:cubicBezTo>
                    <a:pt x="924" y="2256"/>
                    <a:pt x="37" y="3476"/>
                    <a:pt x="0" y="4917"/>
                  </a:cubicBezTo>
                  <a:cubicBezTo>
                    <a:pt x="0" y="5509"/>
                    <a:pt x="148" y="6101"/>
                    <a:pt x="481" y="6692"/>
                  </a:cubicBezTo>
                  <a:cubicBezTo>
                    <a:pt x="961" y="7616"/>
                    <a:pt x="1960" y="8541"/>
                    <a:pt x="3254" y="9465"/>
                  </a:cubicBezTo>
                  <a:cubicBezTo>
                    <a:pt x="5213" y="10833"/>
                    <a:pt x="7801" y="12127"/>
                    <a:pt x="10426" y="13125"/>
                  </a:cubicBezTo>
                  <a:cubicBezTo>
                    <a:pt x="13014" y="14086"/>
                    <a:pt x="15602" y="14715"/>
                    <a:pt x="17524" y="14715"/>
                  </a:cubicBezTo>
                  <a:lnTo>
                    <a:pt x="17524" y="14123"/>
                  </a:lnTo>
                  <a:cubicBezTo>
                    <a:pt x="15121" y="14123"/>
                    <a:pt x="11387" y="13014"/>
                    <a:pt x="8097" y="11461"/>
                  </a:cubicBezTo>
                  <a:cubicBezTo>
                    <a:pt x="6433" y="10722"/>
                    <a:pt x="4880" y="9835"/>
                    <a:pt x="3623" y="8947"/>
                  </a:cubicBezTo>
                  <a:cubicBezTo>
                    <a:pt x="2366" y="8097"/>
                    <a:pt x="1442" y="7173"/>
                    <a:pt x="1035" y="6396"/>
                  </a:cubicBezTo>
                  <a:cubicBezTo>
                    <a:pt x="740" y="5879"/>
                    <a:pt x="629" y="5398"/>
                    <a:pt x="629" y="4917"/>
                  </a:cubicBezTo>
                  <a:cubicBezTo>
                    <a:pt x="629" y="3734"/>
                    <a:pt x="1405" y="2625"/>
                    <a:pt x="2181" y="1812"/>
                  </a:cubicBezTo>
                  <a:cubicBezTo>
                    <a:pt x="2588" y="1405"/>
                    <a:pt x="2995" y="1072"/>
                    <a:pt x="3291" y="851"/>
                  </a:cubicBezTo>
                  <a:cubicBezTo>
                    <a:pt x="3438" y="740"/>
                    <a:pt x="3586" y="666"/>
                    <a:pt x="3660" y="592"/>
                  </a:cubicBezTo>
                  <a:lnTo>
                    <a:pt x="3771" y="518"/>
                  </a:lnTo>
                  <a:lnTo>
                    <a:pt x="3808" y="518"/>
                  </a:lnTo>
                  <a:lnTo>
                    <a:pt x="34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04;p37">
              <a:extLst>
                <a:ext uri="{FF2B5EF4-FFF2-40B4-BE49-F238E27FC236}">
                  <a16:creationId xmlns:a16="http://schemas.microsoft.com/office/drawing/2014/main" id="{26EDBC75-3D72-1CEA-6C26-2C7763BBC583}"/>
                </a:ext>
              </a:extLst>
            </p:cNvPr>
            <p:cNvSpPr/>
            <p:nvPr/>
          </p:nvSpPr>
          <p:spPr>
            <a:xfrm>
              <a:off x="4434325" y="2717300"/>
              <a:ext cx="1258875" cy="2210575"/>
            </a:xfrm>
            <a:custGeom>
              <a:avLst/>
              <a:gdLst/>
              <a:ahLst/>
              <a:cxnLst/>
              <a:rect l="l" t="t" r="r" b="b"/>
              <a:pathLst>
                <a:path w="50355" h="88423" extrusionOk="0">
                  <a:moveTo>
                    <a:pt x="29766" y="1"/>
                  </a:moveTo>
                  <a:cubicBezTo>
                    <a:pt x="24738" y="1"/>
                    <a:pt x="21221" y="247"/>
                    <a:pt x="21221" y="247"/>
                  </a:cubicBezTo>
                  <a:cubicBezTo>
                    <a:pt x="21221" y="247"/>
                    <a:pt x="14936" y="18696"/>
                    <a:pt x="11609" y="35850"/>
                  </a:cubicBezTo>
                  <a:cubicBezTo>
                    <a:pt x="8282" y="53004"/>
                    <a:pt x="0" y="88422"/>
                    <a:pt x="0" y="88422"/>
                  </a:cubicBezTo>
                  <a:lnTo>
                    <a:pt x="33939" y="88422"/>
                  </a:lnTo>
                  <a:cubicBezTo>
                    <a:pt x="33939" y="88422"/>
                    <a:pt x="34124" y="80511"/>
                    <a:pt x="35418" y="70159"/>
                  </a:cubicBezTo>
                  <a:cubicBezTo>
                    <a:pt x="36712" y="59844"/>
                    <a:pt x="50354" y="4314"/>
                    <a:pt x="50354" y="4314"/>
                  </a:cubicBezTo>
                  <a:cubicBezTo>
                    <a:pt x="50354" y="4314"/>
                    <a:pt x="47212" y="802"/>
                    <a:pt x="38191" y="247"/>
                  </a:cubicBezTo>
                  <a:cubicBezTo>
                    <a:pt x="35171" y="62"/>
                    <a:pt x="32280" y="1"/>
                    <a:pt x="29766" y="1"/>
                  </a:cubicBezTo>
                  <a:close/>
                </a:path>
              </a:pathLst>
            </a:custGeom>
            <a:solidFill>
              <a:schemeClr val="tx2">
                <a:lumMod val="60000"/>
                <a:lumOff val="4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1" name="Google Shape;1905;p37">
              <a:extLst>
                <a:ext uri="{FF2B5EF4-FFF2-40B4-BE49-F238E27FC236}">
                  <a16:creationId xmlns:a16="http://schemas.microsoft.com/office/drawing/2014/main" id="{A456DF5B-A10C-C935-E2B4-1F4F658AC9CE}"/>
                </a:ext>
              </a:extLst>
            </p:cNvPr>
            <p:cNvSpPr/>
            <p:nvPr/>
          </p:nvSpPr>
          <p:spPr>
            <a:xfrm>
              <a:off x="4426000" y="2709600"/>
              <a:ext cx="1275500" cy="2226600"/>
            </a:xfrm>
            <a:custGeom>
              <a:avLst/>
              <a:gdLst/>
              <a:ahLst/>
              <a:cxnLst/>
              <a:rect l="l" t="t" r="r" b="b"/>
              <a:pathLst>
                <a:path w="51020" h="89064" extrusionOk="0">
                  <a:moveTo>
                    <a:pt x="30094" y="629"/>
                  </a:moveTo>
                  <a:cubicBezTo>
                    <a:pt x="32608" y="629"/>
                    <a:pt x="35492" y="666"/>
                    <a:pt x="38487" y="851"/>
                  </a:cubicBezTo>
                  <a:cubicBezTo>
                    <a:pt x="42960" y="1147"/>
                    <a:pt x="45992" y="2145"/>
                    <a:pt x="47840" y="3069"/>
                  </a:cubicBezTo>
                  <a:cubicBezTo>
                    <a:pt x="48802" y="3513"/>
                    <a:pt x="49467" y="3957"/>
                    <a:pt x="49874" y="4289"/>
                  </a:cubicBezTo>
                  <a:cubicBezTo>
                    <a:pt x="50096" y="4474"/>
                    <a:pt x="50243" y="4585"/>
                    <a:pt x="50317" y="4696"/>
                  </a:cubicBezTo>
                  <a:lnTo>
                    <a:pt x="50350" y="4718"/>
                  </a:lnTo>
                  <a:lnTo>
                    <a:pt x="50350" y="4718"/>
                  </a:lnTo>
                  <a:cubicBezTo>
                    <a:pt x="49952" y="6341"/>
                    <a:pt x="46759" y="19392"/>
                    <a:pt x="43404" y="33607"/>
                  </a:cubicBezTo>
                  <a:cubicBezTo>
                    <a:pt x="41629" y="41186"/>
                    <a:pt x="39781" y="49098"/>
                    <a:pt x="38339" y="55753"/>
                  </a:cubicBezTo>
                  <a:cubicBezTo>
                    <a:pt x="36860" y="62444"/>
                    <a:pt x="35751" y="67842"/>
                    <a:pt x="35455" y="70430"/>
                  </a:cubicBezTo>
                  <a:cubicBezTo>
                    <a:pt x="34307" y="79613"/>
                    <a:pt x="34032" y="86906"/>
                    <a:pt x="33985" y="88435"/>
                  </a:cubicBezTo>
                  <a:lnTo>
                    <a:pt x="715" y="88435"/>
                  </a:lnTo>
                  <a:cubicBezTo>
                    <a:pt x="1603" y="84627"/>
                    <a:pt x="9110" y="52359"/>
                    <a:pt x="12238" y="36232"/>
                  </a:cubicBezTo>
                  <a:cubicBezTo>
                    <a:pt x="13901" y="27655"/>
                    <a:pt x="16304" y="18745"/>
                    <a:pt x="18264" y="12016"/>
                  </a:cubicBezTo>
                  <a:cubicBezTo>
                    <a:pt x="19262" y="8652"/>
                    <a:pt x="20149" y="5805"/>
                    <a:pt x="20815" y="3809"/>
                  </a:cubicBezTo>
                  <a:cubicBezTo>
                    <a:pt x="21111" y="2810"/>
                    <a:pt x="21369" y="1997"/>
                    <a:pt x="21554" y="1480"/>
                  </a:cubicBezTo>
                  <a:cubicBezTo>
                    <a:pt x="21652" y="1188"/>
                    <a:pt x="21718" y="978"/>
                    <a:pt x="21759" y="844"/>
                  </a:cubicBezTo>
                  <a:lnTo>
                    <a:pt x="21759" y="844"/>
                  </a:lnTo>
                  <a:cubicBezTo>
                    <a:pt x="21863" y="839"/>
                    <a:pt x="22005" y="830"/>
                    <a:pt x="22183" y="814"/>
                  </a:cubicBezTo>
                  <a:cubicBezTo>
                    <a:pt x="23403" y="740"/>
                    <a:pt x="26323" y="629"/>
                    <a:pt x="30094" y="629"/>
                  </a:cubicBezTo>
                  <a:close/>
                  <a:moveTo>
                    <a:pt x="30094" y="1"/>
                  </a:moveTo>
                  <a:cubicBezTo>
                    <a:pt x="25066" y="1"/>
                    <a:pt x="21517" y="259"/>
                    <a:pt x="21517" y="259"/>
                  </a:cubicBezTo>
                  <a:cubicBezTo>
                    <a:pt x="21406" y="259"/>
                    <a:pt x="21295" y="333"/>
                    <a:pt x="21258" y="444"/>
                  </a:cubicBezTo>
                  <a:cubicBezTo>
                    <a:pt x="21258" y="444"/>
                    <a:pt x="14973" y="18930"/>
                    <a:pt x="11646" y="36121"/>
                  </a:cubicBezTo>
                  <a:cubicBezTo>
                    <a:pt x="9982" y="44661"/>
                    <a:pt x="7062" y="57823"/>
                    <a:pt x="4585" y="68840"/>
                  </a:cubicBezTo>
                  <a:cubicBezTo>
                    <a:pt x="3328" y="74312"/>
                    <a:pt x="2182" y="79303"/>
                    <a:pt x="1368" y="82889"/>
                  </a:cubicBezTo>
                  <a:cubicBezTo>
                    <a:pt x="962" y="84664"/>
                    <a:pt x="629" y="86105"/>
                    <a:pt x="370" y="87141"/>
                  </a:cubicBezTo>
                  <a:cubicBezTo>
                    <a:pt x="148" y="88139"/>
                    <a:pt x="0" y="88693"/>
                    <a:pt x="0" y="88693"/>
                  </a:cubicBezTo>
                  <a:cubicBezTo>
                    <a:pt x="0" y="88767"/>
                    <a:pt x="0" y="88878"/>
                    <a:pt x="74" y="88952"/>
                  </a:cubicBezTo>
                  <a:cubicBezTo>
                    <a:pt x="148" y="89026"/>
                    <a:pt x="222" y="89063"/>
                    <a:pt x="333" y="89063"/>
                  </a:cubicBezTo>
                  <a:lnTo>
                    <a:pt x="34272" y="89063"/>
                  </a:lnTo>
                  <a:cubicBezTo>
                    <a:pt x="34420" y="89063"/>
                    <a:pt x="34568" y="88915"/>
                    <a:pt x="34568" y="88767"/>
                  </a:cubicBezTo>
                  <a:cubicBezTo>
                    <a:pt x="34568" y="88767"/>
                    <a:pt x="34605" y="88250"/>
                    <a:pt x="34642" y="87362"/>
                  </a:cubicBezTo>
                  <a:cubicBezTo>
                    <a:pt x="34753" y="84664"/>
                    <a:pt x="35085" y="78268"/>
                    <a:pt x="36047" y="70504"/>
                  </a:cubicBezTo>
                  <a:cubicBezTo>
                    <a:pt x="36379" y="67953"/>
                    <a:pt x="37452" y="62555"/>
                    <a:pt x="38930" y="55900"/>
                  </a:cubicBezTo>
                  <a:cubicBezTo>
                    <a:pt x="41112" y="45918"/>
                    <a:pt x="44143" y="33089"/>
                    <a:pt x="46583" y="22812"/>
                  </a:cubicBezTo>
                  <a:cubicBezTo>
                    <a:pt x="47840" y="17636"/>
                    <a:pt x="48949" y="13125"/>
                    <a:pt x="49726" y="9872"/>
                  </a:cubicBezTo>
                  <a:cubicBezTo>
                    <a:pt x="50133" y="8245"/>
                    <a:pt x="50428" y="6951"/>
                    <a:pt x="50650" y="6064"/>
                  </a:cubicBezTo>
                  <a:cubicBezTo>
                    <a:pt x="50872" y="5177"/>
                    <a:pt x="50983" y="4696"/>
                    <a:pt x="50983" y="4696"/>
                  </a:cubicBezTo>
                  <a:cubicBezTo>
                    <a:pt x="51020" y="4585"/>
                    <a:pt x="50983" y="4474"/>
                    <a:pt x="50909" y="4400"/>
                  </a:cubicBezTo>
                  <a:cubicBezTo>
                    <a:pt x="50872" y="4363"/>
                    <a:pt x="47655" y="814"/>
                    <a:pt x="38524" y="259"/>
                  </a:cubicBezTo>
                  <a:cubicBezTo>
                    <a:pt x="35492" y="75"/>
                    <a:pt x="32608" y="1"/>
                    <a:pt x="30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906;p37">
              <a:extLst>
                <a:ext uri="{FF2B5EF4-FFF2-40B4-BE49-F238E27FC236}">
                  <a16:creationId xmlns:a16="http://schemas.microsoft.com/office/drawing/2014/main" id="{38907203-42C9-EE0F-8B14-C2A8140FA96B}"/>
                </a:ext>
              </a:extLst>
            </p:cNvPr>
            <p:cNvSpPr/>
            <p:nvPr/>
          </p:nvSpPr>
          <p:spPr>
            <a:xfrm>
              <a:off x="5009200" y="2762300"/>
              <a:ext cx="495450" cy="732950"/>
            </a:xfrm>
            <a:custGeom>
              <a:avLst/>
              <a:gdLst/>
              <a:ahLst/>
              <a:cxnLst/>
              <a:rect l="l" t="t" r="r" b="b"/>
              <a:pathLst>
                <a:path w="19818" h="29318" extrusionOk="0">
                  <a:moveTo>
                    <a:pt x="2515" y="0"/>
                  </a:moveTo>
                  <a:cubicBezTo>
                    <a:pt x="2515" y="0"/>
                    <a:pt x="1" y="10685"/>
                    <a:pt x="1" y="16970"/>
                  </a:cubicBezTo>
                  <a:cubicBezTo>
                    <a:pt x="1" y="22449"/>
                    <a:pt x="3278" y="29317"/>
                    <a:pt x="8798" y="29317"/>
                  </a:cubicBezTo>
                  <a:cubicBezTo>
                    <a:pt x="9646" y="29317"/>
                    <a:pt x="10548" y="29155"/>
                    <a:pt x="11499" y="28800"/>
                  </a:cubicBezTo>
                  <a:cubicBezTo>
                    <a:pt x="18671" y="26101"/>
                    <a:pt x="19817" y="18522"/>
                    <a:pt x="19817" y="13605"/>
                  </a:cubicBezTo>
                  <a:cubicBezTo>
                    <a:pt x="19817" y="8688"/>
                    <a:pt x="19521" y="1959"/>
                    <a:pt x="19521" y="1959"/>
                  </a:cubicBezTo>
                  <a:cubicBezTo>
                    <a:pt x="19521" y="1959"/>
                    <a:pt x="17513" y="3566"/>
                    <a:pt x="14167" y="3566"/>
                  </a:cubicBezTo>
                  <a:cubicBezTo>
                    <a:pt x="13089" y="3566"/>
                    <a:pt x="11871" y="3399"/>
                    <a:pt x="10537" y="2958"/>
                  </a:cubicBezTo>
                  <a:cubicBezTo>
                    <a:pt x="5066" y="1109"/>
                    <a:pt x="2515" y="0"/>
                    <a:pt x="2515"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907;p37">
              <a:extLst>
                <a:ext uri="{FF2B5EF4-FFF2-40B4-BE49-F238E27FC236}">
                  <a16:creationId xmlns:a16="http://schemas.microsoft.com/office/drawing/2014/main" id="{08E597F2-4B84-85C2-B9A3-DD3DF1AA7549}"/>
                </a:ext>
              </a:extLst>
            </p:cNvPr>
            <p:cNvSpPr/>
            <p:nvPr/>
          </p:nvSpPr>
          <p:spPr>
            <a:xfrm>
              <a:off x="5024925" y="2762300"/>
              <a:ext cx="478800" cy="363925"/>
            </a:xfrm>
            <a:custGeom>
              <a:avLst/>
              <a:gdLst/>
              <a:ahLst/>
              <a:cxnLst/>
              <a:rect l="l" t="t" r="r" b="b"/>
              <a:pathLst>
                <a:path w="19152" h="14557" extrusionOk="0">
                  <a:moveTo>
                    <a:pt x="1886" y="0"/>
                  </a:moveTo>
                  <a:cubicBezTo>
                    <a:pt x="1886" y="0"/>
                    <a:pt x="740" y="4917"/>
                    <a:pt x="0" y="10056"/>
                  </a:cubicBezTo>
                  <a:cubicBezTo>
                    <a:pt x="1494" y="12453"/>
                    <a:pt x="4130" y="14556"/>
                    <a:pt x="8798" y="14556"/>
                  </a:cubicBezTo>
                  <a:cubicBezTo>
                    <a:pt x="9098" y="14556"/>
                    <a:pt x="9406" y="14547"/>
                    <a:pt x="9724" y="14530"/>
                  </a:cubicBezTo>
                  <a:cubicBezTo>
                    <a:pt x="13901" y="14271"/>
                    <a:pt x="16933" y="12792"/>
                    <a:pt x="19151" y="10685"/>
                  </a:cubicBezTo>
                  <a:cubicBezTo>
                    <a:pt x="19077" y="6396"/>
                    <a:pt x="18892" y="1959"/>
                    <a:pt x="18892" y="1959"/>
                  </a:cubicBezTo>
                  <a:cubicBezTo>
                    <a:pt x="18892" y="1959"/>
                    <a:pt x="16884" y="3566"/>
                    <a:pt x="13538" y="3566"/>
                  </a:cubicBezTo>
                  <a:cubicBezTo>
                    <a:pt x="12460" y="3566"/>
                    <a:pt x="11242" y="3399"/>
                    <a:pt x="9908" y="2958"/>
                  </a:cubicBezTo>
                  <a:cubicBezTo>
                    <a:pt x="4437" y="1109"/>
                    <a:pt x="1886" y="0"/>
                    <a:pt x="18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908;p37">
              <a:extLst>
                <a:ext uri="{FF2B5EF4-FFF2-40B4-BE49-F238E27FC236}">
                  <a16:creationId xmlns:a16="http://schemas.microsoft.com/office/drawing/2014/main" id="{E4D80171-33B4-A18A-4FD4-2E6891651150}"/>
                </a:ext>
              </a:extLst>
            </p:cNvPr>
            <p:cNvSpPr/>
            <p:nvPr/>
          </p:nvSpPr>
          <p:spPr>
            <a:xfrm>
              <a:off x="5031400" y="2805725"/>
              <a:ext cx="452900" cy="320750"/>
            </a:xfrm>
            <a:custGeom>
              <a:avLst/>
              <a:gdLst/>
              <a:ahLst/>
              <a:cxnLst/>
              <a:rect l="l" t="t" r="r" b="b"/>
              <a:pathLst>
                <a:path w="18116" h="12830" extrusionOk="0">
                  <a:moveTo>
                    <a:pt x="18116" y="2773"/>
                  </a:moveTo>
                  <a:lnTo>
                    <a:pt x="18079" y="2810"/>
                  </a:lnTo>
                  <a:cubicBezTo>
                    <a:pt x="18079" y="2810"/>
                    <a:pt x="18042" y="2810"/>
                    <a:pt x="18042" y="2847"/>
                  </a:cubicBezTo>
                  <a:cubicBezTo>
                    <a:pt x="17931" y="2995"/>
                    <a:pt x="17820" y="3180"/>
                    <a:pt x="17635" y="3402"/>
                  </a:cubicBezTo>
                  <a:cubicBezTo>
                    <a:pt x="17302" y="3883"/>
                    <a:pt x="16859" y="4585"/>
                    <a:pt x="16378" y="5435"/>
                  </a:cubicBezTo>
                  <a:cubicBezTo>
                    <a:pt x="15417" y="7099"/>
                    <a:pt x="14345" y="9317"/>
                    <a:pt x="13864" y="11536"/>
                  </a:cubicBezTo>
                  <a:cubicBezTo>
                    <a:pt x="13827" y="11683"/>
                    <a:pt x="13827" y="11831"/>
                    <a:pt x="13790" y="11979"/>
                  </a:cubicBezTo>
                  <a:cubicBezTo>
                    <a:pt x="15232" y="11499"/>
                    <a:pt x="16526" y="10833"/>
                    <a:pt x="17598" y="10020"/>
                  </a:cubicBezTo>
                  <a:cubicBezTo>
                    <a:pt x="17820" y="6914"/>
                    <a:pt x="18005" y="4437"/>
                    <a:pt x="18116" y="2773"/>
                  </a:cubicBezTo>
                  <a:close/>
                  <a:moveTo>
                    <a:pt x="1553" y="1"/>
                  </a:moveTo>
                  <a:lnTo>
                    <a:pt x="1553" y="75"/>
                  </a:lnTo>
                  <a:cubicBezTo>
                    <a:pt x="1294" y="1184"/>
                    <a:pt x="998" y="2700"/>
                    <a:pt x="666" y="4437"/>
                  </a:cubicBezTo>
                  <a:cubicBezTo>
                    <a:pt x="444" y="5768"/>
                    <a:pt x="185" y="7247"/>
                    <a:pt x="0" y="8689"/>
                  </a:cubicBezTo>
                  <a:cubicBezTo>
                    <a:pt x="1516" y="10944"/>
                    <a:pt x="4104" y="12829"/>
                    <a:pt x="8503" y="12829"/>
                  </a:cubicBezTo>
                  <a:cubicBezTo>
                    <a:pt x="8799" y="12829"/>
                    <a:pt x="9132" y="12793"/>
                    <a:pt x="9465" y="12793"/>
                  </a:cubicBezTo>
                  <a:cubicBezTo>
                    <a:pt x="10796" y="12719"/>
                    <a:pt x="12016" y="12497"/>
                    <a:pt x="13125" y="12201"/>
                  </a:cubicBezTo>
                  <a:cubicBezTo>
                    <a:pt x="13162" y="11942"/>
                    <a:pt x="13236" y="11683"/>
                    <a:pt x="13273" y="11388"/>
                  </a:cubicBezTo>
                  <a:cubicBezTo>
                    <a:pt x="13975" y="8171"/>
                    <a:pt x="15897" y="4955"/>
                    <a:pt x="16933" y="3365"/>
                  </a:cubicBezTo>
                  <a:lnTo>
                    <a:pt x="16933" y="3365"/>
                  </a:lnTo>
                  <a:cubicBezTo>
                    <a:pt x="15676" y="3920"/>
                    <a:pt x="14234" y="4252"/>
                    <a:pt x="12644" y="4326"/>
                  </a:cubicBezTo>
                  <a:cubicBezTo>
                    <a:pt x="12348" y="4363"/>
                    <a:pt x="12053" y="4363"/>
                    <a:pt x="11757" y="4363"/>
                  </a:cubicBezTo>
                  <a:cubicBezTo>
                    <a:pt x="6655" y="4363"/>
                    <a:pt x="3512" y="2219"/>
                    <a:pt x="1553"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909;p37">
              <a:extLst>
                <a:ext uri="{FF2B5EF4-FFF2-40B4-BE49-F238E27FC236}">
                  <a16:creationId xmlns:a16="http://schemas.microsoft.com/office/drawing/2014/main" id="{D06A9542-3422-3E42-FB9E-50D8B481DBA3}"/>
                </a:ext>
              </a:extLst>
            </p:cNvPr>
            <p:cNvSpPr/>
            <p:nvPr/>
          </p:nvSpPr>
          <p:spPr>
            <a:xfrm>
              <a:off x="5001825" y="2754200"/>
              <a:ext cx="510200" cy="748450"/>
            </a:xfrm>
            <a:custGeom>
              <a:avLst/>
              <a:gdLst/>
              <a:ahLst/>
              <a:cxnLst/>
              <a:rect l="l" t="t" r="r" b="b"/>
              <a:pathLst>
                <a:path w="20408" h="29938" extrusionOk="0">
                  <a:moveTo>
                    <a:pt x="3044" y="746"/>
                  </a:moveTo>
                  <a:lnTo>
                    <a:pt x="3044" y="746"/>
                  </a:lnTo>
                  <a:cubicBezTo>
                    <a:pt x="3908" y="1120"/>
                    <a:pt x="6406" y="2112"/>
                    <a:pt x="10722" y="3540"/>
                  </a:cubicBezTo>
                  <a:cubicBezTo>
                    <a:pt x="12089" y="4021"/>
                    <a:pt x="13383" y="4206"/>
                    <a:pt x="14493" y="4206"/>
                  </a:cubicBezTo>
                  <a:cubicBezTo>
                    <a:pt x="16987" y="4206"/>
                    <a:pt x="18742" y="3330"/>
                    <a:pt x="19532" y="2835"/>
                  </a:cubicBezTo>
                  <a:lnTo>
                    <a:pt x="19532" y="2835"/>
                  </a:lnTo>
                  <a:cubicBezTo>
                    <a:pt x="19537" y="3002"/>
                    <a:pt x="19546" y="3202"/>
                    <a:pt x="19558" y="3430"/>
                  </a:cubicBezTo>
                  <a:cubicBezTo>
                    <a:pt x="19631" y="5537"/>
                    <a:pt x="19779" y="10269"/>
                    <a:pt x="19779" y="13929"/>
                  </a:cubicBezTo>
                  <a:cubicBezTo>
                    <a:pt x="19779" y="16369"/>
                    <a:pt x="19521" y="19475"/>
                    <a:pt x="18374" y="22248"/>
                  </a:cubicBezTo>
                  <a:cubicBezTo>
                    <a:pt x="17191" y="25020"/>
                    <a:pt x="15195" y="27497"/>
                    <a:pt x="11720" y="28828"/>
                  </a:cubicBezTo>
                  <a:cubicBezTo>
                    <a:pt x="10759" y="29161"/>
                    <a:pt x="9908" y="29309"/>
                    <a:pt x="9095" y="29309"/>
                  </a:cubicBezTo>
                  <a:cubicBezTo>
                    <a:pt x="7764" y="29309"/>
                    <a:pt x="6581" y="28902"/>
                    <a:pt x="5546" y="28200"/>
                  </a:cubicBezTo>
                  <a:cubicBezTo>
                    <a:pt x="3993" y="27165"/>
                    <a:pt x="2736" y="25464"/>
                    <a:pt x="1886" y="23505"/>
                  </a:cubicBezTo>
                  <a:cubicBezTo>
                    <a:pt x="1072" y="21545"/>
                    <a:pt x="592" y="19327"/>
                    <a:pt x="592" y="17294"/>
                  </a:cubicBezTo>
                  <a:cubicBezTo>
                    <a:pt x="592" y="14188"/>
                    <a:pt x="1220" y="9936"/>
                    <a:pt x="1849" y="6498"/>
                  </a:cubicBezTo>
                  <a:cubicBezTo>
                    <a:pt x="2181" y="4761"/>
                    <a:pt x="2477" y="3245"/>
                    <a:pt x="2736" y="2136"/>
                  </a:cubicBezTo>
                  <a:cubicBezTo>
                    <a:pt x="2847" y="1581"/>
                    <a:pt x="2958" y="1174"/>
                    <a:pt x="3032" y="842"/>
                  </a:cubicBezTo>
                  <a:cubicBezTo>
                    <a:pt x="3036" y="808"/>
                    <a:pt x="3040" y="776"/>
                    <a:pt x="3044" y="746"/>
                  </a:cubicBezTo>
                  <a:close/>
                  <a:moveTo>
                    <a:pt x="2828" y="1"/>
                  </a:moveTo>
                  <a:cubicBezTo>
                    <a:pt x="2782" y="1"/>
                    <a:pt x="2736" y="10"/>
                    <a:pt x="2699" y="28"/>
                  </a:cubicBezTo>
                  <a:cubicBezTo>
                    <a:pt x="2588" y="65"/>
                    <a:pt x="2551" y="139"/>
                    <a:pt x="2514" y="250"/>
                  </a:cubicBezTo>
                  <a:cubicBezTo>
                    <a:pt x="2514" y="250"/>
                    <a:pt x="1886" y="2912"/>
                    <a:pt x="1257" y="6387"/>
                  </a:cubicBezTo>
                  <a:cubicBezTo>
                    <a:pt x="629" y="9862"/>
                    <a:pt x="0" y="14114"/>
                    <a:pt x="0" y="17294"/>
                  </a:cubicBezTo>
                  <a:cubicBezTo>
                    <a:pt x="0" y="20103"/>
                    <a:pt x="813" y="23246"/>
                    <a:pt x="2366" y="25686"/>
                  </a:cubicBezTo>
                  <a:cubicBezTo>
                    <a:pt x="3143" y="26906"/>
                    <a:pt x="4067" y="27978"/>
                    <a:pt x="5213" y="28718"/>
                  </a:cubicBezTo>
                  <a:cubicBezTo>
                    <a:pt x="6322" y="29494"/>
                    <a:pt x="7653" y="29938"/>
                    <a:pt x="9095" y="29938"/>
                  </a:cubicBezTo>
                  <a:cubicBezTo>
                    <a:pt x="9982" y="29938"/>
                    <a:pt x="10943" y="29753"/>
                    <a:pt x="11905" y="29383"/>
                  </a:cubicBezTo>
                  <a:cubicBezTo>
                    <a:pt x="15602" y="28015"/>
                    <a:pt x="17746" y="25390"/>
                    <a:pt x="18929" y="22469"/>
                  </a:cubicBezTo>
                  <a:cubicBezTo>
                    <a:pt x="20112" y="19586"/>
                    <a:pt x="20408" y="16406"/>
                    <a:pt x="20408" y="13929"/>
                  </a:cubicBezTo>
                  <a:cubicBezTo>
                    <a:pt x="20408" y="9012"/>
                    <a:pt x="20112" y="2283"/>
                    <a:pt x="20112" y="2283"/>
                  </a:cubicBezTo>
                  <a:cubicBezTo>
                    <a:pt x="20112" y="2136"/>
                    <a:pt x="20038" y="2062"/>
                    <a:pt x="19927" y="1988"/>
                  </a:cubicBezTo>
                  <a:cubicBezTo>
                    <a:pt x="19906" y="1977"/>
                    <a:pt x="19878" y="1972"/>
                    <a:pt x="19847" y="1972"/>
                  </a:cubicBezTo>
                  <a:cubicBezTo>
                    <a:pt x="19773" y="1972"/>
                    <a:pt x="19684" y="1999"/>
                    <a:pt x="19631" y="2025"/>
                  </a:cubicBezTo>
                  <a:lnTo>
                    <a:pt x="19594" y="2062"/>
                  </a:lnTo>
                  <a:cubicBezTo>
                    <a:pt x="19410" y="2210"/>
                    <a:pt x="17524" y="3577"/>
                    <a:pt x="14493" y="3577"/>
                  </a:cubicBezTo>
                  <a:cubicBezTo>
                    <a:pt x="13420" y="3577"/>
                    <a:pt x="12237" y="3393"/>
                    <a:pt x="10943" y="2986"/>
                  </a:cubicBezTo>
                  <a:cubicBezTo>
                    <a:pt x="8208" y="2062"/>
                    <a:pt x="6211" y="1322"/>
                    <a:pt x="4880" y="805"/>
                  </a:cubicBezTo>
                  <a:cubicBezTo>
                    <a:pt x="4215" y="583"/>
                    <a:pt x="3734" y="361"/>
                    <a:pt x="3438" y="250"/>
                  </a:cubicBezTo>
                  <a:cubicBezTo>
                    <a:pt x="3253" y="176"/>
                    <a:pt x="3143" y="102"/>
                    <a:pt x="3069" y="102"/>
                  </a:cubicBezTo>
                  <a:cubicBezTo>
                    <a:pt x="2995" y="65"/>
                    <a:pt x="2958" y="28"/>
                    <a:pt x="2958" y="28"/>
                  </a:cubicBezTo>
                  <a:cubicBezTo>
                    <a:pt x="2921" y="10"/>
                    <a:pt x="2875" y="1"/>
                    <a:pt x="2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910;p37">
              <a:extLst>
                <a:ext uri="{FF2B5EF4-FFF2-40B4-BE49-F238E27FC236}">
                  <a16:creationId xmlns:a16="http://schemas.microsoft.com/office/drawing/2014/main" id="{BB33CA9F-ECAE-6563-E464-F7BA0D59C959}"/>
                </a:ext>
              </a:extLst>
            </p:cNvPr>
            <p:cNvSpPr/>
            <p:nvPr/>
          </p:nvSpPr>
          <p:spPr>
            <a:xfrm>
              <a:off x="5354875" y="2859575"/>
              <a:ext cx="133125" cy="419400"/>
            </a:xfrm>
            <a:custGeom>
              <a:avLst/>
              <a:gdLst/>
              <a:ahLst/>
              <a:cxnLst/>
              <a:rect l="l" t="t" r="r" b="b"/>
              <a:pathLst>
                <a:path w="5325" h="16776" extrusionOk="0">
                  <a:moveTo>
                    <a:pt x="4991" y="0"/>
                  </a:moveTo>
                  <a:cubicBezTo>
                    <a:pt x="4895" y="0"/>
                    <a:pt x="4800" y="49"/>
                    <a:pt x="4733" y="139"/>
                  </a:cubicBezTo>
                  <a:cubicBezTo>
                    <a:pt x="4733" y="139"/>
                    <a:pt x="1332" y="4649"/>
                    <a:pt x="334" y="9234"/>
                  </a:cubicBezTo>
                  <a:cubicBezTo>
                    <a:pt x="112" y="10343"/>
                    <a:pt x="1" y="11341"/>
                    <a:pt x="1" y="12228"/>
                  </a:cubicBezTo>
                  <a:cubicBezTo>
                    <a:pt x="1" y="15001"/>
                    <a:pt x="925" y="16591"/>
                    <a:pt x="925" y="16628"/>
                  </a:cubicBezTo>
                  <a:cubicBezTo>
                    <a:pt x="999" y="16726"/>
                    <a:pt x="1106" y="16776"/>
                    <a:pt x="1213" y="16776"/>
                  </a:cubicBezTo>
                  <a:cubicBezTo>
                    <a:pt x="1266" y="16776"/>
                    <a:pt x="1319" y="16763"/>
                    <a:pt x="1369" y="16739"/>
                  </a:cubicBezTo>
                  <a:cubicBezTo>
                    <a:pt x="1517" y="16665"/>
                    <a:pt x="1554" y="16443"/>
                    <a:pt x="1480" y="16295"/>
                  </a:cubicBezTo>
                  <a:cubicBezTo>
                    <a:pt x="1369" y="16147"/>
                    <a:pt x="629" y="14705"/>
                    <a:pt x="629" y="12228"/>
                  </a:cubicBezTo>
                  <a:cubicBezTo>
                    <a:pt x="629" y="11378"/>
                    <a:pt x="703" y="10417"/>
                    <a:pt x="925" y="9382"/>
                  </a:cubicBezTo>
                  <a:cubicBezTo>
                    <a:pt x="1406" y="7163"/>
                    <a:pt x="2478" y="4945"/>
                    <a:pt x="3439" y="3281"/>
                  </a:cubicBezTo>
                  <a:cubicBezTo>
                    <a:pt x="3920" y="2431"/>
                    <a:pt x="4363" y="1729"/>
                    <a:pt x="4696" y="1248"/>
                  </a:cubicBezTo>
                  <a:cubicBezTo>
                    <a:pt x="4881" y="1026"/>
                    <a:pt x="4992" y="841"/>
                    <a:pt x="5103" y="693"/>
                  </a:cubicBezTo>
                  <a:cubicBezTo>
                    <a:pt x="5177" y="582"/>
                    <a:pt x="5251" y="509"/>
                    <a:pt x="5251" y="509"/>
                  </a:cubicBezTo>
                  <a:cubicBezTo>
                    <a:pt x="5325" y="361"/>
                    <a:pt x="5325" y="176"/>
                    <a:pt x="5177" y="65"/>
                  </a:cubicBezTo>
                  <a:cubicBezTo>
                    <a:pt x="5118" y="21"/>
                    <a:pt x="5054" y="0"/>
                    <a:pt x="49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911;p37">
              <a:extLst>
                <a:ext uri="{FF2B5EF4-FFF2-40B4-BE49-F238E27FC236}">
                  <a16:creationId xmlns:a16="http://schemas.microsoft.com/office/drawing/2014/main" id="{FB9C98B5-5D57-F98C-43AC-D2B356AF6D97}"/>
                </a:ext>
              </a:extLst>
            </p:cNvPr>
            <p:cNvSpPr/>
            <p:nvPr/>
          </p:nvSpPr>
          <p:spPr>
            <a:xfrm>
              <a:off x="3913950" y="2701900"/>
              <a:ext cx="2461350" cy="2225975"/>
            </a:xfrm>
            <a:custGeom>
              <a:avLst/>
              <a:gdLst/>
              <a:ahLst/>
              <a:cxnLst/>
              <a:rect l="l" t="t" r="r" b="b"/>
              <a:pathLst>
                <a:path w="98454" h="89039" extrusionOk="0">
                  <a:moveTo>
                    <a:pt x="45813" y="0"/>
                  </a:moveTo>
                  <a:cubicBezTo>
                    <a:pt x="45788" y="0"/>
                    <a:pt x="45770" y="13"/>
                    <a:pt x="45770" y="13"/>
                  </a:cubicBezTo>
                  <a:cubicBezTo>
                    <a:pt x="45770" y="13"/>
                    <a:pt x="18819" y="457"/>
                    <a:pt x="16859" y="567"/>
                  </a:cubicBezTo>
                  <a:cubicBezTo>
                    <a:pt x="14863" y="715"/>
                    <a:pt x="15713" y="14210"/>
                    <a:pt x="15713" y="33434"/>
                  </a:cubicBezTo>
                  <a:cubicBezTo>
                    <a:pt x="15713" y="51106"/>
                    <a:pt x="2219" y="83863"/>
                    <a:pt x="1" y="89038"/>
                  </a:cubicBezTo>
                  <a:lnTo>
                    <a:pt x="25584" y="89038"/>
                  </a:lnTo>
                  <a:cubicBezTo>
                    <a:pt x="26398" y="85489"/>
                    <a:pt x="30280" y="69259"/>
                    <a:pt x="33126" y="60423"/>
                  </a:cubicBezTo>
                  <a:cubicBezTo>
                    <a:pt x="36380" y="50441"/>
                    <a:pt x="40594" y="38093"/>
                    <a:pt x="41408" y="30625"/>
                  </a:cubicBezTo>
                  <a:cubicBezTo>
                    <a:pt x="42258" y="23194"/>
                    <a:pt x="45770" y="3377"/>
                    <a:pt x="45770" y="3377"/>
                  </a:cubicBezTo>
                  <a:cubicBezTo>
                    <a:pt x="46226" y="275"/>
                    <a:pt x="45932" y="0"/>
                    <a:pt x="45813" y="0"/>
                  </a:cubicBezTo>
                  <a:close/>
                  <a:moveTo>
                    <a:pt x="67668" y="1054"/>
                  </a:moveTo>
                  <a:cubicBezTo>
                    <a:pt x="63932" y="1054"/>
                    <a:pt x="63331" y="2426"/>
                    <a:pt x="63331" y="4375"/>
                  </a:cubicBezTo>
                  <a:cubicBezTo>
                    <a:pt x="63331" y="4375"/>
                    <a:pt x="62629" y="13211"/>
                    <a:pt x="61779" y="26854"/>
                  </a:cubicBezTo>
                  <a:cubicBezTo>
                    <a:pt x="60928" y="40459"/>
                    <a:pt x="57564" y="57059"/>
                    <a:pt x="53238" y="68150"/>
                  </a:cubicBezTo>
                  <a:cubicBezTo>
                    <a:pt x="48876" y="79241"/>
                    <a:pt x="49024" y="85970"/>
                    <a:pt x="49135" y="88077"/>
                  </a:cubicBezTo>
                  <a:cubicBezTo>
                    <a:pt x="49172" y="88447"/>
                    <a:pt x="49209" y="88780"/>
                    <a:pt x="49209" y="89038"/>
                  </a:cubicBezTo>
                  <a:lnTo>
                    <a:pt x="68766" y="89038"/>
                  </a:lnTo>
                  <a:cubicBezTo>
                    <a:pt x="68248" y="85896"/>
                    <a:pt x="67990" y="78465"/>
                    <a:pt x="72759" y="65451"/>
                  </a:cubicBezTo>
                  <a:cubicBezTo>
                    <a:pt x="72759" y="65451"/>
                    <a:pt x="72759" y="77134"/>
                    <a:pt x="73868" y="80498"/>
                  </a:cubicBezTo>
                  <a:cubicBezTo>
                    <a:pt x="74489" y="82381"/>
                    <a:pt x="74727" y="83383"/>
                    <a:pt x="75575" y="83383"/>
                  </a:cubicBezTo>
                  <a:cubicBezTo>
                    <a:pt x="76242" y="83383"/>
                    <a:pt x="77286" y="82762"/>
                    <a:pt x="79192" y="81459"/>
                  </a:cubicBezTo>
                  <a:cubicBezTo>
                    <a:pt x="83554" y="78539"/>
                    <a:pt x="98453" y="59425"/>
                    <a:pt x="98453" y="59425"/>
                  </a:cubicBezTo>
                  <a:lnTo>
                    <a:pt x="98453" y="53103"/>
                  </a:lnTo>
                  <a:cubicBezTo>
                    <a:pt x="98453" y="53103"/>
                    <a:pt x="92538" y="56615"/>
                    <a:pt x="88323" y="58722"/>
                  </a:cubicBezTo>
                  <a:cubicBezTo>
                    <a:pt x="87504" y="59132"/>
                    <a:pt x="86834" y="59335"/>
                    <a:pt x="86294" y="59335"/>
                  </a:cubicBezTo>
                  <a:cubicBezTo>
                    <a:pt x="84060" y="59335"/>
                    <a:pt x="84066" y="55855"/>
                    <a:pt x="84959" y="49184"/>
                  </a:cubicBezTo>
                  <a:cubicBezTo>
                    <a:pt x="86068" y="40903"/>
                    <a:pt x="95791" y="9440"/>
                    <a:pt x="95902" y="7185"/>
                  </a:cubicBezTo>
                  <a:cubicBezTo>
                    <a:pt x="96050" y="4930"/>
                    <a:pt x="79192" y="2564"/>
                    <a:pt x="71761" y="1418"/>
                  </a:cubicBezTo>
                  <a:cubicBezTo>
                    <a:pt x="70093" y="1169"/>
                    <a:pt x="68749" y="1054"/>
                    <a:pt x="67668" y="1054"/>
                  </a:cubicBezTo>
                  <a:close/>
                </a:path>
              </a:pathLst>
            </a:custGeom>
            <a:solidFill>
              <a:schemeClr val="tx2">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912;p37">
              <a:extLst>
                <a:ext uri="{FF2B5EF4-FFF2-40B4-BE49-F238E27FC236}">
                  <a16:creationId xmlns:a16="http://schemas.microsoft.com/office/drawing/2014/main" id="{7E56D4C5-C8E8-3350-521C-56F7DDD21BA5}"/>
                </a:ext>
              </a:extLst>
            </p:cNvPr>
            <p:cNvSpPr/>
            <p:nvPr/>
          </p:nvSpPr>
          <p:spPr>
            <a:xfrm>
              <a:off x="5139525" y="3731850"/>
              <a:ext cx="1235775" cy="1196025"/>
            </a:xfrm>
            <a:custGeom>
              <a:avLst/>
              <a:gdLst/>
              <a:ahLst/>
              <a:cxnLst/>
              <a:rect l="l" t="t" r="r" b="b"/>
              <a:pathLst>
                <a:path w="49431" h="47841" extrusionOk="0">
                  <a:moveTo>
                    <a:pt x="32276" y="0"/>
                  </a:moveTo>
                  <a:cubicBezTo>
                    <a:pt x="32276" y="0"/>
                    <a:pt x="14678" y="31388"/>
                    <a:pt x="5842" y="37969"/>
                  </a:cubicBezTo>
                  <a:cubicBezTo>
                    <a:pt x="3883" y="39448"/>
                    <a:pt x="1960" y="40779"/>
                    <a:pt x="259" y="42073"/>
                  </a:cubicBezTo>
                  <a:cubicBezTo>
                    <a:pt x="1" y="44402"/>
                    <a:pt x="75" y="46029"/>
                    <a:pt x="112" y="46879"/>
                  </a:cubicBezTo>
                  <a:cubicBezTo>
                    <a:pt x="149" y="47249"/>
                    <a:pt x="186" y="47582"/>
                    <a:pt x="186" y="47840"/>
                  </a:cubicBezTo>
                  <a:lnTo>
                    <a:pt x="19743" y="47840"/>
                  </a:lnTo>
                  <a:cubicBezTo>
                    <a:pt x="19225" y="44698"/>
                    <a:pt x="18967" y="37267"/>
                    <a:pt x="23736" y="24253"/>
                  </a:cubicBezTo>
                  <a:cubicBezTo>
                    <a:pt x="23736" y="24253"/>
                    <a:pt x="23736" y="35936"/>
                    <a:pt x="24845" y="39300"/>
                  </a:cubicBezTo>
                  <a:cubicBezTo>
                    <a:pt x="25466" y="41183"/>
                    <a:pt x="25704" y="42185"/>
                    <a:pt x="26552" y="42185"/>
                  </a:cubicBezTo>
                  <a:cubicBezTo>
                    <a:pt x="27219" y="42185"/>
                    <a:pt x="28263" y="41564"/>
                    <a:pt x="30169" y="40261"/>
                  </a:cubicBezTo>
                  <a:cubicBezTo>
                    <a:pt x="34531" y="37341"/>
                    <a:pt x="49430" y="18227"/>
                    <a:pt x="49430" y="18227"/>
                  </a:cubicBezTo>
                  <a:lnTo>
                    <a:pt x="49430" y="11905"/>
                  </a:lnTo>
                  <a:cubicBezTo>
                    <a:pt x="49430" y="11905"/>
                    <a:pt x="43515" y="15417"/>
                    <a:pt x="39300" y="17524"/>
                  </a:cubicBezTo>
                  <a:cubicBezTo>
                    <a:pt x="38481" y="17934"/>
                    <a:pt x="37811" y="18137"/>
                    <a:pt x="37271" y="18137"/>
                  </a:cubicBezTo>
                  <a:cubicBezTo>
                    <a:pt x="35037" y="18137"/>
                    <a:pt x="35043" y="14657"/>
                    <a:pt x="35936" y="7986"/>
                  </a:cubicBezTo>
                  <a:cubicBezTo>
                    <a:pt x="36158" y="6396"/>
                    <a:pt x="36676" y="3919"/>
                    <a:pt x="37415" y="962"/>
                  </a:cubicBezTo>
                  <a:lnTo>
                    <a:pt x="322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13;p37">
              <a:extLst>
                <a:ext uri="{FF2B5EF4-FFF2-40B4-BE49-F238E27FC236}">
                  <a16:creationId xmlns:a16="http://schemas.microsoft.com/office/drawing/2014/main" id="{B101A9A5-EA41-85FB-3147-987163E1BC0A}"/>
                </a:ext>
              </a:extLst>
            </p:cNvPr>
            <p:cNvSpPr/>
            <p:nvPr/>
          </p:nvSpPr>
          <p:spPr>
            <a:xfrm>
              <a:off x="3913950" y="3766050"/>
              <a:ext cx="429825" cy="1161825"/>
            </a:xfrm>
            <a:custGeom>
              <a:avLst/>
              <a:gdLst/>
              <a:ahLst/>
              <a:cxnLst/>
              <a:rect l="l" t="t" r="r" b="b"/>
              <a:pathLst>
                <a:path w="17193" h="46473" extrusionOk="0">
                  <a:moveTo>
                    <a:pt x="17192" y="0"/>
                  </a:moveTo>
                  <a:lnTo>
                    <a:pt x="13162" y="8097"/>
                  </a:lnTo>
                  <a:cubicBezTo>
                    <a:pt x="9095" y="24549"/>
                    <a:pt x="1590" y="42738"/>
                    <a:pt x="1" y="46472"/>
                  </a:cubicBezTo>
                  <a:lnTo>
                    <a:pt x="6101" y="46472"/>
                  </a:lnTo>
                  <a:lnTo>
                    <a:pt x="17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914;p37">
              <a:extLst>
                <a:ext uri="{FF2B5EF4-FFF2-40B4-BE49-F238E27FC236}">
                  <a16:creationId xmlns:a16="http://schemas.microsoft.com/office/drawing/2014/main" id="{D9FD7870-0D8D-8A6C-BEEA-4ECAC60C22F3}"/>
                </a:ext>
              </a:extLst>
            </p:cNvPr>
            <p:cNvSpPr/>
            <p:nvPr/>
          </p:nvSpPr>
          <p:spPr>
            <a:xfrm>
              <a:off x="5142300" y="4519325"/>
              <a:ext cx="933525" cy="401150"/>
            </a:xfrm>
            <a:custGeom>
              <a:avLst/>
              <a:gdLst/>
              <a:ahLst/>
              <a:cxnLst/>
              <a:rect l="l" t="t" r="r" b="b"/>
              <a:pathLst>
                <a:path w="37341" h="16046" extrusionOk="0">
                  <a:moveTo>
                    <a:pt x="24142" y="777"/>
                  </a:moveTo>
                  <a:lnTo>
                    <a:pt x="24142" y="777"/>
                  </a:lnTo>
                  <a:cubicBezTo>
                    <a:pt x="24216" y="1886"/>
                    <a:pt x="24290" y="2995"/>
                    <a:pt x="24401" y="3993"/>
                  </a:cubicBezTo>
                  <a:cubicBezTo>
                    <a:pt x="24549" y="5546"/>
                    <a:pt x="24771" y="6914"/>
                    <a:pt x="25030" y="7690"/>
                  </a:cubicBezTo>
                  <a:cubicBezTo>
                    <a:pt x="25252" y="8430"/>
                    <a:pt x="25436" y="8984"/>
                    <a:pt x="25621" y="9428"/>
                  </a:cubicBezTo>
                  <a:cubicBezTo>
                    <a:pt x="25769" y="9872"/>
                    <a:pt x="25954" y="10167"/>
                    <a:pt x="26102" y="10278"/>
                  </a:cubicBezTo>
                  <a:cubicBezTo>
                    <a:pt x="26213" y="10352"/>
                    <a:pt x="26287" y="10389"/>
                    <a:pt x="26435" y="10389"/>
                  </a:cubicBezTo>
                  <a:lnTo>
                    <a:pt x="26472" y="10389"/>
                  </a:lnTo>
                  <a:cubicBezTo>
                    <a:pt x="26693" y="10389"/>
                    <a:pt x="27100" y="10241"/>
                    <a:pt x="27655" y="9945"/>
                  </a:cubicBezTo>
                  <a:cubicBezTo>
                    <a:pt x="28209" y="9650"/>
                    <a:pt x="28949" y="9169"/>
                    <a:pt x="29910" y="8541"/>
                  </a:cubicBezTo>
                  <a:cubicBezTo>
                    <a:pt x="30797" y="7912"/>
                    <a:pt x="32276" y="6507"/>
                    <a:pt x="33940" y="4696"/>
                  </a:cubicBezTo>
                  <a:cubicBezTo>
                    <a:pt x="35012" y="3550"/>
                    <a:pt x="36158" y="2256"/>
                    <a:pt x="37341" y="888"/>
                  </a:cubicBezTo>
                  <a:lnTo>
                    <a:pt x="24142" y="777"/>
                  </a:lnTo>
                  <a:close/>
                  <a:moveTo>
                    <a:pt x="11868" y="0"/>
                  </a:moveTo>
                  <a:cubicBezTo>
                    <a:pt x="9613" y="2847"/>
                    <a:pt x="7506" y="5176"/>
                    <a:pt x="5731" y="6470"/>
                  </a:cubicBezTo>
                  <a:cubicBezTo>
                    <a:pt x="3883" y="7875"/>
                    <a:pt x="2108" y="9132"/>
                    <a:pt x="481" y="10315"/>
                  </a:cubicBezTo>
                  <a:cubicBezTo>
                    <a:pt x="333" y="11757"/>
                    <a:pt x="259" y="12940"/>
                    <a:pt x="259" y="13827"/>
                  </a:cubicBezTo>
                  <a:cubicBezTo>
                    <a:pt x="259" y="14493"/>
                    <a:pt x="296" y="15010"/>
                    <a:pt x="333" y="15343"/>
                  </a:cubicBezTo>
                  <a:lnTo>
                    <a:pt x="1" y="15380"/>
                  </a:lnTo>
                  <a:lnTo>
                    <a:pt x="333" y="15380"/>
                  </a:lnTo>
                  <a:cubicBezTo>
                    <a:pt x="333" y="15602"/>
                    <a:pt x="370" y="15824"/>
                    <a:pt x="370" y="16046"/>
                  </a:cubicBezTo>
                  <a:lnTo>
                    <a:pt x="19299" y="16046"/>
                  </a:lnTo>
                  <a:cubicBezTo>
                    <a:pt x="19151" y="15195"/>
                    <a:pt x="19077" y="14086"/>
                    <a:pt x="19077" y="12681"/>
                  </a:cubicBezTo>
                  <a:cubicBezTo>
                    <a:pt x="19077" y="9872"/>
                    <a:pt x="19447" y="5953"/>
                    <a:pt x="20778" y="740"/>
                  </a:cubicBezTo>
                  <a:lnTo>
                    <a:pt x="13273" y="666"/>
                  </a:lnTo>
                  <a:cubicBezTo>
                    <a:pt x="12682" y="666"/>
                    <a:pt x="12201" y="407"/>
                    <a:pt x="11868" y="0"/>
                  </a:cubicBezTo>
                  <a:close/>
                </a:path>
              </a:pathLst>
            </a:custGeom>
            <a:solidFill>
              <a:schemeClr val="tx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1" name="Google Shape;1915;p37">
              <a:extLst>
                <a:ext uri="{FF2B5EF4-FFF2-40B4-BE49-F238E27FC236}">
                  <a16:creationId xmlns:a16="http://schemas.microsoft.com/office/drawing/2014/main" id="{19E68651-9E7A-0678-EEE0-747320CA7E73}"/>
                </a:ext>
              </a:extLst>
            </p:cNvPr>
            <p:cNvSpPr/>
            <p:nvPr/>
          </p:nvSpPr>
          <p:spPr>
            <a:xfrm>
              <a:off x="3925975" y="4024850"/>
              <a:ext cx="355850" cy="895625"/>
            </a:xfrm>
            <a:custGeom>
              <a:avLst/>
              <a:gdLst/>
              <a:ahLst/>
              <a:cxnLst/>
              <a:rect l="l" t="t" r="r" b="b"/>
              <a:pathLst>
                <a:path w="14234" h="35825" extrusionOk="0">
                  <a:moveTo>
                    <a:pt x="14234" y="0"/>
                  </a:moveTo>
                  <a:lnTo>
                    <a:pt x="11498" y="8060"/>
                  </a:lnTo>
                  <a:lnTo>
                    <a:pt x="12348" y="7912"/>
                  </a:lnTo>
                  <a:lnTo>
                    <a:pt x="14234" y="0"/>
                  </a:lnTo>
                  <a:close/>
                  <a:moveTo>
                    <a:pt x="7727" y="27358"/>
                  </a:moveTo>
                  <a:lnTo>
                    <a:pt x="7727" y="27358"/>
                  </a:lnTo>
                  <a:cubicBezTo>
                    <a:pt x="5805" y="27913"/>
                    <a:pt x="4104" y="28394"/>
                    <a:pt x="2847" y="28726"/>
                  </a:cubicBezTo>
                  <a:cubicBezTo>
                    <a:pt x="1590" y="31980"/>
                    <a:pt x="555" y="34457"/>
                    <a:pt x="0" y="35825"/>
                  </a:cubicBezTo>
                  <a:lnTo>
                    <a:pt x="5694" y="35825"/>
                  </a:lnTo>
                  <a:lnTo>
                    <a:pt x="7727" y="27358"/>
                  </a:lnTo>
                  <a:close/>
                </a:path>
              </a:pathLst>
            </a:custGeom>
            <a:solidFill>
              <a:schemeClr val="accent1">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16;p37">
              <a:extLst>
                <a:ext uri="{FF2B5EF4-FFF2-40B4-BE49-F238E27FC236}">
                  <a16:creationId xmlns:a16="http://schemas.microsoft.com/office/drawing/2014/main" id="{A036EA15-42B3-F6B4-07A7-36608FD1EF1C}"/>
                </a:ext>
              </a:extLst>
            </p:cNvPr>
            <p:cNvSpPr/>
            <p:nvPr/>
          </p:nvSpPr>
          <p:spPr>
            <a:xfrm>
              <a:off x="3906550" y="2694575"/>
              <a:ext cx="2476150" cy="2241625"/>
            </a:xfrm>
            <a:custGeom>
              <a:avLst/>
              <a:gdLst/>
              <a:ahLst/>
              <a:cxnLst/>
              <a:rect l="l" t="t" r="r" b="b"/>
              <a:pathLst>
                <a:path w="99046" h="89665" extrusionOk="0">
                  <a:moveTo>
                    <a:pt x="25427" y="29501"/>
                  </a:moveTo>
                  <a:cubicBezTo>
                    <a:pt x="25333" y="29501"/>
                    <a:pt x="25243" y="29537"/>
                    <a:pt x="25178" y="29624"/>
                  </a:cubicBezTo>
                  <a:lnTo>
                    <a:pt x="20704" y="35502"/>
                  </a:lnTo>
                  <a:cubicBezTo>
                    <a:pt x="20594" y="35650"/>
                    <a:pt x="20594" y="35835"/>
                    <a:pt x="20741" y="35946"/>
                  </a:cubicBezTo>
                  <a:cubicBezTo>
                    <a:pt x="20803" y="35992"/>
                    <a:pt x="20872" y="36013"/>
                    <a:pt x="20939" y="36013"/>
                  </a:cubicBezTo>
                  <a:cubicBezTo>
                    <a:pt x="21031" y="36013"/>
                    <a:pt x="21121" y="35973"/>
                    <a:pt x="21185" y="35909"/>
                  </a:cubicBezTo>
                  <a:lnTo>
                    <a:pt x="25659" y="29993"/>
                  </a:lnTo>
                  <a:cubicBezTo>
                    <a:pt x="25769" y="29846"/>
                    <a:pt x="25732" y="29661"/>
                    <a:pt x="25622" y="29550"/>
                  </a:cubicBezTo>
                  <a:cubicBezTo>
                    <a:pt x="25560" y="29519"/>
                    <a:pt x="25493" y="29501"/>
                    <a:pt x="25427" y="29501"/>
                  </a:cubicBezTo>
                  <a:close/>
                  <a:moveTo>
                    <a:pt x="84879" y="20321"/>
                  </a:moveTo>
                  <a:cubicBezTo>
                    <a:pt x="84739" y="20321"/>
                    <a:pt x="84619" y="20421"/>
                    <a:pt x="84590" y="20566"/>
                  </a:cubicBezTo>
                  <a:lnTo>
                    <a:pt x="79044" y="41196"/>
                  </a:lnTo>
                  <a:cubicBezTo>
                    <a:pt x="79007" y="41343"/>
                    <a:pt x="79118" y="41528"/>
                    <a:pt x="79266" y="41565"/>
                  </a:cubicBezTo>
                  <a:cubicBezTo>
                    <a:pt x="79297" y="41571"/>
                    <a:pt x="79326" y="41574"/>
                    <a:pt x="79355" y="41574"/>
                  </a:cubicBezTo>
                  <a:cubicBezTo>
                    <a:pt x="79497" y="41574"/>
                    <a:pt x="79605" y="41497"/>
                    <a:pt x="79636" y="41343"/>
                  </a:cubicBezTo>
                  <a:lnTo>
                    <a:pt x="85181" y="20714"/>
                  </a:lnTo>
                  <a:cubicBezTo>
                    <a:pt x="85255" y="20529"/>
                    <a:pt x="85144" y="20381"/>
                    <a:pt x="84996" y="20344"/>
                  </a:cubicBezTo>
                  <a:cubicBezTo>
                    <a:pt x="84957" y="20328"/>
                    <a:pt x="84917" y="20321"/>
                    <a:pt x="84879" y="20321"/>
                  </a:cubicBezTo>
                  <a:close/>
                  <a:moveTo>
                    <a:pt x="45982" y="639"/>
                  </a:moveTo>
                  <a:cubicBezTo>
                    <a:pt x="46008" y="736"/>
                    <a:pt x="46029" y="896"/>
                    <a:pt x="46029" y="1119"/>
                  </a:cubicBezTo>
                  <a:cubicBezTo>
                    <a:pt x="46029" y="1600"/>
                    <a:pt x="45955" y="2376"/>
                    <a:pt x="45771" y="3633"/>
                  </a:cubicBezTo>
                  <a:cubicBezTo>
                    <a:pt x="45771" y="3633"/>
                    <a:pt x="42258" y="23413"/>
                    <a:pt x="41408" y="30881"/>
                  </a:cubicBezTo>
                  <a:cubicBezTo>
                    <a:pt x="40595" y="38275"/>
                    <a:pt x="36380" y="50623"/>
                    <a:pt x="33127" y="60605"/>
                  </a:cubicBezTo>
                  <a:cubicBezTo>
                    <a:pt x="30343" y="69280"/>
                    <a:pt x="26571" y="84987"/>
                    <a:pt x="25644" y="89036"/>
                  </a:cubicBezTo>
                  <a:lnTo>
                    <a:pt x="779" y="89036"/>
                  </a:lnTo>
                  <a:cubicBezTo>
                    <a:pt x="2092" y="85905"/>
                    <a:pt x="5803" y="76838"/>
                    <a:pt x="9281" y="66336"/>
                  </a:cubicBezTo>
                  <a:cubicBezTo>
                    <a:pt x="12941" y="55244"/>
                    <a:pt x="16305" y="42637"/>
                    <a:pt x="16342" y="33727"/>
                  </a:cubicBezTo>
                  <a:cubicBezTo>
                    <a:pt x="16342" y="24854"/>
                    <a:pt x="16157" y="17202"/>
                    <a:pt x="16157" y="11545"/>
                  </a:cubicBezTo>
                  <a:cubicBezTo>
                    <a:pt x="16157" y="8218"/>
                    <a:pt x="16194" y="5593"/>
                    <a:pt x="16416" y="3781"/>
                  </a:cubicBezTo>
                  <a:cubicBezTo>
                    <a:pt x="16490" y="2894"/>
                    <a:pt x="16638" y="2191"/>
                    <a:pt x="16786" y="1748"/>
                  </a:cubicBezTo>
                  <a:cubicBezTo>
                    <a:pt x="16860" y="1526"/>
                    <a:pt x="16933" y="1378"/>
                    <a:pt x="17007" y="1267"/>
                  </a:cubicBezTo>
                  <a:cubicBezTo>
                    <a:pt x="17081" y="1193"/>
                    <a:pt x="17118" y="1193"/>
                    <a:pt x="17155" y="1193"/>
                  </a:cubicBezTo>
                  <a:cubicBezTo>
                    <a:pt x="17636" y="1156"/>
                    <a:pt x="19706" y="1082"/>
                    <a:pt x="22516" y="1045"/>
                  </a:cubicBezTo>
                  <a:cubicBezTo>
                    <a:pt x="26694" y="934"/>
                    <a:pt x="32609" y="860"/>
                    <a:pt x="37452" y="750"/>
                  </a:cubicBezTo>
                  <a:cubicBezTo>
                    <a:pt x="39855" y="713"/>
                    <a:pt x="42036" y="676"/>
                    <a:pt x="43589" y="676"/>
                  </a:cubicBezTo>
                  <a:cubicBezTo>
                    <a:pt x="44869" y="645"/>
                    <a:pt x="45721" y="640"/>
                    <a:pt x="45982" y="639"/>
                  </a:cubicBezTo>
                  <a:close/>
                  <a:moveTo>
                    <a:pt x="67916" y="1637"/>
                  </a:moveTo>
                  <a:cubicBezTo>
                    <a:pt x="68988" y="1637"/>
                    <a:pt x="70319" y="1785"/>
                    <a:pt x="72020" y="2007"/>
                  </a:cubicBezTo>
                  <a:cubicBezTo>
                    <a:pt x="75717" y="2598"/>
                    <a:pt x="81743" y="3448"/>
                    <a:pt x="86845" y="4484"/>
                  </a:cubicBezTo>
                  <a:cubicBezTo>
                    <a:pt x="89396" y="4964"/>
                    <a:pt x="91725" y="5519"/>
                    <a:pt x="93389" y="6073"/>
                  </a:cubicBezTo>
                  <a:cubicBezTo>
                    <a:pt x="94202" y="6332"/>
                    <a:pt x="94867" y="6591"/>
                    <a:pt x="95311" y="6887"/>
                  </a:cubicBezTo>
                  <a:cubicBezTo>
                    <a:pt x="95533" y="6998"/>
                    <a:pt x="95681" y="7109"/>
                    <a:pt x="95792" y="7219"/>
                  </a:cubicBezTo>
                  <a:cubicBezTo>
                    <a:pt x="95903" y="7330"/>
                    <a:pt x="95903" y="7404"/>
                    <a:pt x="95903" y="7441"/>
                  </a:cubicBezTo>
                  <a:cubicBezTo>
                    <a:pt x="95903" y="7552"/>
                    <a:pt x="95866" y="7811"/>
                    <a:pt x="95792" y="8144"/>
                  </a:cubicBezTo>
                  <a:cubicBezTo>
                    <a:pt x="95200" y="10806"/>
                    <a:pt x="92760" y="19198"/>
                    <a:pt x="90320" y="27849"/>
                  </a:cubicBezTo>
                  <a:cubicBezTo>
                    <a:pt x="87880" y="36537"/>
                    <a:pt x="85477" y="45484"/>
                    <a:pt x="84959" y="49440"/>
                  </a:cubicBezTo>
                  <a:cubicBezTo>
                    <a:pt x="84590" y="52028"/>
                    <a:pt x="84368" y="54135"/>
                    <a:pt x="84368" y="55762"/>
                  </a:cubicBezTo>
                  <a:cubicBezTo>
                    <a:pt x="84368" y="57056"/>
                    <a:pt x="84516" y="58054"/>
                    <a:pt x="84848" y="58794"/>
                  </a:cubicBezTo>
                  <a:cubicBezTo>
                    <a:pt x="85033" y="59163"/>
                    <a:pt x="85255" y="59459"/>
                    <a:pt x="85551" y="59644"/>
                  </a:cubicBezTo>
                  <a:cubicBezTo>
                    <a:pt x="85847" y="59829"/>
                    <a:pt x="86216" y="59940"/>
                    <a:pt x="86586" y="59940"/>
                  </a:cubicBezTo>
                  <a:cubicBezTo>
                    <a:pt x="87215" y="59940"/>
                    <a:pt x="87917" y="59718"/>
                    <a:pt x="88767" y="59311"/>
                  </a:cubicBezTo>
                  <a:cubicBezTo>
                    <a:pt x="92261" y="57533"/>
                    <a:pt x="96924" y="54816"/>
                    <a:pt x="98417" y="53938"/>
                  </a:cubicBezTo>
                  <a:lnTo>
                    <a:pt x="98417" y="53938"/>
                  </a:lnTo>
                  <a:lnTo>
                    <a:pt x="98417" y="59631"/>
                  </a:lnTo>
                  <a:lnTo>
                    <a:pt x="98417" y="59631"/>
                  </a:lnTo>
                  <a:cubicBezTo>
                    <a:pt x="98320" y="59757"/>
                    <a:pt x="98132" y="60003"/>
                    <a:pt x="97862" y="60346"/>
                  </a:cubicBezTo>
                  <a:cubicBezTo>
                    <a:pt x="96383" y="62195"/>
                    <a:pt x="92686" y="66853"/>
                    <a:pt x="88878" y="71364"/>
                  </a:cubicBezTo>
                  <a:cubicBezTo>
                    <a:pt x="86993" y="73619"/>
                    <a:pt x="85070" y="75874"/>
                    <a:pt x="83370" y="77686"/>
                  </a:cubicBezTo>
                  <a:cubicBezTo>
                    <a:pt x="81706" y="79497"/>
                    <a:pt x="80227" y="80902"/>
                    <a:pt x="79340" y="81531"/>
                  </a:cubicBezTo>
                  <a:cubicBezTo>
                    <a:pt x="78379" y="82159"/>
                    <a:pt x="77639" y="82640"/>
                    <a:pt x="77085" y="82935"/>
                  </a:cubicBezTo>
                  <a:cubicBezTo>
                    <a:pt x="76493" y="83268"/>
                    <a:pt x="76123" y="83379"/>
                    <a:pt x="75865" y="83379"/>
                  </a:cubicBezTo>
                  <a:cubicBezTo>
                    <a:pt x="75717" y="83379"/>
                    <a:pt x="75643" y="83342"/>
                    <a:pt x="75532" y="83268"/>
                  </a:cubicBezTo>
                  <a:cubicBezTo>
                    <a:pt x="75384" y="83157"/>
                    <a:pt x="75199" y="82862"/>
                    <a:pt x="75051" y="82418"/>
                  </a:cubicBezTo>
                  <a:cubicBezTo>
                    <a:pt x="74866" y="81974"/>
                    <a:pt x="74682" y="81420"/>
                    <a:pt x="74460" y="80680"/>
                  </a:cubicBezTo>
                  <a:cubicBezTo>
                    <a:pt x="74201" y="79904"/>
                    <a:pt x="73979" y="78536"/>
                    <a:pt x="73831" y="76983"/>
                  </a:cubicBezTo>
                  <a:cubicBezTo>
                    <a:pt x="73572" y="74654"/>
                    <a:pt x="73461" y="71844"/>
                    <a:pt x="73388" y="69626"/>
                  </a:cubicBezTo>
                  <a:cubicBezTo>
                    <a:pt x="73388" y="68517"/>
                    <a:pt x="73351" y="67556"/>
                    <a:pt x="73351" y="66853"/>
                  </a:cubicBezTo>
                  <a:cubicBezTo>
                    <a:pt x="73351" y="66151"/>
                    <a:pt x="73351" y="65744"/>
                    <a:pt x="73351" y="65744"/>
                  </a:cubicBezTo>
                  <a:cubicBezTo>
                    <a:pt x="73351" y="65596"/>
                    <a:pt x="73240" y="65485"/>
                    <a:pt x="73092" y="65448"/>
                  </a:cubicBezTo>
                  <a:cubicBezTo>
                    <a:pt x="72944" y="65448"/>
                    <a:pt x="72796" y="65522"/>
                    <a:pt x="72759" y="65670"/>
                  </a:cubicBezTo>
                  <a:cubicBezTo>
                    <a:pt x="72750" y="65695"/>
                    <a:pt x="72741" y="65719"/>
                    <a:pt x="72732" y="65744"/>
                  </a:cubicBezTo>
                  <a:lnTo>
                    <a:pt x="72722" y="65744"/>
                  </a:lnTo>
                  <a:cubicBezTo>
                    <a:pt x="72722" y="65746"/>
                    <a:pt x="72722" y="65755"/>
                    <a:pt x="72722" y="65771"/>
                  </a:cubicBezTo>
                  <a:lnTo>
                    <a:pt x="72722" y="65771"/>
                  </a:lnTo>
                  <a:cubicBezTo>
                    <a:pt x="69315" y="75070"/>
                    <a:pt x="68507" y="81545"/>
                    <a:pt x="68507" y="85671"/>
                  </a:cubicBezTo>
                  <a:cubicBezTo>
                    <a:pt x="68507" y="87058"/>
                    <a:pt x="68592" y="88163"/>
                    <a:pt x="68711" y="89036"/>
                  </a:cubicBezTo>
                  <a:lnTo>
                    <a:pt x="49802" y="89036"/>
                  </a:lnTo>
                  <a:cubicBezTo>
                    <a:pt x="49780" y="88832"/>
                    <a:pt x="49763" y="88618"/>
                    <a:pt x="49763" y="88370"/>
                  </a:cubicBezTo>
                  <a:lnTo>
                    <a:pt x="49431" y="88370"/>
                  </a:lnTo>
                  <a:lnTo>
                    <a:pt x="49763" y="88333"/>
                  </a:lnTo>
                  <a:cubicBezTo>
                    <a:pt x="49726" y="88000"/>
                    <a:pt x="49689" y="87483"/>
                    <a:pt x="49689" y="86817"/>
                  </a:cubicBezTo>
                  <a:cubicBezTo>
                    <a:pt x="49689" y="83786"/>
                    <a:pt x="50244" y="77649"/>
                    <a:pt x="53793" y="68554"/>
                  </a:cubicBezTo>
                  <a:cubicBezTo>
                    <a:pt x="58156" y="57389"/>
                    <a:pt x="61557" y="40826"/>
                    <a:pt x="62407" y="27147"/>
                  </a:cubicBezTo>
                  <a:cubicBezTo>
                    <a:pt x="62814" y="20344"/>
                    <a:pt x="63184" y="14725"/>
                    <a:pt x="63479" y="10806"/>
                  </a:cubicBezTo>
                  <a:cubicBezTo>
                    <a:pt x="63627" y="8846"/>
                    <a:pt x="63738" y="7330"/>
                    <a:pt x="63812" y="6295"/>
                  </a:cubicBezTo>
                  <a:cubicBezTo>
                    <a:pt x="63886" y="5260"/>
                    <a:pt x="63923" y="4705"/>
                    <a:pt x="63923" y="4705"/>
                  </a:cubicBezTo>
                  <a:lnTo>
                    <a:pt x="63923" y="4668"/>
                  </a:lnTo>
                  <a:cubicBezTo>
                    <a:pt x="63923" y="4188"/>
                    <a:pt x="63960" y="3781"/>
                    <a:pt x="64071" y="3411"/>
                  </a:cubicBezTo>
                  <a:cubicBezTo>
                    <a:pt x="64219" y="2857"/>
                    <a:pt x="64515" y="2450"/>
                    <a:pt x="65069" y="2154"/>
                  </a:cubicBezTo>
                  <a:cubicBezTo>
                    <a:pt x="65661" y="1859"/>
                    <a:pt x="66548" y="1637"/>
                    <a:pt x="67916" y="1637"/>
                  </a:cubicBezTo>
                  <a:close/>
                  <a:moveTo>
                    <a:pt x="46167" y="0"/>
                  </a:moveTo>
                  <a:cubicBezTo>
                    <a:pt x="46146" y="0"/>
                    <a:pt x="46124" y="3"/>
                    <a:pt x="46103" y="10"/>
                  </a:cubicBezTo>
                  <a:cubicBezTo>
                    <a:pt x="46090" y="10"/>
                    <a:pt x="46078" y="11"/>
                    <a:pt x="46066" y="12"/>
                  </a:cubicBezTo>
                  <a:lnTo>
                    <a:pt x="46066" y="12"/>
                  </a:lnTo>
                  <a:lnTo>
                    <a:pt x="46066" y="10"/>
                  </a:lnTo>
                  <a:cubicBezTo>
                    <a:pt x="46066" y="10"/>
                    <a:pt x="39338" y="121"/>
                    <a:pt x="32350" y="232"/>
                  </a:cubicBezTo>
                  <a:cubicBezTo>
                    <a:pt x="28838" y="306"/>
                    <a:pt x="25289" y="380"/>
                    <a:pt x="22479" y="417"/>
                  </a:cubicBezTo>
                  <a:cubicBezTo>
                    <a:pt x="19669" y="491"/>
                    <a:pt x="17636" y="528"/>
                    <a:pt x="17118" y="565"/>
                  </a:cubicBezTo>
                  <a:cubicBezTo>
                    <a:pt x="16896" y="602"/>
                    <a:pt x="16675" y="713"/>
                    <a:pt x="16564" y="897"/>
                  </a:cubicBezTo>
                  <a:cubicBezTo>
                    <a:pt x="16305" y="1193"/>
                    <a:pt x="16157" y="1637"/>
                    <a:pt x="16009" y="2228"/>
                  </a:cubicBezTo>
                  <a:cubicBezTo>
                    <a:pt x="15639" y="3966"/>
                    <a:pt x="15529" y="7182"/>
                    <a:pt x="15529" y="11545"/>
                  </a:cubicBezTo>
                  <a:cubicBezTo>
                    <a:pt x="15529" y="17202"/>
                    <a:pt x="15713" y="24854"/>
                    <a:pt x="15713" y="33727"/>
                  </a:cubicBezTo>
                  <a:cubicBezTo>
                    <a:pt x="15713" y="42490"/>
                    <a:pt x="12349" y="55097"/>
                    <a:pt x="8689" y="66114"/>
                  </a:cubicBezTo>
                  <a:cubicBezTo>
                    <a:pt x="5029" y="77168"/>
                    <a:pt x="1110" y="86633"/>
                    <a:pt x="38" y="89220"/>
                  </a:cubicBezTo>
                  <a:cubicBezTo>
                    <a:pt x="1" y="89331"/>
                    <a:pt x="1" y="89442"/>
                    <a:pt x="38" y="89516"/>
                  </a:cubicBezTo>
                  <a:cubicBezTo>
                    <a:pt x="112" y="89590"/>
                    <a:pt x="223" y="89664"/>
                    <a:pt x="297" y="89664"/>
                  </a:cubicBezTo>
                  <a:lnTo>
                    <a:pt x="25880" y="89664"/>
                  </a:lnTo>
                  <a:cubicBezTo>
                    <a:pt x="26028" y="89664"/>
                    <a:pt x="26139" y="89553"/>
                    <a:pt x="26176" y="89405"/>
                  </a:cubicBezTo>
                  <a:cubicBezTo>
                    <a:pt x="26989" y="85856"/>
                    <a:pt x="30871" y="69626"/>
                    <a:pt x="33718" y="60790"/>
                  </a:cubicBezTo>
                  <a:cubicBezTo>
                    <a:pt x="36972" y="50845"/>
                    <a:pt x="41186" y="38460"/>
                    <a:pt x="42036" y="30955"/>
                  </a:cubicBezTo>
                  <a:cubicBezTo>
                    <a:pt x="42443" y="27258"/>
                    <a:pt x="43515" y="20455"/>
                    <a:pt x="44514" y="14577"/>
                  </a:cubicBezTo>
                  <a:cubicBezTo>
                    <a:pt x="44994" y="11619"/>
                    <a:pt x="45475" y="8920"/>
                    <a:pt x="45807" y="6961"/>
                  </a:cubicBezTo>
                  <a:cubicBezTo>
                    <a:pt x="45992" y="5962"/>
                    <a:pt x="46140" y="5149"/>
                    <a:pt x="46214" y="4595"/>
                  </a:cubicBezTo>
                  <a:cubicBezTo>
                    <a:pt x="46325" y="4040"/>
                    <a:pt x="46362" y="3744"/>
                    <a:pt x="46362" y="3744"/>
                  </a:cubicBezTo>
                  <a:cubicBezTo>
                    <a:pt x="46584" y="2450"/>
                    <a:pt x="46621" y="1637"/>
                    <a:pt x="46621" y="1119"/>
                  </a:cubicBezTo>
                  <a:cubicBezTo>
                    <a:pt x="46621" y="750"/>
                    <a:pt x="46584" y="528"/>
                    <a:pt x="46547" y="343"/>
                  </a:cubicBezTo>
                  <a:cubicBezTo>
                    <a:pt x="46510" y="232"/>
                    <a:pt x="46473" y="158"/>
                    <a:pt x="46399" y="84"/>
                  </a:cubicBezTo>
                  <a:cubicBezTo>
                    <a:pt x="46339" y="54"/>
                    <a:pt x="46255" y="0"/>
                    <a:pt x="46167" y="0"/>
                  </a:cubicBezTo>
                  <a:close/>
                  <a:moveTo>
                    <a:pt x="67916" y="1045"/>
                  </a:moveTo>
                  <a:cubicBezTo>
                    <a:pt x="66030" y="1045"/>
                    <a:pt x="64884" y="1378"/>
                    <a:pt x="64182" y="2044"/>
                  </a:cubicBezTo>
                  <a:cubicBezTo>
                    <a:pt x="63812" y="2376"/>
                    <a:pt x="63590" y="2783"/>
                    <a:pt x="63479" y="3227"/>
                  </a:cubicBezTo>
                  <a:cubicBezTo>
                    <a:pt x="63371" y="3660"/>
                    <a:pt x="63333" y="4128"/>
                    <a:pt x="63332" y="4632"/>
                  </a:cubicBezTo>
                  <a:lnTo>
                    <a:pt x="63332" y="4632"/>
                  </a:lnTo>
                  <a:lnTo>
                    <a:pt x="63332" y="4631"/>
                  </a:lnTo>
                  <a:cubicBezTo>
                    <a:pt x="63332" y="4631"/>
                    <a:pt x="62629" y="13504"/>
                    <a:pt x="61779" y="27110"/>
                  </a:cubicBezTo>
                  <a:cubicBezTo>
                    <a:pt x="60928" y="40715"/>
                    <a:pt x="57564" y="57278"/>
                    <a:pt x="53239" y="68332"/>
                  </a:cubicBezTo>
                  <a:cubicBezTo>
                    <a:pt x="49615" y="77464"/>
                    <a:pt x="49098" y="83712"/>
                    <a:pt x="49098" y="86817"/>
                  </a:cubicBezTo>
                  <a:cubicBezTo>
                    <a:pt x="49098" y="87483"/>
                    <a:pt x="49098" y="88000"/>
                    <a:pt x="49135" y="88407"/>
                  </a:cubicBezTo>
                  <a:cubicBezTo>
                    <a:pt x="49172" y="88777"/>
                    <a:pt x="49172" y="89073"/>
                    <a:pt x="49209" y="89368"/>
                  </a:cubicBezTo>
                  <a:cubicBezTo>
                    <a:pt x="49209" y="89516"/>
                    <a:pt x="49357" y="89664"/>
                    <a:pt x="49505" y="89664"/>
                  </a:cubicBezTo>
                  <a:lnTo>
                    <a:pt x="69062" y="89664"/>
                  </a:lnTo>
                  <a:cubicBezTo>
                    <a:pt x="69173" y="89664"/>
                    <a:pt x="69247" y="89627"/>
                    <a:pt x="69321" y="89553"/>
                  </a:cubicBezTo>
                  <a:cubicBezTo>
                    <a:pt x="69358" y="89479"/>
                    <a:pt x="69395" y="89405"/>
                    <a:pt x="69395" y="89294"/>
                  </a:cubicBezTo>
                  <a:cubicBezTo>
                    <a:pt x="69247" y="88444"/>
                    <a:pt x="69099" y="87224"/>
                    <a:pt x="69099" y="85671"/>
                  </a:cubicBezTo>
                  <a:cubicBezTo>
                    <a:pt x="69099" y="81879"/>
                    <a:pt x="69819" y="75960"/>
                    <a:pt x="72738" y="67481"/>
                  </a:cubicBezTo>
                  <a:lnTo>
                    <a:pt x="72738" y="67481"/>
                  </a:lnTo>
                  <a:cubicBezTo>
                    <a:pt x="72756" y="68639"/>
                    <a:pt x="72793" y="70268"/>
                    <a:pt x="72870" y="72029"/>
                  </a:cubicBezTo>
                  <a:cubicBezTo>
                    <a:pt x="72944" y="73693"/>
                    <a:pt x="73055" y="75467"/>
                    <a:pt x="73203" y="77057"/>
                  </a:cubicBezTo>
                  <a:cubicBezTo>
                    <a:pt x="73351" y="78610"/>
                    <a:pt x="73572" y="79978"/>
                    <a:pt x="73868" y="80902"/>
                  </a:cubicBezTo>
                  <a:cubicBezTo>
                    <a:pt x="74201" y="81826"/>
                    <a:pt x="74386" y="82566"/>
                    <a:pt x="74645" y="83083"/>
                  </a:cubicBezTo>
                  <a:cubicBezTo>
                    <a:pt x="74792" y="83342"/>
                    <a:pt x="74940" y="83564"/>
                    <a:pt x="75125" y="83749"/>
                  </a:cubicBezTo>
                  <a:cubicBezTo>
                    <a:pt x="75347" y="83897"/>
                    <a:pt x="75606" y="84008"/>
                    <a:pt x="75865" y="84008"/>
                  </a:cubicBezTo>
                  <a:cubicBezTo>
                    <a:pt x="76308" y="83971"/>
                    <a:pt x="76752" y="83823"/>
                    <a:pt x="77380" y="83490"/>
                  </a:cubicBezTo>
                  <a:cubicBezTo>
                    <a:pt x="77972" y="83157"/>
                    <a:pt x="78711" y="82677"/>
                    <a:pt x="79673" y="82011"/>
                  </a:cubicBezTo>
                  <a:cubicBezTo>
                    <a:pt x="80819" y="81235"/>
                    <a:pt x="82556" y="79497"/>
                    <a:pt x="84553" y="77279"/>
                  </a:cubicBezTo>
                  <a:cubicBezTo>
                    <a:pt x="90616" y="70661"/>
                    <a:pt x="98971" y="59903"/>
                    <a:pt x="98971" y="59903"/>
                  </a:cubicBezTo>
                  <a:cubicBezTo>
                    <a:pt x="99008" y="59866"/>
                    <a:pt x="99045" y="59792"/>
                    <a:pt x="99045" y="59718"/>
                  </a:cubicBezTo>
                  <a:lnTo>
                    <a:pt x="99045" y="53396"/>
                  </a:lnTo>
                  <a:cubicBezTo>
                    <a:pt x="99045" y="53285"/>
                    <a:pt x="98971" y="53174"/>
                    <a:pt x="98897" y="53137"/>
                  </a:cubicBezTo>
                  <a:cubicBezTo>
                    <a:pt x="98842" y="53100"/>
                    <a:pt x="98786" y="53082"/>
                    <a:pt x="98731" y="53082"/>
                  </a:cubicBezTo>
                  <a:cubicBezTo>
                    <a:pt x="98675" y="53082"/>
                    <a:pt x="98620" y="53100"/>
                    <a:pt x="98565" y="53137"/>
                  </a:cubicBezTo>
                  <a:cubicBezTo>
                    <a:pt x="98565" y="53137"/>
                    <a:pt x="98232" y="53359"/>
                    <a:pt x="97603" y="53729"/>
                  </a:cubicBezTo>
                  <a:cubicBezTo>
                    <a:pt x="95755" y="54801"/>
                    <a:pt x="91651" y="57167"/>
                    <a:pt x="88472" y="58757"/>
                  </a:cubicBezTo>
                  <a:cubicBezTo>
                    <a:pt x="87695" y="59126"/>
                    <a:pt x="87067" y="59311"/>
                    <a:pt x="86586" y="59311"/>
                  </a:cubicBezTo>
                  <a:cubicBezTo>
                    <a:pt x="86290" y="59311"/>
                    <a:pt x="86068" y="59237"/>
                    <a:pt x="85884" y="59126"/>
                  </a:cubicBezTo>
                  <a:cubicBezTo>
                    <a:pt x="85625" y="58941"/>
                    <a:pt x="85403" y="58609"/>
                    <a:pt x="85218" y="58017"/>
                  </a:cubicBezTo>
                  <a:cubicBezTo>
                    <a:pt x="85070" y="57463"/>
                    <a:pt x="84996" y="56723"/>
                    <a:pt x="84996" y="55762"/>
                  </a:cubicBezTo>
                  <a:cubicBezTo>
                    <a:pt x="84996" y="54172"/>
                    <a:pt x="85218" y="52102"/>
                    <a:pt x="85551" y="49514"/>
                  </a:cubicBezTo>
                  <a:cubicBezTo>
                    <a:pt x="86105" y="45410"/>
                    <a:pt x="88804" y="35465"/>
                    <a:pt x="91392" y="26296"/>
                  </a:cubicBezTo>
                  <a:cubicBezTo>
                    <a:pt x="92686" y="21712"/>
                    <a:pt x="93943" y="17312"/>
                    <a:pt x="94904" y="13911"/>
                  </a:cubicBezTo>
                  <a:cubicBezTo>
                    <a:pt x="95385" y="12210"/>
                    <a:pt x="95755" y="10769"/>
                    <a:pt x="96051" y="9660"/>
                  </a:cubicBezTo>
                  <a:cubicBezTo>
                    <a:pt x="96198" y="9105"/>
                    <a:pt x="96309" y="8661"/>
                    <a:pt x="96383" y="8292"/>
                  </a:cubicBezTo>
                  <a:cubicBezTo>
                    <a:pt x="96457" y="7922"/>
                    <a:pt x="96494" y="7663"/>
                    <a:pt x="96531" y="7478"/>
                  </a:cubicBezTo>
                  <a:lnTo>
                    <a:pt x="96531" y="7441"/>
                  </a:lnTo>
                  <a:cubicBezTo>
                    <a:pt x="96531" y="7219"/>
                    <a:pt x="96420" y="6998"/>
                    <a:pt x="96235" y="6813"/>
                  </a:cubicBezTo>
                  <a:cubicBezTo>
                    <a:pt x="95977" y="6480"/>
                    <a:pt x="95496" y="6221"/>
                    <a:pt x="94867" y="5962"/>
                  </a:cubicBezTo>
                  <a:cubicBezTo>
                    <a:pt x="92686" y="5001"/>
                    <a:pt x="88545" y="4114"/>
                    <a:pt x="84146" y="3338"/>
                  </a:cubicBezTo>
                  <a:cubicBezTo>
                    <a:pt x="79746" y="2561"/>
                    <a:pt x="75125" y="1859"/>
                    <a:pt x="72094" y="1415"/>
                  </a:cubicBezTo>
                  <a:cubicBezTo>
                    <a:pt x="70393" y="1156"/>
                    <a:pt x="69025" y="1045"/>
                    <a:pt x="67916" y="104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17;p37">
              <a:extLst>
                <a:ext uri="{FF2B5EF4-FFF2-40B4-BE49-F238E27FC236}">
                  <a16:creationId xmlns:a16="http://schemas.microsoft.com/office/drawing/2014/main" id="{6F3092D4-8762-D9B3-F31B-9AC2069553CC}"/>
                </a:ext>
              </a:extLst>
            </p:cNvPr>
            <p:cNvSpPr/>
            <p:nvPr/>
          </p:nvSpPr>
          <p:spPr>
            <a:xfrm>
              <a:off x="4643200" y="2691125"/>
              <a:ext cx="389150" cy="1764450"/>
            </a:xfrm>
            <a:custGeom>
              <a:avLst/>
              <a:gdLst/>
              <a:ahLst/>
              <a:cxnLst/>
              <a:rect l="l" t="t" r="r" b="b"/>
              <a:pathLst>
                <a:path w="15566" h="70578" extrusionOk="0">
                  <a:moveTo>
                    <a:pt x="15189" y="0"/>
                  </a:moveTo>
                  <a:cubicBezTo>
                    <a:pt x="15084" y="0"/>
                    <a:pt x="14986" y="50"/>
                    <a:pt x="14937" y="148"/>
                  </a:cubicBezTo>
                  <a:lnTo>
                    <a:pt x="3845" y="20112"/>
                  </a:lnTo>
                  <a:cubicBezTo>
                    <a:pt x="3771" y="20223"/>
                    <a:pt x="3771" y="20334"/>
                    <a:pt x="3845" y="20445"/>
                  </a:cubicBezTo>
                  <a:lnTo>
                    <a:pt x="8171" y="26360"/>
                  </a:lnTo>
                  <a:lnTo>
                    <a:pt x="3217" y="29836"/>
                  </a:lnTo>
                  <a:cubicBezTo>
                    <a:pt x="3143" y="29873"/>
                    <a:pt x="3106" y="29984"/>
                    <a:pt x="3106" y="30057"/>
                  </a:cubicBezTo>
                  <a:lnTo>
                    <a:pt x="0" y="70245"/>
                  </a:lnTo>
                  <a:cubicBezTo>
                    <a:pt x="0" y="70393"/>
                    <a:pt x="111" y="70540"/>
                    <a:pt x="296" y="70577"/>
                  </a:cubicBezTo>
                  <a:cubicBezTo>
                    <a:pt x="444" y="70577"/>
                    <a:pt x="592" y="70429"/>
                    <a:pt x="629" y="70282"/>
                  </a:cubicBezTo>
                  <a:lnTo>
                    <a:pt x="3698" y="30242"/>
                  </a:lnTo>
                  <a:lnTo>
                    <a:pt x="8763" y="26693"/>
                  </a:lnTo>
                  <a:cubicBezTo>
                    <a:pt x="8836" y="26656"/>
                    <a:pt x="8910" y="26582"/>
                    <a:pt x="8910" y="26471"/>
                  </a:cubicBezTo>
                  <a:cubicBezTo>
                    <a:pt x="8910" y="26397"/>
                    <a:pt x="8910" y="26323"/>
                    <a:pt x="8836" y="26249"/>
                  </a:cubicBezTo>
                  <a:lnTo>
                    <a:pt x="4474" y="20223"/>
                  </a:lnTo>
                  <a:lnTo>
                    <a:pt x="15454" y="444"/>
                  </a:lnTo>
                  <a:cubicBezTo>
                    <a:pt x="15565" y="296"/>
                    <a:pt x="15491" y="111"/>
                    <a:pt x="15343" y="37"/>
                  </a:cubicBezTo>
                  <a:cubicBezTo>
                    <a:pt x="15294" y="13"/>
                    <a:pt x="15241" y="0"/>
                    <a:pt x="151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18;p37">
              <a:extLst>
                <a:ext uri="{FF2B5EF4-FFF2-40B4-BE49-F238E27FC236}">
                  <a16:creationId xmlns:a16="http://schemas.microsoft.com/office/drawing/2014/main" id="{A0931BDE-6E7A-A387-C762-F8EC2B1FB9CC}"/>
                </a:ext>
              </a:extLst>
            </p:cNvPr>
            <p:cNvSpPr/>
            <p:nvPr/>
          </p:nvSpPr>
          <p:spPr>
            <a:xfrm>
              <a:off x="5353025" y="2758425"/>
              <a:ext cx="360500" cy="1559225"/>
            </a:xfrm>
            <a:custGeom>
              <a:avLst/>
              <a:gdLst/>
              <a:ahLst/>
              <a:cxnLst/>
              <a:rect l="l" t="t" r="r" b="b"/>
              <a:pathLst>
                <a:path w="14420" h="62369" extrusionOk="0">
                  <a:moveTo>
                    <a:pt x="9892" y="0"/>
                  </a:moveTo>
                  <a:cubicBezTo>
                    <a:pt x="9873" y="0"/>
                    <a:pt x="9854" y="2"/>
                    <a:pt x="9835" y="7"/>
                  </a:cubicBezTo>
                  <a:cubicBezTo>
                    <a:pt x="9650" y="7"/>
                    <a:pt x="9539" y="192"/>
                    <a:pt x="9576" y="340"/>
                  </a:cubicBezTo>
                  <a:lnTo>
                    <a:pt x="12941" y="20637"/>
                  </a:lnTo>
                  <a:lnTo>
                    <a:pt x="8393" y="24112"/>
                  </a:lnTo>
                  <a:cubicBezTo>
                    <a:pt x="8356" y="24186"/>
                    <a:pt x="8282" y="24260"/>
                    <a:pt x="8282" y="24334"/>
                  </a:cubicBezTo>
                  <a:cubicBezTo>
                    <a:pt x="8282" y="24445"/>
                    <a:pt x="8319" y="24519"/>
                    <a:pt x="8393" y="24593"/>
                  </a:cubicBezTo>
                  <a:lnTo>
                    <a:pt x="13717" y="29399"/>
                  </a:lnTo>
                  <a:lnTo>
                    <a:pt x="75" y="61933"/>
                  </a:lnTo>
                  <a:cubicBezTo>
                    <a:pt x="1" y="62081"/>
                    <a:pt x="75" y="62266"/>
                    <a:pt x="223" y="62340"/>
                  </a:cubicBezTo>
                  <a:cubicBezTo>
                    <a:pt x="262" y="62360"/>
                    <a:pt x="305" y="62369"/>
                    <a:pt x="347" y="62369"/>
                  </a:cubicBezTo>
                  <a:cubicBezTo>
                    <a:pt x="462" y="62369"/>
                    <a:pt x="575" y="62300"/>
                    <a:pt x="629" y="62192"/>
                  </a:cubicBezTo>
                  <a:lnTo>
                    <a:pt x="14382" y="29436"/>
                  </a:lnTo>
                  <a:cubicBezTo>
                    <a:pt x="14419" y="29325"/>
                    <a:pt x="14419" y="29177"/>
                    <a:pt x="14309" y="29103"/>
                  </a:cubicBezTo>
                  <a:lnTo>
                    <a:pt x="9096" y="24371"/>
                  </a:lnTo>
                  <a:lnTo>
                    <a:pt x="13458" y="21043"/>
                  </a:lnTo>
                  <a:cubicBezTo>
                    <a:pt x="13569" y="20970"/>
                    <a:pt x="13606" y="20859"/>
                    <a:pt x="13569" y="20748"/>
                  </a:cubicBezTo>
                  <a:lnTo>
                    <a:pt x="10168" y="266"/>
                  </a:lnTo>
                  <a:cubicBezTo>
                    <a:pt x="10136" y="105"/>
                    <a:pt x="10019" y="0"/>
                    <a:pt x="9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919;p37">
              <a:extLst>
                <a:ext uri="{FF2B5EF4-FFF2-40B4-BE49-F238E27FC236}">
                  <a16:creationId xmlns:a16="http://schemas.microsoft.com/office/drawing/2014/main" id="{39E8C4ED-F024-E782-207D-45F1921ECC94}"/>
                </a:ext>
              </a:extLst>
            </p:cNvPr>
            <p:cNvSpPr/>
            <p:nvPr/>
          </p:nvSpPr>
          <p:spPr>
            <a:xfrm>
              <a:off x="4686650" y="3654175"/>
              <a:ext cx="1109125" cy="736700"/>
            </a:xfrm>
            <a:custGeom>
              <a:avLst/>
              <a:gdLst/>
              <a:ahLst/>
              <a:cxnLst/>
              <a:rect l="l" t="t" r="r" b="b"/>
              <a:pathLst>
                <a:path w="44365" h="29468" extrusionOk="0">
                  <a:moveTo>
                    <a:pt x="25076" y="0"/>
                  </a:moveTo>
                  <a:cubicBezTo>
                    <a:pt x="23741" y="0"/>
                    <a:pt x="16385" y="10267"/>
                    <a:pt x="12200" y="13755"/>
                  </a:cubicBezTo>
                  <a:cubicBezTo>
                    <a:pt x="7986" y="17267"/>
                    <a:pt x="813" y="20225"/>
                    <a:pt x="813" y="20225"/>
                  </a:cubicBezTo>
                  <a:lnTo>
                    <a:pt x="0" y="29467"/>
                  </a:lnTo>
                  <a:lnTo>
                    <a:pt x="12053" y="19227"/>
                  </a:lnTo>
                  <a:lnTo>
                    <a:pt x="13605" y="19227"/>
                  </a:lnTo>
                  <a:cubicBezTo>
                    <a:pt x="15158" y="19227"/>
                    <a:pt x="18115" y="17120"/>
                    <a:pt x="18116" y="17119"/>
                  </a:cubicBezTo>
                  <a:lnTo>
                    <a:pt x="18116" y="17119"/>
                  </a:lnTo>
                  <a:cubicBezTo>
                    <a:pt x="18115" y="17119"/>
                    <a:pt x="17265" y="17970"/>
                    <a:pt x="16822" y="18376"/>
                  </a:cubicBezTo>
                  <a:cubicBezTo>
                    <a:pt x="16415" y="18820"/>
                    <a:pt x="16267" y="20225"/>
                    <a:pt x="16970" y="20336"/>
                  </a:cubicBezTo>
                  <a:cubicBezTo>
                    <a:pt x="17012" y="20345"/>
                    <a:pt x="17060" y="20349"/>
                    <a:pt x="17114" y="20349"/>
                  </a:cubicBezTo>
                  <a:cubicBezTo>
                    <a:pt x="17949" y="20349"/>
                    <a:pt x="20131" y="19298"/>
                    <a:pt x="23292" y="18117"/>
                  </a:cubicBezTo>
                  <a:cubicBezTo>
                    <a:pt x="26656" y="16860"/>
                    <a:pt x="31573" y="13459"/>
                    <a:pt x="32275" y="12757"/>
                  </a:cubicBezTo>
                  <a:cubicBezTo>
                    <a:pt x="32978" y="12054"/>
                    <a:pt x="28616" y="6435"/>
                    <a:pt x="28615" y="6435"/>
                  </a:cubicBezTo>
                  <a:lnTo>
                    <a:pt x="28615" y="6435"/>
                  </a:lnTo>
                  <a:cubicBezTo>
                    <a:pt x="28616" y="6435"/>
                    <a:pt x="36638" y="10649"/>
                    <a:pt x="39596" y="10649"/>
                  </a:cubicBezTo>
                  <a:cubicBezTo>
                    <a:pt x="42553" y="10649"/>
                    <a:pt x="44069" y="9836"/>
                    <a:pt x="44217" y="8986"/>
                  </a:cubicBezTo>
                  <a:cubicBezTo>
                    <a:pt x="44365" y="8135"/>
                    <a:pt x="41555" y="8135"/>
                    <a:pt x="37747" y="6878"/>
                  </a:cubicBezTo>
                  <a:cubicBezTo>
                    <a:pt x="33976" y="5621"/>
                    <a:pt x="26397" y="113"/>
                    <a:pt x="25103" y="2"/>
                  </a:cubicBezTo>
                  <a:cubicBezTo>
                    <a:pt x="25094" y="1"/>
                    <a:pt x="25085" y="0"/>
                    <a:pt x="25076"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920;p37">
              <a:extLst>
                <a:ext uri="{FF2B5EF4-FFF2-40B4-BE49-F238E27FC236}">
                  <a16:creationId xmlns:a16="http://schemas.microsoft.com/office/drawing/2014/main" id="{87706300-F522-324F-3B62-7BD33D986A0F}"/>
                </a:ext>
              </a:extLst>
            </p:cNvPr>
            <p:cNvSpPr/>
            <p:nvPr/>
          </p:nvSpPr>
          <p:spPr>
            <a:xfrm>
              <a:off x="5364125" y="3758650"/>
              <a:ext cx="397450" cy="161775"/>
            </a:xfrm>
            <a:custGeom>
              <a:avLst/>
              <a:gdLst/>
              <a:ahLst/>
              <a:cxnLst/>
              <a:rect l="l" t="t" r="r" b="b"/>
              <a:pathLst>
                <a:path w="15898" h="6471" extrusionOk="0">
                  <a:moveTo>
                    <a:pt x="1" y="0"/>
                  </a:moveTo>
                  <a:lnTo>
                    <a:pt x="1516" y="2256"/>
                  </a:lnTo>
                  <a:cubicBezTo>
                    <a:pt x="1516" y="2256"/>
                    <a:pt x="9539" y="6470"/>
                    <a:pt x="12497" y="6470"/>
                  </a:cubicBezTo>
                  <a:cubicBezTo>
                    <a:pt x="13975" y="6470"/>
                    <a:pt x="15122" y="6285"/>
                    <a:pt x="15898" y="5953"/>
                  </a:cubicBezTo>
                  <a:lnTo>
                    <a:pt x="15750" y="5916"/>
                  </a:lnTo>
                  <a:cubicBezTo>
                    <a:pt x="9133" y="5472"/>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921;p37">
              <a:extLst>
                <a:ext uri="{FF2B5EF4-FFF2-40B4-BE49-F238E27FC236}">
                  <a16:creationId xmlns:a16="http://schemas.microsoft.com/office/drawing/2014/main" id="{DF33F853-6B96-9508-4A35-F720A7844F8F}"/>
                </a:ext>
              </a:extLst>
            </p:cNvPr>
            <p:cNvSpPr/>
            <p:nvPr/>
          </p:nvSpPr>
          <p:spPr>
            <a:xfrm>
              <a:off x="4686650" y="3815025"/>
              <a:ext cx="824450" cy="575850"/>
            </a:xfrm>
            <a:custGeom>
              <a:avLst/>
              <a:gdLst/>
              <a:ahLst/>
              <a:cxnLst/>
              <a:rect l="l" t="t" r="r" b="b"/>
              <a:pathLst>
                <a:path w="32978" h="23034" extrusionOk="0">
                  <a:moveTo>
                    <a:pt x="28615" y="1"/>
                  </a:moveTo>
                  <a:lnTo>
                    <a:pt x="28615" y="1"/>
                  </a:lnTo>
                  <a:cubicBezTo>
                    <a:pt x="28615" y="1"/>
                    <a:pt x="29613" y="4363"/>
                    <a:pt x="28467" y="5287"/>
                  </a:cubicBezTo>
                  <a:cubicBezTo>
                    <a:pt x="28269" y="5446"/>
                    <a:pt x="28046" y="5512"/>
                    <a:pt x="27815" y="5512"/>
                  </a:cubicBezTo>
                  <a:cubicBezTo>
                    <a:pt x="26756" y="5512"/>
                    <a:pt x="25510" y="4142"/>
                    <a:pt x="25510" y="4141"/>
                  </a:cubicBezTo>
                  <a:lnTo>
                    <a:pt x="25510" y="4141"/>
                  </a:lnTo>
                  <a:cubicBezTo>
                    <a:pt x="25510" y="4142"/>
                    <a:pt x="25990" y="8689"/>
                    <a:pt x="24623" y="8911"/>
                  </a:cubicBezTo>
                  <a:cubicBezTo>
                    <a:pt x="24504" y="8933"/>
                    <a:pt x="24382" y="8943"/>
                    <a:pt x="24259" y="8943"/>
                  </a:cubicBezTo>
                  <a:cubicBezTo>
                    <a:pt x="22949" y="8943"/>
                    <a:pt x="21406" y="7801"/>
                    <a:pt x="21406" y="7801"/>
                  </a:cubicBezTo>
                  <a:cubicBezTo>
                    <a:pt x="21406" y="7801"/>
                    <a:pt x="21406" y="10759"/>
                    <a:pt x="20038" y="10759"/>
                  </a:cubicBezTo>
                  <a:cubicBezTo>
                    <a:pt x="18670" y="10759"/>
                    <a:pt x="16637" y="6397"/>
                    <a:pt x="16637" y="6397"/>
                  </a:cubicBezTo>
                  <a:lnTo>
                    <a:pt x="16637" y="6397"/>
                  </a:lnTo>
                  <a:cubicBezTo>
                    <a:pt x="16637" y="6397"/>
                    <a:pt x="17117" y="8578"/>
                    <a:pt x="15713" y="10057"/>
                  </a:cubicBezTo>
                  <a:cubicBezTo>
                    <a:pt x="14744" y="11077"/>
                    <a:pt x="13159" y="11235"/>
                    <a:pt x="12269" y="11235"/>
                  </a:cubicBezTo>
                  <a:cubicBezTo>
                    <a:pt x="11869" y="11235"/>
                    <a:pt x="11609" y="11203"/>
                    <a:pt x="11609" y="11203"/>
                  </a:cubicBezTo>
                  <a:lnTo>
                    <a:pt x="887" y="18967"/>
                  </a:lnTo>
                  <a:lnTo>
                    <a:pt x="296" y="19669"/>
                  </a:lnTo>
                  <a:lnTo>
                    <a:pt x="0" y="23033"/>
                  </a:lnTo>
                  <a:lnTo>
                    <a:pt x="0" y="23033"/>
                  </a:lnTo>
                  <a:lnTo>
                    <a:pt x="12053" y="12793"/>
                  </a:lnTo>
                  <a:lnTo>
                    <a:pt x="13605" y="12793"/>
                  </a:lnTo>
                  <a:cubicBezTo>
                    <a:pt x="15158" y="12793"/>
                    <a:pt x="18115" y="10686"/>
                    <a:pt x="18116" y="10685"/>
                  </a:cubicBezTo>
                  <a:lnTo>
                    <a:pt x="18116" y="10685"/>
                  </a:lnTo>
                  <a:cubicBezTo>
                    <a:pt x="18115" y="10685"/>
                    <a:pt x="17265" y="11536"/>
                    <a:pt x="16822" y="11942"/>
                  </a:cubicBezTo>
                  <a:cubicBezTo>
                    <a:pt x="16415" y="12386"/>
                    <a:pt x="16267" y="13791"/>
                    <a:pt x="16970" y="13902"/>
                  </a:cubicBezTo>
                  <a:cubicBezTo>
                    <a:pt x="17012" y="13911"/>
                    <a:pt x="17060" y="13915"/>
                    <a:pt x="17114" y="13915"/>
                  </a:cubicBezTo>
                  <a:cubicBezTo>
                    <a:pt x="17949" y="13915"/>
                    <a:pt x="20131" y="12864"/>
                    <a:pt x="23292" y="11683"/>
                  </a:cubicBezTo>
                  <a:cubicBezTo>
                    <a:pt x="26656" y="10426"/>
                    <a:pt x="31573" y="7025"/>
                    <a:pt x="32275" y="6323"/>
                  </a:cubicBezTo>
                  <a:cubicBezTo>
                    <a:pt x="32978" y="5620"/>
                    <a:pt x="28616" y="1"/>
                    <a:pt x="28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922;p37">
              <a:extLst>
                <a:ext uri="{FF2B5EF4-FFF2-40B4-BE49-F238E27FC236}">
                  <a16:creationId xmlns:a16="http://schemas.microsoft.com/office/drawing/2014/main" id="{BEBC1DA4-8A4B-E01E-0B98-F8E30616ABE0}"/>
                </a:ext>
              </a:extLst>
            </p:cNvPr>
            <p:cNvSpPr/>
            <p:nvPr/>
          </p:nvSpPr>
          <p:spPr>
            <a:xfrm>
              <a:off x="5364125" y="3758650"/>
              <a:ext cx="329075" cy="154375"/>
            </a:xfrm>
            <a:custGeom>
              <a:avLst/>
              <a:gdLst/>
              <a:ahLst/>
              <a:cxnLst/>
              <a:rect l="l" t="t" r="r" b="b"/>
              <a:pathLst>
                <a:path w="13163" h="6175" extrusionOk="0">
                  <a:moveTo>
                    <a:pt x="1" y="0"/>
                  </a:moveTo>
                  <a:lnTo>
                    <a:pt x="1368" y="1997"/>
                  </a:lnTo>
                  <a:cubicBezTo>
                    <a:pt x="1405" y="1997"/>
                    <a:pt x="1479" y="1960"/>
                    <a:pt x="1516" y="1960"/>
                  </a:cubicBezTo>
                  <a:cubicBezTo>
                    <a:pt x="1590" y="1960"/>
                    <a:pt x="1627" y="1960"/>
                    <a:pt x="1664" y="1997"/>
                  </a:cubicBezTo>
                  <a:cubicBezTo>
                    <a:pt x="1664" y="1997"/>
                    <a:pt x="1960" y="2145"/>
                    <a:pt x="2441" y="2404"/>
                  </a:cubicBezTo>
                  <a:cubicBezTo>
                    <a:pt x="2921" y="2625"/>
                    <a:pt x="3587" y="2958"/>
                    <a:pt x="4363" y="3328"/>
                  </a:cubicBezTo>
                  <a:cubicBezTo>
                    <a:pt x="5916" y="4067"/>
                    <a:pt x="7912" y="4955"/>
                    <a:pt x="9613" y="5546"/>
                  </a:cubicBezTo>
                  <a:cubicBezTo>
                    <a:pt x="10759" y="5916"/>
                    <a:pt x="11794" y="6175"/>
                    <a:pt x="12497" y="6175"/>
                  </a:cubicBezTo>
                  <a:lnTo>
                    <a:pt x="12866" y="6175"/>
                  </a:lnTo>
                  <a:lnTo>
                    <a:pt x="13162" y="5546"/>
                  </a:lnTo>
                  <a:cubicBezTo>
                    <a:pt x="6988" y="4178"/>
                    <a:pt x="1" y="1"/>
                    <a:pt x="1"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923;p37">
              <a:extLst>
                <a:ext uri="{FF2B5EF4-FFF2-40B4-BE49-F238E27FC236}">
                  <a16:creationId xmlns:a16="http://schemas.microsoft.com/office/drawing/2014/main" id="{2AD4FE7B-BB76-E792-1BB3-62352B6E8359}"/>
                </a:ext>
              </a:extLst>
            </p:cNvPr>
            <p:cNvSpPr/>
            <p:nvPr/>
          </p:nvSpPr>
          <p:spPr>
            <a:xfrm>
              <a:off x="4747650" y="3832600"/>
              <a:ext cx="740350" cy="496350"/>
            </a:xfrm>
            <a:custGeom>
              <a:avLst/>
              <a:gdLst/>
              <a:ahLst/>
              <a:cxnLst/>
              <a:rect l="l" t="t" r="r" b="b"/>
              <a:pathLst>
                <a:path w="29614" h="19854" extrusionOk="0">
                  <a:moveTo>
                    <a:pt x="26323" y="0"/>
                  </a:moveTo>
                  <a:lnTo>
                    <a:pt x="26323" y="0"/>
                  </a:lnTo>
                  <a:cubicBezTo>
                    <a:pt x="26434" y="666"/>
                    <a:pt x="26582" y="1664"/>
                    <a:pt x="26582" y="2588"/>
                  </a:cubicBezTo>
                  <a:cubicBezTo>
                    <a:pt x="26582" y="3438"/>
                    <a:pt x="26471" y="4252"/>
                    <a:pt x="26027" y="4584"/>
                  </a:cubicBezTo>
                  <a:cubicBezTo>
                    <a:pt x="25843" y="4732"/>
                    <a:pt x="25621" y="4806"/>
                    <a:pt x="25362" y="4806"/>
                  </a:cubicBezTo>
                  <a:cubicBezTo>
                    <a:pt x="24290" y="4806"/>
                    <a:pt x="23070" y="3439"/>
                    <a:pt x="23070" y="3438"/>
                  </a:cubicBezTo>
                  <a:lnTo>
                    <a:pt x="23070" y="3438"/>
                  </a:lnTo>
                  <a:cubicBezTo>
                    <a:pt x="23070" y="3439"/>
                    <a:pt x="23144" y="4141"/>
                    <a:pt x="23144" y="5028"/>
                  </a:cubicBezTo>
                  <a:cubicBezTo>
                    <a:pt x="23144" y="6396"/>
                    <a:pt x="22996" y="8097"/>
                    <a:pt x="22183" y="8208"/>
                  </a:cubicBezTo>
                  <a:cubicBezTo>
                    <a:pt x="22072" y="8245"/>
                    <a:pt x="21961" y="8245"/>
                    <a:pt x="21850" y="8245"/>
                  </a:cubicBezTo>
                  <a:cubicBezTo>
                    <a:pt x="20519" y="8245"/>
                    <a:pt x="18966" y="7098"/>
                    <a:pt x="18966" y="7098"/>
                  </a:cubicBezTo>
                  <a:cubicBezTo>
                    <a:pt x="18966" y="7098"/>
                    <a:pt x="18966" y="10056"/>
                    <a:pt x="17598" y="10056"/>
                  </a:cubicBezTo>
                  <a:cubicBezTo>
                    <a:pt x="16230" y="10056"/>
                    <a:pt x="14197" y="5694"/>
                    <a:pt x="14197" y="5694"/>
                  </a:cubicBezTo>
                  <a:lnTo>
                    <a:pt x="14197" y="5694"/>
                  </a:lnTo>
                  <a:cubicBezTo>
                    <a:pt x="14197" y="5694"/>
                    <a:pt x="14271" y="6100"/>
                    <a:pt x="14271" y="6618"/>
                  </a:cubicBezTo>
                  <a:cubicBezTo>
                    <a:pt x="14271" y="7394"/>
                    <a:pt x="14086" y="8503"/>
                    <a:pt x="13273" y="9354"/>
                  </a:cubicBezTo>
                  <a:cubicBezTo>
                    <a:pt x="12311" y="10389"/>
                    <a:pt x="10722" y="10537"/>
                    <a:pt x="9834" y="10537"/>
                  </a:cubicBezTo>
                  <a:cubicBezTo>
                    <a:pt x="9428" y="10537"/>
                    <a:pt x="9169" y="10500"/>
                    <a:pt x="9169" y="10500"/>
                  </a:cubicBezTo>
                  <a:lnTo>
                    <a:pt x="370" y="16859"/>
                  </a:lnTo>
                  <a:lnTo>
                    <a:pt x="0" y="19853"/>
                  </a:lnTo>
                  <a:lnTo>
                    <a:pt x="9428" y="11868"/>
                  </a:lnTo>
                  <a:cubicBezTo>
                    <a:pt x="9465" y="11794"/>
                    <a:pt x="9539" y="11794"/>
                    <a:pt x="9613" y="11794"/>
                  </a:cubicBezTo>
                  <a:lnTo>
                    <a:pt x="11165" y="11794"/>
                  </a:lnTo>
                  <a:cubicBezTo>
                    <a:pt x="11461" y="11794"/>
                    <a:pt x="11831" y="11683"/>
                    <a:pt x="12237" y="11535"/>
                  </a:cubicBezTo>
                  <a:cubicBezTo>
                    <a:pt x="12644" y="11387"/>
                    <a:pt x="13088" y="11202"/>
                    <a:pt x="13494" y="10980"/>
                  </a:cubicBezTo>
                  <a:cubicBezTo>
                    <a:pt x="14308" y="10537"/>
                    <a:pt x="15084" y="10019"/>
                    <a:pt x="15343" y="9834"/>
                  </a:cubicBezTo>
                  <a:cubicBezTo>
                    <a:pt x="15454" y="9760"/>
                    <a:pt x="15491" y="9723"/>
                    <a:pt x="15491" y="9723"/>
                  </a:cubicBezTo>
                  <a:cubicBezTo>
                    <a:pt x="15528" y="9686"/>
                    <a:pt x="15602" y="9686"/>
                    <a:pt x="15676" y="9686"/>
                  </a:cubicBezTo>
                  <a:cubicBezTo>
                    <a:pt x="15750" y="9686"/>
                    <a:pt x="15824" y="9723"/>
                    <a:pt x="15898" y="9797"/>
                  </a:cubicBezTo>
                  <a:cubicBezTo>
                    <a:pt x="16008" y="9908"/>
                    <a:pt x="15971" y="10093"/>
                    <a:pt x="15861" y="10204"/>
                  </a:cubicBezTo>
                  <a:cubicBezTo>
                    <a:pt x="15861" y="10204"/>
                    <a:pt x="15047" y="11054"/>
                    <a:pt x="14604" y="11461"/>
                  </a:cubicBezTo>
                  <a:cubicBezTo>
                    <a:pt x="14567" y="11535"/>
                    <a:pt x="14493" y="11646"/>
                    <a:pt x="14419" y="11794"/>
                  </a:cubicBezTo>
                  <a:cubicBezTo>
                    <a:pt x="14382" y="11979"/>
                    <a:pt x="14345" y="12163"/>
                    <a:pt x="14345" y="12348"/>
                  </a:cubicBezTo>
                  <a:cubicBezTo>
                    <a:pt x="14345" y="12533"/>
                    <a:pt x="14382" y="12681"/>
                    <a:pt x="14419" y="12755"/>
                  </a:cubicBezTo>
                  <a:cubicBezTo>
                    <a:pt x="14493" y="12866"/>
                    <a:pt x="14530" y="12903"/>
                    <a:pt x="14604" y="12903"/>
                  </a:cubicBezTo>
                  <a:lnTo>
                    <a:pt x="14677" y="12903"/>
                  </a:lnTo>
                  <a:cubicBezTo>
                    <a:pt x="14825" y="12903"/>
                    <a:pt x="15084" y="12866"/>
                    <a:pt x="15454" y="12755"/>
                  </a:cubicBezTo>
                  <a:cubicBezTo>
                    <a:pt x="15787" y="12644"/>
                    <a:pt x="16230" y="12459"/>
                    <a:pt x="16785" y="12274"/>
                  </a:cubicBezTo>
                  <a:cubicBezTo>
                    <a:pt x="17820" y="11831"/>
                    <a:pt x="19151" y="11276"/>
                    <a:pt x="20741" y="10685"/>
                  </a:cubicBezTo>
                  <a:cubicBezTo>
                    <a:pt x="23218" y="9760"/>
                    <a:pt x="26619" y="7616"/>
                    <a:pt x="28431" y="6322"/>
                  </a:cubicBezTo>
                  <a:cubicBezTo>
                    <a:pt x="29022" y="5915"/>
                    <a:pt x="29466" y="5583"/>
                    <a:pt x="29614" y="5435"/>
                  </a:cubicBezTo>
                  <a:lnTo>
                    <a:pt x="29614" y="5398"/>
                  </a:lnTo>
                  <a:cubicBezTo>
                    <a:pt x="29614" y="5250"/>
                    <a:pt x="29503" y="4917"/>
                    <a:pt x="29318" y="4511"/>
                  </a:cubicBezTo>
                  <a:cubicBezTo>
                    <a:pt x="29096" y="4067"/>
                    <a:pt x="28800" y="3586"/>
                    <a:pt x="28468" y="3069"/>
                  </a:cubicBezTo>
                  <a:cubicBezTo>
                    <a:pt x="27839" y="2070"/>
                    <a:pt x="27063" y="961"/>
                    <a:pt x="26545" y="259"/>
                  </a:cubicBezTo>
                  <a:cubicBezTo>
                    <a:pt x="26471" y="185"/>
                    <a:pt x="26397" y="74"/>
                    <a:pt x="26323"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924;p37">
              <a:extLst>
                <a:ext uri="{FF2B5EF4-FFF2-40B4-BE49-F238E27FC236}">
                  <a16:creationId xmlns:a16="http://schemas.microsoft.com/office/drawing/2014/main" id="{EDC5EC30-8E53-781D-E725-AEB500324896}"/>
                </a:ext>
              </a:extLst>
            </p:cNvPr>
            <p:cNvSpPr/>
            <p:nvPr/>
          </p:nvSpPr>
          <p:spPr>
            <a:xfrm>
              <a:off x="5105325" y="4022100"/>
              <a:ext cx="42550" cy="68175"/>
            </a:xfrm>
            <a:custGeom>
              <a:avLst/>
              <a:gdLst/>
              <a:ahLst/>
              <a:cxnLst/>
              <a:rect l="l" t="t" r="r" b="b"/>
              <a:pathLst>
                <a:path w="1702" h="2727" extrusionOk="0">
                  <a:moveTo>
                    <a:pt x="395" y="0"/>
                  </a:moveTo>
                  <a:cubicBezTo>
                    <a:pt x="340" y="0"/>
                    <a:pt x="281" y="13"/>
                    <a:pt x="223" y="36"/>
                  </a:cubicBezTo>
                  <a:cubicBezTo>
                    <a:pt x="75" y="110"/>
                    <a:pt x="1" y="258"/>
                    <a:pt x="75" y="443"/>
                  </a:cubicBezTo>
                  <a:lnTo>
                    <a:pt x="1073" y="2550"/>
                  </a:lnTo>
                  <a:cubicBezTo>
                    <a:pt x="1127" y="2658"/>
                    <a:pt x="1241" y="2727"/>
                    <a:pt x="1356" y="2727"/>
                  </a:cubicBezTo>
                  <a:cubicBezTo>
                    <a:pt x="1398" y="2727"/>
                    <a:pt x="1440" y="2718"/>
                    <a:pt x="1480" y="2698"/>
                  </a:cubicBezTo>
                  <a:cubicBezTo>
                    <a:pt x="1627" y="2624"/>
                    <a:pt x="1701" y="2439"/>
                    <a:pt x="1627" y="2291"/>
                  </a:cubicBezTo>
                  <a:lnTo>
                    <a:pt x="666" y="184"/>
                  </a:lnTo>
                  <a:cubicBezTo>
                    <a:pt x="616" y="58"/>
                    <a:pt x="513" y="0"/>
                    <a:pt x="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925;p37">
              <a:extLst>
                <a:ext uri="{FF2B5EF4-FFF2-40B4-BE49-F238E27FC236}">
                  <a16:creationId xmlns:a16="http://schemas.microsoft.com/office/drawing/2014/main" id="{3108C189-0509-0FD2-A481-FF264A36C1B1}"/>
                </a:ext>
              </a:extLst>
            </p:cNvPr>
            <p:cNvSpPr/>
            <p:nvPr/>
          </p:nvSpPr>
          <p:spPr>
            <a:xfrm>
              <a:off x="5196825" y="3955100"/>
              <a:ext cx="80450" cy="159375"/>
            </a:xfrm>
            <a:custGeom>
              <a:avLst/>
              <a:gdLst/>
              <a:ahLst/>
              <a:cxnLst/>
              <a:rect l="l" t="t" r="r" b="b"/>
              <a:pathLst>
                <a:path w="3218" h="6375" extrusionOk="0">
                  <a:moveTo>
                    <a:pt x="377" y="1"/>
                  </a:moveTo>
                  <a:cubicBezTo>
                    <a:pt x="325" y="1"/>
                    <a:pt x="272" y="17"/>
                    <a:pt x="223" y="54"/>
                  </a:cubicBezTo>
                  <a:cubicBezTo>
                    <a:pt x="75" y="128"/>
                    <a:pt x="1" y="313"/>
                    <a:pt x="75" y="461"/>
                  </a:cubicBezTo>
                  <a:cubicBezTo>
                    <a:pt x="75" y="461"/>
                    <a:pt x="260" y="757"/>
                    <a:pt x="481" y="1200"/>
                  </a:cubicBezTo>
                  <a:cubicBezTo>
                    <a:pt x="851" y="1903"/>
                    <a:pt x="1369" y="2938"/>
                    <a:pt x="1812" y="3899"/>
                  </a:cubicBezTo>
                  <a:cubicBezTo>
                    <a:pt x="2034" y="4380"/>
                    <a:pt x="2256" y="4823"/>
                    <a:pt x="2367" y="5193"/>
                  </a:cubicBezTo>
                  <a:cubicBezTo>
                    <a:pt x="2441" y="5378"/>
                    <a:pt x="2515" y="5563"/>
                    <a:pt x="2552" y="5674"/>
                  </a:cubicBezTo>
                  <a:cubicBezTo>
                    <a:pt x="2589" y="5822"/>
                    <a:pt x="2589" y="5933"/>
                    <a:pt x="2589" y="5969"/>
                  </a:cubicBezTo>
                  <a:lnTo>
                    <a:pt x="2608" y="5974"/>
                  </a:lnTo>
                  <a:lnTo>
                    <a:pt x="2608" y="5974"/>
                  </a:lnTo>
                  <a:cubicBezTo>
                    <a:pt x="2560" y="6114"/>
                    <a:pt x="2602" y="6272"/>
                    <a:pt x="2737" y="6339"/>
                  </a:cubicBezTo>
                  <a:cubicBezTo>
                    <a:pt x="2795" y="6363"/>
                    <a:pt x="2854" y="6375"/>
                    <a:pt x="2909" y="6375"/>
                  </a:cubicBezTo>
                  <a:cubicBezTo>
                    <a:pt x="3027" y="6375"/>
                    <a:pt x="3130" y="6318"/>
                    <a:pt x="3180" y="6191"/>
                  </a:cubicBezTo>
                  <a:cubicBezTo>
                    <a:pt x="3217" y="6117"/>
                    <a:pt x="3217" y="6043"/>
                    <a:pt x="3217" y="5969"/>
                  </a:cubicBezTo>
                  <a:cubicBezTo>
                    <a:pt x="3217" y="5785"/>
                    <a:pt x="3180" y="5600"/>
                    <a:pt x="3106" y="5341"/>
                  </a:cubicBezTo>
                  <a:cubicBezTo>
                    <a:pt x="2848" y="4565"/>
                    <a:pt x="2219" y="3271"/>
                    <a:pt x="1665" y="2162"/>
                  </a:cubicBezTo>
                  <a:cubicBezTo>
                    <a:pt x="1110" y="1089"/>
                    <a:pt x="629" y="165"/>
                    <a:pt x="629" y="165"/>
                  </a:cubicBezTo>
                  <a:cubicBezTo>
                    <a:pt x="580" y="67"/>
                    <a:pt x="481" y="1"/>
                    <a:pt x="3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926;p37">
              <a:extLst>
                <a:ext uri="{FF2B5EF4-FFF2-40B4-BE49-F238E27FC236}">
                  <a16:creationId xmlns:a16="http://schemas.microsoft.com/office/drawing/2014/main" id="{F2BDE0F6-AEBB-D401-0694-22574F445E48}"/>
                </a:ext>
              </a:extLst>
            </p:cNvPr>
            <p:cNvSpPr/>
            <p:nvPr/>
          </p:nvSpPr>
          <p:spPr>
            <a:xfrm>
              <a:off x="5292025" y="3860550"/>
              <a:ext cx="109100" cy="194575"/>
            </a:xfrm>
            <a:custGeom>
              <a:avLst/>
              <a:gdLst/>
              <a:ahLst/>
              <a:cxnLst/>
              <a:rect l="l" t="t" r="r" b="b"/>
              <a:pathLst>
                <a:path w="4364" h="7783" extrusionOk="0">
                  <a:moveTo>
                    <a:pt x="342" y="1"/>
                  </a:moveTo>
                  <a:cubicBezTo>
                    <a:pt x="285" y="1"/>
                    <a:pt x="229" y="21"/>
                    <a:pt x="186" y="65"/>
                  </a:cubicBezTo>
                  <a:cubicBezTo>
                    <a:pt x="38" y="139"/>
                    <a:pt x="1" y="324"/>
                    <a:pt x="75" y="472"/>
                  </a:cubicBezTo>
                  <a:cubicBezTo>
                    <a:pt x="112" y="472"/>
                    <a:pt x="334" y="805"/>
                    <a:pt x="666" y="1322"/>
                  </a:cubicBezTo>
                  <a:cubicBezTo>
                    <a:pt x="1184" y="2099"/>
                    <a:pt x="1960" y="3319"/>
                    <a:pt x="2626" y="4465"/>
                  </a:cubicBezTo>
                  <a:cubicBezTo>
                    <a:pt x="2958" y="5019"/>
                    <a:pt x="3254" y="5574"/>
                    <a:pt x="3439" y="6054"/>
                  </a:cubicBezTo>
                  <a:cubicBezTo>
                    <a:pt x="3661" y="6535"/>
                    <a:pt x="3772" y="6942"/>
                    <a:pt x="3772" y="7164"/>
                  </a:cubicBezTo>
                  <a:cubicBezTo>
                    <a:pt x="3772" y="7237"/>
                    <a:pt x="3735" y="7274"/>
                    <a:pt x="3735" y="7274"/>
                  </a:cubicBezTo>
                  <a:cubicBezTo>
                    <a:pt x="3661" y="7422"/>
                    <a:pt x="3661" y="7607"/>
                    <a:pt x="3809" y="7718"/>
                  </a:cubicBezTo>
                  <a:cubicBezTo>
                    <a:pt x="3867" y="7762"/>
                    <a:pt x="3931" y="7783"/>
                    <a:pt x="3994" y="7783"/>
                  </a:cubicBezTo>
                  <a:cubicBezTo>
                    <a:pt x="4091" y="7783"/>
                    <a:pt x="4185" y="7734"/>
                    <a:pt x="4252" y="7644"/>
                  </a:cubicBezTo>
                  <a:cubicBezTo>
                    <a:pt x="4363" y="7496"/>
                    <a:pt x="4363" y="7311"/>
                    <a:pt x="4363" y="7164"/>
                  </a:cubicBezTo>
                  <a:cubicBezTo>
                    <a:pt x="4363" y="6905"/>
                    <a:pt x="4326" y="6646"/>
                    <a:pt x="4215" y="6313"/>
                  </a:cubicBezTo>
                  <a:cubicBezTo>
                    <a:pt x="3809" y="5241"/>
                    <a:pt x="2922" y="3688"/>
                    <a:pt x="2108" y="2431"/>
                  </a:cubicBezTo>
                  <a:cubicBezTo>
                    <a:pt x="1332" y="1137"/>
                    <a:pt x="592" y="139"/>
                    <a:pt x="592" y="139"/>
                  </a:cubicBezTo>
                  <a:cubicBezTo>
                    <a:pt x="525" y="50"/>
                    <a:pt x="431" y="1"/>
                    <a:pt x="3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927;p37">
              <a:extLst>
                <a:ext uri="{FF2B5EF4-FFF2-40B4-BE49-F238E27FC236}">
                  <a16:creationId xmlns:a16="http://schemas.microsoft.com/office/drawing/2014/main" id="{B3D2D33E-C0E7-2ADB-ABEC-5EBEB08266DC}"/>
                </a:ext>
              </a:extLst>
            </p:cNvPr>
            <p:cNvSpPr/>
            <p:nvPr/>
          </p:nvSpPr>
          <p:spPr>
            <a:xfrm>
              <a:off x="4678325" y="3645900"/>
              <a:ext cx="1122075" cy="752975"/>
            </a:xfrm>
            <a:custGeom>
              <a:avLst/>
              <a:gdLst/>
              <a:ahLst/>
              <a:cxnLst/>
              <a:rect l="l" t="t" r="r" b="b"/>
              <a:pathLst>
                <a:path w="44883" h="30119" extrusionOk="0">
                  <a:moveTo>
                    <a:pt x="25436" y="629"/>
                  </a:moveTo>
                  <a:cubicBezTo>
                    <a:pt x="25510" y="629"/>
                    <a:pt x="25732" y="702"/>
                    <a:pt x="26065" y="887"/>
                  </a:cubicBezTo>
                  <a:cubicBezTo>
                    <a:pt x="27211" y="1442"/>
                    <a:pt x="29355" y="2810"/>
                    <a:pt x="31610" y="4178"/>
                  </a:cubicBezTo>
                  <a:cubicBezTo>
                    <a:pt x="33902" y="5546"/>
                    <a:pt x="36269" y="6914"/>
                    <a:pt x="38006" y="7505"/>
                  </a:cubicBezTo>
                  <a:cubicBezTo>
                    <a:pt x="39855" y="8134"/>
                    <a:pt x="41518" y="8429"/>
                    <a:pt x="42664" y="8688"/>
                  </a:cubicBezTo>
                  <a:cubicBezTo>
                    <a:pt x="43219" y="8836"/>
                    <a:pt x="43663" y="8947"/>
                    <a:pt x="43958" y="9058"/>
                  </a:cubicBezTo>
                  <a:cubicBezTo>
                    <a:pt x="44106" y="9132"/>
                    <a:pt x="44180" y="9169"/>
                    <a:pt x="44217" y="9206"/>
                  </a:cubicBezTo>
                  <a:lnTo>
                    <a:pt x="44254" y="9243"/>
                  </a:lnTo>
                  <a:cubicBezTo>
                    <a:pt x="44217" y="9391"/>
                    <a:pt x="44143" y="9538"/>
                    <a:pt x="43958" y="9686"/>
                  </a:cubicBezTo>
                  <a:cubicBezTo>
                    <a:pt x="43441" y="10204"/>
                    <a:pt x="42073" y="10685"/>
                    <a:pt x="39929" y="10685"/>
                  </a:cubicBezTo>
                  <a:cubicBezTo>
                    <a:pt x="39263" y="10685"/>
                    <a:pt x="38228" y="10426"/>
                    <a:pt x="37045" y="10056"/>
                  </a:cubicBezTo>
                  <a:cubicBezTo>
                    <a:pt x="35344" y="9465"/>
                    <a:pt x="33348" y="8577"/>
                    <a:pt x="31795" y="7838"/>
                  </a:cubicBezTo>
                  <a:cubicBezTo>
                    <a:pt x="31019" y="7468"/>
                    <a:pt x="30353" y="7135"/>
                    <a:pt x="29873" y="6914"/>
                  </a:cubicBezTo>
                  <a:cubicBezTo>
                    <a:pt x="29392" y="6655"/>
                    <a:pt x="29096" y="6507"/>
                    <a:pt x="29096" y="6507"/>
                  </a:cubicBezTo>
                  <a:cubicBezTo>
                    <a:pt x="29057" y="6481"/>
                    <a:pt x="29013" y="6468"/>
                    <a:pt x="28968" y="6468"/>
                  </a:cubicBezTo>
                  <a:cubicBezTo>
                    <a:pt x="28885" y="6468"/>
                    <a:pt x="28798" y="6509"/>
                    <a:pt x="28727" y="6581"/>
                  </a:cubicBezTo>
                  <a:cubicBezTo>
                    <a:pt x="28653" y="6692"/>
                    <a:pt x="28616" y="6840"/>
                    <a:pt x="28727" y="6987"/>
                  </a:cubicBezTo>
                  <a:cubicBezTo>
                    <a:pt x="28727" y="6987"/>
                    <a:pt x="28948" y="7283"/>
                    <a:pt x="29318" y="7727"/>
                  </a:cubicBezTo>
                  <a:cubicBezTo>
                    <a:pt x="29836" y="8429"/>
                    <a:pt x="30612" y="9538"/>
                    <a:pt x="31241" y="10537"/>
                  </a:cubicBezTo>
                  <a:cubicBezTo>
                    <a:pt x="31573" y="11054"/>
                    <a:pt x="31869" y="11535"/>
                    <a:pt x="32091" y="11979"/>
                  </a:cubicBezTo>
                  <a:cubicBezTo>
                    <a:pt x="32276" y="12385"/>
                    <a:pt x="32387" y="12718"/>
                    <a:pt x="32387" y="12866"/>
                  </a:cubicBezTo>
                  <a:cubicBezTo>
                    <a:pt x="32239" y="13014"/>
                    <a:pt x="31832" y="13383"/>
                    <a:pt x="31204" y="13790"/>
                  </a:cubicBezTo>
                  <a:cubicBezTo>
                    <a:pt x="29392" y="15084"/>
                    <a:pt x="25991" y="17228"/>
                    <a:pt x="23514" y="18153"/>
                  </a:cubicBezTo>
                  <a:cubicBezTo>
                    <a:pt x="21924" y="18744"/>
                    <a:pt x="20593" y="19299"/>
                    <a:pt x="19558" y="19742"/>
                  </a:cubicBezTo>
                  <a:cubicBezTo>
                    <a:pt x="19003" y="19927"/>
                    <a:pt x="18560" y="20112"/>
                    <a:pt x="18227" y="20223"/>
                  </a:cubicBezTo>
                  <a:cubicBezTo>
                    <a:pt x="17923" y="20314"/>
                    <a:pt x="17694" y="20381"/>
                    <a:pt x="17540" y="20381"/>
                  </a:cubicBezTo>
                  <a:cubicBezTo>
                    <a:pt x="17506" y="20381"/>
                    <a:pt x="17477" y="20377"/>
                    <a:pt x="17450" y="20371"/>
                  </a:cubicBezTo>
                  <a:lnTo>
                    <a:pt x="17377" y="20371"/>
                  </a:lnTo>
                  <a:cubicBezTo>
                    <a:pt x="17303" y="20371"/>
                    <a:pt x="17266" y="20334"/>
                    <a:pt x="17192" y="20223"/>
                  </a:cubicBezTo>
                  <a:cubicBezTo>
                    <a:pt x="17155" y="20149"/>
                    <a:pt x="17118" y="20001"/>
                    <a:pt x="17118" y="19816"/>
                  </a:cubicBezTo>
                  <a:cubicBezTo>
                    <a:pt x="17118" y="19631"/>
                    <a:pt x="17155" y="19447"/>
                    <a:pt x="17192" y="19262"/>
                  </a:cubicBezTo>
                  <a:cubicBezTo>
                    <a:pt x="17266" y="19114"/>
                    <a:pt x="17340" y="19003"/>
                    <a:pt x="17377" y="18929"/>
                  </a:cubicBezTo>
                  <a:cubicBezTo>
                    <a:pt x="17820" y="18522"/>
                    <a:pt x="18634" y="17672"/>
                    <a:pt x="18634" y="17672"/>
                  </a:cubicBezTo>
                  <a:cubicBezTo>
                    <a:pt x="18744" y="17561"/>
                    <a:pt x="18781" y="17376"/>
                    <a:pt x="18671" y="17265"/>
                  </a:cubicBezTo>
                  <a:cubicBezTo>
                    <a:pt x="18606" y="17179"/>
                    <a:pt x="18515" y="17143"/>
                    <a:pt x="18429" y="17143"/>
                  </a:cubicBezTo>
                  <a:cubicBezTo>
                    <a:pt x="18368" y="17143"/>
                    <a:pt x="18310" y="17161"/>
                    <a:pt x="18264" y="17191"/>
                  </a:cubicBezTo>
                  <a:cubicBezTo>
                    <a:pt x="18264" y="17191"/>
                    <a:pt x="18227" y="17228"/>
                    <a:pt x="18116" y="17302"/>
                  </a:cubicBezTo>
                  <a:cubicBezTo>
                    <a:pt x="17857" y="17487"/>
                    <a:pt x="17081" y="18005"/>
                    <a:pt x="16267" y="18448"/>
                  </a:cubicBezTo>
                  <a:cubicBezTo>
                    <a:pt x="15861" y="18670"/>
                    <a:pt x="15417" y="18855"/>
                    <a:pt x="15010" y="19003"/>
                  </a:cubicBezTo>
                  <a:cubicBezTo>
                    <a:pt x="14604" y="19151"/>
                    <a:pt x="14197" y="19262"/>
                    <a:pt x="13938" y="19262"/>
                  </a:cubicBezTo>
                  <a:lnTo>
                    <a:pt x="12386" y="19262"/>
                  </a:lnTo>
                  <a:cubicBezTo>
                    <a:pt x="12312" y="19262"/>
                    <a:pt x="12238" y="19262"/>
                    <a:pt x="12201" y="19336"/>
                  </a:cubicBezTo>
                  <a:lnTo>
                    <a:pt x="703" y="29096"/>
                  </a:lnTo>
                  <a:lnTo>
                    <a:pt x="1463" y="20733"/>
                  </a:lnTo>
                  <a:lnTo>
                    <a:pt x="1463" y="20733"/>
                  </a:lnTo>
                  <a:cubicBezTo>
                    <a:pt x="2668" y="20238"/>
                    <a:pt x="8882" y="17544"/>
                    <a:pt x="12718" y="14308"/>
                  </a:cubicBezTo>
                  <a:cubicBezTo>
                    <a:pt x="14863" y="12533"/>
                    <a:pt x="17746" y="9095"/>
                    <a:pt x="20297" y="6100"/>
                  </a:cubicBezTo>
                  <a:cubicBezTo>
                    <a:pt x="21554" y="4584"/>
                    <a:pt x="22737" y="3216"/>
                    <a:pt x="23662" y="2181"/>
                  </a:cubicBezTo>
                  <a:cubicBezTo>
                    <a:pt x="24142" y="1701"/>
                    <a:pt x="24549" y="1294"/>
                    <a:pt x="24845" y="998"/>
                  </a:cubicBezTo>
                  <a:cubicBezTo>
                    <a:pt x="25029" y="850"/>
                    <a:pt x="25177" y="776"/>
                    <a:pt x="25251" y="702"/>
                  </a:cubicBezTo>
                  <a:lnTo>
                    <a:pt x="25399" y="629"/>
                  </a:lnTo>
                  <a:close/>
                  <a:moveTo>
                    <a:pt x="25436" y="0"/>
                  </a:moveTo>
                  <a:cubicBezTo>
                    <a:pt x="25251" y="0"/>
                    <a:pt x="25103" y="74"/>
                    <a:pt x="24956" y="185"/>
                  </a:cubicBezTo>
                  <a:cubicBezTo>
                    <a:pt x="24660" y="333"/>
                    <a:pt x="24364" y="629"/>
                    <a:pt x="23957" y="998"/>
                  </a:cubicBezTo>
                  <a:cubicBezTo>
                    <a:pt x="22626" y="2292"/>
                    <a:pt x="20556" y="4806"/>
                    <a:pt x="18412" y="7357"/>
                  </a:cubicBezTo>
                  <a:cubicBezTo>
                    <a:pt x="16267" y="9871"/>
                    <a:pt x="14012" y="12459"/>
                    <a:pt x="12349" y="13864"/>
                  </a:cubicBezTo>
                  <a:cubicBezTo>
                    <a:pt x="10278" y="15565"/>
                    <a:pt x="7431" y="17191"/>
                    <a:pt x="5139" y="18374"/>
                  </a:cubicBezTo>
                  <a:cubicBezTo>
                    <a:pt x="3956" y="18929"/>
                    <a:pt x="2958" y="19410"/>
                    <a:pt x="2219" y="19742"/>
                  </a:cubicBezTo>
                  <a:cubicBezTo>
                    <a:pt x="1849" y="19927"/>
                    <a:pt x="1553" y="20038"/>
                    <a:pt x="1368" y="20112"/>
                  </a:cubicBezTo>
                  <a:cubicBezTo>
                    <a:pt x="1146" y="20223"/>
                    <a:pt x="1036" y="20260"/>
                    <a:pt x="1036" y="20260"/>
                  </a:cubicBezTo>
                  <a:cubicBezTo>
                    <a:pt x="925" y="20297"/>
                    <a:pt x="851" y="20408"/>
                    <a:pt x="851" y="20519"/>
                  </a:cubicBezTo>
                  <a:lnTo>
                    <a:pt x="0" y="29798"/>
                  </a:lnTo>
                  <a:cubicBezTo>
                    <a:pt x="0" y="29909"/>
                    <a:pt x="74" y="30020"/>
                    <a:pt x="185" y="30094"/>
                  </a:cubicBezTo>
                  <a:cubicBezTo>
                    <a:pt x="231" y="30109"/>
                    <a:pt x="277" y="30118"/>
                    <a:pt x="323" y="30118"/>
                  </a:cubicBezTo>
                  <a:cubicBezTo>
                    <a:pt x="388" y="30118"/>
                    <a:pt x="453" y="30101"/>
                    <a:pt x="518" y="30057"/>
                  </a:cubicBezTo>
                  <a:lnTo>
                    <a:pt x="12520" y="19853"/>
                  </a:lnTo>
                  <a:lnTo>
                    <a:pt x="13938" y="19853"/>
                  </a:lnTo>
                  <a:cubicBezTo>
                    <a:pt x="14382" y="19853"/>
                    <a:pt x="14900" y="19705"/>
                    <a:pt x="15417" y="19521"/>
                  </a:cubicBezTo>
                  <a:cubicBezTo>
                    <a:pt x="15848" y="19342"/>
                    <a:pt x="16291" y="19118"/>
                    <a:pt x="16704" y="18890"/>
                  </a:cubicBezTo>
                  <a:lnTo>
                    <a:pt x="16704" y="18890"/>
                  </a:lnTo>
                  <a:cubicBezTo>
                    <a:pt x="16681" y="18950"/>
                    <a:pt x="16659" y="19012"/>
                    <a:pt x="16637" y="19077"/>
                  </a:cubicBezTo>
                  <a:cubicBezTo>
                    <a:pt x="16563" y="19299"/>
                    <a:pt x="16526" y="19558"/>
                    <a:pt x="16526" y="19816"/>
                  </a:cubicBezTo>
                  <a:cubicBezTo>
                    <a:pt x="16526" y="20038"/>
                    <a:pt x="16563" y="20297"/>
                    <a:pt x="16637" y="20519"/>
                  </a:cubicBezTo>
                  <a:cubicBezTo>
                    <a:pt x="16748" y="20741"/>
                    <a:pt x="16970" y="20925"/>
                    <a:pt x="17266" y="20999"/>
                  </a:cubicBezTo>
                  <a:lnTo>
                    <a:pt x="17450" y="20999"/>
                  </a:lnTo>
                  <a:cubicBezTo>
                    <a:pt x="17709" y="20999"/>
                    <a:pt x="18005" y="20925"/>
                    <a:pt x="18412" y="20815"/>
                  </a:cubicBezTo>
                  <a:cubicBezTo>
                    <a:pt x="19558" y="20445"/>
                    <a:pt x="21369" y="19631"/>
                    <a:pt x="23735" y="18744"/>
                  </a:cubicBezTo>
                  <a:cubicBezTo>
                    <a:pt x="25473" y="18079"/>
                    <a:pt x="27543" y="16933"/>
                    <a:pt x="29281" y="15823"/>
                  </a:cubicBezTo>
                  <a:cubicBezTo>
                    <a:pt x="30168" y="15269"/>
                    <a:pt x="30945" y="14751"/>
                    <a:pt x="31573" y="14308"/>
                  </a:cubicBezTo>
                  <a:cubicBezTo>
                    <a:pt x="32202" y="13864"/>
                    <a:pt x="32608" y="13531"/>
                    <a:pt x="32830" y="13309"/>
                  </a:cubicBezTo>
                  <a:cubicBezTo>
                    <a:pt x="32978" y="13199"/>
                    <a:pt x="33015" y="13014"/>
                    <a:pt x="33015" y="12866"/>
                  </a:cubicBezTo>
                  <a:cubicBezTo>
                    <a:pt x="33015" y="12644"/>
                    <a:pt x="32941" y="12385"/>
                    <a:pt x="32830" y="12126"/>
                  </a:cubicBezTo>
                  <a:cubicBezTo>
                    <a:pt x="32424" y="11165"/>
                    <a:pt x="31536" y="9834"/>
                    <a:pt x="30723" y="8651"/>
                  </a:cubicBezTo>
                  <a:cubicBezTo>
                    <a:pt x="30464" y="8287"/>
                    <a:pt x="30217" y="7945"/>
                    <a:pt x="30000" y="7648"/>
                  </a:cubicBezTo>
                  <a:lnTo>
                    <a:pt x="30000" y="7648"/>
                  </a:lnTo>
                  <a:cubicBezTo>
                    <a:pt x="30804" y="8046"/>
                    <a:pt x="31950" y="8602"/>
                    <a:pt x="33200" y="9169"/>
                  </a:cubicBezTo>
                  <a:cubicBezTo>
                    <a:pt x="34420" y="9686"/>
                    <a:pt x="35677" y="10241"/>
                    <a:pt x="36860" y="10611"/>
                  </a:cubicBezTo>
                  <a:cubicBezTo>
                    <a:pt x="38043" y="11017"/>
                    <a:pt x="39115" y="11313"/>
                    <a:pt x="39929" y="11313"/>
                  </a:cubicBezTo>
                  <a:cubicBezTo>
                    <a:pt x="41407" y="11313"/>
                    <a:pt x="42590" y="11091"/>
                    <a:pt x="43404" y="10759"/>
                  </a:cubicBezTo>
                  <a:cubicBezTo>
                    <a:pt x="43811" y="10574"/>
                    <a:pt x="44143" y="10389"/>
                    <a:pt x="44402" y="10167"/>
                  </a:cubicBezTo>
                  <a:cubicBezTo>
                    <a:pt x="44661" y="9908"/>
                    <a:pt x="44809" y="9649"/>
                    <a:pt x="44846" y="9354"/>
                  </a:cubicBezTo>
                  <a:lnTo>
                    <a:pt x="44883" y="9243"/>
                  </a:lnTo>
                  <a:cubicBezTo>
                    <a:pt x="44883" y="9058"/>
                    <a:pt x="44772" y="8873"/>
                    <a:pt x="44661" y="8762"/>
                  </a:cubicBezTo>
                  <a:cubicBezTo>
                    <a:pt x="44439" y="8577"/>
                    <a:pt x="44143" y="8466"/>
                    <a:pt x="43737" y="8318"/>
                  </a:cubicBezTo>
                  <a:cubicBezTo>
                    <a:pt x="42590" y="7986"/>
                    <a:pt x="40594" y="7727"/>
                    <a:pt x="38191" y="6914"/>
                  </a:cubicBezTo>
                  <a:cubicBezTo>
                    <a:pt x="36342" y="6285"/>
                    <a:pt x="33496" y="4621"/>
                    <a:pt x="30982" y="3069"/>
                  </a:cubicBezTo>
                  <a:cubicBezTo>
                    <a:pt x="29725" y="2292"/>
                    <a:pt x="28542" y="1553"/>
                    <a:pt x="27580" y="998"/>
                  </a:cubicBezTo>
                  <a:cubicBezTo>
                    <a:pt x="27100" y="739"/>
                    <a:pt x="26693" y="518"/>
                    <a:pt x="26323" y="333"/>
                  </a:cubicBezTo>
                  <a:cubicBezTo>
                    <a:pt x="25991" y="148"/>
                    <a:pt x="25732" y="37"/>
                    <a:pt x="254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928;p37">
              <a:extLst>
                <a:ext uri="{FF2B5EF4-FFF2-40B4-BE49-F238E27FC236}">
                  <a16:creationId xmlns:a16="http://schemas.microsoft.com/office/drawing/2014/main" id="{54C5EB43-D1E4-506A-F077-D3DB3FC9A20A}"/>
                </a:ext>
              </a:extLst>
            </p:cNvPr>
            <p:cNvSpPr/>
            <p:nvPr/>
          </p:nvSpPr>
          <p:spPr>
            <a:xfrm>
              <a:off x="3709700" y="2698525"/>
              <a:ext cx="1055525" cy="2070975"/>
            </a:xfrm>
            <a:custGeom>
              <a:avLst/>
              <a:gdLst/>
              <a:ahLst/>
              <a:cxnLst/>
              <a:rect l="l" t="t" r="r" b="b"/>
              <a:pathLst>
                <a:path w="42221" h="82839" extrusionOk="0">
                  <a:moveTo>
                    <a:pt x="21776" y="0"/>
                  </a:moveTo>
                  <a:cubicBezTo>
                    <a:pt x="20667" y="0"/>
                    <a:pt x="18966" y="850"/>
                    <a:pt x="18707" y="4658"/>
                  </a:cubicBezTo>
                  <a:cubicBezTo>
                    <a:pt x="18412" y="8429"/>
                    <a:pt x="0" y="79376"/>
                    <a:pt x="0" y="81188"/>
                  </a:cubicBezTo>
                  <a:cubicBezTo>
                    <a:pt x="0" y="82197"/>
                    <a:pt x="872" y="82839"/>
                    <a:pt x="3134" y="82839"/>
                  </a:cubicBezTo>
                  <a:cubicBezTo>
                    <a:pt x="4932" y="82839"/>
                    <a:pt x="7609" y="82433"/>
                    <a:pt x="11424" y="81483"/>
                  </a:cubicBezTo>
                  <a:cubicBezTo>
                    <a:pt x="18707" y="79672"/>
                    <a:pt x="40335" y="72352"/>
                    <a:pt x="40335" y="72352"/>
                  </a:cubicBezTo>
                  <a:lnTo>
                    <a:pt x="42221" y="57009"/>
                  </a:lnTo>
                  <a:lnTo>
                    <a:pt x="19669" y="61519"/>
                  </a:lnTo>
                  <a:lnTo>
                    <a:pt x="30649" y="29355"/>
                  </a:lnTo>
                  <a:lnTo>
                    <a:pt x="27543" y="444"/>
                  </a:lnTo>
                  <a:cubicBezTo>
                    <a:pt x="27543" y="444"/>
                    <a:pt x="22922" y="0"/>
                    <a:pt x="21776" y="0"/>
                  </a:cubicBezTo>
                  <a:close/>
                </a:path>
              </a:pathLst>
            </a:custGeom>
            <a:solidFill>
              <a:schemeClr val="tx2">
                <a:lumMod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929;p37">
              <a:extLst>
                <a:ext uri="{FF2B5EF4-FFF2-40B4-BE49-F238E27FC236}">
                  <a16:creationId xmlns:a16="http://schemas.microsoft.com/office/drawing/2014/main" id="{BCF29CCA-3EBB-E111-AAFB-6F4946EE3016}"/>
                </a:ext>
              </a:extLst>
            </p:cNvPr>
            <p:cNvSpPr/>
            <p:nvPr/>
          </p:nvSpPr>
          <p:spPr>
            <a:xfrm>
              <a:off x="3709700" y="3396325"/>
              <a:ext cx="1024100" cy="1373175"/>
            </a:xfrm>
            <a:custGeom>
              <a:avLst/>
              <a:gdLst/>
              <a:ahLst/>
              <a:cxnLst/>
              <a:rect l="l" t="t" r="r" b="b"/>
              <a:pathLst>
                <a:path w="40964" h="54927" extrusionOk="0">
                  <a:moveTo>
                    <a:pt x="13199" y="1"/>
                  </a:moveTo>
                  <a:cubicBezTo>
                    <a:pt x="7690" y="22109"/>
                    <a:pt x="0" y="52093"/>
                    <a:pt x="0" y="53276"/>
                  </a:cubicBezTo>
                  <a:cubicBezTo>
                    <a:pt x="0" y="54285"/>
                    <a:pt x="872" y="54927"/>
                    <a:pt x="3134" y="54927"/>
                  </a:cubicBezTo>
                  <a:cubicBezTo>
                    <a:pt x="4932" y="54927"/>
                    <a:pt x="7609" y="54521"/>
                    <a:pt x="11424" y="53571"/>
                  </a:cubicBezTo>
                  <a:cubicBezTo>
                    <a:pt x="18707" y="51760"/>
                    <a:pt x="40335" y="44440"/>
                    <a:pt x="40335" y="44440"/>
                  </a:cubicBezTo>
                  <a:lnTo>
                    <a:pt x="40964" y="39301"/>
                  </a:lnTo>
                  <a:lnTo>
                    <a:pt x="40964" y="39301"/>
                  </a:lnTo>
                  <a:cubicBezTo>
                    <a:pt x="39374" y="39744"/>
                    <a:pt x="14197" y="46510"/>
                    <a:pt x="9391" y="48100"/>
                  </a:cubicBezTo>
                  <a:cubicBezTo>
                    <a:pt x="8943" y="48249"/>
                    <a:pt x="8622" y="48317"/>
                    <a:pt x="8405" y="48317"/>
                  </a:cubicBezTo>
                  <a:cubicBezTo>
                    <a:pt x="7334" y="48317"/>
                    <a:pt x="8820" y="46661"/>
                    <a:pt x="10204" y="45031"/>
                  </a:cubicBezTo>
                  <a:cubicBezTo>
                    <a:pt x="11587" y="43400"/>
                    <a:pt x="12868" y="41769"/>
                    <a:pt x="11502" y="41769"/>
                  </a:cubicBezTo>
                  <a:cubicBezTo>
                    <a:pt x="11444" y="41769"/>
                    <a:pt x="11381" y="41772"/>
                    <a:pt x="11313" y="41778"/>
                  </a:cubicBezTo>
                  <a:cubicBezTo>
                    <a:pt x="7764" y="42037"/>
                    <a:pt x="3623" y="46991"/>
                    <a:pt x="3623" y="46991"/>
                  </a:cubicBezTo>
                  <a:lnTo>
                    <a:pt x="13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930;p37">
              <a:extLst>
                <a:ext uri="{FF2B5EF4-FFF2-40B4-BE49-F238E27FC236}">
                  <a16:creationId xmlns:a16="http://schemas.microsoft.com/office/drawing/2014/main" id="{FE74599A-5A05-94E3-09E8-7E0594368B80}"/>
                </a:ext>
              </a:extLst>
            </p:cNvPr>
            <p:cNvSpPr/>
            <p:nvPr/>
          </p:nvSpPr>
          <p:spPr>
            <a:xfrm>
              <a:off x="3718000" y="3645900"/>
              <a:ext cx="1007475" cy="1115600"/>
            </a:xfrm>
            <a:custGeom>
              <a:avLst/>
              <a:gdLst/>
              <a:ahLst/>
              <a:cxnLst/>
              <a:rect l="l" t="t" r="r" b="b"/>
              <a:pathLst>
                <a:path w="40299" h="44624" extrusionOk="0">
                  <a:moveTo>
                    <a:pt x="10685" y="0"/>
                  </a:moveTo>
                  <a:cubicBezTo>
                    <a:pt x="8134" y="10241"/>
                    <a:pt x="5399" y="20925"/>
                    <a:pt x="3365" y="29170"/>
                  </a:cubicBezTo>
                  <a:cubicBezTo>
                    <a:pt x="1591" y="36268"/>
                    <a:pt x="297" y="41555"/>
                    <a:pt x="38" y="42997"/>
                  </a:cubicBezTo>
                  <a:cubicBezTo>
                    <a:pt x="1" y="43145"/>
                    <a:pt x="1" y="43293"/>
                    <a:pt x="1" y="43293"/>
                  </a:cubicBezTo>
                  <a:cubicBezTo>
                    <a:pt x="1" y="43515"/>
                    <a:pt x="38" y="43662"/>
                    <a:pt x="112" y="43847"/>
                  </a:cubicBezTo>
                  <a:cubicBezTo>
                    <a:pt x="223" y="43995"/>
                    <a:pt x="334" y="44106"/>
                    <a:pt x="555" y="44217"/>
                  </a:cubicBezTo>
                  <a:cubicBezTo>
                    <a:pt x="962" y="44476"/>
                    <a:pt x="1702" y="44624"/>
                    <a:pt x="2774" y="44624"/>
                  </a:cubicBezTo>
                  <a:cubicBezTo>
                    <a:pt x="4548" y="44624"/>
                    <a:pt x="7210" y="44217"/>
                    <a:pt x="11018" y="43293"/>
                  </a:cubicBezTo>
                  <a:cubicBezTo>
                    <a:pt x="17377" y="41703"/>
                    <a:pt x="34716" y="35899"/>
                    <a:pt x="38968" y="34457"/>
                  </a:cubicBezTo>
                  <a:cubicBezTo>
                    <a:pt x="39301" y="34346"/>
                    <a:pt x="39559" y="34272"/>
                    <a:pt x="39707" y="34235"/>
                  </a:cubicBezTo>
                  <a:lnTo>
                    <a:pt x="40299" y="29429"/>
                  </a:lnTo>
                  <a:lnTo>
                    <a:pt x="40299" y="29429"/>
                  </a:lnTo>
                  <a:cubicBezTo>
                    <a:pt x="36972" y="30316"/>
                    <a:pt x="13680" y="36564"/>
                    <a:pt x="9059" y="38117"/>
                  </a:cubicBezTo>
                  <a:cubicBezTo>
                    <a:pt x="8615" y="38265"/>
                    <a:pt x="8282" y="38339"/>
                    <a:pt x="8061" y="38339"/>
                  </a:cubicBezTo>
                  <a:cubicBezTo>
                    <a:pt x="7839" y="38339"/>
                    <a:pt x="7728" y="38228"/>
                    <a:pt x="7728" y="38080"/>
                  </a:cubicBezTo>
                  <a:cubicBezTo>
                    <a:pt x="7728" y="37525"/>
                    <a:pt x="8800" y="36305"/>
                    <a:pt x="9872" y="35048"/>
                  </a:cubicBezTo>
                  <a:cubicBezTo>
                    <a:pt x="10833" y="33902"/>
                    <a:pt x="11758" y="32756"/>
                    <a:pt x="11758" y="32165"/>
                  </a:cubicBezTo>
                  <a:cubicBezTo>
                    <a:pt x="11758" y="31943"/>
                    <a:pt x="11573" y="31795"/>
                    <a:pt x="11166" y="31795"/>
                  </a:cubicBezTo>
                  <a:lnTo>
                    <a:pt x="10981" y="31795"/>
                  </a:lnTo>
                  <a:cubicBezTo>
                    <a:pt x="7432" y="32054"/>
                    <a:pt x="3291" y="37008"/>
                    <a:pt x="3291" y="37008"/>
                  </a:cubicBezTo>
                  <a:lnTo>
                    <a:pt x="10833" y="0"/>
                  </a:lnTo>
                  <a:close/>
                </a:path>
              </a:pathLst>
            </a:custGeom>
            <a:solidFill>
              <a:schemeClr val="tx2">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931;p37">
              <a:extLst>
                <a:ext uri="{FF2B5EF4-FFF2-40B4-BE49-F238E27FC236}">
                  <a16:creationId xmlns:a16="http://schemas.microsoft.com/office/drawing/2014/main" id="{A5A75C8D-1A21-3281-50B4-6DB29E22FBD9}"/>
                </a:ext>
              </a:extLst>
            </p:cNvPr>
            <p:cNvSpPr/>
            <p:nvPr/>
          </p:nvSpPr>
          <p:spPr>
            <a:xfrm>
              <a:off x="3702300" y="2691125"/>
              <a:ext cx="1071250" cy="2086100"/>
            </a:xfrm>
            <a:custGeom>
              <a:avLst/>
              <a:gdLst/>
              <a:ahLst/>
              <a:cxnLst/>
              <a:rect l="l" t="t" r="r" b="b"/>
              <a:pathLst>
                <a:path w="42850" h="83444" extrusionOk="0">
                  <a:moveTo>
                    <a:pt x="22072" y="0"/>
                  </a:moveTo>
                  <a:cubicBezTo>
                    <a:pt x="21443" y="0"/>
                    <a:pt x="20630" y="259"/>
                    <a:pt x="20002" y="998"/>
                  </a:cubicBezTo>
                  <a:cubicBezTo>
                    <a:pt x="19336" y="1775"/>
                    <a:pt x="18818" y="2995"/>
                    <a:pt x="18671" y="4917"/>
                  </a:cubicBezTo>
                  <a:cubicBezTo>
                    <a:pt x="18671" y="5139"/>
                    <a:pt x="18597" y="5620"/>
                    <a:pt x="18449" y="6359"/>
                  </a:cubicBezTo>
                  <a:cubicBezTo>
                    <a:pt x="17303" y="11794"/>
                    <a:pt x="12718" y="30131"/>
                    <a:pt x="8393" y="47323"/>
                  </a:cubicBezTo>
                  <a:cubicBezTo>
                    <a:pt x="6211" y="55937"/>
                    <a:pt x="4141" y="64218"/>
                    <a:pt x="2588" y="70503"/>
                  </a:cubicBezTo>
                  <a:cubicBezTo>
                    <a:pt x="1812" y="73646"/>
                    <a:pt x="1147" y="76271"/>
                    <a:pt x="703" y="78156"/>
                  </a:cubicBezTo>
                  <a:cubicBezTo>
                    <a:pt x="481" y="79081"/>
                    <a:pt x="296" y="79857"/>
                    <a:pt x="185" y="80412"/>
                  </a:cubicBezTo>
                  <a:cubicBezTo>
                    <a:pt x="148" y="80707"/>
                    <a:pt x="74" y="80929"/>
                    <a:pt x="74" y="81114"/>
                  </a:cubicBezTo>
                  <a:cubicBezTo>
                    <a:pt x="37" y="81262"/>
                    <a:pt x="0" y="81373"/>
                    <a:pt x="0" y="81484"/>
                  </a:cubicBezTo>
                  <a:cubicBezTo>
                    <a:pt x="0" y="81779"/>
                    <a:pt x="74" y="82075"/>
                    <a:pt x="222" y="82334"/>
                  </a:cubicBezTo>
                  <a:cubicBezTo>
                    <a:pt x="444" y="82704"/>
                    <a:pt x="814" y="83000"/>
                    <a:pt x="1331" y="83184"/>
                  </a:cubicBezTo>
                  <a:cubicBezTo>
                    <a:pt x="1886" y="83369"/>
                    <a:pt x="2551" y="83443"/>
                    <a:pt x="3402" y="83443"/>
                  </a:cubicBezTo>
                  <a:cubicBezTo>
                    <a:pt x="5250" y="83443"/>
                    <a:pt x="7949" y="83037"/>
                    <a:pt x="11794" y="82075"/>
                  </a:cubicBezTo>
                  <a:cubicBezTo>
                    <a:pt x="19114" y="80227"/>
                    <a:pt x="40705" y="72943"/>
                    <a:pt x="40705" y="72943"/>
                  </a:cubicBezTo>
                  <a:cubicBezTo>
                    <a:pt x="40816" y="72907"/>
                    <a:pt x="40927" y="72796"/>
                    <a:pt x="40927" y="72685"/>
                  </a:cubicBezTo>
                  <a:lnTo>
                    <a:pt x="42849" y="57342"/>
                  </a:lnTo>
                  <a:cubicBezTo>
                    <a:pt x="42849" y="57231"/>
                    <a:pt x="42812" y="57157"/>
                    <a:pt x="42738" y="57083"/>
                  </a:cubicBezTo>
                  <a:cubicBezTo>
                    <a:pt x="42684" y="57029"/>
                    <a:pt x="42610" y="56995"/>
                    <a:pt x="42546" y="56995"/>
                  </a:cubicBezTo>
                  <a:cubicBezTo>
                    <a:pt x="42522" y="56995"/>
                    <a:pt x="42499" y="56999"/>
                    <a:pt x="42480" y="57009"/>
                  </a:cubicBezTo>
                  <a:lnTo>
                    <a:pt x="20445" y="61409"/>
                  </a:lnTo>
                  <a:lnTo>
                    <a:pt x="31204" y="29762"/>
                  </a:lnTo>
                  <a:cubicBezTo>
                    <a:pt x="31278" y="29614"/>
                    <a:pt x="31204" y="29429"/>
                    <a:pt x="31019" y="29355"/>
                  </a:cubicBezTo>
                  <a:cubicBezTo>
                    <a:pt x="30994" y="29349"/>
                    <a:pt x="30968" y="29346"/>
                    <a:pt x="30943" y="29346"/>
                  </a:cubicBezTo>
                  <a:cubicBezTo>
                    <a:pt x="30813" y="29346"/>
                    <a:pt x="30680" y="29423"/>
                    <a:pt x="30649" y="29577"/>
                  </a:cubicBezTo>
                  <a:lnTo>
                    <a:pt x="19669" y="61741"/>
                  </a:lnTo>
                  <a:cubicBezTo>
                    <a:pt x="19632" y="61815"/>
                    <a:pt x="19669" y="61963"/>
                    <a:pt x="19743" y="62037"/>
                  </a:cubicBezTo>
                  <a:cubicBezTo>
                    <a:pt x="19797" y="62091"/>
                    <a:pt x="19871" y="62126"/>
                    <a:pt x="19950" y="62126"/>
                  </a:cubicBezTo>
                  <a:cubicBezTo>
                    <a:pt x="19979" y="62126"/>
                    <a:pt x="20009" y="62121"/>
                    <a:pt x="20038" y="62111"/>
                  </a:cubicBezTo>
                  <a:lnTo>
                    <a:pt x="42184" y="57675"/>
                  </a:lnTo>
                  <a:lnTo>
                    <a:pt x="40323" y="72417"/>
                  </a:lnTo>
                  <a:lnTo>
                    <a:pt x="40323" y="72417"/>
                  </a:lnTo>
                  <a:cubicBezTo>
                    <a:pt x="40166" y="72467"/>
                    <a:pt x="39920" y="72546"/>
                    <a:pt x="39596" y="72648"/>
                  </a:cubicBezTo>
                  <a:cubicBezTo>
                    <a:pt x="35344" y="74090"/>
                    <a:pt x="18005" y="79894"/>
                    <a:pt x="11646" y="81484"/>
                  </a:cubicBezTo>
                  <a:cubicBezTo>
                    <a:pt x="7838" y="82408"/>
                    <a:pt x="5176" y="82815"/>
                    <a:pt x="3402" y="82815"/>
                  </a:cubicBezTo>
                  <a:cubicBezTo>
                    <a:pt x="2330" y="82815"/>
                    <a:pt x="1590" y="82667"/>
                    <a:pt x="1183" y="82408"/>
                  </a:cubicBezTo>
                  <a:cubicBezTo>
                    <a:pt x="962" y="82297"/>
                    <a:pt x="851" y="82186"/>
                    <a:pt x="740" y="82038"/>
                  </a:cubicBezTo>
                  <a:cubicBezTo>
                    <a:pt x="666" y="81853"/>
                    <a:pt x="629" y="81706"/>
                    <a:pt x="629" y="81484"/>
                  </a:cubicBezTo>
                  <a:cubicBezTo>
                    <a:pt x="629" y="81484"/>
                    <a:pt x="629" y="81336"/>
                    <a:pt x="666" y="81188"/>
                  </a:cubicBezTo>
                  <a:cubicBezTo>
                    <a:pt x="925" y="79746"/>
                    <a:pt x="2219" y="74459"/>
                    <a:pt x="3993" y="67361"/>
                  </a:cubicBezTo>
                  <a:cubicBezTo>
                    <a:pt x="6655" y="56676"/>
                    <a:pt x="10426" y="41777"/>
                    <a:pt x="13569" y="29207"/>
                  </a:cubicBezTo>
                  <a:cubicBezTo>
                    <a:pt x="15121" y="22922"/>
                    <a:pt x="16526" y="17229"/>
                    <a:pt x="17561" y="12903"/>
                  </a:cubicBezTo>
                  <a:cubicBezTo>
                    <a:pt x="18079" y="10759"/>
                    <a:pt x="18486" y="8947"/>
                    <a:pt x="18781" y="7616"/>
                  </a:cubicBezTo>
                  <a:cubicBezTo>
                    <a:pt x="19077" y="6248"/>
                    <a:pt x="19262" y="5361"/>
                    <a:pt x="19299" y="4954"/>
                  </a:cubicBezTo>
                  <a:cubicBezTo>
                    <a:pt x="19447" y="3106"/>
                    <a:pt x="19928" y="2034"/>
                    <a:pt x="20445" y="1405"/>
                  </a:cubicBezTo>
                  <a:cubicBezTo>
                    <a:pt x="21000" y="777"/>
                    <a:pt x="21591" y="629"/>
                    <a:pt x="22072" y="629"/>
                  </a:cubicBezTo>
                  <a:cubicBezTo>
                    <a:pt x="22626" y="629"/>
                    <a:pt x="24068" y="740"/>
                    <a:pt x="25362" y="814"/>
                  </a:cubicBezTo>
                  <a:cubicBezTo>
                    <a:pt x="26656" y="925"/>
                    <a:pt x="27802" y="1035"/>
                    <a:pt x="27802" y="1035"/>
                  </a:cubicBezTo>
                  <a:cubicBezTo>
                    <a:pt x="27822" y="1039"/>
                    <a:pt x="27841" y="1041"/>
                    <a:pt x="27859" y="1041"/>
                  </a:cubicBezTo>
                  <a:cubicBezTo>
                    <a:pt x="28017" y="1041"/>
                    <a:pt x="28135" y="909"/>
                    <a:pt x="28135" y="777"/>
                  </a:cubicBezTo>
                  <a:cubicBezTo>
                    <a:pt x="28172" y="592"/>
                    <a:pt x="28024" y="444"/>
                    <a:pt x="27876" y="444"/>
                  </a:cubicBezTo>
                  <a:cubicBezTo>
                    <a:pt x="27876" y="444"/>
                    <a:pt x="26693" y="333"/>
                    <a:pt x="25399" y="222"/>
                  </a:cubicBezTo>
                  <a:cubicBezTo>
                    <a:pt x="24105" y="111"/>
                    <a:pt x="22663" y="0"/>
                    <a:pt x="22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932;p37">
              <a:extLst>
                <a:ext uri="{FF2B5EF4-FFF2-40B4-BE49-F238E27FC236}">
                  <a16:creationId xmlns:a16="http://schemas.microsoft.com/office/drawing/2014/main" id="{8FB3960F-B098-8E72-268D-AA7C559E45FD}"/>
                </a:ext>
              </a:extLst>
            </p:cNvPr>
            <p:cNvSpPr/>
            <p:nvPr/>
          </p:nvSpPr>
          <p:spPr>
            <a:xfrm>
              <a:off x="4389950" y="3681000"/>
              <a:ext cx="277300" cy="403025"/>
            </a:xfrm>
            <a:custGeom>
              <a:avLst/>
              <a:gdLst/>
              <a:ahLst/>
              <a:cxnLst/>
              <a:rect l="l" t="t" r="r" b="b"/>
              <a:pathLst>
                <a:path w="11092" h="16121" extrusionOk="0">
                  <a:moveTo>
                    <a:pt x="1258" y="1"/>
                  </a:moveTo>
                  <a:lnTo>
                    <a:pt x="1" y="15713"/>
                  </a:lnTo>
                  <a:lnTo>
                    <a:pt x="10130" y="16120"/>
                  </a:lnTo>
                  <a:lnTo>
                    <a:pt x="11092" y="851"/>
                  </a:lnTo>
                  <a:lnTo>
                    <a:pt x="12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933;p37">
              <a:extLst>
                <a:ext uri="{FF2B5EF4-FFF2-40B4-BE49-F238E27FC236}">
                  <a16:creationId xmlns:a16="http://schemas.microsoft.com/office/drawing/2014/main" id="{ACC5E462-1F87-EB63-5604-06FACE1747D4}"/>
                </a:ext>
              </a:extLst>
            </p:cNvPr>
            <p:cNvSpPr/>
            <p:nvPr/>
          </p:nvSpPr>
          <p:spPr>
            <a:xfrm>
              <a:off x="4381625" y="3673250"/>
              <a:ext cx="293950" cy="419075"/>
            </a:xfrm>
            <a:custGeom>
              <a:avLst/>
              <a:gdLst/>
              <a:ahLst/>
              <a:cxnLst/>
              <a:rect l="l" t="t" r="r" b="b"/>
              <a:pathLst>
                <a:path w="11758" h="16763" extrusionOk="0">
                  <a:moveTo>
                    <a:pt x="1864" y="633"/>
                  </a:moveTo>
                  <a:lnTo>
                    <a:pt x="11092" y="1420"/>
                  </a:lnTo>
                  <a:lnTo>
                    <a:pt x="10205" y="16134"/>
                  </a:lnTo>
                  <a:lnTo>
                    <a:pt x="666" y="15728"/>
                  </a:lnTo>
                  <a:lnTo>
                    <a:pt x="1864" y="633"/>
                  </a:lnTo>
                  <a:close/>
                  <a:moveTo>
                    <a:pt x="1562" y="1"/>
                  </a:moveTo>
                  <a:cubicBezTo>
                    <a:pt x="1499" y="1"/>
                    <a:pt x="1433" y="35"/>
                    <a:pt x="1406" y="89"/>
                  </a:cubicBezTo>
                  <a:cubicBezTo>
                    <a:pt x="1332" y="126"/>
                    <a:pt x="1295" y="200"/>
                    <a:pt x="1295" y="274"/>
                  </a:cubicBezTo>
                  <a:lnTo>
                    <a:pt x="38" y="16023"/>
                  </a:lnTo>
                  <a:cubicBezTo>
                    <a:pt x="1" y="16097"/>
                    <a:pt x="38" y="16171"/>
                    <a:pt x="112" y="16245"/>
                  </a:cubicBezTo>
                  <a:cubicBezTo>
                    <a:pt x="149" y="16319"/>
                    <a:pt x="223" y="16356"/>
                    <a:pt x="334" y="16356"/>
                  </a:cubicBezTo>
                  <a:lnTo>
                    <a:pt x="10463" y="16763"/>
                  </a:lnTo>
                  <a:cubicBezTo>
                    <a:pt x="10648" y="16763"/>
                    <a:pt x="10759" y="16615"/>
                    <a:pt x="10796" y="16467"/>
                  </a:cubicBezTo>
                  <a:lnTo>
                    <a:pt x="11720" y="1161"/>
                  </a:lnTo>
                  <a:cubicBezTo>
                    <a:pt x="11757" y="1013"/>
                    <a:pt x="11610" y="865"/>
                    <a:pt x="11462" y="829"/>
                  </a:cubicBezTo>
                  <a:lnTo>
                    <a:pt x="1628" y="15"/>
                  </a:lnTo>
                  <a:cubicBezTo>
                    <a:pt x="1608" y="5"/>
                    <a:pt x="1585" y="1"/>
                    <a:pt x="15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934;p37">
              <a:extLst>
                <a:ext uri="{FF2B5EF4-FFF2-40B4-BE49-F238E27FC236}">
                  <a16:creationId xmlns:a16="http://schemas.microsoft.com/office/drawing/2014/main" id="{CA57504E-E76B-5486-03E1-FB3A27D1D402}"/>
                </a:ext>
              </a:extLst>
            </p:cNvPr>
            <p:cNvSpPr/>
            <p:nvPr/>
          </p:nvSpPr>
          <p:spPr>
            <a:xfrm>
              <a:off x="4512875" y="3582125"/>
              <a:ext cx="70275" cy="158075"/>
            </a:xfrm>
            <a:custGeom>
              <a:avLst/>
              <a:gdLst/>
              <a:ahLst/>
              <a:cxnLst/>
              <a:rect l="l" t="t" r="r" b="b"/>
              <a:pathLst>
                <a:path w="2811" h="6323" extrusionOk="0">
                  <a:moveTo>
                    <a:pt x="149" y="0"/>
                  </a:moveTo>
                  <a:lnTo>
                    <a:pt x="1" y="6174"/>
                  </a:lnTo>
                  <a:lnTo>
                    <a:pt x="2663" y="6322"/>
                  </a:lnTo>
                  <a:lnTo>
                    <a:pt x="28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935;p37">
              <a:extLst>
                <a:ext uri="{FF2B5EF4-FFF2-40B4-BE49-F238E27FC236}">
                  <a16:creationId xmlns:a16="http://schemas.microsoft.com/office/drawing/2014/main" id="{CC911ECE-CD9A-7A0B-0DC8-3C00E37DBC9B}"/>
                </a:ext>
              </a:extLst>
            </p:cNvPr>
            <p:cNvSpPr/>
            <p:nvPr/>
          </p:nvSpPr>
          <p:spPr>
            <a:xfrm>
              <a:off x="4505475" y="3574725"/>
              <a:ext cx="85075" cy="172850"/>
            </a:xfrm>
            <a:custGeom>
              <a:avLst/>
              <a:gdLst/>
              <a:ahLst/>
              <a:cxnLst/>
              <a:rect l="l" t="t" r="r" b="b"/>
              <a:pathLst>
                <a:path w="3403" h="6914" extrusionOk="0">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936;p37">
              <a:extLst>
                <a:ext uri="{FF2B5EF4-FFF2-40B4-BE49-F238E27FC236}">
                  <a16:creationId xmlns:a16="http://schemas.microsoft.com/office/drawing/2014/main" id="{F2CA140B-95E3-E566-D61F-C385480AC819}"/>
                </a:ext>
              </a:extLst>
            </p:cNvPr>
            <p:cNvSpPr/>
            <p:nvPr/>
          </p:nvSpPr>
          <p:spPr>
            <a:xfrm>
              <a:off x="5426975" y="3461900"/>
              <a:ext cx="1298625" cy="1073150"/>
            </a:xfrm>
            <a:custGeom>
              <a:avLst/>
              <a:gdLst/>
              <a:ahLst/>
              <a:cxnLst/>
              <a:rect l="l" t="t" r="r" b="b"/>
              <a:pathLst>
                <a:path w="51945" h="42926" extrusionOk="0">
                  <a:moveTo>
                    <a:pt x="19915" y="0"/>
                  </a:moveTo>
                  <a:cubicBezTo>
                    <a:pt x="19319" y="0"/>
                    <a:pt x="18770" y="363"/>
                    <a:pt x="18523" y="927"/>
                  </a:cubicBezTo>
                  <a:lnTo>
                    <a:pt x="481" y="40412"/>
                  </a:lnTo>
                  <a:cubicBezTo>
                    <a:pt x="1" y="41447"/>
                    <a:pt x="740" y="42667"/>
                    <a:pt x="1886" y="42667"/>
                  </a:cubicBezTo>
                  <a:lnTo>
                    <a:pt x="31167" y="42926"/>
                  </a:lnTo>
                  <a:cubicBezTo>
                    <a:pt x="31758" y="42926"/>
                    <a:pt x="32350" y="42593"/>
                    <a:pt x="32609" y="42039"/>
                  </a:cubicBezTo>
                  <a:lnTo>
                    <a:pt x="51464" y="3145"/>
                  </a:lnTo>
                  <a:cubicBezTo>
                    <a:pt x="51944" y="2110"/>
                    <a:pt x="51205" y="890"/>
                    <a:pt x="50059" y="853"/>
                  </a:cubicBezTo>
                  <a:lnTo>
                    <a:pt x="20002" y="3"/>
                  </a:lnTo>
                  <a:cubicBezTo>
                    <a:pt x="19973" y="1"/>
                    <a:pt x="19944" y="0"/>
                    <a:pt x="19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937;p37">
              <a:extLst>
                <a:ext uri="{FF2B5EF4-FFF2-40B4-BE49-F238E27FC236}">
                  <a16:creationId xmlns:a16="http://schemas.microsoft.com/office/drawing/2014/main" id="{20559A4F-530B-5EA8-5980-D50026818C6E}"/>
                </a:ext>
              </a:extLst>
            </p:cNvPr>
            <p:cNvSpPr/>
            <p:nvPr/>
          </p:nvSpPr>
          <p:spPr>
            <a:xfrm>
              <a:off x="5426975" y="3453650"/>
              <a:ext cx="1297700" cy="1088800"/>
            </a:xfrm>
            <a:custGeom>
              <a:avLst/>
              <a:gdLst/>
              <a:ahLst/>
              <a:cxnLst/>
              <a:rect l="l" t="t" r="r" b="b"/>
              <a:pathLst>
                <a:path w="51908" h="43552" extrusionOk="0">
                  <a:moveTo>
                    <a:pt x="20002" y="629"/>
                  </a:moveTo>
                  <a:lnTo>
                    <a:pt x="50059" y="1516"/>
                  </a:lnTo>
                  <a:cubicBezTo>
                    <a:pt x="50798" y="1516"/>
                    <a:pt x="51316" y="2144"/>
                    <a:pt x="51316" y="2810"/>
                  </a:cubicBezTo>
                  <a:cubicBezTo>
                    <a:pt x="51316" y="2995"/>
                    <a:pt x="51279" y="3180"/>
                    <a:pt x="51168" y="3364"/>
                  </a:cubicBezTo>
                  <a:lnTo>
                    <a:pt x="32313" y="42221"/>
                  </a:lnTo>
                  <a:cubicBezTo>
                    <a:pt x="32128" y="42664"/>
                    <a:pt x="31647" y="42960"/>
                    <a:pt x="31167" y="42960"/>
                  </a:cubicBezTo>
                  <a:lnTo>
                    <a:pt x="1886" y="42701"/>
                  </a:lnTo>
                  <a:cubicBezTo>
                    <a:pt x="1147" y="42701"/>
                    <a:pt x="629" y="42073"/>
                    <a:pt x="629" y="41407"/>
                  </a:cubicBezTo>
                  <a:cubicBezTo>
                    <a:pt x="629" y="41222"/>
                    <a:pt x="666" y="41038"/>
                    <a:pt x="740" y="40890"/>
                  </a:cubicBezTo>
                  <a:lnTo>
                    <a:pt x="18819" y="1368"/>
                  </a:lnTo>
                  <a:cubicBezTo>
                    <a:pt x="19003" y="924"/>
                    <a:pt x="19484" y="629"/>
                    <a:pt x="19965" y="629"/>
                  </a:cubicBezTo>
                  <a:close/>
                  <a:moveTo>
                    <a:pt x="19965" y="0"/>
                  </a:moveTo>
                  <a:cubicBezTo>
                    <a:pt x="19225" y="0"/>
                    <a:pt x="18560" y="444"/>
                    <a:pt x="18227" y="1109"/>
                  </a:cubicBezTo>
                  <a:lnTo>
                    <a:pt x="185" y="40631"/>
                  </a:lnTo>
                  <a:cubicBezTo>
                    <a:pt x="74" y="40890"/>
                    <a:pt x="1" y="41149"/>
                    <a:pt x="1" y="41407"/>
                  </a:cubicBezTo>
                  <a:cubicBezTo>
                    <a:pt x="1" y="42406"/>
                    <a:pt x="814" y="43293"/>
                    <a:pt x="1886" y="43293"/>
                  </a:cubicBezTo>
                  <a:lnTo>
                    <a:pt x="31167" y="43552"/>
                  </a:lnTo>
                  <a:cubicBezTo>
                    <a:pt x="31906" y="43552"/>
                    <a:pt x="32572" y="43145"/>
                    <a:pt x="32867" y="42479"/>
                  </a:cubicBezTo>
                  <a:lnTo>
                    <a:pt x="51722" y="3623"/>
                  </a:lnTo>
                  <a:cubicBezTo>
                    <a:pt x="51870" y="3364"/>
                    <a:pt x="51907" y="3069"/>
                    <a:pt x="51907" y="2810"/>
                  </a:cubicBezTo>
                  <a:cubicBezTo>
                    <a:pt x="51907" y="1812"/>
                    <a:pt x="51168" y="924"/>
                    <a:pt x="50059" y="887"/>
                  </a:cubicBezTo>
                  <a:lnTo>
                    <a:pt x="200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938;p37">
              <a:extLst>
                <a:ext uri="{FF2B5EF4-FFF2-40B4-BE49-F238E27FC236}">
                  <a16:creationId xmlns:a16="http://schemas.microsoft.com/office/drawing/2014/main" id="{6D389FDF-8726-7C01-02AE-133EC1FC4EA0}"/>
                </a:ext>
              </a:extLst>
            </p:cNvPr>
            <p:cNvSpPr/>
            <p:nvPr/>
          </p:nvSpPr>
          <p:spPr>
            <a:xfrm>
              <a:off x="5548050" y="4175700"/>
              <a:ext cx="53625" cy="94825"/>
            </a:xfrm>
            <a:custGeom>
              <a:avLst/>
              <a:gdLst/>
              <a:ahLst/>
              <a:cxnLst/>
              <a:rect l="l" t="t" r="r" b="b"/>
              <a:pathLst>
                <a:path w="2145" h="3793" extrusionOk="0">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939;p37">
              <a:extLst>
                <a:ext uri="{FF2B5EF4-FFF2-40B4-BE49-F238E27FC236}">
                  <a16:creationId xmlns:a16="http://schemas.microsoft.com/office/drawing/2014/main" id="{082AA24C-E2E4-A688-A43B-5029819259BE}"/>
                </a:ext>
              </a:extLst>
            </p:cNvPr>
            <p:cNvSpPr/>
            <p:nvPr/>
          </p:nvSpPr>
          <p:spPr>
            <a:xfrm>
              <a:off x="5610900" y="3469350"/>
              <a:ext cx="451075" cy="661600"/>
            </a:xfrm>
            <a:custGeom>
              <a:avLst/>
              <a:gdLst/>
              <a:ahLst/>
              <a:cxnLst/>
              <a:rect l="l" t="t" r="r" b="b"/>
              <a:pathLst>
                <a:path w="18043" h="26464" extrusionOk="0">
                  <a:moveTo>
                    <a:pt x="13236" y="1"/>
                  </a:moveTo>
                  <a:cubicBezTo>
                    <a:pt x="12460" y="1"/>
                    <a:pt x="11794" y="407"/>
                    <a:pt x="11499" y="1110"/>
                  </a:cubicBezTo>
                  <a:lnTo>
                    <a:pt x="75" y="26028"/>
                  </a:lnTo>
                  <a:cubicBezTo>
                    <a:pt x="1" y="26176"/>
                    <a:pt x="75" y="26361"/>
                    <a:pt x="223" y="26435"/>
                  </a:cubicBezTo>
                  <a:cubicBezTo>
                    <a:pt x="272" y="26454"/>
                    <a:pt x="322" y="26464"/>
                    <a:pt x="368" y="26464"/>
                  </a:cubicBezTo>
                  <a:cubicBezTo>
                    <a:pt x="496" y="26464"/>
                    <a:pt x="602" y="26395"/>
                    <a:pt x="629" y="26287"/>
                  </a:cubicBezTo>
                  <a:lnTo>
                    <a:pt x="12053" y="1369"/>
                  </a:lnTo>
                  <a:cubicBezTo>
                    <a:pt x="12275" y="888"/>
                    <a:pt x="12719" y="592"/>
                    <a:pt x="13236" y="592"/>
                  </a:cubicBezTo>
                  <a:lnTo>
                    <a:pt x="13273" y="592"/>
                  </a:lnTo>
                  <a:lnTo>
                    <a:pt x="17710" y="740"/>
                  </a:lnTo>
                  <a:cubicBezTo>
                    <a:pt x="17894" y="740"/>
                    <a:pt x="18042" y="592"/>
                    <a:pt x="18042" y="444"/>
                  </a:cubicBezTo>
                  <a:cubicBezTo>
                    <a:pt x="18042" y="259"/>
                    <a:pt x="17931" y="112"/>
                    <a:pt x="17747" y="112"/>
                  </a:cubicBezTo>
                  <a:lnTo>
                    <a:pt x="13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940;p37">
              <a:extLst>
                <a:ext uri="{FF2B5EF4-FFF2-40B4-BE49-F238E27FC236}">
                  <a16:creationId xmlns:a16="http://schemas.microsoft.com/office/drawing/2014/main" id="{C3D00095-40A2-108A-9FB4-AACA13CD644B}"/>
                </a:ext>
              </a:extLst>
            </p:cNvPr>
            <p:cNvSpPr/>
            <p:nvPr/>
          </p:nvSpPr>
          <p:spPr>
            <a:xfrm>
              <a:off x="6081350" y="3473050"/>
              <a:ext cx="74900" cy="17575"/>
            </a:xfrm>
            <a:custGeom>
              <a:avLst/>
              <a:gdLst/>
              <a:ahLst/>
              <a:cxnLst/>
              <a:rect l="l" t="t" r="r" b="b"/>
              <a:pathLst>
                <a:path w="2996" h="703" extrusionOk="0">
                  <a:moveTo>
                    <a:pt x="333" y="1"/>
                  </a:moveTo>
                  <a:cubicBezTo>
                    <a:pt x="149" y="1"/>
                    <a:pt x="1" y="148"/>
                    <a:pt x="1" y="296"/>
                  </a:cubicBezTo>
                  <a:cubicBezTo>
                    <a:pt x="1" y="481"/>
                    <a:pt x="149" y="629"/>
                    <a:pt x="296" y="629"/>
                  </a:cubicBezTo>
                  <a:lnTo>
                    <a:pt x="2663" y="703"/>
                  </a:lnTo>
                  <a:cubicBezTo>
                    <a:pt x="2847" y="703"/>
                    <a:pt x="2995" y="555"/>
                    <a:pt x="2995" y="407"/>
                  </a:cubicBezTo>
                  <a:cubicBezTo>
                    <a:pt x="2995" y="222"/>
                    <a:pt x="2847" y="74"/>
                    <a:pt x="2700" y="74"/>
                  </a:cubicBezTo>
                  <a:lnTo>
                    <a:pt x="3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941;p37">
              <a:extLst>
                <a:ext uri="{FF2B5EF4-FFF2-40B4-BE49-F238E27FC236}">
                  <a16:creationId xmlns:a16="http://schemas.microsoft.com/office/drawing/2014/main" id="{17F79F67-BF06-7DAA-E90F-CE64D7CC9D5D}"/>
                </a:ext>
              </a:extLst>
            </p:cNvPr>
            <p:cNvSpPr/>
            <p:nvPr/>
          </p:nvSpPr>
          <p:spPr>
            <a:xfrm>
              <a:off x="6350325" y="4060025"/>
              <a:ext cx="263225" cy="113650"/>
            </a:xfrm>
            <a:custGeom>
              <a:avLst/>
              <a:gdLst/>
              <a:ahLst/>
              <a:cxnLst/>
              <a:rect l="l" t="t" r="r" b="b"/>
              <a:pathLst>
                <a:path w="10529" h="4546" extrusionOk="0">
                  <a:moveTo>
                    <a:pt x="9134" y="1"/>
                  </a:moveTo>
                  <a:cubicBezTo>
                    <a:pt x="9019" y="1"/>
                    <a:pt x="8895" y="12"/>
                    <a:pt x="8762" y="35"/>
                  </a:cubicBezTo>
                  <a:cubicBezTo>
                    <a:pt x="8762" y="35"/>
                    <a:pt x="5287" y="1551"/>
                    <a:pt x="2625" y="2586"/>
                  </a:cubicBezTo>
                  <a:cubicBezTo>
                    <a:pt x="0" y="3621"/>
                    <a:pt x="1479" y="4545"/>
                    <a:pt x="2551" y="4545"/>
                  </a:cubicBezTo>
                  <a:cubicBezTo>
                    <a:pt x="3586" y="4545"/>
                    <a:pt x="7616" y="3325"/>
                    <a:pt x="9132" y="2364"/>
                  </a:cubicBezTo>
                  <a:cubicBezTo>
                    <a:pt x="10529" y="1512"/>
                    <a:pt x="10481" y="1"/>
                    <a:pt x="91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942;p37">
              <a:extLst>
                <a:ext uri="{FF2B5EF4-FFF2-40B4-BE49-F238E27FC236}">
                  <a16:creationId xmlns:a16="http://schemas.microsoft.com/office/drawing/2014/main" id="{58BEE1EB-FE00-7730-134D-ECE68A7291CE}"/>
                </a:ext>
              </a:extLst>
            </p:cNvPr>
            <p:cNvSpPr/>
            <p:nvPr/>
          </p:nvSpPr>
          <p:spPr>
            <a:xfrm>
              <a:off x="6386375" y="4075675"/>
              <a:ext cx="210750" cy="90600"/>
            </a:xfrm>
            <a:custGeom>
              <a:avLst/>
              <a:gdLst/>
              <a:ahLst/>
              <a:cxnLst/>
              <a:rect l="l" t="t" r="r" b="b"/>
              <a:pathLst>
                <a:path w="8430" h="3624" extrusionOk="0">
                  <a:moveTo>
                    <a:pt x="8355" y="0"/>
                  </a:moveTo>
                  <a:cubicBezTo>
                    <a:pt x="7801" y="222"/>
                    <a:pt x="7135" y="481"/>
                    <a:pt x="6507" y="703"/>
                  </a:cubicBezTo>
                  <a:cubicBezTo>
                    <a:pt x="5139" y="1220"/>
                    <a:pt x="3697" y="1627"/>
                    <a:pt x="2551" y="1886"/>
                  </a:cubicBezTo>
                  <a:cubicBezTo>
                    <a:pt x="2218" y="1997"/>
                    <a:pt x="1922" y="2034"/>
                    <a:pt x="1627" y="2108"/>
                  </a:cubicBezTo>
                  <a:cubicBezTo>
                    <a:pt x="1516" y="2145"/>
                    <a:pt x="1405" y="2182"/>
                    <a:pt x="1294" y="2219"/>
                  </a:cubicBezTo>
                  <a:cubicBezTo>
                    <a:pt x="776" y="2440"/>
                    <a:pt x="444" y="2625"/>
                    <a:pt x="222" y="2810"/>
                  </a:cubicBezTo>
                  <a:cubicBezTo>
                    <a:pt x="37" y="2958"/>
                    <a:pt x="0" y="3069"/>
                    <a:pt x="37" y="3106"/>
                  </a:cubicBezTo>
                  <a:cubicBezTo>
                    <a:pt x="37" y="3143"/>
                    <a:pt x="37" y="3180"/>
                    <a:pt x="74" y="3254"/>
                  </a:cubicBezTo>
                  <a:cubicBezTo>
                    <a:pt x="111" y="3328"/>
                    <a:pt x="222" y="3365"/>
                    <a:pt x="333" y="3439"/>
                  </a:cubicBezTo>
                  <a:cubicBezTo>
                    <a:pt x="518" y="3550"/>
                    <a:pt x="850" y="3624"/>
                    <a:pt x="1072" y="3624"/>
                  </a:cubicBezTo>
                  <a:lnTo>
                    <a:pt x="1109" y="3624"/>
                  </a:lnTo>
                  <a:cubicBezTo>
                    <a:pt x="1294" y="3624"/>
                    <a:pt x="1738" y="3550"/>
                    <a:pt x="2292" y="3439"/>
                  </a:cubicBezTo>
                  <a:cubicBezTo>
                    <a:pt x="2810" y="3291"/>
                    <a:pt x="3475" y="3106"/>
                    <a:pt x="4141" y="2921"/>
                  </a:cubicBezTo>
                  <a:cubicBezTo>
                    <a:pt x="5435" y="2477"/>
                    <a:pt x="6840" y="1923"/>
                    <a:pt x="7542" y="1479"/>
                  </a:cubicBezTo>
                  <a:cubicBezTo>
                    <a:pt x="8171" y="1110"/>
                    <a:pt x="8429" y="592"/>
                    <a:pt x="8429" y="259"/>
                  </a:cubicBezTo>
                  <a:cubicBezTo>
                    <a:pt x="8429" y="148"/>
                    <a:pt x="8392" y="74"/>
                    <a:pt x="8355"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943;p37">
              <a:extLst>
                <a:ext uri="{FF2B5EF4-FFF2-40B4-BE49-F238E27FC236}">
                  <a16:creationId xmlns:a16="http://schemas.microsoft.com/office/drawing/2014/main" id="{00908484-D44D-047A-1A55-400B0219847B}"/>
                </a:ext>
              </a:extLst>
            </p:cNvPr>
            <p:cNvSpPr/>
            <p:nvPr/>
          </p:nvSpPr>
          <p:spPr>
            <a:xfrm>
              <a:off x="6371575" y="4051650"/>
              <a:ext cx="240325" cy="130350"/>
            </a:xfrm>
            <a:custGeom>
              <a:avLst/>
              <a:gdLst/>
              <a:ahLst/>
              <a:cxnLst/>
              <a:rect l="l" t="t" r="r" b="b"/>
              <a:pathLst>
                <a:path w="9613" h="5214" extrusionOk="0">
                  <a:moveTo>
                    <a:pt x="8282" y="629"/>
                  </a:moveTo>
                  <a:cubicBezTo>
                    <a:pt x="8578" y="629"/>
                    <a:pt x="8726" y="703"/>
                    <a:pt x="8836" y="814"/>
                  </a:cubicBezTo>
                  <a:cubicBezTo>
                    <a:pt x="8947" y="924"/>
                    <a:pt x="9021" y="1035"/>
                    <a:pt x="9021" y="1220"/>
                  </a:cubicBezTo>
                  <a:cubicBezTo>
                    <a:pt x="9021" y="1553"/>
                    <a:pt x="8763" y="2071"/>
                    <a:pt x="8134" y="2440"/>
                  </a:cubicBezTo>
                  <a:cubicBezTo>
                    <a:pt x="7432" y="2884"/>
                    <a:pt x="6027" y="3438"/>
                    <a:pt x="4733" y="3882"/>
                  </a:cubicBezTo>
                  <a:cubicBezTo>
                    <a:pt x="4067" y="4067"/>
                    <a:pt x="3402" y="4252"/>
                    <a:pt x="2884" y="4400"/>
                  </a:cubicBezTo>
                  <a:cubicBezTo>
                    <a:pt x="2330" y="4511"/>
                    <a:pt x="1886" y="4585"/>
                    <a:pt x="1701" y="4585"/>
                  </a:cubicBezTo>
                  <a:cubicBezTo>
                    <a:pt x="1442" y="4585"/>
                    <a:pt x="1110" y="4511"/>
                    <a:pt x="925" y="4400"/>
                  </a:cubicBezTo>
                  <a:cubicBezTo>
                    <a:pt x="814" y="4326"/>
                    <a:pt x="703" y="4289"/>
                    <a:pt x="666" y="4215"/>
                  </a:cubicBezTo>
                  <a:cubicBezTo>
                    <a:pt x="629" y="4141"/>
                    <a:pt x="629" y="4104"/>
                    <a:pt x="629" y="4067"/>
                  </a:cubicBezTo>
                  <a:cubicBezTo>
                    <a:pt x="592" y="4030"/>
                    <a:pt x="629" y="3919"/>
                    <a:pt x="814" y="3771"/>
                  </a:cubicBezTo>
                  <a:cubicBezTo>
                    <a:pt x="1036" y="3586"/>
                    <a:pt x="1368" y="3401"/>
                    <a:pt x="1886" y="3180"/>
                  </a:cubicBezTo>
                  <a:cubicBezTo>
                    <a:pt x="4319" y="2234"/>
                    <a:pt x="7431" y="886"/>
                    <a:pt x="7949" y="661"/>
                  </a:cubicBezTo>
                  <a:lnTo>
                    <a:pt x="7949" y="661"/>
                  </a:lnTo>
                  <a:lnTo>
                    <a:pt x="7949" y="666"/>
                  </a:lnTo>
                  <a:cubicBezTo>
                    <a:pt x="8060" y="629"/>
                    <a:pt x="8171" y="629"/>
                    <a:pt x="8282" y="629"/>
                  </a:cubicBezTo>
                  <a:close/>
                  <a:moveTo>
                    <a:pt x="8282" y="0"/>
                  </a:moveTo>
                  <a:cubicBezTo>
                    <a:pt x="8134" y="0"/>
                    <a:pt x="8023" y="37"/>
                    <a:pt x="7875" y="37"/>
                  </a:cubicBezTo>
                  <a:lnTo>
                    <a:pt x="7801" y="74"/>
                  </a:lnTo>
                  <a:cubicBezTo>
                    <a:pt x="7801" y="74"/>
                    <a:pt x="6914" y="444"/>
                    <a:pt x="5731" y="961"/>
                  </a:cubicBezTo>
                  <a:cubicBezTo>
                    <a:pt x="4511" y="1479"/>
                    <a:pt x="2995" y="2107"/>
                    <a:pt x="1664" y="2625"/>
                  </a:cubicBezTo>
                  <a:cubicBezTo>
                    <a:pt x="1110" y="2847"/>
                    <a:pt x="703" y="3069"/>
                    <a:pt x="444" y="3291"/>
                  </a:cubicBezTo>
                  <a:cubicBezTo>
                    <a:pt x="148" y="3512"/>
                    <a:pt x="0" y="3808"/>
                    <a:pt x="0" y="4067"/>
                  </a:cubicBezTo>
                  <a:cubicBezTo>
                    <a:pt x="0" y="4289"/>
                    <a:pt x="74" y="4474"/>
                    <a:pt x="185" y="4622"/>
                  </a:cubicBezTo>
                  <a:cubicBezTo>
                    <a:pt x="370" y="4806"/>
                    <a:pt x="629" y="4954"/>
                    <a:pt x="888" y="5065"/>
                  </a:cubicBezTo>
                  <a:cubicBezTo>
                    <a:pt x="1147" y="5139"/>
                    <a:pt x="1405" y="5213"/>
                    <a:pt x="1701" y="5213"/>
                  </a:cubicBezTo>
                  <a:cubicBezTo>
                    <a:pt x="1997" y="5176"/>
                    <a:pt x="2441" y="5102"/>
                    <a:pt x="2995" y="4991"/>
                  </a:cubicBezTo>
                  <a:cubicBezTo>
                    <a:pt x="3845" y="4769"/>
                    <a:pt x="4918" y="4474"/>
                    <a:pt x="5916" y="4104"/>
                  </a:cubicBezTo>
                  <a:cubicBezTo>
                    <a:pt x="6914" y="3734"/>
                    <a:pt x="7838" y="3365"/>
                    <a:pt x="8467" y="2995"/>
                  </a:cubicBezTo>
                  <a:cubicBezTo>
                    <a:pt x="9206" y="2514"/>
                    <a:pt x="9613" y="1849"/>
                    <a:pt x="9613" y="1220"/>
                  </a:cubicBezTo>
                  <a:cubicBezTo>
                    <a:pt x="9613" y="887"/>
                    <a:pt x="9502" y="592"/>
                    <a:pt x="9243" y="370"/>
                  </a:cubicBezTo>
                  <a:cubicBezTo>
                    <a:pt x="9021" y="148"/>
                    <a:pt x="8689" y="0"/>
                    <a:pt x="82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944;p37">
              <a:extLst>
                <a:ext uri="{FF2B5EF4-FFF2-40B4-BE49-F238E27FC236}">
                  <a16:creationId xmlns:a16="http://schemas.microsoft.com/office/drawing/2014/main" id="{92F85A3E-BA13-6B8C-95E3-8D3F0B7597E1}"/>
                </a:ext>
              </a:extLst>
            </p:cNvPr>
            <p:cNvSpPr/>
            <p:nvPr/>
          </p:nvSpPr>
          <p:spPr>
            <a:xfrm>
              <a:off x="6319825" y="3967450"/>
              <a:ext cx="358550" cy="155375"/>
            </a:xfrm>
            <a:custGeom>
              <a:avLst/>
              <a:gdLst/>
              <a:ahLst/>
              <a:cxnLst/>
              <a:rect l="l" t="t" r="r" b="b"/>
              <a:pathLst>
                <a:path w="14342" h="6215" extrusionOk="0">
                  <a:moveTo>
                    <a:pt x="12382" y="1"/>
                  </a:moveTo>
                  <a:cubicBezTo>
                    <a:pt x="12234" y="1"/>
                    <a:pt x="12075" y="14"/>
                    <a:pt x="11905" y="41"/>
                  </a:cubicBezTo>
                  <a:cubicBezTo>
                    <a:pt x="11905" y="41"/>
                    <a:pt x="7172" y="2111"/>
                    <a:pt x="3586" y="3516"/>
                  </a:cubicBezTo>
                  <a:cubicBezTo>
                    <a:pt x="0" y="4921"/>
                    <a:pt x="2034" y="6215"/>
                    <a:pt x="3438" y="6215"/>
                  </a:cubicBezTo>
                  <a:cubicBezTo>
                    <a:pt x="4880" y="6215"/>
                    <a:pt x="10389" y="4551"/>
                    <a:pt x="12422" y="3257"/>
                  </a:cubicBezTo>
                  <a:cubicBezTo>
                    <a:pt x="14341" y="2058"/>
                    <a:pt x="14259" y="1"/>
                    <a:pt x="1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945;p37">
              <a:extLst>
                <a:ext uri="{FF2B5EF4-FFF2-40B4-BE49-F238E27FC236}">
                  <a16:creationId xmlns:a16="http://schemas.microsoft.com/office/drawing/2014/main" id="{7F44348E-21A9-A0C9-1C9D-9A8B088998B8}"/>
                </a:ext>
              </a:extLst>
            </p:cNvPr>
            <p:cNvSpPr/>
            <p:nvPr/>
          </p:nvSpPr>
          <p:spPr>
            <a:xfrm>
              <a:off x="6366950" y="3975850"/>
              <a:ext cx="291175" cy="139600"/>
            </a:xfrm>
            <a:custGeom>
              <a:avLst/>
              <a:gdLst/>
              <a:ahLst/>
              <a:cxnLst/>
              <a:rect l="l" t="t" r="r" b="b"/>
              <a:pathLst>
                <a:path w="11647" h="5584" extrusionOk="0">
                  <a:moveTo>
                    <a:pt x="10722" y="1"/>
                  </a:moveTo>
                  <a:cubicBezTo>
                    <a:pt x="10685" y="38"/>
                    <a:pt x="10648" y="38"/>
                    <a:pt x="10611" y="75"/>
                  </a:cubicBezTo>
                  <a:cubicBezTo>
                    <a:pt x="9724" y="629"/>
                    <a:pt x="8356" y="1221"/>
                    <a:pt x="6877" y="1738"/>
                  </a:cubicBezTo>
                  <a:cubicBezTo>
                    <a:pt x="5731" y="2145"/>
                    <a:pt x="4548" y="2515"/>
                    <a:pt x="3513" y="2773"/>
                  </a:cubicBezTo>
                  <a:cubicBezTo>
                    <a:pt x="2921" y="3032"/>
                    <a:pt x="2367" y="3254"/>
                    <a:pt x="1812" y="3476"/>
                  </a:cubicBezTo>
                  <a:cubicBezTo>
                    <a:pt x="1073" y="3772"/>
                    <a:pt x="629" y="4030"/>
                    <a:pt x="333" y="4252"/>
                  </a:cubicBezTo>
                  <a:cubicBezTo>
                    <a:pt x="75" y="4511"/>
                    <a:pt x="1" y="4696"/>
                    <a:pt x="1" y="4770"/>
                  </a:cubicBezTo>
                  <a:cubicBezTo>
                    <a:pt x="1" y="4881"/>
                    <a:pt x="38" y="4955"/>
                    <a:pt x="112" y="5029"/>
                  </a:cubicBezTo>
                  <a:cubicBezTo>
                    <a:pt x="185" y="5139"/>
                    <a:pt x="296" y="5213"/>
                    <a:pt x="444" y="5287"/>
                  </a:cubicBezTo>
                  <a:cubicBezTo>
                    <a:pt x="777" y="5472"/>
                    <a:pt x="1184" y="5583"/>
                    <a:pt x="1553" y="5583"/>
                  </a:cubicBezTo>
                  <a:lnTo>
                    <a:pt x="1590" y="5583"/>
                  </a:lnTo>
                  <a:cubicBezTo>
                    <a:pt x="1886" y="5583"/>
                    <a:pt x="2478" y="5472"/>
                    <a:pt x="3217" y="5287"/>
                  </a:cubicBezTo>
                  <a:cubicBezTo>
                    <a:pt x="3956" y="5139"/>
                    <a:pt x="4807" y="4881"/>
                    <a:pt x="5731" y="4585"/>
                  </a:cubicBezTo>
                  <a:cubicBezTo>
                    <a:pt x="7506" y="4030"/>
                    <a:pt x="9391" y="3291"/>
                    <a:pt x="10389" y="2662"/>
                  </a:cubicBezTo>
                  <a:cubicBezTo>
                    <a:pt x="11240" y="2108"/>
                    <a:pt x="11646" y="1405"/>
                    <a:pt x="11609" y="888"/>
                  </a:cubicBezTo>
                  <a:cubicBezTo>
                    <a:pt x="11609" y="629"/>
                    <a:pt x="11535" y="407"/>
                    <a:pt x="11351" y="259"/>
                  </a:cubicBezTo>
                  <a:cubicBezTo>
                    <a:pt x="11240" y="111"/>
                    <a:pt x="11018" y="38"/>
                    <a:pt x="10722"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946;p37">
              <a:extLst>
                <a:ext uri="{FF2B5EF4-FFF2-40B4-BE49-F238E27FC236}">
                  <a16:creationId xmlns:a16="http://schemas.microsoft.com/office/drawing/2014/main" id="{FD3AAC5F-AAC7-0965-E533-5AB583D84643}"/>
                </a:ext>
              </a:extLst>
            </p:cNvPr>
            <p:cNvSpPr/>
            <p:nvPr/>
          </p:nvSpPr>
          <p:spPr>
            <a:xfrm>
              <a:off x="6351250" y="3960150"/>
              <a:ext cx="321650" cy="170075"/>
            </a:xfrm>
            <a:custGeom>
              <a:avLst/>
              <a:gdLst/>
              <a:ahLst/>
              <a:cxnLst/>
              <a:rect l="l" t="t" r="r" b="b"/>
              <a:pathLst>
                <a:path w="12866" h="6803" extrusionOk="0">
                  <a:moveTo>
                    <a:pt x="11128" y="629"/>
                  </a:moveTo>
                  <a:cubicBezTo>
                    <a:pt x="11572" y="629"/>
                    <a:pt x="11831" y="739"/>
                    <a:pt x="11979" y="887"/>
                  </a:cubicBezTo>
                  <a:cubicBezTo>
                    <a:pt x="12163" y="1035"/>
                    <a:pt x="12237" y="1257"/>
                    <a:pt x="12237" y="1516"/>
                  </a:cubicBezTo>
                  <a:cubicBezTo>
                    <a:pt x="12274" y="2033"/>
                    <a:pt x="11868" y="2736"/>
                    <a:pt x="11017" y="3290"/>
                  </a:cubicBezTo>
                  <a:cubicBezTo>
                    <a:pt x="10019" y="3919"/>
                    <a:pt x="8134" y="4658"/>
                    <a:pt x="6359" y="5213"/>
                  </a:cubicBezTo>
                  <a:cubicBezTo>
                    <a:pt x="5435" y="5509"/>
                    <a:pt x="4584" y="5767"/>
                    <a:pt x="3845" y="5915"/>
                  </a:cubicBezTo>
                  <a:cubicBezTo>
                    <a:pt x="3106" y="6100"/>
                    <a:pt x="2477" y="6211"/>
                    <a:pt x="2181" y="6211"/>
                  </a:cubicBezTo>
                  <a:cubicBezTo>
                    <a:pt x="1849" y="6211"/>
                    <a:pt x="1405" y="6100"/>
                    <a:pt x="1072" y="5915"/>
                  </a:cubicBezTo>
                  <a:cubicBezTo>
                    <a:pt x="924" y="5841"/>
                    <a:pt x="813" y="5767"/>
                    <a:pt x="740" y="5657"/>
                  </a:cubicBezTo>
                  <a:cubicBezTo>
                    <a:pt x="666" y="5583"/>
                    <a:pt x="629" y="5509"/>
                    <a:pt x="629" y="5398"/>
                  </a:cubicBezTo>
                  <a:cubicBezTo>
                    <a:pt x="629" y="5324"/>
                    <a:pt x="703" y="5139"/>
                    <a:pt x="961" y="4880"/>
                  </a:cubicBezTo>
                  <a:cubicBezTo>
                    <a:pt x="1257" y="4658"/>
                    <a:pt x="1701" y="4400"/>
                    <a:pt x="2440" y="4104"/>
                  </a:cubicBezTo>
                  <a:cubicBezTo>
                    <a:pt x="5763" y="2802"/>
                    <a:pt x="10101" y="929"/>
                    <a:pt x="10721" y="661"/>
                  </a:cubicBezTo>
                  <a:lnTo>
                    <a:pt x="10721" y="661"/>
                  </a:lnTo>
                  <a:lnTo>
                    <a:pt x="10722" y="666"/>
                  </a:lnTo>
                  <a:cubicBezTo>
                    <a:pt x="10869" y="629"/>
                    <a:pt x="11017" y="629"/>
                    <a:pt x="11128" y="629"/>
                  </a:cubicBezTo>
                  <a:close/>
                  <a:moveTo>
                    <a:pt x="11128" y="0"/>
                  </a:moveTo>
                  <a:cubicBezTo>
                    <a:pt x="10980" y="0"/>
                    <a:pt x="10796" y="0"/>
                    <a:pt x="10611" y="37"/>
                  </a:cubicBezTo>
                  <a:lnTo>
                    <a:pt x="10537" y="74"/>
                  </a:lnTo>
                  <a:cubicBezTo>
                    <a:pt x="10537" y="74"/>
                    <a:pt x="10241" y="185"/>
                    <a:pt x="9723" y="407"/>
                  </a:cubicBezTo>
                  <a:cubicBezTo>
                    <a:pt x="8245" y="1035"/>
                    <a:pt x="4880" y="2477"/>
                    <a:pt x="2218" y="3512"/>
                  </a:cubicBezTo>
                  <a:cubicBezTo>
                    <a:pt x="1442" y="3808"/>
                    <a:pt x="924" y="4104"/>
                    <a:pt x="555" y="4437"/>
                  </a:cubicBezTo>
                  <a:cubicBezTo>
                    <a:pt x="222" y="4732"/>
                    <a:pt x="0" y="5065"/>
                    <a:pt x="0" y="5398"/>
                  </a:cubicBezTo>
                  <a:cubicBezTo>
                    <a:pt x="0" y="5657"/>
                    <a:pt x="111" y="5878"/>
                    <a:pt x="259" y="6063"/>
                  </a:cubicBezTo>
                  <a:cubicBezTo>
                    <a:pt x="481" y="6322"/>
                    <a:pt x="777" y="6507"/>
                    <a:pt x="1146" y="6618"/>
                  </a:cubicBezTo>
                  <a:cubicBezTo>
                    <a:pt x="1479" y="6729"/>
                    <a:pt x="1849" y="6803"/>
                    <a:pt x="2181" y="6803"/>
                  </a:cubicBezTo>
                  <a:cubicBezTo>
                    <a:pt x="2588" y="6803"/>
                    <a:pt x="3217" y="6692"/>
                    <a:pt x="3956" y="6507"/>
                  </a:cubicBezTo>
                  <a:cubicBezTo>
                    <a:pt x="5102" y="6248"/>
                    <a:pt x="6544" y="5841"/>
                    <a:pt x="7912" y="5324"/>
                  </a:cubicBezTo>
                  <a:cubicBezTo>
                    <a:pt x="9243" y="4843"/>
                    <a:pt x="10537" y="4326"/>
                    <a:pt x="11350" y="3808"/>
                  </a:cubicBezTo>
                  <a:cubicBezTo>
                    <a:pt x="12348" y="3180"/>
                    <a:pt x="12866" y="2329"/>
                    <a:pt x="12866" y="1516"/>
                  </a:cubicBezTo>
                  <a:cubicBezTo>
                    <a:pt x="12866" y="1109"/>
                    <a:pt x="12718" y="703"/>
                    <a:pt x="12422" y="444"/>
                  </a:cubicBezTo>
                  <a:cubicBezTo>
                    <a:pt x="12090" y="148"/>
                    <a:pt x="11683" y="0"/>
                    <a:pt x="11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947;p37">
              <a:extLst>
                <a:ext uri="{FF2B5EF4-FFF2-40B4-BE49-F238E27FC236}">
                  <a16:creationId xmlns:a16="http://schemas.microsoft.com/office/drawing/2014/main" id="{0E931540-6E34-885B-75BC-196F304408D0}"/>
                </a:ext>
              </a:extLst>
            </p:cNvPr>
            <p:cNvSpPr/>
            <p:nvPr/>
          </p:nvSpPr>
          <p:spPr>
            <a:xfrm>
              <a:off x="6287475" y="3882150"/>
              <a:ext cx="392175" cy="169525"/>
            </a:xfrm>
            <a:custGeom>
              <a:avLst/>
              <a:gdLst/>
              <a:ahLst/>
              <a:cxnLst/>
              <a:rect l="l" t="t" r="r" b="b"/>
              <a:pathLst>
                <a:path w="15687" h="6781" extrusionOk="0">
                  <a:moveTo>
                    <a:pt x="13608" y="0"/>
                  </a:moveTo>
                  <a:cubicBezTo>
                    <a:pt x="13436" y="0"/>
                    <a:pt x="13251" y="17"/>
                    <a:pt x="13051" y="51"/>
                  </a:cubicBezTo>
                  <a:cubicBezTo>
                    <a:pt x="13051" y="51"/>
                    <a:pt x="7875" y="2307"/>
                    <a:pt x="3919" y="3823"/>
                  </a:cubicBezTo>
                  <a:cubicBezTo>
                    <a:pt x="0" y="5375"/>
                    <a:pt x="2255" y="6780"/>
                    <a:pt x="3808" y="6780"/>
                  </a:cubicBezTo>
                  <a:cubicBezTo>
                    <a:pt x="5324" y="6780"/>
                    <a:pt x="11387" y="4969"/>
                    <a:pt x="13642" y="3564"/>
                  </a:cubicBezTo>
                  <a:cubicBezTo>
                    <a:pt x="15687" y="2269"/>
                    <a:pt x="15627" y="0"/>
                    <a:pt x="13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948;p37">
              <a:extLst>
                <a:ext uri="{FF2B5EF4-FFF2-40B4-BE49-F238E27FC236}">
                  <a16:creationId xmlns:a16="http://schemas.microsoft.com/office/drawing/2014/main" id="{B86B8D9E-4CD3-041A-CD6D-9D23608C36CC}"/>
                </a:ext>
              </a:extLst>
            </p:cNvPr>
            <p:cNvSpPr/>
            <p:nvPr/>
          </p:nvSpPr>
          <p:spPr>
            <a:xfrm>
              <a:off x="6338300" y="3891750"/>
              <a:ext cx="320750" cy="152525"/>
            </a:xfrm>
            <a:custGeom>
              <a:avLst/>
              <a:gdLst/>
              <a:ahLst/>
              <a:cxnLst/>
              <a:rect l="l" t="t" r="r" b="b"/>
              <a:pathLst>
                <a:path w="12830" h="6101" extrusionOk="0">
                  <a:moveTo>
                    <a:pt x="12090" y="0"/>
                  </a:moveTo>
                  <a:cubicBezTo>
                    <a:pt x="12053" y="0"/>
                    <a:pt x="12016" y="37"/>
                    <a:pt x="12016" y="37"/>
                  </a:cubicBezTo>
                  <a:cubicBezTo>
                    <a:pt x="10278" y="1109"/>
                    <a:pt x="6286" y="2440"/>
                    <a:pt x="3845" y="2995"/>
                  </a:cubicBezTo>
                  <a:cubicBezTo>
                    <a:pt x="3217" y="3254"/>
                    <a:pt x="2625" y="3512"/>
                    <a:pt x="2034" y="3734"/>
                  </a:cubicBezTo>
                  <a:cubicBezTo>
                    <a:pt x="1221" y="4067"/>
                    <a:pt x="703" y="4363"/>
                    <a:pt x="407" y="4622"/>
                  </a:cubicBezTo>
                  <a:cubicBezTo>
                    <a:pt x="74" y="4880"/>
                    <a:pt x="1" y="5065"/>
                    <a:pt x="1" y="5213"/>
                  </a:cubicBezTo>
                  <a:cubicBezTo>
                    <a:pt x="1" y="5287"/>
                    <a:pt x="38" y="5398"/>
                    <a:pt x="148" y="5509"/>
                  </a:cubicBezTo>
                  <a:cubicBezTo>
                    <a:pt x="222" y="5583"/>
                    <a:pt x="370" y="5694"/>
                    <a:pt x="555" y="5805"/>
                  </a:cubicBezTo>
                  <a:cubicBezTo>
                    <a:pt x="888" y="5989"/>
                    <a:pt x="1368" y="6100"/>
                    <a:pt x="1738" y="6100"/>
                  </a:cubicBezTo>
                  <a:lnTo>
                    <a:pt x="1775" y="6100"/>
                  </a:lnTo>
                  <a:cubicBezTo>
                    <a:pt x="2108" y="6100"/>
                    <a:pt x="2773" y="5989"/>
                    <a:pt x="3550" y="5805"/>
                  </a:cubicBezTo>
                  <a:cubicBezTo>
                    <a:pt x="4363" y="5620"/>
                    <a:pt x="5324" y="5324"/>
                    <a:pt x="6323" y="5028"/>
                  </a:cubicBezTo>
                  <a:cubicBezTo>
                    <a:pt x="8282" y="4400"/>
                    <a:pt x="10352" y="3586"/>
                    <a:pt x="11424" y="2921"/>
                  </a:cubicBezTo>
                  <a:cubicBezTo>
                    <a:pt x="12386" y="2329"/>
                    <a:pt x="12829" y="1516"/>
                    <a:pt x="12792" y="925"/>
                  </a:cubicBezTo>
                  <a:cubicBezTo>
                    <a:pt x="12792" y="629"/>
                    <a:pt x="12718" y="407"/>
                    <a:pt x="12534" y="222"/>
                  </a:cubicBezTo>
                  <a:cubicBezTo>
                    <a:pt x="12423" y="111"/>
                    <a:pt x="12275" y="37"/>
                    <a:pt x="1209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949;p37">
              <a:extLst>
                <a:ext uri="{FF2B5EF4-FFF2-40B4-BE49-F238E27FC236}">
                  <a16:creationId xmlns:a16="http://schemas.microsoft.com/office/drawing/2014/main" id="{E2EC53D6-8DCC-B855-7978-8ED36B9E531D}"/>
                </a:ext>
              </a:extLst>
            </p:cNvPr>
            <p:cNvSpPr/>
            <p:nvPr/>
          </p:nvSpPr>
          <p:spPr>
            <a:xfrm>
              <a:off x="6323525" y="3874175"/>
              <a:ext cx="350300" cy="184875"/>
            </a:xfrm>
            <a:custGeom>
              <a:avLst/>
              <a:gdLst/>
              <a:ahLst/>
              <a:cxnLst/>
              <a:rect l="l" t="t" r="r" b="b"/>
              <a:pathLst>
                <a:path w="14012" h="7395" extrusionOk="0">
                  <a:moveTo>
                    <a:pt x="12163" y="629"/>
                  </a:moveTo>
                  <a:cubicBezTo>
                    <a:pt x="12607" y="629"/>
                    <a:pt x="12903" y="740"/>
                    <a:pt x="13125" y="925"/>
                  </a:cubicBezTo>
                  <a:cubicBezTo>
                    <a:pt x="13309" y="1110"/>
                    <a:pt x="13383" y="1332"/>
                    <a:pt x="13383" y="1628"/>
                  </a:cubicBezTo>
                  <a:cubicBezTo>
                    <a:pt x="13420" y="2219"/>
                    <a:pt x="12977" y="3032"/>
                    <a:pt x="12015" y="3624"/>
                  </a:cubicBezTo>
                  <a:cubicBezTo>
                    <a:pt x="10943" y="4289"/>
                    <a:pt x="8873" y="5103"/>
                    <a:pt x="6914" y="5731"/>
                  </a:cubicBezTo>
                  <a:cubicBezTo>
                    <a:pt x="5915" y="6027"/>
                    <a:pt x="4954" y="6323"/>
                    <a:pt x="4141" y="6508"/>
                  </a:cubicBezTo>
                  <a:cubicBezTo>
                    <a:pt x="3364" y="6692"/>
                    <a:pt x="2699" y="6803"/>
                    <a:pt x="2366" y="6803"/>
                  </a:cubicBezTo>
                  <a:cubicBezTo>
                    <a:pt x="1959" y="6803"/>
                    <a:pt x="1479" y="6692"/>
                    <a:pt x="1146" y="6508"/>
                  </a:cubicBezTo>
                  <a:cubicBezTo>
                    <a:pt x="961" y="6397"/>
                    <a:pt x="813" y="6286"/>
                    <a:pt x="739" y="6212"/>
                  </a:cubicBezTo>
                  <a:cubicBezTo>
                    <a:pt x="629" y="6101"/>
                    <a:pt x="592" y="5990"/>
                    <a:pt x="592" y="5916"/>
                  </a:cubicBezTo>
                  <a:cubicBezTo>
                    <a:pt x="592" y="5768"/>
                    <a:pt x="665" y="5583"/>
                    <a:pt x="998" y="5325"/>
                  </a:cubicBezTo>
                  <a:cubicBezTo>
                    <a:pt x="1294" y="5066"/>
                    <a:pt x="1812" y="4770"/>
                    <a:pt x="2625" y="4437"/>
                  </a:cubicBezTo>
                  <a:cubicBezTo>
                    <a:pt x="6268" y="2994"/>
                    <a:pt x="11030" y="943"/>
                    <a:pt x="11682" y="662"/>
                  </a:cubicBezTo>
                  <a:lnTo>
                    <a:pt x="11682" y="662"/>
                  </a:lnTo>
                  <a:lnTo>
                    <a:pt x="11683" y="666"/>
                  </a:lnTo>
                  <a:cubicBezTo>
                    <a:pt x="11831" y="629"/>
                    <a:pt x="12015" y="629"/>
                    <a:pt x="12163" y="629"/>
                  </a:cubicBezTo>
                  <a:close/>
                  <a:moveTo>
                    <a:pt x="12163" y="1"/>
                  </a:moveTo>
                  <a:cubicBezTo>
                    <a:pt x="11978" y="1"/>
                    <a:pt x="11794" y="38"/>
                    <a:pt x="11572" y="75"/>
                  </a:cubicBezTo>
                  <a:lnTo>
                    <a:pt x="11498" y="75"/>
                  </a:lnTo>
                  <a:cubicBezTo>
                    <a:pt x="11498" y="75"/>
                    <a:pt x="11165" y="223"/>
                    <a:pt x="10611" y="444"/>
                  </a:cubicBezTo>
                  <a:cubicBezTo>
                    <a:pt x="8984" y="1147"/>
                    <a:pt x="5324" y="2700"/>
                    <a:pt x="2366" y="3883"/>
                  </a:cubicBezTo>
                  <a:cubicBezTo>
                    <a:pt x="1553" y="4178"/>
                    <a:pt x="961" y="4511"/>
                    <a:pt x="592" y="4844"/>
                  </a:cubicBezTo>
                  <a:cubicBezTo>
                    <a:pt x="222" y="5177"/>
                    <a:pt x="0" y="5546"/>
                    <a:pt x="0" y="5916"/>
                  </a:cubicBezTo>
                  <a:cubicBezTo>
                    <a:pt x="0" y="6175"/>
                    <a:pt x="111" y="6397"/>
                    <a:pt x="259" y="6582"/>
                  </a:cubicBezTo>
                  <a:cubicBezTo>
                    <a:pt x="481" y="6877"/>
                    <a:pt x="813" y="7062"/>
                    <a:pt x="1183" y="7210"/>
                  </a:cubicBezTo>
                  <a:cubicBezTo>
                    <a:pt x="1553" y="7321"/>
                    <a:pt x="1959" y="7395"/>
                    <a:pt x="2366" y="7395"/>
                  </a:cubicBezTo>
                  <a:cubicBezTo>
                    <a:pt x="2810" y="7395"/>
                    <a:pt x="3475" y="7284"/>
                    <a:pt x="4289" y="7099"/>
                  </a:cubicBezTo>
                  <a:cubicBezTo>
                    <a:pt x="5546" y="6803"/>
                    <a:pt x="7098" y="6323"/>
                    <a:pt x="8614" y="5805"/>
                  </a:cubicBezTo>
                  <a:cubicBezTo>
                    <a:pt x="10093" y="5288"/>
                    <a:pt x="11461" y="4696"/>
                    <a:pt x="12348" y="4142"/>
                  </a:cubicBezTo>
                  <a:cubicBezTo>
                    <a:pt x="13420" y="3439"/>
                    <a:pt x="14012" y="2515"/>
                    <a:pt x="14012" y="1628"/>
                  </a:cubicBezTo>
                  <a:cubicBezTo>
                    <a:pt x="14012" y="1184"/>
                    <a:pt x="13864" y="777"/>
                    <a:pt x="13531" y="481"/>
                  </a:cubicBezTo>
                  <a:cubicBezTo>
                    <a:pt x="13199" y="186"/>
                    <a:pt x="12718" y="1"/>
                    <a:pt x="12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950;p37">
              <a:extLst>
                <a:ext uri="{FF2B5EF4-FFF2-40B4-BE49-F238E27FC236}">
                  <a16:creationId xmlns:a16="http://schemas.microsoft.com/office/drawing/2014/main" id="{F0433D97-BDBE-8A39-6482-4BE23C9BD18D}"/>
                </a:ext>
              </a:extLst>
            </p:cNvPr>
            <p:cNvSpPr/>
            <p:nvPr/>
          </p:nvSpPr>
          <p:spPr>
            <a:xfrm>
              <a:off x="6297625" y="3803775"/>
              <a:ext cx="392475" cy="169325"/>
            </a:xfrm>
            <a:custGeom>
              <a:avLst/>
              <a:gdLst/>
              <a:ahLst/>
              <a:cxnLst/>
              <a:rect l="l" t="t" r="r" b="b"/>
              <a:pathLst>
                <a:path w="15699" h="6773" extrusionOk="0">
                  <a:moveTo>
                    <a:pt x="13576" y="0"/>
                  </a:moveTo>
                  <a:cubicBezTo>
                    <a:pt x="13413" y="0"/>
                    <a:pt x="13239" y="14"/>
                    <a:pt x="13051" y="44"/>
                  </a:cubicBezTo>
                  <a:cubicBezTo>
                    <a:pt x="13051" y="44"/>
                    <a:pt x="7876" y="2299"/>
                    <a:pt x="3957" y="3852"/>
                  </a:cubicBezTo>
                  <a:cubicBezTo>
                    <a:pt x="1" y="5368"/>
                    <a:pt x="2256" y="6773"/>
                    <a:pt x="3809" y="6773"/>
                  </a:cubicBezTo>
                  <a:cubicBezTo>
                    <a:pt x="5362" y="6773"/>
                    <a:pt x="11388" y="4961"/>
                    <a:pt x="13643" y="3556"/>
                  </a:cubicBezTo>
                  <a:cubicBezTo>
                    <a:pt x="15699" y="2254"/>
                    <a:pt x="15627" y="0"/>
                    <a:pt x="13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951;p37">
              <a:extLst>
                <a:ext uri="{FF2B5EF4-FFF2-40B4-BE49-F238E27FC236}">
                  <a16:creationId xmlns:a16="http://schemas.microsoft.com/office/drawing/2014/main" id="{9A9A6222-8BC5-7467-7E61-93BAA83C8A49}"/>
                </a:ext>
              </a:extLst>
            </p:cNvPr>
            <p:cNvSpPr/>
            <p:nvPr/>
          </p:nvSpPr>
          <p:spPr>
            <a:xfrm>
              <a:off x="6341075" y="3803950"/>
              <a:ext cx="335525" cy="169150"/>
            </a:xfrm>
            <a:custGeom>
              <a:avLst/>
              <a:gdLst/>
              <a:ahLst/>
              <a:cxnLst/>
              <a:rect l="l" t="t" r="r" b="b"/>
              <a:pathLst>
                <a:path w="13421" h="6766" extrusionOk="0">
                  <a:moveTo>
                    <a:pt x="11868" y="0"/>
                  </a:moveTo>
                  <a:cubicBezTo>
                    <a:pt x="11683" y="0"/>
                    <a:pt x="11535" y="0"/>
                    <a:pt x="11313" y="37"/>
                  </a:cubicBezTo>
                  <a:cubicBezTo>
                    <a:pt x="11313" y="37"/>
                    <a:pt x="6138" y="2292"/>
                    <a:pt x="2219" y="3845"/>
                  </a:cubicBezTo>
                  <a:cubicBezTo>
                    <a:pt x="592" y="4473"/>
                    <a:pt x="0" y="5065"/>
                    <a:pt x="0" y="5583"/>
                  </a:cubicBezTo>
                  <a:cubicBezTo>
                    <a:pt x="0" y="6285"/>
                    <a:pt x="1147" y="6766"/>
                    <a:pt x="2071" y="6766"/>
                  </a:cubicBezTo>
                  <a:cubicBezTo>
                    <a:pt x="3624" y="6766"/>
                    <a:pt x="9650" y="4954"/>
                    <a:pt x="11905" y="3549"/>
                  </a:cubicBezTo>
                  <a:cubicBezTo>
                    <a:pt x="11905" y="3549"/>
                    <a:pt x="11942" y="3512"/>
                    <a:pt x="11979" y="3512"/>
                  </a:cubicBezTo>
                  <a:cubicBezTo>
                    <a:pt x="12164" y="3364"/>
                    <a:pt x="12349" y="3216"/>
                    <a:pt x="12533" y="3069"/>
                  </a:cubicBezTo>
                  <a:cubicBezTo>
                    <a:pt x="13125" y="2514"/>
                    <a:pt x="13421" y="1886"/>
                    <a:pt x="13421" y="1331"/>
                  </a:cubicBezTo>
                  <a:cubicBezTo>
                    <a:pt x="13421" y="592"/>
                    <a:pt x="12903" y="0"/>
                    <a:pt x="11868"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952;p37">
              <a:extLst>
                <a:ext uri="{FF2B5EF4-FFF2-40B4-BE49-F238E27FC236}">
                  <a16:creationId xmlns:a16="http://schemas.microsoft.com/office/drawing/2014/main" id="{8D2D0F4B-A9C5-955F-6F85-AC4BE9BD5E54}"/>
                </a:ext>
              </a:extLst>
            </p:cNvPr>
            <p:cNvSpPr/>
            <p:nvPr/>
          </p:nvSpPr>
          <p:spPr>
            <a:xfrm>
              <a:off x="6333675" y="3795625"/>
              <a:ext cx="350325" cy="185800"/>
            </a:xfrm>
            <a:custGeom>
              <a:avLst/>
              <a:gdLst/>
              <a:ahLst/>
              <a:cxnLst/>
              <a:rect l="l" t="t" r="r" b="b"/>
              <a:pathLst>
                <a:path w="14013" h="7432" extrusionOk="0">
                  <a:moveTo>
                    <a:pt x="12164" y="629"/>
                  </a:moveTo>
                  <a:cubicBezTo>
                    <a:pt x="12608" y="629"/>
                    <a:pt x="12903" y="777"/>
                    <a:pt x="13125" y="925"/>
                  </a:cubicBezTo>
                  <a:cubicBezTo>
                    <a:pt x="13310" y="1109"/>
                    <a:pt x="13384" y="1331"/>
                    <a:pt x="13421" y="1664"/>
                  </a:cubicBezTo>
                  <a:cubicBezTo>
                    <a:pt x="13421" y="2219"/>
                    <a:pt x="12977" y="3032"/>
                    <a:pt x="12016" y="3623"/>
                  </a:cubicBezTo>
                  <a:cubicBezTo>
                    <a:pt x="10944" y="4289"/>
                    <a:pt x="8874" y="5102"/>
                    <a:pt x="6914" y="5731"/>
                  </a:cubicBezTo>
                  <a:cubicBezTo>
                    <a:pt x="5916" y="6027"/>
                    <a:pt x="4955" y="6322"/>
                    <a:pt x="4141" y="6507"/>
                  </a:cubicBezTo>
                  <a:cubicBezTo>
                    <a:pt x="3365" y="6692"/>
                    <a:pt x="2700" y="6803"/>
                    <a:pt x="2367" y="6803"/>
                  </a:cubicBezTo>
                  <a:cubicBezTo>
                    <a:pt x="1960" y="6803"/>
                    <a:pt x="1480" y="6692"/>
                    <a:pt x="1147" y="6507"/>
                  </a:cubicBezTo>
                  <a:cubicBezTo>
                    <a:pt x="962" y="6433"/>
                    <a:pt x="814" y="6322"/>
                    <a:pt x="740" y="6211"/>
                  </a:cubicBezTo>
                  <a:cubicBezTo>
                    <a:pt x="629" y="6100"/>
                    <a:pt x="592" y="6027"/>
                    <a:pt x="592" y="5916"/>
                  </a:cubicBezTo>
                  <a:cubicBezTo>
                    <a:pt x="592" y="5805"/>
                    <a:pt x="666" y="5583"/>
                    <a:pt x="999" y="5324"/>
                  </a:cubicBezTo>
                  <a:cubicBezTo>
                    <a:pt x="1295" y="5065"/>
                    <a:pt x="1812" y="4770"/>
                    <a:pt x="2626" y="4437"/>
                  </a:cubicBezTo>
                  <a:cubicBezTo>
                    <a:pt x="6544" y="2884"/>
                    <a:pt x="11757" y="666"/>
                    <a:pt x="11757" y="666"/>
                  </a:cubicBezTo>
                  <a:lnTo>
                    <a:pt x="11751" y="654"/>
                  </a:lnTo>
                  <a:lnTo>
                    <a:pt x="11751" y="654"/>
                  </a:lnTo>
                  <a:cubicBezTo>
                    <a:pt x="11905" y="629"/>
                    <a:pt x="12035" y="629"/>
                    <a:pt x="12164" y="629"/>
                  </a:cubicBezTo>
                  <a:close/>
                  <a:moveTo>
                    <a:pt x="12164" y="0"/>
                  </a:moveTo>
                  <a:cubicBezTo>
                    <a:pt x="11979" y="0"/>
                    <a:pt x="11794" y="37"/>
                    <a:pt x="11572" y="74"/>
                  </a:cubicBezTo>
                  <a:lnTo>
                    <a:pt x="11499" y="74"/>
                  </a:lnTo>
                  <a:cubicBezTo>
                    <a:pt x="11499" y="74"/>
                    <a:pt x="11166" y="222"/>
                    <a:pt x="10648" y="481"/>
                  </a:cubicBezTo>
                  <a:cubicBezTo>
                    <a:pt x="8985" y="1183"/>
                    <a:pt x="5324" y="2736"/>
                    <a:pt x="2367" y="3882"/>
                  </a:cubicBezTo>
                  <a:cubicBezTo>
                    <a:pt x="1553" y="4215"/>
                    <a:pt x="962" y="4511"/>
                    <a:pt x="592" y="4843"/>
                  </a:cubicBezTo>
                  <a:cubicBezTo>
                    <a:pt x="223" y="5176"/>
                    <a:pt x="1" y="5546"/>
                    <a:pt x="1" y="5916"/>
                  </a:cubicBezTo>
                  <a:cubicBezTo>
                    <a:pt x="1" y="6174"/>
                    <a:pt x="112" y="6433"/>
                    <a:pt x="259" y="6618"/>
                  </a:cubicBezTo>
                  <a:cubicBezTo>
                    <a:pt x="481" y="6877"/>
                    <a:pt x="851" y="7062"/>
                    <a:pt x="1184" y="7210"/>
                  </a:cubicBezTo>
                  <a:cubicBezTo>
                    <a:pt x="1553" y="7357"/>
                    <a:pt x="1960" y="7431"/>
                    <a:pt x="2367" y="7431"/>
                  </a:cubicBezTo>
                  <a:cubicBezTo>
                    <a:pt x="2810" y="7431"/>
                    <a:pt x="3476" y="7284"/>
                    <a:pt x="4289" y="7099"/>
                  </a:cubicBezTo>
                  <a:cubicBezTo>
                    <a:pt x="5546" y="6803"/>
                    <a:pt x="7099" y="6359"/>
                    <a:pt x="8615" y="5805"/>
                  </a:cubicBezTo>
                  <a:cubicBezTo>
                    <a:pt x="10094" y="5287"/>
                    <a:pt x="11462" y="4696"/>
                    <a:pt x="12349" y="4141"/>
                  </a:cubicBezTo>
                  <a:cubicBezTo>
                    <a:pt x="13458" y="3476"/>
                    <a:pt x="14013" y="2514"/>
                    <a:pt x="14013" y="1664"/>
                  </a:cubicBezTo>
                  <a:cubicBezTo>
                    <a:pt x="14013" y="1220"/>
                    <a:pt x="13865" y="777"/>
                    <a:pt x="13532" y="481"/>
                  </a:cubicBezTo>
                  <a:cubicBezTo>
                    <a:pt x="13199" y="185"/>
                    <a:pt x="12719" y="0"/>
                    <a:pt x="12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953;p37">
              <a:extLst>
                <a:ext uri="{FF2B5EF4-FFF2-40B4-BE49-F238E27FC236}">
                  <a16:creationId xmlns:a16="http://schemas.microsoft.com/office/drawing/2014/main" id="{AD64FD18-432A-4FFD-97FF-AF4E8D331812}"/>
                </a:ext>
              </a:extLst>
            </p:cNvPr>
            <p:cNvSpPr/>
            <p:nvPr/>
          </p:nvSpPr>
          <p:spPr>
            <a:xfrm>
              <a:off x="4942650" y="1866675"/>
              <a:ext cx="849425" cy="1047800"/>
            </a:xfrm>
            <a:custGeom>
              <a:avLst/>
              <a:gdLst/>
              <a:ahLst/>
              <a:cxnLst/>
              <a:rect l="l" t="t" r="r" b="b"/>
              <a:pathLst>
                <a:path w="33977" h="41912" extrusionOk="0">
                  <a:moveTo>
                    <a:pt x="14309" y="0"/>
                  </a:moveTo>
                  <a:cubicBezTo>
                    <a:pt x="14309" y="0"/>
                    <a:pt x="4216" y="6470"/>
                    <a:pt x="2108" y="8984"/>
                  </a:cubicBezTo>
                  <a:cubicBezTo>
                    <a:pt x="1" y="11535"/>
                    <a:pt x="962" y="16859"/>
                    <a:pt x="1110" y="18560"/>
                  </a:cubicBezTo>
                  <a:cubicBezTo>
                    <a:pt x="1258" y="20223"/>
                    <a:pt x="1406" y="31462"/>
                    <a:pt x="2367" y="33274"/>
                  </a:cubicBezTo>
                  <a:cubicBezTo>
                    <a:pt x="3333" y="35063"/>
                    <a:pt x="6205" y="41911"/>
                    <a:pt x="15275" y="41911"/>
                  </a:cubicBezTo>
                  <a:cubicBezTo>
                    <a:pt x="15575" y="41911"/>
                    <a:pt x="15881" y="41904"/>
                    <a:pt x="16194" y="41888"/>
                  </a:cubicBezTo>
                  <a:cubicBezTo>
                    <a:pt x="23255" y="41592"/>
                    <a:pt x="26805" y="35825"/>
                    <a:pt x="28210" y="32165"/>
                  </a:cubicBezTo>
                  <a:cubicBezTo>
                    <a:pt x="29614" y="28505"/>
                    <a:pt x="29910" y="24290"/>
                    <a:pt x="29910" y="24290"/>
                  </a:cubicBezTo>
                  <a:cubicBezTo>
                    <a:pt x="29910" y="24290"/>
                    <a:pt x="33977" y="23588"/>
                    <a:pt x="33977" y="20223"/>
                  </a:cubicBezTo>
                  <a:cubicBezTo>
                    <a:pt x="33977" y="17022"/>
                    <a:pt x="33173" y="13318"/>
                    <a:pt x="31439" y="13318"/>
                  </a:cubicBezTo>
                  <a:cubicBezTo>
                    <a:pt x="31351" y="13318"/>
                    <a:pt x="31260" y="13327"/>
                    <a:pt x="31167" y="13347"/>
                  </a:cubicBezTo>
                  <a:cubicBezTo>
                    <a:pt x="30206" y="13569"/>
                    <a:pt x="28912" y="15750"/>
                    <a:pt x="28912" y="15750"/>
                  </a:cubicBezTo>
                  <a:cubicBezTo>
                    <a:pt x="28912" y="15750"/>
                    <a:pt x="23588" y="12238"/>
                    <a:pt x="19078" y="7025"/>
                  </a:cubicBezTo>
                  <a:cubicBezTo>
                    <a:pt x="14604" y="1812"/>
                    <a:pt x="14309" y="0"/>
                    <a:pt x="14309"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954;p37">
              <a:extLst>
                <a:ext uri="{FF2B5EF4-FFF2-40B4-BE49-F238E27FC236}">
                  <a16:creationId xmlns:a16="http://schemas.microsoft.com/office/drawing/2014/main" id="{18145CED-A3C9-D31A-76AA-52C97353A580}"/>
                </a:ext>
              </a:extLst>
            </p:cNvPr>
            <p:cNvSpPr/>
            <p:nvPr/>
          </p:nvSpPr>
          <p:spPr>
            <a:xfrm>
              <a:off x="4970400" y="1866675"/>
              <a:ext cx="695050" cy="401125"/>
            </a:xfrm>
            <a:custGeom>
              <a:avLst/>
              <a:gdLst/>
              <a:ahLst/>
              <a:cxnLst/>
              <a:rect l="l" t="t" r="r" b="b"/>
              <a:pathLst>
                <a:path w="27802" h="16045" extrusionOk="0">
                  <a:moveTo>
                    <a:pt x="13199" y="0"/>
                  </a:moveTo>
                  <a:cubicBezTo>
                    <a:pt x="13199" y="0"/>
                    <a:pt x="3106" y="6470"/>
                    <a:pt x="998" y="8984"/>
                  </a:cubicBezTo>
                  <a:cubicBezTo>
                    <a:pt x="518" y="9576"/>
                    <a:pt x="185" y="10278"/>
                    <a:pt x="0" y="11055"/>
                  </a:cubicBezTo>
                  <a:lnTo>
                    <a:pt x="12570" y="5842"/>
                  </a:lnTo>
                  <a:cubicBezTo>
                    <a:pt x="12570" y="5842"/>
                    <a:pt x="20307" y="16045"/>
                    <a:pt x="26183" y="16045"/>
                  </a:cubicBezTo>
                  <a:cubicBezTo>
                    <a:pt x="26742" y="16045"/>
                    <a:pt x="27285" y="15952"/>
                    <a:pt x="27802" y="15750"/>
                  </a:cubicBezTo>
                  <a:cubicBezTo>
                    <a:pt x="27802" y="15750"/>
                    <a:pt x="22478" y="12238"/>
                    <a:pt x="17968" y="7025"/>
                  </a:cubicBezTo>
                  <a:cubicBezTo>
                    <a:pt x="13494" y="1812"/>
                    <a:pt x="13199" y="0"/>
                    <a:pt x="131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955;p37">
              <a:extLst>
                <a:ext uri="{FF2B5EF4-FFF2-40B4-BE49-F238E27FC236}">
                  <a16:creationId xmlns:a16="http://schemas.microsoft.com/office/drawing/2014/main" id="{7DB13F3D-BF60-4D41-42AB-31B15E5CCB99}"/>
                </a:ext>
              </a:extLst>
            </p:cNvPr>
            <p:cNvSpPr/>
            <p:nvPr/>
          </p:nvSpPr>
          <p:spPr>
            <a:xfrm>
              <a:off x="4968550" y="2285850"/>
              <a:ext cx="823525" cy="628625"/>
            </a:xfrm>
            <a:custGeom>
              <a:avLst/>
              <a:gdLst/>
              <a:ahLst/>
              <a:cxnLst/>
              <a:rect l="l" t="t" r="r" b="b"/>
              <a:pathLst>
                <a:path w="32941" h="25145" extrusionOk="0">
                  <a:moveTo>
                    <a:pt x="3235" y="0"/>
                  </a:moveTo>
                  <a:cubicBezTo>
                    <a:pt x="3026" y="0"/>
                    <a:pt x="2810" y="6"/>
                    <a:pt x="2588" y="18"/>
                  </a:cubicBezTo>
                  <a:cubicBezTo>
                    <a:pt x="1479" y="92"/>
                    <a:pt x="666" y="536"/>
                    <a:pt x="0" y="1090"/>
                  </a:cubicBezTo>
                  <a:cubicBezTo>
                    <a:pt x="37" y="1349"/>
                    <a:pt x="74" y="1608"/>
                    <a:pt x="74" y="1793"/>
                  </a:cubicBezTo>
                  <a:cubicBezTo>
                    <a:pt x="222" y="3456"/>
                    <a:pt x="370" y="14695"/>
                    <a:pt x="1331" y="16507"/>
                  </a:cubicBezTo>
                  <a:cubicBezTo>
                    <a:pt x="2297" y="18296"/>
                    <a:pt x="5169" y="25144"/>
                    <a:pt x="14239" y="25144"/>
                  </a:cubicBezTo>
                  <a:cubicBezTo>
                    <a:pt x="14539" y="25144"/>
                    <a:pt x="14845" y="25137"/>
                    <a:pt x="15158" y="25121"/>
                  </a:cubicBezTo>
                  <a:cubicBezTo>
                    <a:pt x="22219" y="24825"/>
                    <a:pt x="25769" y="19058"/>
                    <a:pt x="27174" y="15398"/>
                  </a:cubicBezTo>
                  <a:cubicBezTo>
                    <a:pt x="28578" y="11738"/>
                    <a:pt x="28874" y="7523"/>
                    <a:pt x="28874" y="7523"/>
                  </a:cubicBezTo>
                  <a:cubicBezTo>
                    <a:pt x="28874" y="7523"/>
                    <a:pt x="32941" y="6821"/>
                    <a:pt x="32941" y="3456"/>
                  </a:cubicBezTo>
                  <a:cubicBezTo>
                    <a:pt x="32941" y="2791"/>
                    <a:pt x="32904" y="2088"/>
                    <a:pt x="32830" y="1386"/>
                  </a:cubicBezTo>
                  <a:cubicBezTo>
                    <a:pt x="32719" y="2458"/>
                    <a:pt x="32497" y="3641"/>
                    <a:pt x="32054" y="4602"/>
                  </a:cubicBezTo>
                  <a:cubicBezTo>
                    <a:pt x="31225" y="6421"/>
                    <a:pt x="29447" y="6673"/>
                    <a:pt x="28528" y="6673"/>
                  </a:cubicBezTo>
                  <a:cubicBezTo>
                    <a:pt x="28176" y="6673"/>
                    <a:pt x="27950" y="6636"/>
                    <a:pt x="27950" y="6636"/>
                  </a:cubicBezTo>
                  <a:cubicBezTo>
                    <a:pt x="27950" y="6636"/>
                    <a:pt x="26101" y="16248"/>
                    <a:pt x="23587" y="19206"/>
                  </a:cubicBezTo>
                  <a:cubicBezTo>
                    <a:pt x="21937" y="21148"/>
                    <a:pt x="18421" y="22899"/>
                    <a:pt x="14265" y="22899"/>
                  </a:cubicBezTo>
                  <a:cubicBezTo>
                    <a:pt x="12091" y="22899"/>
                    <a:pt x="9743" y="22420"/>
                    <a:pt x="7394" y="21239"/>
                  </a:cubicBezTo>
                  <a:cubicBezTo>
                    <a:pt x="555" y="17838"/>
                    <a:pt x="1479" y="9409"/>
                    <a:pt x="1479" y="9409"/>
                  </a:cubicBezTo>
                  <a:cubicBezTo>
                    <a:pt x="1479" y="9409"/>
                    <a:pt x="5583" y="9409"/>
                    <a:pt x="7172" y="5527"/>
                  </a:cubicBezTo>
                  <a:cubicBezTo>
                    <a:pt x="8677" y="1853"/>
                    <a:pt x="6936" y="0"/>
                    <a:pt x="3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956;p37">
              <a:extLst>
                <a:ext uri="{FF2B5EF4-FFF2-40B4-BE49-F238E27FC236}">
                  <a16:creationId xmlns:a16="http://schemas.microsoft.com/office/drawing/2014/main" id="{D728F39A-3D6B-E39B-010F-157579C76B8E}"/>
                </a:ext>
              </a:extLst>
            </p:cNvPr>
            <p:cNvSpPr/>
            <p:nvPr/>
          </p:nvSpPr>
          <p:spPr>
            <a:xfrm>
              <a:off x="4968550" y="2286300"/>
              <a:ext cx="823525" cy="628525"/>
            </a:xfrm>
            <a:custGeom>
              <a:avLst/>
              <a:gdLst/>
              <a:ahLst/>
              <a:cxnLst/>
              <a:rect l="l" t="t" r="r" b="b"/>
              <a:pathLst>
                <a:path w="32941" h="25141" extrusionOk="0">
                  <a:moveTo>
                    <a:pt x="2588" y="0"/>
                  </a:moveTo>
                  <a:cubicBezTo>
                    <a:pt x="1479" y="74"/>
                    <a:pt x="666" y="518"/>
                    <a:pt x="0" y="1072"/>
                  </a:cubicBezTo>
                  <a:cubicBezTo>
                    <a:pt x="37" y="1331"/>
                    <a:pt x="74" y="1553"/>
                    <a:pt x="74" y="1775"/>
                  </a:cubicBezTo>
                  <a:cubicBezTo>
                    <a:pt x="222" y="3401"/>
                    <a:pt x="370" y="14197"/>
                    <a:pt x="1294" y="16378"/>
                  </a:cubicBezTo>
                  <a:cubicBezTo>
                    <a:pt x="1294" y="16415"/>
                    <a:pt x="1331" y="16452"/>
                    <a:pt x="1331" y="16489"/>
                  </a:cubicBezTo>
                  <a:cubicBezTo>
                    <a:pt x="1405" y="16637"/>
                    <a:pt x="1479" y="16785"/>
                    <a:pt x="1590" y="16970"/>
                  </a:cubicBezTo>
                  <a:cubicBezTo>
                    <a:pt x="1664" y="17155"/>
                    <a:pt x="1812" y="17376"/>
                    <a:pt x="1923" y="17598"/>
                  </a:cubicBezTo>
                  <a:cubicBezTo>
                    <a:pt x="2255" y="18227"/>
                    <a:pt x="2699" y="19003"/>
                    <a:pt x="3327" y="19816"/>
                  </a:cubicBezTo>
                  <a:cubicBezTo>
                    <a:pt x="3475" y="20038"/>
                    <a:pt x="3623" y="20260"/>
                    <a:pt x="3808" y="20482"/>
                  </a:cubicBezTo>
                  <a:cubicBezTo>
                    <a:pt x="3919" y="20593"/>
                    <a:pt x="3993" y="20667"/>
                    <a:pt x="4067" y="20778"/>
                  </a:cubicBezTo>
                  <a:cubicBezTo>
                    <a:pt x="6026" y="22996"/>
                    <a:pt x="9169" y="25140"/>
                    <a:pt x="14271" y="25140"/>
                  </a:cubicBezTo>
                  <a:cubicBezTo>
                    <a:pt x="14567" y="25140"/>
                    <a:pt x="14862" y="25140"/>
                    <a:pt x="15158" y="25103"/>
                  </a:cubicBezTo>
                  <a:cubicBezTo>
                    <a:pt x="16748" y="25029"/>
                    <a:pt x="18190" y="24697"/>
                    <a:pt x="19447" y="24142"/>
                  </a:cubicBezTo>
                  <a:cubicBezTo>
                    <a:pt x="19853" y="23957"/>
                    <a:pt x="20223" y="23772"/>
                    <a:pt x="20593" y="23587"/>
                  </a:cubicBezTo>
                  <a:lnTo>
                    <a:pt x="20630" y="23550"/>
                  </a:lnTo>
                  <a:cubicBezTo>
                    <a:pt x="20852" y="23403"/>
                    <a:pt x="21073" y="23292"/>
                    <a:pt x="21295" y="23144"/>
                  </a:cubicBezTo>
                  <a:cubicBezTo>
                    <a:pt x="22811" y="22109"/>
                    <a:pt x="24031" y="20815"/>
                    <a:pt x="24992" y="19484"/>
                  </a:cubicBezTo>
                  <a:cubicBezTo>
                    <a:pt x="25140" y="19299"/>
                    <a:pt x="25251" y="19114"/>
                    <a:pt x="25399" y="18892"/>
                  </a:cubicBezTo>
                  <a:cubicBezTo>
                    <a:pt x="25584" y="18596"/>
                    <a:pt x="25769" y="18301"/>
                    <a:pt x="25953" y="18005"/>
                  </a:cubicBezTo>
                  <a:cubicBezTo>
                    <a:pt x="26064" y="17783"/>
                    <a:pt x="26175" y="17598"/>
                    <a:pt x="26286" y="17376"/>
                  </a:cubicBezTo>
                  <a:cubicBezTo>
                    <a:pt x="26656" y="16674"/>
                    <a:pt x="26952" y="16008"/>
                    <a:pt x="27174" y="15380"/>
                  </a:cubicBezTo>
                  <a:cubicBezTo>
                    <a:pt x="28578" y="11720"/>
                    <a:pt x="28874" y="7505"/>
                    <a:pt x="28874" y="7505"/>
                  </a:cubicBezTo>
                  <a:cubicBezTo>
                    <a:pt x="28874" y="7505"/>
                    <a:pt x="32941" y="6803"/>
                    <a:pt x="32941" y="3438"/>
                  </a:cubicBezTo>
                  <a:cubicBezTo>
                    <a:pt x="32941" y="2773"/>
                    <a:pt x="32904" y="2070"/>
                    <a:pt x="32830" y="1368"/>
                  </a:cubicBezTo>
                  <a:cubicBezTo>
                    <a:pt x="32719" y="2440"/>
                    <a:pt x="32497" y="3623"/>
                    <a:pt x="32054" y="4584"/>
                  </a:cubicBezTo>
                  <a:cubicBezTo>
                    <a:pt x="31203" y="6433"/>
                    <a:pt x="29392" y="6655"/>
                    <a:pt x="28467" y="6655"/>
                  </a:cubicBezTo>
                  <a:cubicBezTo>
                    <a:pt x="28135" y="6655"/>
                    <a:pt x="27950" y="6618"/>
                    <a:pt x="27950" y="6618"/>
                  </a:cubicBezTo>
                  <a:cubicBezTo>
                    <a:pt x="27950" y="6618"/>
                    <a:pt x="26101" y="16230"/>
                    <a:pt x="23587" y="19188"/>
                  </a:cubicBezTo>
                  <a:cubicBezTo>
                    <a:pt x="21961" y="21147"/>
                    <a:pt x="18411" y="22885"/>
                    <a:pt x="14271" y="22885"/>
                  </a:cubicBezTo>
                  <a:cubicBezTo>
                    <a:pt x="12090" y="22885"/>
                    <a:pt x="9760" y="22404"/>
                    <a:pt x="7394" y="21221"/>
                  </a:cubicBezTo>
                  <a:cubicBezTo>
                    <a:pt x="1997" y="18522"/>
                    <a:pt x="1442" y="12718"/>
                    <a:pt x="1405" y="10389"/>
                  </a:cubicBezTo>
                  <a:cubicBezTo>
                    <a:pt x="1405" y="9760"/>
                    <a:pt x="1479" y="9391"/>
                    <a:pt x="1479" y="9391"/>
                  </a:cubicBezTo>
                  <a:cubicBezTo>
                    <a:pt x="1479" y="9391"/>
                    <a:pt x="5583" y="9391"/>
                    <a:pt x="7172" y="5509"/>
                  </a:cubicBezTo>
                  <a:cubicBezTo>
                    <a:pt x="7542" y="4584"/>
                    <a:pt x="7727" y="3808"/>
                    <a:pt x="7727" y="3143"/>
                  </a:cubicBezTo>
                  <a:cubicBezTo>
                    <a:pt x="7727" y="1035"/>
                    <a:pt x="6026" y="0"/>
                    <a:pt x="3254"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957;p37">
              <a:extLst>
                <a:ext uri="{FF2B5EF4-FFF2-40B4-BE49-F238E27FC236}">
                  <a16:creationId xmlns:a16="http://schemas.microsoft.com/office/drawing/2014/main" id="{23EC95B4-C677-DBEB-9E93-B10162AE8B7B}"/>
                </a:ext>
              </a:extLst>
            </p:cNvPr>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2514"/>
                    <a:pt x="8725" y="0"/>
                    <a:pt x="56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958;p37">
              <a:extLst>
                <a:ext uri="{FF2B5EF4-FFF2-40B4-BE49-F238E27FC236}">
                  <a16:creationId xmlns:a16="http://schemas.microsoft.com/office/drawing/2014/main" id="{CFBB0F63-94D6-AF31-24A6-0D6B1D72D9B6}"/>
                </a:ext>
              </a:extLst>
            </p:cNvPr>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3624"/>
                    <a:pt x="10204" y="1886"/>
                    <a:pt x="8652" y="888"/>
                  </a:cubicBezTo>
                  <a:cubicBezTo>
                    <a:pt x="8504" y="814"/>
                    <a:pt x="8393" y="740"/>
                    <a:pt x="8282" y="666"/>
                  </a:cubicBezTo>
                  <a:cubicBezTo>
                    <a:pt x="7468" y="222"/>
                    <a:pt x="6581" y="0"/>
                    <a:pt x="562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959;p37">
              <a:extLst>
                <a:ext uri="{FF2B5EF4-FFF2-40B4-BE49-F238E27FC236}">
                  <a16:creationId xmlns:a16="http://schemas.microsoft.com/office/drawing/2014/main" id="{A91FDF34-28DB-8096-8A17-06A61C61ECF6}"/>
                </a:ext>
              </a:extLst>
            </p:cNvPr>
            <p:cNvSpPr/>
            <p:nvPr/>
          </p:nvSpPr>
          <p:spPr>
            <a:xfrm>
              <a:off x="4970400" y="1866675"/>
              <a:ext cx="695050" cy="401150"/>
            </a:xfrm>
            <a:custGeom>
              <a:avLst/>
              <a:gdLst/>
              <a:ahLst/>
              <a:cxnLst/>
              <a:rect l="l" t="t" r="r" b="b"/>
              <a:pathLst>
                <a:path w="27802" h="16046" extrusionOk="0">
                  <a:moveTo>
                    <a:pt x="13199" y="0"/>
                  </a:moveTo>
                  <a:cubicBezTo>
                    <a:pt x="13199" y="0"/>
                    <a:pt x="3106" y="6470"/>
                    <a:pt x="998" y="8984"/>
                  </a:cubicBezTo>
                  <a:cubicBezTo>
                    <a:pt x="518" y="9576"/>
                    <a:pt x="185" y="10278"/>
                    <a:pt x="0" y="11055"/>
                  </a:cubicBezTo>
                  <a:lnTo>
                    <a:pt x="12570" y="5842"/>
                  </a:lnTo>
                  <a:cubicBezTo>
                    <a:pt x="12570" y="5842"/>
                    <a:pt x="16970" y="11683"/>
                    <a:pt x="21702" y="14530"/>
                  </a:cubicBezTo>
                  <a:cubicBezTo>
                    <a:pt x="21813" y="14604"/>
                    <a:pt x="21924" y="14678"/>
                    <a:pt x="22072" y="14752"/>
                  </a:cubicBezTo>
                  <a:cubicBezTo>
                    <a:pt x="23439" y="15528"/>
                    <a:pt x="24844" y="16046"/>
                    <a:pt x="26175" y="16046"/>
                  </a:cubicBezTo>
                  <a:cubicBezTo>
                    <a:pt x="26730" y="16046"/>
                    <a:pt x="27284" y="15935"/>
                    <a:pt x="27802" y="15750"/>
                  </a:cubicBezTo>
                  <a:cubicBezTo>
                    <a:pt x="27802" y="15750"/>
                    <a:pt x="22478" y="12238"/>
                    <a:pt x="17968" y="7025"/>
                  </a:cubicBezTo>
                  <a:cubicBezTo>
                    <a:pt x="13494" y="1812"/>
                    <a:pt x="13199" y="0"/>
                    <a:pt x="13199"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960;p37">
              <a:extLst>
                <a:ext uri="{FF2B5EF4-FFF2-40B4-BE49-F238E27FC236}">
                  <a16:creationId xmlns:a16="http://schemas.microsoft.com/office/drawing/2014/main" id="{EBE826CF-BD0B-5AEB-D2D2-AB942E155861}"/>
                </a:ext>
              </a:extLst>
            </p:cNvPr>
            <p:cNvSpPr/>
            <p:nvPr/>
          </p:nvSpPr>
          <p:spPr>
            <a:xfrm>
              <a:off x="5512925" y="2229900"/>
              <a:ext cx="9275" cy="5575"/>
            </a:xfrm>
            <a:custGeom>
              <a:avLst/>
              <a:gdLst/>
              <a:ahLst/>
              <a:cxnLst/>
              <a:rect l="l" t="t" r="r" b="b"/>
              <a:pathLst>
                <a:path w="371" h="223" extrusionOk="0">
                  <a:moveTo>
                    <a:pt x="371" y="223"/>
                  </a:moveTo>
                  <a:cubicBezTo>
                    <a:pt x="223" y="149"/>
                    <a:pt x="112" y="75"/>
                    <a:pt x="1" y="1"/>
                  </a:cubicBezTo>
                  <a:cubicBezTo>
                    <a:pt x="112" y="75"/>
                    <a:pt x="223" y="149"/>
                    <a:pt x="371" y="2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961;p37">
              <a:extLst>
                <a:ext uri="{FF2B5EF4-FFF2-40B4-BE49-F238E27FC236}">
                  <a16:creationId xmlns:a16="http://schemas.microsoft.com/office/drawing/2014/main" id="{54022EEA-8787-5BBB-C3EB-F85F040D266A}"/>
                </a:ext>
              </a:extLst>
            </p:cNvPr>
            <p:cNvSpPr/>
            <p:nvPr/>
          </p:nvSpPr>
          <p:spPr>
            <a:xfrm>
              <a:off x="4953750" y="1859125"/>
              <a:ext cx="846650" cy="1063075"/>
            </a:xfrm>
            <a:custGeom>
              <a:avLst/>
              <a:gdLst/>
              <a:ahLst/>
              <a:cxnLst/>
              <a:rect l="l" t="t" r="r" b="b"/>
              <a:pathLst>
                <a:path w="33866" h="42523" extrusionOk="0">
                  <a:moveTo>
                    <a:pt x="13708" y="776"/>
                  </a:moveTo>
                  <a:cubicBezTo>
                    <a:pt x="14019" y="1589"/>
                    <a:pt x="15032" y="3606"/>
                    <a:pt x="18412" y="7512"/>
                  </a:cubicBezTo>
                  <a:cubicBezTo>
                    <a:pt x="22959" y="12762"/>
                    <a:pt x="28283" y="16274"/>
                    <a:pt x="28320" y="16311"/>
                  </a:cubicBezTo>
                  <a:cubicBezTo>
                    <a:pt x="28394" y="16348"/>
                    <a:pt x="28468" y="16348"/>
                    <a:pt x="28542" y="16348"/>
                  </a:cubicBezTo>
                  <a:cubicBezTo>
                    <a:pt x="28616" y="16311"/>
                    <a:pt x="28690" y="16274"/>
                    <a:pt x="28764" y="16200"/>
                  </a:cubicBezTo>
                  <a:cubicBezTo>
                    <a:pt x="28764" y="16200"/>
                    <a:pt x="28764" y="16163"/>
                    <a:pt x="28801" y="16089"/>
                  </a:cubicBezTo>
                  <a:cubicBezTo>
                    <a:pt x="28912" y="15904"/>
                    <a:pt x="29244" y="15386"/>
                    <a:pt x="29651" y="14906"/>
                  </a:cubicBezTo>
                  <a:cubicBezTo>
                    <a:pt x="29836" y="14647"/>
                    <a:pt x="30058" y="14425"/>
                    <a:pt x="30280" y="14277"/>
                  </a:cubicBezTo>
                  <a:cubicBezTo>
                    <a:pt x="30464" y="14092"/>
                    <a:pt x="30649" y="13982"/>
                    <a:pt x="30797" y="13945"/>
                  </a:cubicBezTo>
                  <a:cubicBezTo>
                    <a:pt x="30871" y="13945"/>
                    <a:pt x="30945" y="13908"/>
                    <a:pt x="31019" y="13908"/>
                  </a:cubicBezTo>
                  <a:cubicBezTo>
                    <a:pt x="31315" y="13908"/>
                    <a:pt x="31610" y="14092"/>
                    <a:pt x="31869" y="14425"/>
                  </a:cubicBezTo>
                  <a:cubicBezTo>
                    <a:pt x="32313" y="14980"/>
                    <a:pt x="32683" y="15904"/>
                    <a:pt x="32904" y="17013"/>
                  </a:cubicBezTo>
                  <a:cubicBezTo>
                    <a:pt x="33126" y="18085"/>
                    <a:pt x="33237" y="19342"/>
                    <a:pt x="33237" y="20525"/>
                  </a:cubicBezTo>
                  <a:cubicBezTo>
                    <a:pt x="33237" y="21302"/>
                    <a:pt x="33015" y="21930"/>
                    <a:pt x="32646" y="22411"/>
                  </a:cubicBezTo>
                  <a:cubicBezTo>
                    <a:pt x="32128" y="23150"/>
                    <a:pt x="31315" y="23631"/>
                    <a:pt x="30649" y="23927"/>
                  </a:cubicBezTo>
                  <a:cubicBezTo>
                    <a:pt x="30280" y="24075"/>
                    <a:pt x="29984" y="24149"/>
                    <a:pt x="29762" y="24222"/>
                  </a:cubicBezTo>
                  <a:cubicBezTo>
                    <a:pt x="29651" y="24259"/>
                    <a:pt x="29577" y="24259"/>
                    <a:pt x="29503" y="24296"/>
                  </a:cubicBezTo>
                  <a:lnTo>
                    <a:pt x="29429" y="24296"/>
                  </a:lnTo>
                  <a:cubicBezTo>
                    <a:pt x="29281" y="24333"/>
                    <a:pt x="29170" y="24444"/>
                    <a:pt x="29170" y="24592"/>
                  </a:cubicBezTo>
                  <a:cubicBezTo>
                    <a:pt x="29170" y="24592"/>
                    <a:pt x="29170" y="24629"/>
                    <a:pt x="29133" y="24777"/>
                  </a:cubicBezTo>
                  <a:cubicBezTo>
                    <a:pt x="29059" y="25590"/>
                    <a:pt x="28690" y="29213"/>
                    <a:pt x="27507" y="32356"/>
                  </a:cubicBezTo>
                  <a:cubicBezTo>
                    <a:pt x="26804" y="34168"/>
                    <a:pt x="25584" y="36460"/>
                    <a:pt x="23662" y="38382"/>
                  </a:cubicBezTo>
                  <a:cubicBezTo>
                    <a:pt x="21776" y="40268"/>
                    <a:pt x="19188" y="41747"/>
                    <a:pt x="15750" y="41894"/>
                  </a:cubicBezTo>
                  <a:cubicBezTo>
                    <a:pt x="15454" y="41894"/>
                    <a:pt x="15159" y="41931"/>
                    <a:pt x="14863" y="41931"/>
                  </a:cubicBezTo>
                  <a:cubicBezTo>
                    <a:pt x="10389" y="41931"/>
                    <a:pt x="7506" y="40231"/>
                    <a:pt x="5546" y="38345"/>
                  </a:cubicBezTo>
                  <a:cubicBezTo>
                    <a:pt x="4585" y="37421"/>
                    <a:pt x="3883" y="36386"/>
                    <a:pt x="3328" y="35535"/>
                  </a:cubicBezTo>
                  <a:cubicBezTo>
                    <a:pt x="2810" y="34648"/>
                    <a:pt x="2441" y="33909"/>
                    <a:pt x="2219" y="33428"/>
                  </a:cubicBezTo>
                  <a:cubicBezTo>
                    <a:pt x="2108" y="33280"/>
                    <a:pt x="1997" y="32911"/>
                    <a:pt x="1923" y="32430"/>
                  </a:cubicBezTo>
                  <a:cubicBezTo>
                    <a:pt x="1590" y="30766"/>
                    <a:pt x="1369" y="27735"/>
                    <a:pt x="1221" y="24925"/>
                  </a:cubicBezTo>
                  <a:cubicBezTo>
                    <a:pt x="1110" y="22115"/>
                    <a:pt x="1036" y="19564"/>
                    <a:pt x="999" y="18825"/>
                  </a:cubicBezTo>
                  <a:cubicBezTo>
                    <a:pt x="925" y="17937"/>
                    <a:pt x="629" y="16237"/>
                    <a:pt x="629" y="14388"/>
                  </a:cubicBezTo>
                  <a:cubicBezTo>
                    <a:pt x="629" y="12540"/>
                    <a:pt x="925" y="10654"/>
                    <a:pt x="1886" y="9508"/>
                  </a:cubicBezTo>
                  <a:cubicBezTo>
                    <a:pt x="2404" y="8917"/>
                    <a:pt x="3402" y="8029"/>
                    <a:pt x="4659" y="7068"/>
                  </a:cubicBezTo>
                  <a:cubicBezTo>
                    <a:pt x="6507" y="5626"/>
                    <a:pt x="8837" y="3999"/>
                    <a:pt x="10722" y="2742"/>
                  </a:cubicBezTo>
                  <a:cubicBezTo>
                    <a:pt x="11683" y="2114"/>
                    <a:pt x="12497" y="1559"/>
                    <a:pt x="13088" y="1190"/>
                  </a:cubicBezTo>
                  <a:cubicBezTo>
                    <a:pt x="13338" y="1018"/>
                    <a:pt x="13548" y="879"/>
                    <a:pt x="13708" y="776"/>
                  </a:cubicBezTo>
                  <a:close/>
                  <a:moveTo>
                    <a:pt x="13875" y="1"/>
                  </a:moveTo>
                  <a:cubicBezTo>
                    <a:pt x="13814" y="1"/>
                    <a:pt x="13759" y="22"/>
                    <a:pt x="13717" y="44"/>
                  </a:cubicBezTo>
                  <a:cubicBezTo>
                    <a:pt x="13717" y="44"/>
                    <a:pt x="11166" y="1670"/>
                    <a:pt x="8393" y="3593"/>
                  </a:cubicBezTo>
                  <a:cubicBezTo>
                    <a:pt x="6988" y="4554"/>
                    <a:pt x="5509" y="5626"/>
                    <a:pt x="4252" y="6587"/>
                  </a:cubicBezTo>
                  <a:cubicBezTo>
                    <a:pt x="3032" y="7549"/>
                    <a:pt x="1997" y="8436"/>
                    <a:pt x="1405" y="9101"/>
                  </a:cubicBezTo>
                  <a:cubicBezTo>
                    <a:pt x="296" y="10469"/>
                    <a:pt x="1" y="12503"/>
                    <a:pt x="1" y="14388"/>
                  </a:cubicBezTo>
                  <a:cubicBezTo>
                    <a:pt x="1" y="16274"/>
                    <a:pt x="296" y="18048"/>
                    <a:pt x="370" y="18862"/>
                  </a:cubicBezTo>
                  <a:cubicBezTo>
                    <a:pt x="444" y="19675"/>
                    <a:pt x="518" y="22928"/>
                    <a:pt x="666" y="26182"/>
                  </a:cubicBezTo>
                  <a:cubicBezTo>
                    <a:pt x="777" y="27809"/>
                    <a:pt x="888" y="29435"/>
                    <a:pt x="1036" y="30803"/>
                  </a:cubicBezTo>
                  <a:cubicBezTo>
                    <a:pt x="1110" y="31469"/>
                    <a:pt x="1221" y="32060"/>
                    <a:pt x="1295" y="32578"/>
                  </a:cubicBezTo>
                  <a:cubicBezTo>
                    <a:pt x="1405" y="33058"/>
                    <a:pt x="1516" y="33465"/>
                    <a:pt x="1664" y="33724"/>
                  </a:cubicBezTo>
                  <a:cubicBezTo>
                    <a:pt x="1886" y="34168"/>
                    <a:pt x="2256" y="34944"/>
                    <a:pt x="2810" y="35831"/>
                  </a:cubicBezTo>
                  <a:cubicBezTo>
                    <a:pt x="3661" y="37199"/>
                    <a:pt x="4918" y="38900"/>
                    <a:pt x="6840" y="40231"/>
                  </a:cubicBezTo>
                  <a:cubicBezTo>
                    <a:pt x="8800" y="41562"/>
                    <a:pt x="11388" y="42523"/>
                    <a:pt x="14863" y="42523"/>
                  </a:cubicBezTo>
                  <a:lnTo>
                    <a:pt x="15750" y="42523"/>
                  </a:lnTo>
                  <a:cubicBezTo>
                    <a:pt x="19373" y="42338"/>
                    <a:pt x="22109" y="40785"/>
                    <a:pt x="24105" y="38789"/>
                  </a:cubicBezTo>
                  <a:cubicBezTo>
                    <a:pt x="26102" y="36829"/>
                    <a:pt x="27359" y="34426"/>
                    <a:pt x="28061" y="32578"/>
                  </a:cubicBezTo>
                  <a:cubicBezTo>
                    <a:pt x="29304" y="29392"/>
                    <a:pt x="29668" y="25795"/>
                    <a:pt x="29745" y="24860"/>
                  </a:cubicBezTo>
                  <a:lnTo>
                    <a:pt x="29745" y="24860"/>
                  </a:lnTo>
                  <a:cubicBezTo>
                    <a:pt x="30118" y="24769"/>
                    <a:pt x="30873" y="24565"/>
                    <a:pt x="31647" y="24112"/>
                  </a:cubicBezTo>
                  <a:cubicBezTo>
                    <a:pt x="32202" y="23779"/>
                    <a:pt x="32757" y="23335"/>
                    <a:pt x="33163" y="22781"/>
                  </a:cubicBezTo>
                  <a:cubicBezTo>
                    <a:pt x="33570" y="22189"/>
                    <a:pt x="33866" y="21450"/>
                    <a:pt x="33866" y="20525"/>
                  </a:cubicBezTo>
                  <a:cubicBezTo>
                    <a:pt x="33866" y="18899"/>
                    <a:pt x="33644" y="17161"/>
                    <a:pt x="33200" y="15793"/>
                  </a:cubicBezTo>
                  <a:cubicBezTo>
                    <a:pt x="32978" y="15091"/>
                    <a:pt x="32720" y="14499"/>
                    <a:pt x="32387" y="14056"/>
                  </a:cubicBezTo>
                  <a:cubicBezTo>
                    <a:pt x="32017" y="13612"/>
                    <a:pt x="31537" y="13316"/>
                    <a:pt x="31019" y="13316"/>
                  </a:cubicBezTo>
                  <a:cubicBezTo>
                    <a:pt x="30908" y="13316"/>
                    <a:pt x="30760" y="13316"/>
                    <a:pt x="30649" y="13353"/>
                  </a:cubicBezTo>
                  <a:cubicBezTo>
                    <a:pt x="30316" y="13427"/>
                    <a:pt x="30021" y="13649"/>
                    <a:pt x="29762" y="13871"/>
                  </a:cubicBezTo>
                  <a:cubicBezTo>
                    <a:pt x="29193" y="14414"/>
                    <a:pt x="28661" y="15173"/>
                    <a:pt x="28392" y="15581"/>
                  </a:cubicBezTo>
                  <a:lnTo>
                    <a:pt x="28392" y="15581"/>
                  </a:lnTo>
                  <a:cubicBezTo>
                    <a:pt x="27251" y="14793"/>
                    <a:pt x="22729" y="11599"/>
                    <a:pt x="18893" y="7142"/>
                  </a:cubicBezTo>
                  <a:cubicBezTo>
                    <a:pt x="16637" y="4554"/>
                    <a:pt x="15454" y="2816"/>
                    <a:pt x="14863" y="1707"/>
                  </a:cubicBezTo>
                  <a:cubicBezTo>
                    <a:pt x="14530" y="1190"/>
                    <a:pt x="14382" y="783"/>
                    <a:pt x="14271" y="561"/>
                  </a:cubicBezTo>
                  <a:cubicBezTo>
                    <a:pt x="14234" y="450"/>
                    <a:pt x="14197" y="376"/>
                    <a:pt x="14197" y="302"/>
                  </a:cubicBezTo>
                  <a:lnTo>
                    <a:pt x="14197" y="265"/>
                  </a:lnTo>
                  <a:cubicBezTo>
                    <a:pt x="14160" y="155"/>
                    <a:pt x="14086" y="81"/>
                    <a:pt x="14012" y="44"/>
                  </a:cubicBezTo>
                  <a:cubicBezTo>
                    <a:pt x="13966" y="12"/>
                    <a:pt x="13919" y="1"/>
                    <a:pt x="1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962;p37">
              <a:extLst>
                <a:ext uri="{FF2B5EF4-FFF2-40B4-BE49-F238E27FC236}">
                  <a16:creationId xmlns:a16="http://schemas.microsoft.com/office/drawing/2014/main" id="{0FB72499-7EEC-E815-B0CA-5F0668A64ABB}"/>
                </a:ext>
              </a:extLst>
            </p:cNvPr>
            <p:cNvSpPr/>
            <p:nvPr/>
          </p:nvSpPr>
          <p:spPr>
            <a:xfrm>
              <a:off x="4911225" y="2165200"/>
              <a:ext cx="287475" cy="288400"/>
            </a:xfrm>
            <a:custGeom>
              <a:avLst/>
              <a:gdLst/>
              <a:ahLst/>
              <a:cxnLst/>
              <a:rect l="l" t="t" r="r" b="b"/>
              <a:pathLst>
                <a:path w="11499" h="11536" extrusionOk="0">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963;p37">
              <a:extLst>
                <a:ext uri="{FF2B5EF4-FFF2-40B4-BE49-F238E27FC236}">
                  <a16:creationId xmlns:a16="http://schemas.microsoft.com/office/drawing/2014/main" id="{CABF2244-CF9B-0DCD-420C-2294A3BE65A8}"/>
                </a:ext>
              </a:extLst>
            </p:cNvPr>
            <p:cNvSpPr/>
            <p:nvPr/>
          </p:nvSpPr>
          <p:spPr>
            <a:xfrm>
              <a:off x="4936200" y="2265950"/>
              <a:ext cx="262500" cy="187650"/>
            </a:xfrm>
            <a:custGeom>
              <a:avLst/>
              <a:gdLst/>
              <a:ahLst/>
              <a:cxnLst/>
              <a:rect l="l" t="t" r="r" b="b"/>
              <a:pathLst>
                <a:path w="10500" h="7506" extrusionOk="0">
                  <a:moveTo>
                    <a:pt x="10241" y="1"/>
                  </a:moveTo>
                  <a:cubicBezTo>
                    <a:pt x="9760" y="1036"/>
                    <a:pt x="9169" y="1849"/>
                    <a:pt x="8577" y="1886"/>
                  </a:cubicBezTo>
                  <a:cubicBezTo>
                    <a:pt x="8232" y="1919"/>
                    <a:pt x="7936" y="1932"/>
                    <a:pt x="7674" y="1932"/>
                  </a:cubicBezTo>
                  <a:cubicBezTo>
                    <a:pt x="6621" y="1932"/>
                    <a:pt x="6125" y="1720"/>
                    <a:pt x="5209" y="1720"/>
                  </a:cubicBezTo>
                  <a:cubicBezTo>
                    <a:pt x="5063" y="1720"/>
                    <a:pt x="4905" y="1726"/>
                    <a:pt x="4732" y="1738"/>
                  </a:cubicBezTo>
                  <a:cubicBezTo>
                    <a:pt x="3771" y="1775"/>
                    <a:pt x="1479" y="3661"/>
                    <a:pt x="0" y="4955"/>
                  </a:cubicBezTo>
                  <a:cubicBezTo>
                    <a:pt x="1035" y="6471"/>
                    <a:pt x="2773" y="7506"/>
                    <a:pt x="4732" y="7506"/>
                  </a:cubicBezTo>
                  <a:cubicBezTo>
                    <a:pt x="7912" y="7506"/>
                    <a:pt x="10500" y="4918"/>
                    <a:pt x="10500" y="1738"/>
                  </a:cubicBezTo>
                  <a:cubicBezTo>
                    <a:pt x="10500" y="1110"/>
                    <a:pt x="10426" y="555"/>
                    <a:pt x="10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964;p37">
              <a:extLst>
                <a:ext uri="{FF2B5EF4-FFF2-40B4-BE49-F238E27FC236}">
                  <a16:creationId xmlns:a16="http://schemas.microsoft.com/office/drawing/2014/main" id="{0847F647-F557-13BB-1280-82E30ECFB502}"/>
                </a:ext>
              </a:extLst>
            </p:cNvPr>
            <p:cNvSpPr/>
            <p:nvPr/>
          </p:nvSpPr>
          <p:spPr>
            <a:xfrm>
              <a:off x="4902925" y="2157825"/>
              <a:ext cx="303175" cy="303175"/>
            </a:xfrm>
            <a:custGeom>
              <a:avLst/>
              <a:gdLst/>
              <a:ahLst/>
              <a:cxnLst/>
              <a:rect l="l" t="t" r="r" b="b"/>
              <a:pathLst>
                <a:path w="12127" h="12127" extrusionOk="0">
                  <a:moveTo>
                    <a:pt x="6063" y="592"/>
                  </a:moveTo>
                  <a:cubicBezTo>
                    <a:pt x="7579" y="592"/>
                    <a:pt x="8947" y="1220"/>
                    <a:pt x="9945" y="2218"/>
                  </a:cubicBezTo>
                  <a:cubicBezTo>
                    <a:pt x="10907" y="3180"/>
                    <a:pt x="11535" y="4548"/>
                    <a:pt x="11535" y="6063"/>
                  </a:cubicBezTo>
                  <a:cubicBezTo>
                    <a:pt x="11535" y="7542"/>
                    <a:pt x="10907" y="8910"/>
                    <a:pt x="9945" y="9908"/>
                  </a:cubicBezTo>
                  <a:cubicBezTo>
                    <a:pt x="8947" y="10907"/>
                    <a:pt x="7579" y="11498"/>
                    <a:pt x="6063" y="11498"/>
                  </a:cubicBezTo>
                  <a:cubicBezTo>
                    <a:pt x="4585" y="11498"/>
                    <a:pt x="3217" y="10907"/>
                    <a:pt x="2218" y="9908"/>
                  </a:cubicBezTo>
                  <a:cubicBezTo>
                    <a:pt x="1220" y="8910"/>
                    <a:pt x="629" y="7542"/>
                    <a:pt x="629" y="6063"/>
                  </a:cubicBezTo>
                  <a:cubicBezTo>
                    <a:pt x="629" y="4548"/>
                    <a:pt x="1220" y="3180"/>
                    <a:pt x="2218" y="2218"/>
                  </a:cubicBezTo>
                  <a:cubicBezTo>
                    <a:pt x="3217" y="1220"/>
                    <a:pt x="4585" y="592"/>
                    <a:pt x="6063" y="592"/>
                  </a:cubicBezTo>
                  <a:close/>
                  <a:moveTo>
                    <a:pt x="6063" y="0"/>
                  </a:moveTo>
                  <a:cubicBezTo>
                    <a:pt x="2736" y="0"/>
                    <a:pt x="0" y="2699"/>
                    <a:pt x="0" y="6063"/>
                  </a:cubicBezTo>
                  <a:cubicBezTo>
                    <a:pt x="0" y="9391"/>
                    <a:pt x="2736" y="12127"/>
                    <a:pt x="6063" y="12127"/>
                  </a:cubicBezTo>
                  <a:cubicBezTo>
                    <a:pt x="9428" y="12127"/>
                    <a:pt x="12127" y="9391"/>
                    <a:pt x="12127" y="6063"/>
                  </a:cubicBezTo>
                  <a:cubicBezTo>
                    <a:pt x="12127" y="2699"/>
                    <a:pt x="9428" y="0"/>
                    <a:pt x="60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965;p37">
              <a:extLst>
                <a:ext uri="{FF2B5EF4-FFF2-40B4-BE49-F238E27FC236}">
                  <a16:creationId xmlns:a16="http://schemas.microsoft.com/office/drawing/2014/main" id="{5FF86046-55AF-797E-29AE-383CC2DBE067}"/>
                </a:ext>
              </a:extLst>
            </p:cNvPr>
            <p:cNvSpPr/>
            <p:nvPr/>
          </p:nvSpPr>
          <p:spPr>
            <a:xfrm>
              <a:off x="5304050" y="2165200"/>
              <a:ext cx="288400" cy="288400"/>
            </a:xfrm>
            <a:custGeom>
              <a:avLst/>
              <a:gdLst/>
              <a:ahLst/>
              <a:cxnLst/>
              <a:rect l="l" t="t" r="r" b="b"/>
              <a:pathLst>
                <a:path w="11536" h="11536" extrusionOk="0">
                  <a:moveTo>
                    <a:pt x="5768" y="1"/>
                  </a:moveTo>
                  <a:cubicBezTo>
                    <a:pt x="2588" y="1"/>
                    <a:pt x="0" y="2589"/>
                    <a:pt x="0" y="5768"/>
                  </a:cubicBezTo>
                  <a:cubicBezTo>
                    <a:pt x="0" y="8948"/>
                    <a:pt x="2588" y="11536"/>
                    <a:pt x="5768" y="11536"/>
                  </a:cubicBezTo>
                  <a:cubicBezTo>
                    <a:pt x="8947" y="11536"/>
                    <a:pt x="11535" y="8948"/>
                    <a:pt x="11535" y="5768"/>
                  </a:cubicBezTo>
                  <a:cubicBezTo>
                    <a:pt x="11535" y="2589"/>
                    <a:pt x="8947" y="1"/>
                    <a:pt x="57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966;p37">
              <a:extLst>
                <a:ext uri="{FF2B5EF4-FFF2-40B4-BE49-F238E27FC236}">
                  <a16:creationId xmlns:a16="http://schemas.microsoft.com/office/drawing/2014/main" id="{DD8CFB93-DD2A-781C-5CD5-BA6AF8BB7CDE}"/>
                </a:ext>
              </a:extLst>
            </p:cNvPr>
            <p:cNvSpPr/>
            <p:nvPr/>
          </p:nvSpPr>
          <p:spPr>
            <a:xfrm>
              <a:off x="5318825" y="2264100"/>
              <a:ext cx="273625" cy="189500"/>
            </a:xfrm>
            <a:custGeom>
              <a:avLst/>
              <a:gdLst/>
              <a:ahLst/>
              <a:cxnLst/>
              <a:rect l="l" t="t" r="r" b="b"/>
              <a:pathLst>
                <a:path w="10945" h="7580" extrusionOk="0">
                  <a:moveTo>
                    <a:pt x="10649" y="1"/>
                  </a:moveTo>
                  <a:cubicBezTo>
                    <a:pt x="9701" y="1685"/>
                    <a:pt x="8654" y="2154"/>
                    <a:pt x="7554" y="2154"/>
                  </a:cubicBezTo>
                  <a:cubicBezTo>
                    <a:pt x="6337" y="2154"/>
                    <a:pt x="5054" y="1579"/>
                    <a:pt x="3772" y="1443"/>
                  </a:cubicBezTo>
                  <a:cubicBezTo>
                    <a:pt x="3709" y="1436"/>
                    <a:pt x="3646" y="1433"/>
                    <a:pt x="3583" y="1433"/>
                  </a:cubicBezTo>
                  <a:cubicBezTo>
                    <a:pt x="2177" y="1433"/>
                    <a:pt x="886" y="2981"/>
                    <a:pt x="1" y="4326"/>
                  </a:cubicBezTo>
                  <a:cubicBezTo>
                    <a:pt x="925" y="6249"/>
                    <a:pt x="2885" y="7580"/>
                    <a:pt x="5177" y="7580"/>
                  </a:cubicBezTo>
                  <a:cubicBezTo>
                    <a:pt x="8356" y="7580"/>
                    <a:pt x="10944" y="4992"/>
                    <a:pt x="10944" y="1812"/>
                  </a:cubicBezTo>
                  <a:cubicBezTo>
                    <a:pt x="10944" y="1184"/>
                    <a:pt x="10833" y="555"/>
                    <a:pt x="10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967;p37">
              <a:extLst>
                <a:ext uri="{FF2B5EF4-FFF2-40B4-BE49-F238E27FC236}">
                  <a16:creationId xmlns:a16="http://schemas.microsoft.com/office/drawing/2014/main" id="{040B41DE-E055-E750-C478-6CACDBDDDCCC}"/>
                </a:ext>
              </a:extLst>
            </p:cNvPr>
            <p:cNvSpPr/>
            <p:nvPr/>
          </p:nvSpPr>
          <p:spPr>
            <a:xfrm>
              <a:off x="5296650" y="2157825"/>
              <a:ext cx="303200" cy="303175"/>
            </a:xfrm>
            <a:custGeom>
              <a:avLst/>
              <a:gdLst/>
              <a:ahLst/>
              <a:cxnLst/>
              <a:rect l="l" t="t" r="r" b="b"/>
              <a:pathLst>
                <a:path w="12128" h="12127" extrusionOk="0">
                  <a:moveTo>
                    <a:pt x="6064" y="592"/>
                  </a:moveTo>
                  <a:cubicBezTo>
                    <a:pt x="7580" y="592"/>
                    <a:pt x="8911" y="1220"/>
                    <a:pt x="9909" y="2218"/>
                  </a:cubicBezTo>
                  <a:cubicBezTo>
                    <a:pt x="10907" y="3180"/>
                    <a:pt x="11499" y="4548"/>
                    <a:pt x="11499" y="6063"/>
                  </a:cubicBezTo>
                  <a:cubicBezTo>
                    <a:pt x="11499" y="7542"/>
                    <a:pt x="10907" y="8910"/>
                    <a:pt x="9909" y="9908"/>
                  </a:cubicBezTo>
                  <a:cubicBezTo>
                    <a:pt x="8911" y="10907"/>
                    <a:pt x="7580" y="11498"/>
                    <a:pt x="6064" y="11498"/>
                  </a:cubicBezTo>
                  <a:cubicBezTo>
                    <a:pt x="4548" y="11498"/>
                    <a:pt x="3180" y="10907"/>
                    <a:pt x="2219" y="9908"/>
                  </a:cubicBezTo>
                  <a:cubicBezTo>
                    <a:pt x="1221" y="8910"/>
                    <a:pt x="592" y="7542"/>
                    <a:pt x="592" y="6063"/>
                  </a:cubicBezTo>
                  <a:cubicBezTo>
                    <a:pt x="592" y="4548"/>
                    <a:pt x="1221" y="3180"/>
                    <a:pt x="2219" y="2218"/>
                  </a:cubicBezTo>
                  <a:cubicBezTo>
                    <a:pt x="3180" y="1220"/>
                    <a:pt x="4548" y="592"/>
                    <a:pt x="6064" y="592"/>
                  </a:cubicBezTo>
                  <a:close/>
                  <a:moveTo>
                    <a:pt x="6064" y="0"/>
                  </a:moveTo>
                  <a:cubicBezTo>
                    <a:pt x="2700" y="0"/>
                    <a:pt x="1" y="2699"/>
                    <a:pt x="1" y="6063"/>
                  </a:cubicBezTo>
                  <a:cubicBezTo>
                    <a:pt x="1" y="9391"/>
                    <a:pt x="2700" y="12127"/>
                    <a:pt x="6064" y="12127"/>
                  </a:cubicBezTo>
                  <a:cubicBezTo>
                    <a:pt x="9391" y="12127"/>
                    <a:pt x="12127" y="9391"/>
                    <a:pt x="12127" y="6063"/>
                  </a:cubicBezTo>
                  <a:cubicBezTo>
                    <a:pt x="12127" y="2699"/>
                    <a:pt x="9391" y="0"/>
                    <a:pt x="60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968;p37">
              <a:extLst>
                <a:ext uri="{FF2B5EF4-FFF2-40B4-BE49-F238E27FC236}">
                  <a16:creationId xmlns:a16="http://schemas.microsoft.com/office/drawing/2014/main" id="{647E7504-A780-5122-9C0D-E0B5C5778378}"/>
                </a:ext>
              </a:extLst>
            </p:cNvPr>
            <p:cNvSpPr/>
            <p:nvPr/>
          </p:nvSpPr>
          <p:spPr>
            <a:xfrm>
              <a:off x="5190375" y="2221600"/>
              <a:ext cx="129400" cy="39075"/>
            </a:xfrm>
            <a:custGeom>
              <a:avLst/>
              <a:gdLst/>
              <a:ahLst/>
              <a:cxnLst/>
              <a:rect l="l" t="t" r="r" b="b"/>
              <a:pathLst>
                <a:path w="5176" h="1563" extrusionOk="0">
                  <a:moveTo>
                    <a:pt x="2736" y="0"/>
                  </a:moveTo>
                  <a:cubicBezTo>
                    <a:pt x="1257" y="37"/>
                    <a:pt x="148" y="998"/>
                    <a:pt x="148" y="1035"/>
                  </a:cubicBezTo>
                  <a:cubicBezTo>
                    <a:pt x="0" y="1146"/>
                    <a:pt x="0" y="1331"/>
                    <a:pt x="111" y="1442"/>
                  </a:cubicBezTo>
                  <a:cubicBezTo>
                    <a:pt x="170" y="1521"/>
                    <a:pt x="251" y="1558"/>
                    <a:pt x="336" y="1558"/>
                  </a:cubicBezTo>
                  <a:cubicBezTo>
                    <a:pt x="409" y="1558"/>
                    <a:pt x="486" y="1530"/>
                    <a:pt x="555" y="1479"/>
                  </a:cubicBezTo>
                  <a:cubicBezTo>
                    <a:pt x="629" y="1405"/>
                    <a:pt x="1627" y="629"/>
                    <a:pt x="2736" y="629"/>
                  </a:cubicBezTo>
                  <a:cubicBezTo>
                    <a:pt x="3327" y="629"/>
                    <a:pt x="3956" y="814"/>
                    <a:pt x="4621" y="1479"/>
                  </a:cubicBezTo>
                  <a:cubicBezTo>
                    <a:pt x="4677" y="1534"/>
                    <a:pt x="4751" y="1562"/>
                    <a:pt x="4829" y="1562"/>
                  </a:cubicBezTo>
                  <a:cubicBezTo>
                    <a:pt x="4908" y="1562"/>
                    <a:pt x="4991" y="1534"/>
                    <a:pt x="5065" y="1479"/>
                  </a:cubicBezTo>
                  <a:cubicBezTo>
                    <a:pt x="5176" y="1368"/>
                    <a:pt x="5176" y="1146"/>
                    <a:pt x="5065" y="1035"/>
                  </a:cubicBezTo>
                  <a:cubicBezTo>
                    <a:pt x="4289" y="296"/>
                    <a:pt x="3475" y="0"/>
                    <a:pt x="2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969;p37">
              <a:extLst>
                <a:ext uri="{FF2B5EF4-FFF2-40B4-BE49-F238E27FC236}">
                  <a16:creationId xmlns:a16="http://schemas.microsoft.com/office/drawing/2014/main" id="{3AF8AE7F-FD64-0C0A-4F8B-C4A0761A8D84}"/>
                </a:ext>
              </a:extLst>
            </p:cNvPr>
            <p:cNvSpPr/>
            <p:nvPr/>
          </p:nvSpPr>
          <p:spPr>
            <a:xfrm>
              <a:off x="4993500" y="2059850"/>
              <a:ext cx="154375" cy="74650"/>
            </a:xfrm>
            <a:custGeom>
              <a:avLst/>
              <a:gdLst/>
              <a:ahLst/>
              <a:cxnLst/>
              <a:rect l="l" t="t" r="r" b="b"/>
              <a:pathLst>
                <a:path w="6175" h="2986" extrusionOk="0">
                  <a:moveTo>
                    <a:pt x="4807" y="0"/>
                  </a:moveTo>
                  <a:cubicBezTo>
                    <a:pt x="3328" y="0"/>
                    <a:pt x="2145" y="629"/>
                    <a:pt x="1331" y="1257"/>
                  </a:cubicBezTo>
                  <a:cubicBezTo>
                    <a:pt x="555" y="1849"/>
                    <a:pt x="111" y="2477"/>
                    <a:pt x="111" y="2477"/>
                  </a:cubicBezTo>
                  <a:cubicBezTo>
                    <a:pt x="0" y="2625"/>
                    <a:pt x="37" y="2810"/>
                    <a:pt x="185" y="2921"/>
                  </a:cubicBezTo>
                  <a:cubicBezTo>
                    <a:pt x="229" y="2965"/>
                    <a:pt x="290" y="2985"/>
                    <a:pt x="352" y="2985"/>
                  </a:cubicBezTo>
                  <a:cubicBezTo>
                    <a:pt x="448" y="2985"/>
                    <a:pt x="547" y="2937"/>
                    <a:pt x="592" y="2847"/>
                  </a:cubicBezTo>
                  <a:lnTo>
                    <a:pt x="629" y="2847"/>
                  </a:lnTo>
                  <a:cubicBezTo>
                    <a:pt x="703" y="2699"/>
                    <a:pt x="1146" y="2145"/>
                    <a:pt x="1849" y="1627"/>
                  </a:cubicBezTo>
                  <a:cubicBezTo>
                    <a:pt x="2588" y="1109"/>
                    <a:pt x="3586" y="629"/>
                    <a:pt x="4807" y="629"/>
                  </a:cubicBezTo>
                  <a:cubicBezTo>
                    <a:pt x="5102" y="629"/>
                    <a:pt x="5435" y="666"/>
                    <a:pt x="5768" y="740"/>
                  </a:cubicBezTo>
                  <a:cubicBezTo>
                    <a:pt x="5787" y="744"/>
                    <a:pt x="5807" y="747"/>
                    <a:pt x="5827" y="747"/>
                  </a:cubicBezTo>
                  <a:cubicBezTo>
                    <a:pt x="5961" y="747"/>
                    <a:pt x="6105" y="642"/>
                    <a:pt x="6137" y="481"/>
                  </a:cubicBezTo>
                  <a:cubicBezTo>
                    <a:pt x="6174" y="333"/>
                    <a:pt x="6064" y="148"/>
                    <a:pt x="5879" y="111"/>
                  </a:cubicBezTo>
                  <a:cubicBezTo>
                    <a:pt x="5509" y="37"/>
                    <a:pt x="5139" y="0"/>
                    <a:pt x="4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970;p37">
              <a:extLst>
                <a:ext uri="{FF2B5EF4-FFF2-40B4-BE49-F238E27FC236}">
                  <a16:creationId xmlns:a16="http://schemas.microsoft.com/office/drawing/2014/main" id="{B2BE8D30-C1FB-9186-030F-21CCD2668273}"/>
                </a:ext>
              </a:extLst>
            </p:cNvPr>
            <p:cNvSpPr/>
            <p:nvPr/>
          </p:nvSpPr>
          <p:spPr>
            <a:xfrm>
              <a:off x="5316075" y="2049675"/>
              <a:ext cx="183025" cy="81200"/>
            </a:xfrm>
            <a:custGeom>
              <a:avLst/>
              <a:gdLst/>
              <a:ahLst/>
              <a:cxnLst/>
              <a:rect l="l" t="t" r="r" b="b"/>
              <a:pathLst>
                <a:path w="7321" h="3248" extrusionOk="0">
                  <a:moveTo>
                    <a:pt x="1923" y="1"/>
                  </a:moveTo>
                  <a:cubicBezTo>
                    <a:pt x="924" y="1"/>
                    <a:pt x="259" y="259"/>
                    <a:pt x="259" y="259"/>
                  </a:cubicBezTo>
                  <a:cubicBezTo>
                    <a:pt x="74" y="333"/>
                    <a:pt x="0" y="518"/>
                    <a:pt x="74" y="666"/>
                  </a:cubicBezTo>
                  <a:cubicBezTo>
                    <a:pt x="135" y="789"/>
                    <a:pt x="273" y="860"/>
                    <a:pt x="402" y="860"/>
                  </a:cubicBezTo>
                  <a:cubicBezTo>
                    <a:pt x="429" y="860"/>
                    <a:pt x="455" y="857"/>
                    <a:pt x="481" y="851"/>
                  </a:cubicBezTo>
                  <a:cubicBezTo>
                    <a:pt x="518" y="814"/>
                    <a:pt x="1072" y="592"/>
                    <a:pt x="1923" y="592"/>
                  </a:cubicBezTo>
                  <a:cubicBezTo>
                    <a:pt x="3143" y="592"/>
                    <a:pt x="4917" y="1036"/>
                    <a:pt x="6729" y="3143"/>
                  </a:cubicBezTo>
                  <a:cubicBezTo>
                    <a:pt x="6793" y="3208"/>
                    <a:pt x="6883" y="3247"/>
                    <a:pt x="6975" y="3247"/>
                  </a:cubicBezTo>
                  <a:cubicBezTo>
                    <a:pt x="7042" y="3247"/>
                    <a:pt x="7110" y="3227"/>
                    <a:pt x="7172" y="3180"/>
                  </a:cubicBezTo>
                  <a:cubicBezTo>
                    <a:pt x="7283" y="3069"/>
                    <a:pt x="7320" y="2884"/>
                    <a:pt x="7209" y="2736"/>
                  </a:cubicBezTo>
                  <a:cubicBezTo>
                    <a:pt x="5287" y="481"/>
                    <a:pt x="3290" y="1"/>
                    <a:pt x="1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971;p37">
              <a:extLst>
                <a:ext uri="{FF2B5EF4-FFF2-40B4-BE49-F238E27FC236}">
                  <a16:creationId xmlns:a16="http://schemas.microsoft.com/office/drawing/2014/main" id="{CD5532F1-8415-F55F-B12D-C1A566E62321}"/>
                </a:ext>
              </a:extLst>
            </p:cNvPr>
            <p:cNvSpPr/>
            <p:nvPr/>
          </p:nvSpPr>
          <p:spPr>
            <a:xfrm>
              <a:off x="5148775" y="2298125"/>
              <a:ext cx="97075" cy="268425"/>
            </a:xfrm>
            <a:custGeom>
              <a:avLst/>
              <a:gdLst/>
              <a:ahLst/>
              <a:cxnLst/>
              <a:rect l="l" t="t" r="r" b="b"/>
              <a:pathLst>
                <a:path w="3883" h="10737" extrusionOk="0">
                  <a:moveTo>
                    <a:pt x="2869" y="1"/>
                  </a:moveTo>
                  <a:cubicBezTo>
                    <a:pt x="2849" y="1"/>
                    <a:pt x="2829" y="3"/>
                    <a:pt x="2810" y="8"/>
                  </a:cubicBezTo>
                  <a:cubicBezTo>
                    <a:pt x="2625" y="8"/>
                    <a:pt x="2514" y="156"/>
                    <a:pt x="2551" y="340"/>
                  </a:cubicBezTo>
                  <a:cubicBezTo>
                    <a:pt x="2551" y="340"/>
                    <a:pt x="2551" y="377"/>
                    <a:pt x="2551" y="488"/>
                  </a:cubicBezTo>
                  <a:cubicBezTo>
                    <a:pt x="2588" y="747"/>
                    <a:pt x="2625" y="1413"/>
                    <a:pt x="2625" y="2189"/>
                  </a:cubicBezTo>
                  <a:cubicBezTo>
                    <a:pt x="2662" y="3187"/>
                    <a:pt x="2514" y="4407"/>
                    <a:pt x="2145" y="5073"/>
                  </a:cubicBezTo>
                  <a:cubicBezTo>
                    <a:pt x="1812" y="5664"/>
                    <a:pt x="1331" y="6182"/>
                    <a:pt x="851" y="6662"/>
                  </a:cubicBezTo>
                  <a:cubicBezTo>
                    <a:pt x="629" y="6921"/>
                    <a:pt x="444" y="7143"/>
                    <a:pt x="259" y="7402"/>
                  </a:cubicBezTo>
                  <a:cubicBezTo>
                    <a:pt x="111" y="7624"/>
                    <a:pt x="0" y="7919"/>
                    <a:pt x="0" y="8215"/>
                  </a:cubicBezTo>
                  <a:cubicBezTo>
                    <a:pt x="0" y="8437"/>
                    <a:pt x="74" y="8659"/>
                    <a:pt x="185" y="8881"/>
                  </a:cubicBezTo>
                  <a:cubicBezTo>
                    <a:pt x="629" y="9546"/>
                    <a:pt x="1442" y="9990"/>
                    <a:pt x="2145" y="10286"/>
                  </a:cubicBezTo>
                  <a:cubicBezTo>
                    <a:pt x="2847" y="10581"/>
                    <a:pt x="3476" y="10729"/>
                    <a:pt x="3476" y="10729"/>
                  </a:cubicBezTo>
                  <a:cubicBezTo>
                    <a:pt x="3495" y="10734"/>
                    <a:pt x="3514" y="10736"/>
                    <a:pt x="3534" y="10736"/>
                  </a:cubicBezTo>
                  <a:cubicBezTo>
                    <a:pt x="3669" y="10736"/>
                    <a:pt x="3813" y="10631"/>
                    <a:pt x="3845" y="10470"/>
                  </a:cubicBezTo>
                  <a:cubicBezTo>
                    <a:pt x="3882" y="10323"/>
                    <a:pt x="3771" y="10138"/>
                    <a:pt x="3624" y="10101"/>
                  </a:cubicBezTo>
                  <a:lnTo>
                    <a:pt x="3513" y="10101"/>
                  </a:lnTo>
                  <a:cubicBezTo>
                    <a:pt x="3291" y="10027"/>
                    <a:pt x="2736" y="9879"/>
                    <a:pt x="2145" y="9583"/>
                  </a:cubicBezTo>
                  <a:cubicBezTo>
                    <a:pt x="1553" y="9324"/>
                    <a:pt x="962" y="8955"/>
                    <a:pt x="703" y="8548"/>
                  </a:cubicBezTo>
                  <a:cubicBezTo>
                    <a:pt x="629" y="8437"/>
                    <a:pt x="592" y="8326"/>
                    <a:pt x="592" y="8215"/>
                  </a:cubicBezTo>
                  <a:cubicBezTo>
                    <a:pt x="592" y="8067"/>
                    <a:pt x="666" y="7919"/>
                    <a:pt x="777" y="7735"/>
                  </a:cubicBezTo>
                  <a:cubicBezTo>
                    <a:pt x="962" y="7439"/>
                    <a:pt x="1294" y="7106"/>
                    <a:pt x="1664" y="6699"/>
                  </a:cubicBezTo>
                  <a:cubicBezTo>
                    <a:pt x="2034" y="6330"/>
                    <a:pt x="2403" y="5886"/>
                    <a:pt x="2699" y="5368"/>
                  </a:cubicBezTo>
                  <a:cubicBezTo>
                    <a:pt x="3180" y="4481"/>
                    <a:pt x="3254" y="3224"/>
                    <a:pt x="3254" y="2189"/>
                  </a:cubicBezTo>
                  <a:cubicBezTo>
                    <a:pt x="3254" y="1117"/>
                    <a:pt x="3143" y="267"/>
                    <a:pt x="3143" y="267"/>
                  </a:cubicBezTo>
                  <a:cubicBezTo>
                    <a:pt x="3143" y="106"/>
                    <a:pt x="3003" y="1"/>
                    <a:pt x="2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972;p37">
              <a:extLst>
                <a:ext uri="{FF2B5EF4-FFF2-40B4-BE49-F238E27FC236}">
                  <a16:creationId xmlns:a16="http://schemas.microsoft.com/office/drawing/2014/main" id="{7FCA0391-9C90-925E-41BE-615ED8FF78F4}"/>
                </a:ext>
              </a:extLst>
            </p:cNvPr>
            <p:cNvSpPr/>
            <p:nvPr/>
          </p:nvSpPr>
          <p:spPr>
            <a:xfrm>
              <a:off x="5215325" y="2589325"/>
              <a:ext cx="163625" cy="61150"/>
            </a:xfrm>
            <a:custGeom>
              <a:avLst/>
              <a:gdLst/>
              <a:ahLst/>
              <a:cxnLst/>
              <a:rect l="l" t="t" r="r" b="b"/>
              <a:pathLst>
                <a:path w="6545" h="2446" extrusionOk="0">
                  <a:moveTo>
                    <a:pt x="6229" y="0"/>
                  </a:moveTo>
                  <a:cubicBezTo>
                    <a:pt x="6140" y="0"/>
                    <a:pt x="6049" y="37"/>
                    <a:pt x="5990" y="116"/>
                  </a:cubicBezTo>
                  <a:cubicBezTo>
                    <a:pt x="4659" y="1521"/>
                    <a:pt x="2921" y="1817"/>
                    <a:pt x="1701" y="1817"/>
                  </a:cubicBezTo>
                  <a:cubicBezTo>
                    <a:pt x="1331" y="1817"/>
                    <a:pt x="998" y="1780"/>
                    <a:pt x="740" y="1743"/>
                  </a:cubicBezTo>
                  <a:cubicBezTo>
                    <a:pt x="629" y="1743"/>
                    <a:pt x="555" y="1743"/>
                    <a:pt x="481" y="1706"/>
                  </a:cubicBezTo>
                  <a:lnTo>
                    <a:pt x="407" y="1706"/>
                  </a:lnTo>
                  <a:cubicBezTo>
                    <a:pt x="376" y="1700"/>
                    <a:pt x="346" y="1697"/>
                    <a:pt x="318" y="1697"/>
                  </a:cubicBezTo>
                  <a:cubicBezTo>
                    <a:pt x="176" y="1697"/>
                    <a:pt x="68" y="1774"/>
                    <a:pt x="37" y="1928"/>
                  </a:cubicBezTo>
                  <a:cubicBezTo>
                    <a:pt x="0" y="2076"/>
                    <a:pt x="74" y="2261"/>
                    <a:pt x="259" y="2298"/>
                  </a:cubicBezTo>
                  <a:cubicBezTo>
                    <a:pt x="259" y="2298"/>
                    <a:pt x="851" y="2446"/>
                    <a:pt x="1701" y="2446"/>
                  </a:cubicBezTo>
                  <a:cubicBezTo>
                    <a:pt x="2995" y="2446"/>
                    <a:pt x="4917" y="2113"/>
                    <a:pt x="6433" y="523"/>
                  </a:cubicBezTo>
                  <a:cubicBezTo>
                    <a:pt x="6544" y="412"/>
                    <a:pt x="6544" y="190"/>
                    <a:pt x="6433" y="79"/>
                  </a:cubicBezTo>
                  <a:cubicBezTo>
                    <a:pt x="6382" y="28"/>
                    <a:pt x="6306" y="0"/>
                    <a:pt x="6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973;p37">
              <a:extLst>
                <a:ext uri="{FF2B5EF4-FFF2-40B4-BE49-F238E27FC236}">
                  <a16:creationId xmlns:a16="http://schemas.microsoft.com/office/drawing/2014/main" id="{5C9A68CF-D9B8-1A46-F1E6-347464D0094C}"/>
                </a:ext>
              </a:extLst>
            </p:cNvPr>
            <p:cNvSpPr/>
            <p:nvPr/>
          </p:nvSpPr>
          <p:spPr>
            <a:xfrm>
              <a:off x="862950" y="4920450"/>
              <a:ext cx="1188625" cy="15750"/>
            </a:xfrm>
            <a:custGeom>
              <a:avLst/>
              <a:gdLst/>
              <a:ahLst/>
              <a:cxnLst/>
              <a:rect l="l" t="t" r="r" b="b"/>
              <a:pathLst>
                <a:path w="47545" h="630" extrusionOk="0">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974;p37">
              <a:extLst>
                <a:ext uri="{FF2B5EF4-FFF2-40B4-BE49-F238E27FC236}">
                  <a16:creationId xmlns:a16="http://schemas.microsoft.com/office/drawing/2014/main" id="{6BB7C76D-62AD-075C-CB47-80DAD7AFBAD5}"/>
                </a:ext>
              </a:extLst>
            </p:cNvPr>
            <p:cNvSpPr/>
            <p:nvPr/>
          </p:nvSpPr>
          <p:spPr>
            <a:xfrm>
              <a:off x="2173575" y="4920450"/>
              <a:ext cx="4043675" cy="15750"/>
            </a:xfrm>
            <a:custGeom>
              <a:avLst/>
              <a:gdLst/>
              <a:ahLst/>
              <a:cxnLst/>
              <a:rect l="l" t="t" r="r" b="b"/>
              <a:pathLst>
                <a:path w="161747" h="630" extrusionOk="0">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975;p37">
              <a:extLst>
                <a:ext uri="{FF2B5EF4-FFF2-40B4-BE49-F238E27FC236}">
                  <a16:creationId xmlns:a16="http://schemas.microsoft.com/office/drawing/2014/main" id="{A6A7C148-3237-E796-F4FA-9717338748BB}"/>
                </a:ext>
              </a:extLst>
            </p:cNvPr>
            <p:cNvSpPr/>
            <p:nvPr/>
          </p:nvSpPr>
          <p:spPr>
            <a:xfrm>
              <a:off x="6316125" y="4920450"/>
              <a:ext cx="159000" cy="15750"/>
            </a:xfrm>
            <a:custGeom>
              <a:avLst/>
              <a:gdLst/>
              <a:ahLst/>
              <a:cxnLst/>
              <a:rect l="l" t="t" r="r" b="b"/>
              <a:pathLst>
                <a:path w="6360" h="630" extrusionOk="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976;p37">
              <a:extLst>
                <a:ext uri="{FF2B5EF4-FFF2-40B4-BE49-F238E27FC236}">
                  <a16:creationId xmlns:a16="http://schemas.microsoft.com/office/drawing/2014/main" id="{0B66B102-9CD4-07BC-54A1-4711E0FFDCC3}"/>
                </a:ext>
              </a:extLst>
            </p:cNvPr>
            <p:cNvSpPr/>
            <p:nvPr/>
          </p:nvSpPr>
          <p:spPr>
            <a:xfrm>
              <a:off x="4014700" y="2706825"/>
              <a:ext cx="350325" cy="819850"/>
            </a:xfrm>
            <a:custGeom>
              <a:avLst/>
              <a:gdLst/>
              <a:ahLst/>
              <a:cxnLst/>
              <a:rect l="l" t="t" r="r" b="b"/>
              <a:pathLst>
                <a:path w="14013" h="32794" extrusionOk="0">
                  <a:moveTo>
                    <a:pt x="0" y="1"/>
                  </a:moveTo>
                  <a:lnTo>
                    <a:pt x="0" y="32794"/>
                  </a:lnTo>
                  <a:lnTo>
                    <a:pt x="14012" y="32794"/>
                  </a:lnTo>
                  <a:lnTo>
                    <a:pt x="140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977;p37">
              <a:extLst>
                <a:ext uri="{FF2B5EF4-FFF2-40B4-BE49-F238E27FC236}">
                  <a16:creationId xmlns:a16="http://schemas.microsoft.com/office/drawing/2014/main" id="{6241BEB0-9977-7441-A453-D84DA5B38836}"/>
                </a:ext>
              </a:extLst>
            </p:cNvPr>
            <p:cNvSpPr/>
            <p:nvPr/>
          </p:nvSpPr>
          <p:spPr>
            <a:xfrm>
              <a:off x="1582025" y="1799200"/>
              <a:ext cx="1080500" cy="1727475"/>
            </a:xfrm>
            <a:custGeom>
              <a:avLst/>
              <a:gdLst/>
              <a:ahLst/>
              <a:cxnLst/>
              <a:rect l="l" t="t" r="r" b="b"/>
              <a:pathLst>
                <a:path w="43220" h="69099" extrusionOk="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978;p37">
              <a:extLst>
                <a:ext uri="{FF2B5EF4-FFF2-40B4-BE49-F238E27FC236}">
                  <a16:creationId xmlns:a16="http://schemas.microsoft.com/office/drawing/2014/main" id="{D12964A9-1E5E-94C1-D680-63A09F0A74C6}"/>
                </a:ext>
              </a:extLst>
            </p:cNvPr>
            <p:cNvSpPr/>
            <p:nvPr/>
          </p:nvSpPr>
          <p:spPr>
            <a:xfrm>
              <a:off x="1582025" y="1799200"/>
              <a:ext cx="2783000" cy="1727475"/>
            </a:xfrm>
            <a:custGeom>
              <a:avLst/>
              <a:gdLst/>
              <a:ahLst/>
              <a:cxnLst/>
              <a:rect l="l" t="t" r="r" b="b"/>
              <a:pathLst>
                <a:path w="111320" h="69099" extrusionOk="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979;p37">
              <a:extLst>
                <a:ext uri="{FF2B5EF4-FFF2-40B4-BE49-F238E27FC236}">
                  <a16:creationId xmlns:a16="http://schemas.microsoft.com/office/drawing/2014/main" id="{8AA43729-5662-A07B-B9C2-8DE26190C71D}"/>
                </a:ext>
              </a:extLst>
            </p:cNvPr>
            <p:cNvSpPr/>
            <p:nvPr/>
          </p:nvSpPr>
          <p:spPr>
            <a:xfrm>
              <a:off x="3977725" y="3502625"/>
              <a:ext cx="27750" cy="24050"/>
            </a:xfrm>
            <a:custGeom>
              <a:avLst/>
              <a:gdLst/>
              <a:ahLst/>
              <a:cxnLst/>
              <a:rect l="l" t="t" r="r" b="b"/>
              <a:pathLst>
                <a:path w="1110" h="962" extrusionOk="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980;p37">
              <a:extLst>
                <a:ext uri="{FF2B5EF4-FFF2-40B4-BE49-F238E27FC236}">
                  <a16:creationId xmlns:a16="http://schemas.microsoft.com/office/drawing/2014/main" id="{4B73D4FE-CC13-3951-14C1-BBA9F58B8EFD}"/>
                </a:ext>
              </a:extLst>
            </p:cNvPr>
            <p:cNvSpPr/>
            <p:nvPr/>
          </p:nvSpPr>
          <p:spPr>
            <a:xfrm>
              <a:off x="3954625" y="3476750"/>
              <a:ext cx="57325" cy="49925"/>
            </a:xfrm>
            <a:custGeom>
              <a:avLst/>
              <a:gdLst/>
              <a:ahLst/>
              <a:cxnLst/>
              <a:rect l="l" t="t" r="r" b="b"/>
              <a:pathLst>
                <a:path w="2293" h="1997" extrusionOk="0">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981;p37">
              <a:extLst>
                <a:ext uri="{FF2B5EF4-FFF2-40B4-BE49-F238E27FC236}">
                  <a16:creationId xmlns:a16="http://schemas.microsoft.com/office/drawing/2014/main" id="{6363DF78-5E3E-4D41-67CA-92445048E019}"/>
                </a:ext>
              </a:extLst>
            </p:cNvPr>
            <p:cNvSpPr/>
            <p:nvPr/>
          </p:nvSpPr>
          <p:spPr>
            <a:xfrm>
              <a:off x="3998975" y="2691125"/>
              <a:ext cx="366050" cy="835550"/>
            </a:xfrm>
            <a:custGeom>
              <a:avLst/>
              <a:gdLst/>
              <a:ahLst/>
              <a:cxnLst/>
              <a:rect l="l" t="t" r="r" b="b"/>
              <a:pathLst>
                <a:path w="14642" h="33422" extrusionOk="0">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982;p37">
              <a:extLst>
                <a:ext uri="{FF2B5EF4-FFF2-40B4-BE49-F238E27FC236}">
                  <a16:creationId xmlns:a16="http://schemas.microsoft.com/office/drawing/2014/main" id="{7843F93D-67C1-1A6D-455E-25445C30459A}"/>
                </a:ext>
              </a:extLst>
            </p:cNvPr>
            <p:cNvSpPr/>
            <p:nvPr/>
          </p:nvSpPr>
          <p:spPr>
            <a:xfrm>
              <a:off x="1529350" y="1687375"/>
              <a:ext cx="2889275" cy="1951150"/>
            </a:xfrm>
            <a:custGeom>
              <a:avLst/>
              <a:gdLst/>
              <a:ahLst/>
              <a:cxnLst/>
              <a:rect l="l" t="t" r="r" b="b"/>
              <a:pathLst>
                <a:path w="115571" h="78046" extrusionOk="0">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983;p37">
              <a:extLst>
                <a:ext uri="{FF2B5EF4-FFF2-40B4-BE49-F238E27FC236}">
                  <a16:creationId xmlns:a16="http://schemas.microsoft.com/office/drawing/2014/main" id="{1F1C635B-E52C-AF36-864C-5C842679A1E8}"/>
                </a:ext>
              </a:extLst>
            </p:cNvPr>
            <p:cNvSpPr/>
            <p:nvPr/>
          </p:nvSpPr>
          <p:spPr>
            <a:xfrm>
              <a:off x="1521025" y="1679050"/>
              <a:ext cx="2905000" cy="1966875"/>
            </a:xfrm>
            <a:custGeom>
              <a:avLst/>
              <a:gdLst/>
              <a:ahLst/>
              <a:cxnLst/>
              <a:rect l="l" t="t" r="r" b="b"/>
              <a:pathLst>
                <a:path w="116200" h="78675" extrusionOk="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984;p37">
              <a:extLst>
                <a:ext uri="{FF2B5EF4-FFF2-40B4-BE49-F238E27FC236}">
                  <a16:creationId xmlns:a16="http://schemas.microsoft.com/office/drawing/2014/main" id="{D158A0D4-F010-EEA4-0583-B511231FB60F}"/>
                </a:ext>
              </a:extLst>
            </p:cNvPr>
            <p:cNvSpPr/>
            <p:nvPr/>
          </p:nvSpPr>
          <p:spPr>
            <a:xfrm>
              <a:off x="1634725" y="1846350"/>
              <a:ext cx="1974250" cy="154375"/>
            </a:xfrm>
            <a:custGeom>
              <a:avLst/>
              <a:gdLst/>
              <a:ahLst/>
              <a:cxnLst/>
              <a:rect l="l" t="t" r="r" b="b"/>
              <a:pathLst>
                <a:path w="78970" h="6175" extrusionOk="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985;p37">
              <a:extLst>
                <a:ext uri="{FF2B5EF4-FFF2-40B4-BE49-F238E27FC236}">
                  <a16:creationId xmlns:a16="http://schemas.microsoft.com/office/drawing/2014/main" id="{34178DAC-9AB9-1DD8-C92F-8FEA5CE292A0}"/>
                </a:ext>
              </a:extLst>
            </p:cNvPr>
            <p:cNvSpPr/>
            <p:nvPr/>
          </p:nvSpPr>
          <p:spPr>
            <a:xfrm>
              <a:off x="1626400" y="1838950"/>
              <a:ext cx="1989975" cy="170075"/>
            </a:xfrm>
            <a:custGeom>
              <a:avLst/>
              <a:gdLst/>
              <a:ahLst/>
              <a:cxnLst/>
              <a:rect l="l" t="t" r="r" b="b"/>
              <a:pathLst>
                <a:path w="79599" h="6803" extrusionOk="0">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986;p37">
              <a:extLst>
                <a:ext uri="{FF2B5EF4-FFF2-40B4-BE49-F238E27FC236}">
                  <a16:creationId xmlns:a16="http://schemas.microsoft.com/office/drawing/2014/main" id="{8BE05220-B35B-0D66-20A6-6DB06834DE75}"/>
                </a:ext>
              </a:extLst>
            </p:cNvPr>
            <p:cNvSpPr/>
            <p:nvPr/>
          </p:nvSpPr>
          <p:spPr>
            <a:xfrm>
              <a:off x="1658750" y="2167975"/>
              <a:ext cx="421500" cy="15750"/>
            </a:xfrm>
            <a:custGeom>
              <a:avLst/>
              <a:gdLst/>
              <a:ahLst/>
              <a:cxnLst/>
              <a:rect l="l" t="t" r="r" b="b"/>
              <a:pathLst>
                <a:path w="16860"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987;p37">
              <a:extLst>
                <a:ext uri="{FF2B5EF4-FFF2-40B4-BE49-F238E27FC236}">
                  <a16:creationId xmlns:a16="http://schemas.microsoft.com/office/drawing/2014/main" id="{0C752633-5A2D-B435-7FCD-C3BE0D69F61C}"/>
                </a:ext>
              </a:extLst>
            </p:cNvPr>
            <p:cNvSpPr/>
            <p:nvPr/>
          </p:nvSpPr>
          <p:spPr>
            <a:xfrm>
              <a:off x="1658750" y="225947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988;p37">
              <a:extLst>
                <a:ext uri="{FF2B5EF4-FFF2-40B4-BE49-F238E27FC236}">
                  <a16:creationId xmlns:a16="http://schemas.microsoft.com/office/drawing/2014/main" id="{30101EAE-AA4B-F55C-8D30-67811E7B472D}"/>
                </a:ext>
              </a:extLst>
            </p:cNvPr>
            <p:cNvSpPr/>
            <p:nvPr/>
          </p:nvSpPr>
          <p:spPr>
            <a:xfrm>
              <a:off x="1658750" y="2351000"/>
              <a:ext cx="421500" cy="15725"/>
            </a:xfrm>
            <a:custGeom>
              <a:avLst/>
              <a:gdLst/>
              <a:ahLst/>
              <a:cxnLst/>
              <a:rect l="l" t="t" r="r" b="b"/>
              <a:pathLst>
                <a:path w="16860"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989;p37">
              <a:extLst>
                <a:ext uri="{FF2B5EF4-FFF2-40B4-BE49-F238E27FC236}">
                  <a16:creationId xmlns:a16="http://schemas.microsoft.com/office/drawing/2014/main" id="{B2DAC5A6-AC47-2B18-A85D-890C4CC99110}"/>
                </a:ext>
              </a:extLst>
            </p:cNvPr>
            <p:cNvSpPr/>
            <p:nvPr/>
          </p:nvSpPr>
          <p:spPr>
            <a:xfrm>
              <a:off x="1658750" y="244802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990;p37">
              <a:extLst>
                <a:ext uri="{FF2B5EF4-FFF2-40B4-BE49-F238E27FC236}">
                  <a16:creationId xmlns:a16="http://schemas.microsoft.com/office/drawing/2014/main" id="{5F48CDD4-BCF1-EAA2-4861-321BA5771469}"/>
                </a:ext>
              </a:extLst>
            </p:cNvPr>
            <p:cNvSpPr/>
            <p:nvPr/>
          </p:nvSpPr>
          <p:spPr>
            <a:xfrm>
              <a:off x="2144000"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991;p37">
              <a:extLst>
                <a:ext uri="{FF2B5EF4-FFF2-40B4-BE49-F238E27FC236}">
                  <a16:creationId xmlns:a16="http://schemas.microsoft.com/office/drawing/2014/main" id="{58EC327C-3D4A-05C5-CF8A-D161DA24DD10}"/>
                </a:ext>
              </a:extLst>
            </p:cNvPr>
            <p:cNvSpPr/>
            <p:nvPr/>
          </p:nvSpPr>
          <p:spPr>
            <a:xfrm>
              <a:off x="2144000"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992;p37">
              <a:extLst>
                <a:ext uri="{FF2B5EF4-FFF2-40B4-BE49-F238E27FC236}">
                  <a16:creationId xmlns:a16="http://schemas.microsoft.com/office/drawing/2014/main" id="{8802F316-443F-68A7-06CA-BB8FA5C789CD}"/>
                </a:ext>
              </a:extLst>
            </p:cNvPr>
            <p:cNvSpPr/>
            <p:nvPr/>
          </p:nvSpPr>
          <p:spPr>
            <a:xfrm>
              <a:off x="2144000"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1993;p37">
              <a:extLst>
                <a:ext uri="{FF2B5EF4-FFF2-40B4-BE49-F238E27FC236}">
                  <a16:creationId xmlns:a16="http://schemas.microsoft.com/office/drawing/2014/main" id="{4F42D564-1AA1-FF7B-5489-B5900BB8E08F}"/>
                </a:ext>
              </a:extLst>
            </p:cNvPr>
            <p:cNvSpPr/>
            <p:nvPr/>
          </p:nvSpPr>
          <p:spPr>
            <a:xfrm>
              <a:off x="2144000"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994;p37">
              <a:extLst>
                <a:ext uri="{FF2B5EF4-FFF2-40B4-BE49-F238E27FC236}">
                  <a16:creationId xmlns:a16="http://schemas.microsoft.com/office/drawing/2014/main" id="{4BAA9DC6-D487-EA01-AE59-8E82C50F8A9C}"/>
                </a:ext>
              </a:extLst>
            </p:cNvPr>
            <p:cNvSpPr/>
            <p:nvPr/>
          </p:nvSpPr>
          <p:spPr>
            <a:xfrm>
              <a:off x="2629225" y="2167975"/>
              <a:ext cx="421500" cy="15750"/>
            </a:xfrm>
            <a:custGeom>
              <a:avLst/>
              <a:gdLst/>
              <a:ahLst/>
              <a:cxnLst/>
              <a:rect l="l" t="t" r="r" b="b"/>
              <a:pathLst>
                <a:path w="16860" h="630" extrusionOk="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995;p37">
              <a:extLst>
                <a:ext uri="{FF2B5EF4-FFF2-40B4-BE49-F238E27FC236}">
                  <a16:creationId xmlns:a16="http://schemas.microsoft.com/office/drawing/2014/main" id="{B2C4F173-7360-8F2B-4B19-0AFD65C3F5A1}"/>
                </a:ext>
              </a:extLst>
            </p:cNvPr>
            <p:cNvSpPr/>
            <p:nvPr/>
          </p:nvSpPr>
          <p:spPr>
            <a:xfrm>
              <a:off x="2629225" y="225947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996;p37">
              <a:extLst>
                <a:ext uri="{FF2B5EF4-FFF2-40B4-BE49-F238E27FC236}">
                  <a16:creationId xmlns:a16="http://schemas.microsoft.com/office/drawing/2014/main" id="{0D51C732-D86E-8623-BC01-E63EF548BB01}"/>
                </a:ext>
              </a:extLst>
            </p:cNvPr>
            <p:cNvSpPr/>
            <p:nvPr/>
          </p:nvSpPr>
          <p:spPr>
            <a:xfrm>
              <a:off x="2629225" y="2351000"/>
              <a:ext cx="421500" cy="15725"/>
            </a:xfrm>
            <a:custGeom>
              <a:avLst/>
              <a:gdLst/>
              <a:ahLst/>
              <a:cxnLst/>
              <a:rect l="l" t="t" r="r" b="b"/>
              <a:pathLst>
                <a:path w="16860" h="629" extrusionOk="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997;p37">
              <a:extLst>
                <a:ext uri="{FF2B5EF4-FFF2-40B4-BE49-F238E27FC236}">
                  <a16:creationId xmlns:a16="http://schemas.microsoft.com/office/drawing/2014/main" id="{9B39CAEE-19B0-7AB5-98A1-2CA8FF40966C}"/>
                </a:ext>
              </a:extLst>
            </p:cNvPr>
            <p:cNvSpPr/>
            <p:nvPr/>
          </p:nvSpPr>
          <p:spPr>
            <a:xfrm>
              <a:off x="2629225" y="244802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998;p37">
              <a:extLst>
                <a:ext uri="{FF2B5EF4-FFF2-40B4-BE49-F238E27FC236}">
                  <a16:creationId xmlns:a16="http://schemas.microsoft.com/office/drawing/2014/main" id="{AB0E6E01-07E6-11C6-D7A1-4CDBC9437CDC}"/>
                </a:ext>
              </a:extLst>
            </p:cNvPr>
            <p:cNvSpPr/>
            <p:nvPr/>
          </p:nvSpPr>
          <p:spPr>
            <a:xfrm>
              <a:off x="3114475"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999;p37">
              <a:extLst>
                <a:ext uri="{FF2B5EF4-FFF2-40B4-BE49-F238E27FC236}">
                  <a16:creationId xmlns:a16="http://schemas.microsoft.com/office/drawing/2014/main" id="{7FCBACF5-6D08-65FC-2CE5-275CBCB1D93F}"/>
                </a:ext>
              </a:extLst>
            </p:cNvPr>
            <p:cNvSpPr/>
            <p:nvPr/>
          </p:nvSpPr>
          <p:spPr>
            <a:xfrm>
              <a:off x="3114475"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2000;p37">
              <a:extLst>
                <a:ext uri="{FF2B5EF4-FFF2-40B4-BE49-F238E27FC236}">
                  <a16:creationId xmlns:a16="http://schemas.microsoft.com/office/drawing/2014/main" id="{F791D892-733D-36B2-787F-4FF0282557F2}"/>
                </a:ext>
              </a:extLst>
            </p:cNvPr>
            <p:cNvSpPr/>
            <p:nvPr/>
          </p:nvSpPr>
          <p:spPr>
            <a:xfrm>
              <a:off x="3114475"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2001;p37">
              <a:extLst>
                <a:ext uri="{FF2B5EF4-FFF2-40B4-BE49-F238E27FC236}">
                  <a16:creationId xmlns:a16="http://schemas.microsoft.com/office/drawing/2014/main" id="{517F0A79-ED7E-C0A4-BC65-E9AEE60BFAD8}"/>
                </a:ext>
              </a:extLst>
            </p:cNvPr>
            <p:cNvSpPr/>
            <p:nvPr/>
          </p:nvSpPr>
          <p:spPr>
            <a:xfrm>
              <a:off x="3114475"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2002;p37">
              <a:extLst>
                <a:ext uri="{FF2B5EF4-FFF2-40B4-BE49-F238E27FC236}">
                  <a16:creationId xmlns:a16="http://schemas.microsoft.com/office/drawing/2014/main" id="{C240BCCA-32B1-20E5-A37B-3631B8E48A3E}"/>
                </a:ext>
              </a:extLst>
            </p:cNvPr>
            <p:cNvSpPr/>
            <p:nvPr/>
          </p:nvSpPr>
          <p:spPr>
            <a:xfrm>
              <a:off x="1902750" y="2663150"/>
              <a:ext cx="1494575" cy="451550"/>
            </a:xfrm>
            <a:custGeom>
              <a:avLst/>
              <a:gdLst/>
              <a:ahLst/>
              <a:cxnLst/>
              <a:rect l="l" t="t" r="r" b="b"/>
              <a:pathLst>
                <a:path w="59783" h="18062" extrusionOk="0">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2003;p37">
              <a:extLst>
                <a:ext uri="{FF2B5EF4-FFF2-40B4-BE49-F238E27FC236}">
                  <a16:creationId xmlns:a16="http://schemas.microsoft.com/office/drawing/2014/main" id="{D34FB8E1-3CBC-AD45-C7A3-6D195C3C0C56}"/>
                </a:ext>
              </a:extLst>
            </p:cNvPr>
            <p:cNvSpPr/>
            <p:nvPr/>
          </p:nvSpPr>
          <p:spPr>
            <a:xfrm>
              <a:off x="2210525" y="2716075"/>
              <a:ext cx="91525" cy="91525"/>
            </a:xfrm>
            <a:custGeom>
              <a:avLst/>
              <a:gdLst/>
              <a:ahLst/>
              <a:cxnLst/>
              <a:rect l="l" t="t" r="r" b="b"/>
              <a:pathLst>
                <a:path w="3661" h="3661" extrusionOk="0">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2004;p37">
              <a:extLst>
                <a:ext uri="{FF2B5EF4-FFF2-40B4-BE49-F238E27FC236}">
                  <a16:creationId xmlns:a16="http://schemas.microsoft.com/office/drawing/2014/main" id="{288699F1-F6DA-C5AE-C38A-6463739478BA}"/>
                </a:ext>
              </a:extLst>
            </p:cNvPr>
            <p:cNvSpPr/>
            <p:nvPr/>
          </p:nvSpPr>
          <p:spPr>
            <a:xfrm>
              <a:off x="2203150" y="2708675"/>
              <a:ext cx="106300" cy="106325"/>
            </a:xfrm>
            <a:custGeom>
              <a:avLst/>
              <a:gdLst/>
              <a:ahLst/>
              <a:cxnLst/>
              <a:rect l="l" t="t" r="r" b="b"/>
              <a:pathLst>
                <a:path w="4252" h="4253" extrusionOk="0">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2005;p37">
              <a:extLst>
                <a:ext uri="{FF2B5EF4-FFF2-40B4-BE49-F238E27FC236}">
                  <a16:creationId xmlns:a16="http://schemas.microsoft.com/office/drawing/2014/main" id="{59768C14-C7A2-3780-5FCD-DBB9D41FCB45}"/>
                </a:ext>
              </a:extLst>
            </p:cNvPr>
            <p:cNvSpPr/>
            <p:nvPr/>
          </p:nvSpPr>
          <p:spPr>
            <a:xfrm>
              <a:off x="2679125" y="2748425"/>
              <a:ext cx="91550" cy="91525"/>
            </a:xfrm>
            <a:custGeom>
              <a:avLst/>
              <a:gdLst/>
              <a:ahLst/>
              <a:cxnLst/>
              <a:rect l="l" t="t" r="r" b="b"/>
              <a:pathLst>
                <a:path w="3662" h="3661" extrusionOk="0">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2006;p37">
              <a:extLst>
                <a:ext uri="{FF2B5EF4-FFF2-40B4-BE49-F238E27FC236}">
                  <a16:creationId xmlns:a16="http://schemas.microsoft.com/office/drawing/2014/main" id="{9B48EE8F-43D4-FA41-DF35-E7F87EDB684B}"/>
                </a:ext>
              </a:extLst>
            </p:cNvPr>
            <p:cNvSpPr/>
            <p:nvPr/>
          </p:nvSpPr>
          <p:spPr>
            <a:xfrm>
              <a:off x="2671750" y="2741025"/>
              <a:ext cx="106300" cy="106325"/>
            </a:xfrm>
            <a:custGeom>
              <a:avLst/>
              <a:gdLst/>
              <a:ahLst/>
              <a:cxnLst/>
              <a:rect l="l" t="t" r="r" b="b"/>
              <a:pathLst>
                <a:path w="4252" h="4253" extrusionOk="0">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2007;p37">
              <a:extLst>
                <a:ext uri="{FF2B5EF4-FFF2-40B4-BE49-F238E27FC236}">
                  <a16:creationId xmlns:a16="http://schemas.microsoft.com/office/drawing/2014/main" id="{D1537330-4098-1A7B-F481-6D19D32A492D}"/>
                </a:ext>
              </a:extLst>
            </p:cNvPr>
            <p:cNvSpPr/>
            <p:nvPr/>
          </p:nvSpPr>
          <p:spPr>
            <a:xfrm>
              <a:off x="2998000" y="2989650"/>
              <a:ext cx="91525" cy="91525"/>
            </a:xfrm>
            <a:custGeom>
              <a:avLst/>
              <a:gdLst/>
              <a:ahLst/>
              <a:cxnLst/>
              <a:rect l="l" t="t" r="r" b="b"/>
              <a:pathLst>
                <a:path w="3661" h="3661" extrusionOk="0">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2008;p37">
              <a:extLst>
                <a:ext uri="{FF2B5EF4-FFF2-40B4-BE49-F238E27FC236}">
                  <a16:creationId xmlns:a16="http://schemas.microsoft.com/office/drawing/2014/main" id="{039E2CB0-DBA3-9B75-8062-0DCF7C3C7018}"/>
                </a:ext>
              </a:extLst>
            </p:cNvPr>
            <p:cNvSpPr/>
            <p:nvPr/>
          </p:nvSpPr>
          <p:spPr>
            <a:xfrm>
              <a:off x="2990625" y="2982275"/>
              <a:ext cx="106300" cy="106300"/>
            </a:xfrm>
            <a:custGeom>
              <a:avLst/>
              <a:gdLst/>
              <a:ahLst/>
              <a:cxnLst/>
              <a:rect l="l" t="t" r="r" b="b"/>
              <a:pathLst>
                <a:path w="4252" h="4252" extrusionOk="0">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2009;p37">
              <a:extLst>
                <a:ext uri="{FF2B5EF4-FFF2-40B4-BE49-F238E27FC236}">
                  <a16:creationId xmlns:a16="http://schemas.microsoft.com/office/drawing/2014/main" id="{62433F1A-23BE-764D-FC3F-278163F2920C}"/>
                </a:ext>
              </a:extLst>
            </p:cNvPr>
            <p:cNvSpPr/>
            <p:nvPr/>
          </p:nvSpPr>
          <p:spPr>
            <a:xfrm>
              <a:off x="3336300" y="2625500"/>
              <a:ext cx="91525" cy="90600"/>
            </a:xfrm>
            <a:custGeom>
              <a:avLst/>
              <a:gdLst/>
              <a:ahLst/>
              <a:cxnLst/>
              <a:rect l="l" t="t" r="r" b="b"/>
              <a:pathLst>
                <a:path w="3661" h="3624" extrusionOk="0">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2010;p37">
              <a:extLst>
                <a:ext uri="{FF2B5EF4-FFF2-40B4-BE49-F238E27FC236}">
                  <a16:creationId xmlns:a16="http://schemas.microsoft.com/office/drawing/2014/main" id="{AA842713-F832-8B63-853C-85D7218955E6}"/>
                </a:ext>
              </a:extLst>
            </p:cNvPr>
            <p:cNvSpPr/>
            <p:nvPr/>
          </p:nvSpPr>
          <p:spPr>
            <a:xfrm>
              <a:off x="3328900" y="2617175"/>
              <a:ext cx="106300" cy="107250"/>
            </a:xfrm>
            <a:custGeom>
              <a:avLst/>
              <a:gdLst/>
              <a:ahLst/>
              <a:cxnLst/>
              <a:rect l="l" t="t" r="r" b="b"/>
              <a:pathLst>
                <a:path w="4252" h="4290" extrusionOk="0">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2011;p37">
              <a:extLst>
                <a:ext uri="{FF2B5EF4-FFF2-40B4-BE49-F238E27FC236}">
                  <a16:creationId xmlns:a16="http://schemas.microsoft.com/office/drawing/2014/main" id="{DB9BECFD-DA6F-2BFF-DDF4-F998B43DB65A}"/>
                </a:ext>
              </a:extLst>
            </p:cNvPr>
            <p:cNvSpPr/>
            <p:nvPr/>
          </p:nvSpPr>
          <p:spPr>
            <a:xfrm>
              <a:off x="1865775" y="3060825"/>
              <a:ext cx="90600" cy="91525"/>
            </a:xfrm>
            <a:custGeom>
              <a:avLst/>
              <a:gdLst/>
              <a:ahLst/>
              <a:cxnLst/>
              <a:rect l="l" t="t" r="r" b="b"/>
              <a:pathLst>
                <a:path w="3624" h="3661" extrusionOk="0">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2012;p37">
              <a:extLst>
                <a:ext uri="{FF2B5EF4-FFF2-40B4-BE49-F238E27FC236}">
                  <a16:creationId xmlns:a16="http://schemas.microsoft.com/office/drawing/2014/main" id="{065137AF-6385-41D7-403B-1DB5B6CC19BD}"/>
                </a:ext>
              </a:extLst>
            </p:cNvPr>
            <p:cNvSpPr/>
            <p:nvPr/>
          </p:nvSpPr>
          <p:spPr>
            <a:xfrm>
              <a:off x="1857475" y="3053425"/>
              <a:ext cx="107225" cy="106325"/>
            </a:xfrm>
            <a:custGeom>
              <a:avLst/>
              <a:gdLst/>
              <a:ahLst/>
              <a:cxnLst/>
              <a:rect l="l" t="t" r="r" b="b"/>
              <a:pathLst>
                <a:path w="4289" h="4253" extrusionOk="0">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2013;p37">
              <a:extLst>
                <a:ext uri="{FF2B5EF4-FFF2-40B4-BE49-F238E27FC236}">
                  <a16:creationId xmlns:a16="http://schemas.microsoft.com/office/drawing/2014/main" id="{E22C3F9C-9C49-AFCE-A294-3D2E6D75CC17}"/>
                </a:ext>
              </a:extLst>
            </p:cNvPr>
            <p:cNvSpPr/>
            <p:nvPr/>
          </p:nvSpPr>
          <p:spPr>
            <a:xfrm>
              <a:off x="2464700" y="2931425"/>
              <a:ext cx="90600" cy="90600"/>
            </a:xfrm>
            <a:custGeom>
              <a:avLst/>
              <a:gdLst/>
              <a:ahLst/>
              <a:cxnLst/>
              <a:rect l="l" t="t" r="r" b="b"/>
              <a:pathLst>
                <a:path w="3624" h="3624" extrusionOk="0">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2014;p37">
              <a:extLst>
                <a:ext uri="{FF2B5EF4-FFF2-40B4-BE49-F238E27FC236}">
                  <a16:creationId xmlns:a16="http://schemas.microsoft.com/office/drawing/2014/main" id="{247C269E-D3A4-C366-2FEE-FA9D5904E8AA}"/>
                </a:ext>
              </a:extLst>
            </p:cNvPr>
            <p:cNvSpPr/>
            <p:nvPr/>
          </p:nvSpPr>
          <p:spPr>
            <a:xfrm>
              <a:off x="2456400" y="2923100"/>
              <a:ext cx="107225" cy="106325"/>
            </a:xfrm>
            <a:custGeom>
              <a:avLst/>
              <a:gdLst/>
              <a:ahLst/>
              <a:cxnLst/>
              <a:rect l="l" t="t" r="r" b="b"/>
              <a:pathLst>
                <a:path w="4289" h="4253" extrusionOk="0">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2015;p37">
              <a:extLst>
                <a:ext uri="{FF2B5EF4-FFF2-40B4-BE49-F238E27FC236}">
                  <a16:creationId xmlns:a16="http://schemas.microsoft.com/office/drawing/2014/main" id="{4CBC6601-4F9F-6997-D9D7-B4A1400052A7}"/>
                </a:ext>
              </a:extLst>
            </p:cNvPr>
            <p:cNvSpPr/>
            <p:nvPr/>
          </p:nvSpPr>
          <p:spPr>
            <a:xfrm>
              <a:off x="3707850" y="1843575"/>
              <a:ext cx="52700" cy="1651675"/>
            </a:xfrm>
            <a:custGeom>
              <a:avLst/>
              <a:gdLst/>
              <a:ahLst/>
              <a:cxnLst/>
              <a:rect l="l" t="t" r="r" b="b"/>
              <a:pathLst>
                <a:path w="2108" h="66067" extrusionOk="0">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2016;p37">
              <a:extLst>
                <a:ext uri="{FF2B5EF4-FFF2-40B4-BE49-F238E27FC236}">
                  <a16:creationId xmlns:a16="http://schemas.microsoft.com/office/drawing/2014/main" id="{3FCEBCEC-3E9E-9C25-B99C-9DA2CF7B6607}"/>
                </a:ext>
              </a:extLst>
            </p:cNvPr>
            <p:cNvSpPr/>
            <p:nvPr/>
          </p:nvSpPr>
          <p:spPr>
            <a:xfrm>
              <a:off x="3700450" y="1836175"/>
              <a:ext cx="67500" cy="1666475"/>
            </a:xfrm>
            <a:custGeom>
              <a:avLst/>
              <a:gdLst/>
              <a:ahLst/>
              <a:cxnLst/>
              <a:rect l="l" t="t" r="r" b="b"/>
              <a:pathLst>
                <a:path w="2700" h="66659" extrusionOk="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2017;p37">
              <a:extLst>
                <a:ext uri="{FF2B5EF4-FFF2-40B4-BE49-F238E27FC236}">
                  <a16:creationId xmlns:a16="http://schemas.microsoft.com/office/drawing/2014/main" id="{CC1EC0E2-5432-E0AE-6890-8B5D644E36B1}"/>
                </a:ext>
              </a:extLst>
            </p:cNvPr>
            <p:cNvSpPr/>
            <p:nvPr/>
          </p:nvSpPr>
          <p:spPr>
            <a:xfrm>
              <a:off x="4015625" y="2157825"/>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2018;p37">
              <a:extLst>
                <a:ext uri="{FF2B5EF4-FFF2-40B4-BE49-F238E27FC236}">
                  <a16:creationId xmlns:a16="http://schemas.microsoft.com/office/drawing/2014/main" id="{1DD9DD2E-C891-1E3D-7609-4CAE23B2518D}"/>
                </a:ext>
              </a:extLst>
            </p:cNvPr>
            <p:cNvSpPr/>
            <p:nvPr/>
          </p:nvSpPr>
          <p:spPr>
            <a:xfrm>
              <a:off x="3805825" y="2157825"/>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2019;p37">
              <a:extLst>
                <a:ext uri="{FF2B5EF4-FFF2-40B4-BE49-F238E27FC236}">
                  <a16:creationId xmlns:a16="http://schemas.microsoft.com/office/drawing/2014/main" id="{4F4F2149-781B-2FFD-5BA7-15F0B78D7E53}"/>
                </a:ext>
              </a:extLst>
            </p:cNvPr>
            <p:cNvSpPr/>
            <p:nvPr/>
          </p:nvSpPr>
          <p:spPr>
            <a:xfrm>
              <a:off x="4256850" y="2234525"/>
              <a:ext cx="66575" cy="15750"/>
            </a:xfrm>
            <a:custGeom>
              <a:avLst/>
              <a:gdLst/>
              <a:ahLst/>
              <a:cxnLst/>
              <a:rect l="l" t="t" r="r" b="b"/>
              <a:pathLst>
                <a:path w="2663" h="630" extrusionOk="0">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2020;p37">
              <a:extLst>
                <a:ext uri="{FF2B5EF4-FFF2-40B4-BE49-F238E27FC236}">
                  <a16:creationId xmlns:a16="http://schemas.microsoft.com/office/drawing/2014/main" id="{095A9D16-F97B-3914-C8B4-009D774833D7}"/>
                </a:ext>
              </a:extLst>
            </p:cNvPr>
            <p:cNvSpPr/>
            <p:nvPr/>
          </p:nvSpPr>
          <p:spPr>
            <a:xfrm>
              <a:off x="4112675" y="2234525"/>
              <a:ext cx="118325" cy="15750"/>
            </a:xfrm>
            <a:custGeom>
              <a:avLst/>
              <a:gdLst/>
              <a:ahLst/>
              <a:cxnLst/>
              <a:rect l="l" t="t" r="r" b="b"/>
              <a:pathLst>
                <a:path w="4733" h="630" extrusionOk="0">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2021;p37">
              <a:extLst>
                <a:ext uri="{FF2B5EF4-FFF2-40B4-BE49-F238E27FC236}">
                  <a16:creationId xmlns:a16="http://schemas.microsoft.com/office/drawing/2014/main" id="{B93804C0-2855-6948-B2FE-13DDBB2BE64D}"/>
                </a:ext>
              </a:extLst>
            </p:cNvPr>
            <p:cNvSpPr/>
            <p:nvPr/>
          </p:nvSpPr>
          <p:spPr>
            <a:xfrm>
              <a:off x="3805825" y="2234525"/>
              <a:ext cx="253275" cy="15750"/>
            </a:xfrm>
            <a:custGeom>
              <a:avLst/>
              <a:gdLst/>
              <a:ahLst/>
              <a:cxnLst/>
              <a:rect l="l" t="t" r="r" b="b"/>
              <a:pathLst>
                <a:path w="10131" h="630" extrusionOk="0">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2022;p37">
              <a:extLst>
                <a:ext uri="{FF2B5EF4-FFF2-40B4-BE49-F238E27FC236}">
                  <a16:creationId xmlns:a16="http://schemas.microsoft.com/office/drawing/2014/main" id="{E56F768A-D8A5-0666-703A-5EAB7A5FC9C6}"/>
                </a:ext>
              </a:extLst>
            </p:cNvPr>
            <p:cNvSpPr/>
            <p:nvPr/>
          </p:nvSpPr>
          <p:spPr>
            <a:xfrm>
              <a:off x="4047975" y="2312175"/>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2023;p37">
              <a:extLst>
                <a:ext uri="{FF2B5EF4-FFF2-40B4-BE49-F238E27FC236}">
                  <a16:creationId xmlns:a16="http://schemas.microsoft.com/office/drawing/2014/main" id="{80CD3846-7C33-8573-A1A0-9C85B5B8FD89}"/>
                </a:ext>
              </a:extLst>
            </p:cNvPr>
            <p:cNvSpPr/>
            <p:nvPr/>
          </p:nvSpPr>
          <p:spPr>
            <a:xfrm>
              <a:off x="3805825" y="2312175"/>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2024;p37">
              <a:extLst>
                <a:ext uri="{FF2B5EF4-FFF2-40B4-BE49-F238E27FC236}">
                  <a16:creationId xmlns:a16="http://schemas.microsoft.com/office/drawing/2014/main" id="{137E962F-C91C-D6C5-D2CF-0BE9A90D5A50}"/>
                </a:ext>
              </a:extLst>
            </p:cNvPr>
            <p:cNvSpPr/>
            <p:nvPr/>
          </p:nvSpPr>
          <p:spPr>
            <a:xfrm>
              <a:off x="4196775" y="2389800"/>
              <a:ext cx="126650" cy="14825"/>
            </a:xfrm>
            <a:custGeom>
              <a:avLst/>
              <a:gdLst/>
              <a:ahLst/>
              <a:cxnLst/>
              <a:rect l="l" t="t" r="r" b="b"/>
              <a:pathLst>
                <a:path w="5066" h="593" extrusionOk="0">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2025;p37">
              <a:extLst>
                <a:ext uri="{FF2B5EF4-FFF2-40B4-BE49-F238E27FC236}">
                  <a16:creationId xmlns:a16="http://schemas.microsoft.com/office/drawing/2014/main" id="{A2F10295-1007-0485-2F93-2C011591645C}"/>
                </a:ext>
              </a:extLst>
            </p:cNvPr>
            <p:cNvSpPr/>
            <p:nvPr/>
          </p:nvSpPr>
          <p:spPr>
            <a:xfrm>
              <a:off x="3917650" y="2389800"/>
              <a:ext cx="247725" cy="14825"/>
            </a:xfrm>
            <a:custGeom>
              <a:avLst/>
              <a:gdLst/>
              <a:ahLst/>
              <a:cxnLst/>
              <a:rect l="l" t="t" r="r" b="b"/>
              <a:pathLst>
                <a:path w="9909" h="593" extrusionOk="0">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2026;p37">
              <a:extLst>
                <a:ext uri="{FF2B5EF4-FFF2-40B4-BE49-F238E27FC236}">
                  <a16:creationId xmlns:a16="http://schemas.microsoft.com/office/drawing/2014/main" id="{C610BB95-582E-08CD-4988-2ED03F5285B6}"/>
                </a:ext>
              </a:extLst>
            </p:cNvPr>
            <p:cNvSpPr/>
            <p:nvPr/>
          </p:nvSpPr>
          <p:spPr>
            <a:xfrm>
              <a:off x="3805825" y="2389800"/>
              <a:ext cx="75800" cy="14825"/>
            </a:xfrm>
            <a:custGeom>
              <a:avLst/>
              <a:gdLst/>
              <a:ahLst/>
              <a:cxnLst/>
              <a:rect l="l" t="t" r="r" b="b"/>
              <a:pathLst>
                <a:path w="3032" h="593" extrusionOk="0">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2027;p37">
              <a:extLst>
                <a:ext uri="{FF2B5EF4-FFF2-40B4-BE49-F238E27FC236}">
                  <a16:creationId xmlns:a16="http://schemas.microsoft.com/office/drawing/2014/main" id="{9998C8CF-B06C-F8F5-18EA-E9DF907F1C5F}"/>
                </a:ext>
              </a:extLst>
            </p:cNvPr>
            <p:cNvSpPr/>
            <p:nvPr/>
          </p:nvSpPr>
          <p:spPr>
            <a:xfrm>
              <a:off x="4015625" y="2457275"/>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2028;p37">
              <a:extLst>
                <a:ext uri="{FF2B5EF4-FFF2-40B4-BE49-F238E27FC236}">
                  <a16:creationId xmlns:a16="http://schemas.microsoft.com/office/drawing/2014/main" id="{274631FB-71A2-7C43-D5BD-EE554050915F}"/>
                </a:ext>
              </a:extLst>
            </p:cNvPr>
            <p:cNvSpPr/>
            <p:nvPr/>
          </p:nvSpPr>
          <p:spPr>
            <a:xfrm>
              <a:off x="3805825" y="2457275"/>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2029;p37">
              <a:extLst>
                <a:ext uri="{FF2B5EF4-FFF2-40B4-BE49-F238E27FC236}">
                  <a16:creationId xmlns:a16="http://schemas.microsoft.com/office/drawing/2014/main" id="{E0B59FA5-8120-F695-C2A4-1FA4B972BB20}"/>
                </a:ext>
              </a:extLst>
            </p:cNvPr>
            <p:cNvSpPr/>
            <p:nvPr/>
          </p:nvSpPr>
          <p:spPr>
            <a:xfrm>
              <a:off x="4256850" y="2534000"/>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2030;p37">
              <a:extLst>
                <a:ext uri="{FF2B5EF4-FFF2-40B4-BE49-F238E27FC236}">
                  <a16:creationId xmlns:a16="http://schemas.microsoft.com/office/drawing/2014/main" id="{D11F8B76-B3A1-B98A-6E79-8A8D0FA9BFE5}"/>
                </a:ext>
              </a:extLst>
            </p:cNvPr>
            <p:cNvSpPr/>
            <p:nvPr/>
          </p:nvSpPr>
          <p:spPr>
            <a:xfrm>
              <a:off x="4112675" y="2534000"/>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2031;p37">
              <a:extLst>
                <a:ext uri="{FF2B5EF4-FFF2-40B4-BE49-F238E27FC236}">
                  <a16:creationId xmlns:a16="http://schemas.microsoft.com/office/drawing/2014/main" id="{903B4FF2-1E8F-0F19-11F8-DD757842F6CB}"/>
                </a:ext>
              </a:extLst>
            </p:cNvPr>
            <p:cNvSpPr/>
            <p:nvPr/>
          </p:nvSpPr>
          <p:spPr>
            <a:xfrm>
              <a:off x="3805825" y="2534000"/>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2032;p37">
              <a:extLst>
                <a:ext uri="{FF2B5EF4-FFF2-40B4-BE49-F238E27FC236}">
                  <a16:creationId xmlns:a16="http://schemas.microsoft.com/office/drawing/2014/main" id="{12E77831-1DE0-0895-0444-CC1361F3FC3C}"/>
                </a:ext>
              </a:extLst>
            </p:cNvPr>
            <p:cNvSpPr/>
            <p:nvPr/>
          </p:nvSpPr>
          <p:spPr>
            <a:xfrm>
              <a:off x="4047975" y="2611625"/>
              <a:ext cx="275450" cy="15750"/>
            </a:xfrm>
            <a:custGeom>
              <a:avLst/>
              <a:gdLst/>
              <a:ahLst/>
              <a:cxnLst/>
              <a:rect l="l" t="t" r="r" b="b"/>
              <a:pathLst>
                <a:path w="11018" h="630" extrusionOk="0">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2033;p37">
              <a:extLst>
                <a:ext uri="{FF2B5EF4-FFF2-40B4-BE49-F238E27FC236}">
                  <a16:creationId xmlns:a16="http://schemas.microsoft.com/office/drawing/2014/main" id="{B8AC0D41-13EF-95F9-622D-16700E625445}"/>
                </a:ext>
              </a:extLst>
            </p:cNvPr>
            <p:cNvSpPr/>
            <p:nvPr/>
          </p:nvSpPr>
          <p:spPr>
            <a:xfrm>
              <a:off x="3805825" y="2611625"/>
              <a:ext cx="201500" cy="15750"/>
            </a:xfrm>
            <a:custGeom>
              <a:avLst/>
              <a:gdLst/>
              <a:ahLst/>
              <a:cxnLst/>
              <a:rect l="l" t="t" r="r" b="b"/>
              <a:pathLst>
                <a:path w="8060" h="630" extrusionOk="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2034;p37">
              <a:extLst>
                <a:ext uri="{FF2B5EF4-FFF2-40B4-BE49-F238E27FC236}">
                  <a16:creationId xmlns:a16="http://schemas.microsoft.com/office/drawing/2014/main" id="{D720EE2C-FE8F-96A7-8611-47B0DA27049C}"/>
                </a:ext>
              </a:extLst>
            </p:cNvPr>
            <p:cNvSpPr/>
            <p:nvPr/>
          </p:nvSpPr>
          <p:spPr>
            <a:xfrm>
              <a:off x="4196775" y="2688350"/>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2035;p37">
              <a:extLst>
                <a:ext uri="{FF2B5EF4-FFF2-40B4-BE49-F238E27FC236}">
                  <a16:creationId xmlns:a16="http://schemas.microsoft.com/office/drawing/2014/main" id="{D6BC699B-B5FC-1223-593B-39F71C0C2C34}"/>
                </a:ext>
              </a:extLst>
            </p:cNvPr>
            <p:cNvSpPr/>
            <p:nvPr/>
          </p:nvSpPr>
          <p:spPr>
            <a:xfrm>
              <a:off x="3917650" y="2688350"/>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2036;p37">
              <a:extLst>
                <a:ext uri="{FF2B5EF4-FFF2-40B4-BE49-F238E27FC236}">
                  <a16:creationId xmlns:a16="http://schemas.microsoft.com/office/drawing/2014/main" id="{89757348-CBBB-AEB9-7029-37ED688E840E}"/>
                </a:ext>
              </a:extLst>
            </p:cNvPr>
            <p:cNvSpPr/>
            <p:nvPr/>
          </p:nvSpPr>
          <p:spPr>
            <a:xfrm>
              <a:off x="3805825" y="2688350"/>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2037;p37">
              <a:extLst>
                <a:ext uri="{FF2B5EF4-FFF2-40B4-BE49-F238E27FC236}">
                  <a16:creationId xmlns:a16="http://schemas.microsoft.com/office/drawing/2014/main" id="{E76BC233-3C60-3A6B-14CF-2C348EE1C6AD}"/>
                </a:ext>
              </a:extLst>
            </p:cNvPr>
            <p:cNvSpPr/>
            <p:nvPr/>
          </p:nvSpPr>
          <p:spPr>
            <a:xfrm>
              <a:off x="4015625" y="2756750"/>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2038;p37">
              <a:extLst>
                <a:ext uri="{FF2B5EF4-FFF2-40B4-BE49-F238E27FC236}">
                  <a16:creationId xmlns:a16="http://schemas.microsoft.com/office/drawing/2014/main" id="{7C471186-BD20-8F1E-AFC5-AB0C8A3B0FDE}"/>
                </a:ext>
              </a:extLst>
            </p:cNvPr>
            <p:cNvSpPr/>
            <p:nvPr/>
          </p:nvSpPr>
          <p:spPr>
            <a:xfrm>
              <a:off x="3805825" y="2756750"/>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2039;p37">
              <a:extLst>
                <a:ext uri="{FF2B5EF4-FFF2-40B4-BE49-F238E27FC236}">
                  <a16:creationId xmlns:a16="http://schemas.microsoft.com/office/drawing/2014/main" id="{2FE810F6-8F2C-2211-AD5E-C35B01B4AC62}"/>
                </a:ext>
              </a:extLst>
            </p:cNvPr>
            <p:cNvSpPr/>
            <p:nvPr/>
          </p:nvSpPr>
          <p:spPr>
            <a:xfrm>
              <a:off x="4256850" y="2833450"/>
              <a:ext cx="66575" cy="15750"/>
            </a:xfrm>
            <a:custGeom>
              <a:avLst/>
              <a:gdLst/>
              <a:ahLst/>
              <a:cxnLst/>
              <a:rect l="l" t="t" r="r" b="b"/>
              <a:pathLst>
                <a:path w="2663" h="630" extrusionOk="0">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2040;p37">
              <a:extLst>
                <a:ext uri="{FF2B5EF4-FFF2-40B4-BE49-F238E27FC236}">
                  <a16:creationId xmlns:a16="http://schemas.microsoft.com/office/drawing/2014/main" id="{FAC28E2F-DCBB-B153-B71B-A38F2A3FBF83}"/>
                </a:ext>
              </a:extLst>
            </p:cNvPr>
            <p:cNvSpPr/>
            <p:nvPr/>
          </p:nvSpPr>
          <p:spPr>
            <a:xfrm>
              <a:off x="4112675" y="2833450"/>
              <a:ext cx="118325" cy="15750"/>
            </a:xfrm>
            <a:custGeom>
              <a:avLst/>
              <a:gdLst/>
              <a:ahLst/>
              <a:cxnLst/>
              <a:rect l="l" t="t" r="r" b="b"/>
              <a:pathLst>
                <a:path w="4733" h="630" extrusionOk="0">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2041;p37">
              <a:extLst>
                <a:ext uri="{FF2B5EF4-FFF2-40B4-BE49-F238E27FC236}">
                  <a16:creationId xmlns:a16="http://schemas.microsoft.com/office/drawing/2014/main" id="{6CA57CE5-AF2D-E1CB-3B5B-6BB243BEDF6A}"/>
                </a:ext>
              </a:extLst>
            </p:cNvPr>
            <p:cNvSpPr/>
            <p:nvPr/>
          </p:nvSpPr>
          <p:spPr>
            <a:xfrm>
              <a:off x="3805825" y="2833450"/>
              <a:ext cx="253275" cy="15750"/>
            </a:xfrm>
            <a:custGeom>
              <a:avLst/>
              <a:gdLst/>
              <a:ahLst/>
              <a:cxnLst/>
              <a:rect l="l" t="t" r="r" b="b"/>
              <a:pathLst>
                <a:path w="10131" h="630" extrusionOk="0">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2042;p37">
              <a:extLst>
                <a:ext uri="{FF2B5EF4-FFF2-40B4-BE49-F238E27FC236}">
                  <a16:creationId xmlns:a16="http://schemas.microsoft.com/office/drawing/2014/main" id="{A27FE34E-2708-7C0D-477C-2B79B64EE62B}"/>
                </a:ext>
              </a:extLst>
            </p:cNvPr>
            <p:cNvSpPr/>
            <p:nvPr/>
          </p:nvSpPr>
          <p:spPr>
            <a:xfrm>
              <a:off x="4047975" y="2911100"/>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2043;p37">
              <a:extLst>
                <a:ext uri="{FF2B5EF4-FFF2-40B4-BE49-F238E27FC236}">
                  <a16:creationId xmlns:a16="http://schemas.microsoft.com/office/drawing/2014/main" id="{ED822D33-EF8E-330A-D5A9-07CF858C60E6}"/>
                </a:ext>
              </a:extLst>
            </p:cNvPr>
            <p:cNvSpPr/>
            <p:nvPr/>
          </p:nvSpPr>
          <p:spPr>
            <a:xfrm>
              <a:off x="3805825" y="2911100"/>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2044;p37">
              <a:extLst>
                <a:ext uri="{FF2B5EF4-FFF2-40B4-BE49-F238E27FC236}">
                  <a16:creationId xmlns:a16="http://schemas.microsoft.com/office/drawing/2014/main" id="{77DB9EC2-EE94-D7C4-0E8A-8620FE3490D1}"/>
                </a:ext>
              </a:extLst>
            </p:cNvPr>
            <p:cNvSpPr/>
            <p:nvPr/>
          </p:nvSpPr>
          <p:spPr>
            <a:xfrm>
              <a:off x="4196775" y="2987800"/>
              <a:ext cx="126650" cy="15750"/>
            </a:xfrm>
            <a:custGeom>
              <a:avLst/>
              <a:gdLst/>
              <a:ahLst/>
              <a:cxnLst/>
              <a:rect l="l" t="t" r="r" b="b"/>
              <a:pathLst>
                <a:path w="5066" h="630" extrusionOk="0">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2045;p37">
              <a:extLst>
                <a:ext uri="{FF2B5EF4-FFF2-40B4-BE49-F238E27FC236}">
                  <a16:creationId xmlns:a16="http://schemas.microsoft.com/office/drawing/2014/main" id="{8408007B-F4E1-E00C-368B-3EDD1DB73887}"/>
                </a:ext>
              </a:extLst>
            </p:cNvPr>
            <p:cNvSpPr/>
            <p:nvPr/>
          </p:nvSpPr>
          <p:spPr>
            <a:xfrm>
              <a:off x="3917650" y="2987800"/>
              <a:ext cx="247725" cy="15750"/>
            </a:xfrm>
            <a:custGeom>
              <a:avLst/>
              <a:gdLst/>
              <a:ahLst/>
              <a:cxnLst/>
              <a:rect l="l" t="t" r="r" b="b"/>
              <a:pathLst>
                <a:path w="9909" h="630" extrusionOk="0">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2046;p37">
              <a:extLst>
                <a:ext uri="{FF2B5EF4-FFF2-40B4-BE49-F238E27FC236}">
                  <a16:creationId xmlns:a16="http://schemas.microsoft.com/office/drawing/2014/main" id="{88B5C00C-340D-44F0-4ED9-BCCE8E55DAF8}"/>
                </a:ext>
              </a:extLst>
            </p:cNvPr>
            <p:cNvSpPr/>
            <p:nvPr/>
          </p:nvSpPr>
          <p:spPr>
            <a:xfrm>
              <a:off x="3805825" y="2987800"/>
              <a:ext cx="75800" cy="15750"/>
            </a:xfrm>
            <a:custGeom>
              <a:avLst/>
              <a:gdLst/>
              <a:ahLst/>
              <a:cxnLst/>
              <a:rect l="l" t="t" r="r" b="b"/>
              <a:pathLst>
                <a:path w="3032" h="630" extrusionOk="0">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2047;p37">
              <a:extLst>
                <a:ext uri="{FF2B5EF4-FFF2-40B4-BE49-F238E27FC236}">
                  <a16:creationId xmlns:a16="http://schemas.microsoft.com/office/drawing/2014/main" id="{CB7B4E5F-94E2-DBC7-4CFE-7D58AAD2CEA3}"/>
                </a:ext>
              </a:extLst>
            </p:cNvPr>
            <p:cNvSpPr/>
            <p:nvPr/>
          </p:nvSpPr>
          <p:spPr>
            <a:xfrm>
              <a:off x="4015625" y="3056200"/>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2048;p37">
              <a:extLst>
                <a:ext uri="{FF2B5EF4-FFF2-40B4-BE49-F238E27FC236}">
                  <a16:creationId xmlns:a16="http://schemas.microsoft.com/office/drawing/2014/main" id="{06CCD3B6-302B-0538-04FF-F7DF1224016A}"/>
                </a:ext>
              </a:extLst>
            </p:cNvPr>
            <p:cNvSpPr/>
            <p:nvPr/>
          </p:nvSpPr>
          <p:spPr>
            <a:xfrm>
              <a:off x="3805825" y="3056200"/>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2049;p37">
              <a:extLst>
                <a:ext uri="{FF2B5EF4-FFF2-40B4-BE49-F238E27FC236}">
                  <a16:creationId xmlns:a16="http://schemas.microsoft.com/office/drawing/2014/main" id="{AE1FCE93-C2FD-B253-44F8-1FA3E7AF3460}"/>
                </a:ext>
              </a:extLst>
            </p:cNvPr>
            <p:cNvSpPr/>
            <p:nvPr/>
          </p:nvSpPr>
          <p:spPr>
            <a:xfrm>
              <a:off x="4256850" y="3132925"/>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2050;p37">
              <a:extLst>
                <a:ext uri="{FF2B5EF4-FFF2-40B4-BE49-F238E27FC236}">
                  <a16:creationId xmlns:a16="http://schemas.microsoft.com/office/drawing/2014/main" id="{CCF7C3C5-1AFF-0412-4B04-E2541252187B}"/>
                </a:ext>
              </a:extLst>
            </p:cNvPr>
            <p:cNvSpPr/>
            <p:nvPr/>
          </p:nvSpPr>
          <p:spPr>
            <a:xfrm>
              <a:off x="4112675" y="3132925"/>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2051;p37">
              <a:extLst>
                <a:ext uri="{FF2B5EF4-FFF2-40B4-BE49-F238E27FC236}">
                  <a16:creationId xmlns:a16="http://schemas.microsoft.com/office/drawing/2014/main" id="{154BCB8B-DE95-ADA4-15D9-5CA0E4CF3019}"/>
                </a:ext>
              </a:extLst>
            </p:cNvPr>
            <p:cNvSpPr/>
            <p:nvPr/>
          </p:nvSpPr>
          <p:spPr>
            <a:xfrm>
              <a:off x="3805825" y="3132925"/>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2052;p37">
              <a:extLst>
                <a:ext uri="{FF2B5EF4-FFF2-40B4-BE49-F238E27FC236}">
                  <a16:creationId xmlns:a16="http://schemas.microsoft.com/office/drawing/2014/main" id="{A9C2689B-C71E-5578-3201-0A3F35A33CAB}"/>
                </a:ext>
              </a:extLst>
            </p:cNvPr>
            <p:cNvSpPr/>
            <p:nvPr/>
          </p:nvSpPr>
          <p:spPr>
            <a:xfrm>
              <a:off x="4047975" y="3210550"/>
              <a:ext cx="275450" cy="14825"/>
            </a:xfrm>
            <a:custGeom>
              <a:avLst/>
              <a:gdLst/>
              <a:ahLst/>
              <a:cxnLst/>
              <a:rect l="l" t="t" r="r" b="b"/>
              <a:pathLst>
                <a:path w="11018" h="593" extrusionOk="0">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2053;p37">
              <a:extLst>
                <a:ext uri="{FF2B5EF4-FFF2-40B4-BE49-F238E27FC236}">
                  <a16:creationId xmlns:a16="http://schemas.microsoft.com/office/drawing/2014/main" id="{EF0E2E97-1BB4-A2A7-096A-7623F9779DA1}"/>
                </a:ext>
              </a:extLst>
            </p:cNvPr>
            <p:cNvSpPr/>
            <p:nvPr/>
          </p:nvSpPr>
          <p:spPr>
            <a:xfrm>
              <a:off x="3805825" y="3210550"/>
              <a:ext cx="201500" cy="14825"/>
            </a:xfrm>
            <a:custGeom>
              <a:avLst/>
              <a:gdLst/>
              <a:ahLst/>
              <a:cxnLst/>
              <a:rect l="l" t="t" r="r" b="b"/>
              <a:pathLst>
                <a:path w="8060" h="593" extrusionOk="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2054;p37">
              <a:extLst>
                <a:ext uri="{FF2B5EF4-FFF2-40B4-BE49-F238E27FC236}">
                  <a16:creationId xmlns:a16="http://schemas.microsoft.com/office/drawing/2014/main" id="{3289D683-142E-F4CC-D403-AA7D31B1E9E4}"/>
                </a:ext>
              </a:extLst>
            </p:cNvPr>
            <p:cNvSpPr/>
            <p:nvPr/>
          </p:nvSpPr>
          <p:spPr>
            <a:xfrm>
              <a:off x="4196775" y="3287275"/>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2055;p37">
              <a:extLst>
                <a:ext uri="{FF2B5EF4-FFF2-40B4-BE49-F238E27FC236}">
                  <a16:creationId xmlns:a16="http://schemas.microsoft.com/office/drawing/2014/main" id="{4AC35020-294F-09A0-AD13-312A20EB7455}"/>
                </a:ext>
              </a:extLst>
            </p:cNvPr>
            <p:cNvSpPr/>
            <p:nvPr/>
          </p:nvSpPr>
          <p:spPr>
            <a:xfrm>
              <a:off x="3917650" y="3287275"/>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2056;p37">
              <a:extLst>
                <a:ext uri="{FF2B5EF4-FFF2-40B4-BE49-F238E27FC236}">
                  <a16:creationId xmlns:a16="http://schemas.microsoft.com/office/drawing/2014/main" id="{D21C6C26-0835-E6B0-B738-03F57EE25EE4}"/>
                </a:ext>
              </a:extLst>
            </p:cNvPr>
            <p:cNvSpPr/>
            <p:nvPr/>
          </p:nvSpPr>
          <p:spPr>
            <a:xfrm>
              <a:off x="3805825" y="3287275"/>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2057;p37">
              <a:extLst>
                <a:ext uri="{FF2B5EF4-FFF2-40B4-BE49-F238E27FC236}">
                  <a16:creationId xmlns:a16="http://schemas.microsoft.com/office/drawing/2014/main" id="{D29F7D14-8D76-8520-D3FE-7934E51D87A7}"/>
                </a:ext>
              </a:extLst>
            </p:cNvPr>
            <p:cNvSpPr/>
            <p:nvPr/>
          </p:nvSpPr>
          <p:spPr>
            <a:xfrm>
              <a:off x="1700350" y="3333475"/>
              <a:ext cx="69325" cy="154400"/>
            </a:xfrm>
            <a:custGeom>
              <a:avLst/>
              <a:gdLst/>
              <a:ahLst/>
              <a:cxnLst/>
              <a:rect l="l" t="t" r="r" b="b"/>
              <a:pathLst>
                <a:path w="2773" h="6176" extrusionOk="0">
                  <a:moveTo>
                    <a:pt x="0" y="1"/>
                  </a:moveTo>
                  <a:lnTo>
                    <a:pt x="0" y="6175"/>
                  </a:lnTo>
                  <a:lnTo>
                    <a:pt x="2773" y="6175"/>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2058;p37">
              <a:extLst>
                <a:ext uri="{FF2B5EF4-FFF2-40B4-BE49-F238E27FC236}">
                  <a16:creationId xmlns:a16="http://schemas.microsoft.com/office/drawing/2014/main" id="{7B5CB47C-F479-7B95-90B5-19DB91B2260B}"/>
                </a:ext>
              </a:extLst>
            </p:cNvPr>
            <p:cNvSpPr/>
            <p:nvPr/>
          </p:nvSpPr>
          <p:spPr>
            <a:xfrm>
              <a:off x="1838975" y="3401875"/>
              <a:ext cx="69350" cy="86000"/>
            </a:xfrm>
            <a:custGeom>
              <a:avLst/>
              <a:gdLst/>
              <a:ahLst/>
              <a:cxnLst/>
              <a:rect l="l" t="t" r="r" b="b"/>
              <a:pathLst>
                <a:path w="2774" h="3440" extrusionOk="0">
                  <a:moveTo>
                    <a:pt x="1" y="1"/>
                  </a:moveTo>
                  <a:lnTo>
                    <a:pt x="1" y="3439"/>
                  </a:lnTo>
                  <a:lnTo>
                    <a:pt x="2774" y="3439"/>
                  </a:lnTo>
                  <a:lnTo>
                    <a:pt x="2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2059;p37">
              <a:extLst>
                <a:ext uri="{FF2B5EF4-FFF2-40B4-BE49-F238E27FC236}">
                  <a16:creationId xmlns:a16="http://schemas.microsoft.com/office/drawing/2014/main" id="{B10822A9-1DFC-8683-824E-430AEF94ACC8}"/>
                </a:ext>
              </a:extLst>
            </p:cNvPr>
            <p:cNvSpPr/>
            <p:nvPr/>
          </p:nvSpPr>
          <p:spPr>
            <a:xfrm>
              <a:off x="1977625" y="3441625"/>
              <a:ext cx="69350" cy="46250"/>
            </a:xfrm>
            <a:custGeom>
              <a:avLst/>
              <a:gdLst/>
              <a:ahLst/>
              <a:cxnLst/>
              <a:rect l="l" t="t" r="r" b="b"/>
              <a:pathLst>
                <a:path w="2774" h="1850" extrusionOk="0">
                  <a:moveTo>
                    <a:pt x="0" y="0"/>
                  </a:moveTo>
                  <a:lnTo>
                    <a:pt x="0" y="1849"/>
                  </a:lnTo>
                  <a:lnTo>
                    <a:pt x="2773" y="1849"/>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2060;p37">
              <a:extLst>
                <a:ext uri="{FF2B5EF4-FFF2-40B4-BE49-F238E27FC236}">
                  <a16:creationId xmlns:a16="http://schemas.microsoft.com/office/drawing/2014/main" id="{0EF9FB4A-830E-0894-FA0B-ABD6E998A562}"/>
                </a:ext>
              </a:extLst>
            </p:cNvPr>
            <p:cNvSpPr/>
            <p:nvPr/>
          </p:nvSpPr>
          <p:spPr>
            <a:xfrm>
              <a:off x="2116250" y="3378775"/>
              <a:ext cx="69350" cy="109100"/>
            </a:xfrm>
            <a:custGeom>
              <a:avLst/>
              <a:gdLst/>
              <a:ahLst/>
              <a:cxnLst/>
              <a:rect l="l" t="t" r="r" b="b"/>
              <a:pathLst>
                <a:path w="2774" h="4364" extrusionOk="0">
                  <a:moveTo>
                    <a:pt x="1" y="0"/>
                  </a:moveTo>
                  <a:lnTo>
                    <a:pt x="1" y="4363"/>
                  </a:lnTo>
                  <a:lnTo>
                    <a:pt x="2774" y="4363"/>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2061;p37">
              <a:extLst>
                <a:ext uri="{FF2B5EF4-FFF2-40B4-BE49-F238E27FC236}">
                  <a16:creationId xmlns:a16="http://schemas.microsoft.com/office/drawing/2014/main" id="{EE2CF180-94EF-33A5-24FD-0F4EDA3C063A}"/>
                </a:ext>
              </a:extLst>
            </p:cNvPr>
            <p:cNvSpPr/>
            <p:nvPr/>
          </p:nvSpPr>
          <p:spPr>
            <a:xfrm>
              <a:off x="2254900" y="3418525"/>
              <a:ext cx="69350" cy="69350"/>
            </a:xfrm>
            <a:custGeom>
              <a:avLst/>
              <a:gdLst/>
              <a:ahLst/>
              <a:cxnLst/>
              <a:rect l="l" t="t" r="r" b="b"/>
              <a:pathLst>
                <a:path w="2774" h="2774" extrusionOk="0">
                  <a:moveTo>
                    <a:pt x="0" y="0"/>
                  </a:moveTo>
                  <a:lnTo>
                    <a:pt x="0" y="2773"/>
                  </a:lnTo>
                  <a:lnTo>
                    <a:pt x="2773" y="2773"/>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2062;p37">
              <a:extLst>
                <a:ext uri="{FF2B5EF4-FFF2-40B4-BE49-F238E27FC236}">
                  <a16:creationId xmlns:a16="http://schemas.microsoft.com/office/drawing/2014/main" id="{D86F8957-3858-5B64-666B-790E7B0C2682}"/>
                </a:ext>
              </a:extLst>
            </p:cNvPr>
            <p:cNvSpPr/>
            <p:nvPr/>
          </p:nvSpPr>
          <p:spPr>
            <a:xfrm>
              <a:off x="2393550" y="3373225"/>
              <a:ext cx="69325" cy="114650"/>
            </a:xfrm>
            <a:custGeom>
              <a:avLst/>
              <a:gdLst/>
              <a:ahLst/>
              <a:cxnLst/>
              <a:rect l="l" t="t" r="r" b="b"/>
              <a:pathLst>
                <a:path w="2773" h="4586" extrusionOk="0">
                  <a:moveTo>
                    <a:pt x="0" y="1"/>
                  </a:moveTo>
                  <a:lnTo>
                    <a:pt x="0" y="4585"/>
                  </a:lnTo>
                  <a:lnTo>
                    <a:pt x="2773" y="458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2063;p37">
              <a:extLst>
                <a:ext uri="{FF2B5EF4-FFF2-40B4-BE49-F238E27FC236}">
                  <a16:creationId xmlns:a16="http://schemas.microsoft.com/office/drawing/2014/main" id="{133ADB66-A4E8-E305-0F88-70EA634DD204}"/>
                </a:ext>
              </a:extLst>
            </p:cNvPr>
            <p:cNvSpPr/>
            <p:nvPr/>
          </p:nvSpPr>
          <p:spPr>
            <a:xfrm>
              <a:off x="2532175" y="3468425"/>
              <a:ext cx="69350" cy="19450"/>
            </a:xfrm>
            <a:custGeom>
              <a:avLst/>
              <a:gdLst/>
              <a:ahLst/>
              <a:cxnLst/>
              <a:rect l="l" t="t" r="r" b="b"/>
              <a:pathLst>
                <a:path w="2774" h="778" extrusionOk="0">
                  <a:moveTo>
                    <a:pt x="1" y="1"/>
                  </a:moveTo>
                  <a:lnTo>
                    <a:pt x="1" y="777"/>
                  </a:lnTo>
                  <a:lnTo>
                    <a:pt x="2773" y="777"/>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2064;p37">
              <a:extLst>
                <a:ext uri="{FF2B5EF4-FFF2-40B4-BE49-F238E27FC236}">
                  <a16:creationId xmlns:a16="http://schemas.microsoft.com/office/drawing/2014/main" id="{959841D4-69FB-0E27-2A6D-22F15E380386}"/>
                </a:ext>
              </a:extLst>
            </p:cNvPr>
            <p:cNvSpPr/>
            <p:nvPr/>
          </p:nvSpPr>
          <p:spPr>
            <a:xfrm>
              <a:off x="2670825" y="3333475"/>
              <a:ext cx="69350" cy="154400"/>
            </a:xfrm>
            <a:custGeom>
              <a:avLst/>
              <a:gdLst/>
              <a:ahLst/>
              <a:cxnLst/>
              <a:rect l="l" t="t" r="r" b="b"/>
              <a:pathLst>
                <a:path w="2774" h="6176" extrusionOk="0">
                  <a:moveTo>
                    <a:pt x="0" y="1"/>
                  </a:moveTo>
                  <a:lnTo>
                    <a:pt x="0"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2065;p37">
              <a:extLst>
                <a:ext uri="{FF2B5EF4-FFF2-40B4-BE49-F238E27FC236}">
                  <a16:creationId xmlns:a16="http://schemas.microsoft.com/office/drawing/2014/main" id="{289E167A-BE3B-CA77-0218-254CA15033F7}"/>
                </a:ext>
              </a:extLst>
            </p:cNvPr>
            <p:cNvSpPr/>
            <p:nvPr/>
          </p:nvSpPr>
          <p:spPr>
            <a:xfrm>
              <a:off x="2809450" y="3431450"/>
              <a:ext cx="69350" cy="56425"/>
            </a:xfrm>
            <a:custGeom>
              <a:avLst/>
              <a:gdLst/>
              <a:ahLst/>
              <a:cxnLst/>
              <a:rect l="l" t="t" r="r" b="b"/>
              <a:pathLst>
                <a:path w="2774" h="2257" extrusionOk="0">
                  <a:moveTo>
                    <a:pt x="1" y="1"/>
                  </a:moveTo>
                  <a:lnTo>
                    <a:pt x="1" y="2256"/>
                  </a:lnTo>
                  <a:lnTo>
                    <a:pt x="2774" y="2256"/>
                  </a:lnTo>
                  <a:lnTo>
                    <a:pt x="27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2066;p37">
              <a:extLst>
                <a:ext uri="{FF2B5EF4-FFF2-40B4-BE49-F238E27FC236}">
                  <a16:creationId xmlns:a16="http://schemas.microsoft.com/office/drawing/2014/main" id="{A93AFF2F-F2F0-745D-C838-D4EC5AF5AEB9}"/>
                </a:ext>
              </a:extLst>
            </p:cNvPr>
            <p:cNvSpPr/>
            <p:nvPr/>
          </p:nvSpPr>
          <p:spPr>
            <a:xfrm>
              <a:off x="2948100" y="3465650"/>
              <a:ext cx="69350" cy="22225"/>
            </a:xfrm>
            <a:custGeom>
              <a:avLst/>
              <a:gdLst/>
              <a:ahLst/>
              <a:cxnLst/>
              <a:rect l="l" t="t" r="r" b="b"/>
              <a:pathLst>
                <a:path w="2774" h="889" extrusionOk="0">
                  <a:moveTo>
                    <a:pt x="0" y="1"/>
                  </a:moveTo>
                  <a:lnTo>
                    <a:pt x="0" y="888"/>
                  </a:lnTo>
                  <a:lnTo>
                    <a:pt x="2773" y="888"/>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2067;p37">
              <a:extLst>
                <a:ext uri="{FF2B5EF4-FFF2-40B4-BE49-F238E27FC236}">
                  <a16:creationId xmlns:a16="http://schemas.microsoft.com/office/drawing/2014/main" id="{30E64A33-48B2-3E1D-8B40-A156D6FC6D4B}"/>
                </a:ext>
              </a:extLst>
            </p:cNvPr>
            <p:cNvSpPr/>
            <p:nvPr/>
          </p:nvSpPr>
          <p:spPr>
            <a:xfrm>
              <a:off x="3086750" y="3437000"/>
              <a:ext cx="69325" cy="50875"/>
            </a:xfrm>
            <a:custGeom>
              <a:avLst/>
              <a:gdLst/>
              <a:ahLst/>
              <a:cxnLst/>
              <a:rect l="l" t="t" r="r" b="b"/>
              <a:pathLst>
                <a:path w="2773" h="2035" extrusionOk="0">
                  <a:moveTo>
                    <a:pt x="0" y="1"/>
                  </a:moveTo>
                  <a:lnTo>
                    <a:pt x="0" y="2034"/>
                  </a:lnTo>
                  <a:lnTo>
                    <a:pt x="2773" y="2034"/>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2068;p37">
              <a:extLst>
                <a:ext uri="{FF2B5EF4-FFF2-40B4-BE49-F238E27FC236}">
                  <a16:creationId xmlns:a16="http://schemas.microsoft.com/office/drawing/2014/main" id="{22481655-F2C2-A19F-4055-1EF39BA9C013}"/>
                </a:ext>
              </a:extLst>
            </p:cNvPr>
            <p:cNvSpPr/>
            <p:nvPr/>
          </p:nvSpPr>
          <p:spPr>
            <a:xfrm>
              <a:off x="3225375" y="3333475"/>
              <a:ext cx="69350" cy="154400"/>
            </a:xfrm>
            <a:custGeom>
              <a:avLst/>
              <a:gdLst/>
              <a:ahLst/>
              <a:cxnLst/>
              <a:rect l="l" t="t" r="r" b="b"/>
              <a:pathLst>
                <a:path w="2774" h="6176" extrusionOk="0">
                  <a:moveTo>
                    <a:pt x="1" y="1"/>
                  </a:moveTo>
                  <a:lnTo>
                    <a:pt x="1"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2069;p37">
              <a:extLst>
                <a:ext uri="{FF2B5EF4-FFF2-40B4-BE49-F238E27FC236}">
                  <a16:creationId xmlns:a16="http://schemas.microsoft.com/office/drawing/2014/main" id="{9E279E1D-956D-9256-AC21-AF8BA7B19F0A}"/>
                </a:ext>
              </a:extLst>
            </p:cNvPr>
            <p:cNvSpPr/>
            <p:nvPr/>
          </p:nvSpPr>
          <p:spPr>
            <a:xfrm>
              <a:off x="3364025" y="3364900"/>
              <a:ext cx="69325" cy="122975"/>
            </a:xfrm>
            <a:custGeom>
              <a:avLst/>
              <a:gdLst/>
              <a:ahLst/>
              <a:cxnLst/>
              <a:rect l="l" t="t" r="r" b="b"/>
              <a:pathLst>
                <a:path w="2773" h="4919" extrusionOk="0">
                  <a:moveTo>
                    <a:pt x="0" y="1"/>
                  </a:moveTo>
                  <a:lnTo>
                    <a:pt x="0" y="4918"/>
                  </a:lnTo>
                  <a:lnTo>
                    <a:pt x="2773" y="4918"/>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2070;p37">
              <a:extLst>
                <a:ext uri="{FF2B5EF4-FFF2-40B4-BE49-F238E27FC236}">
                  <a16:creationId xmlns:a16="http://schemas.microsoft.com/office/drawing/2014/main" id="{42B3A0E3-A1F0-D269-1706-402D3656B540}"/>
                </a:ext>
              </a:extLst>
            </p:cNvPr>
            <p:cNvSpPr/>
            <p:nvPr/>
          </p:nvSpPr>
          <p:spPr>
            <a:xfrm>
              <a:off x="3502650" y="3386175"/>
              <a:ext cx="69350" cy="101700"/>
            </a:xfrm>
            <a:custGeom>
              <a:avLst/>
              <a:gdLst/>
              <a:ahLst/>
              <a:cxnLst/>
              <a:rect l="l" t="t" r="r" b="b"/>
              <a:pathLst>
                <a:path w="2774" h="4068" extrusionOk="0">
                  <a:moveTo>
                    <a:pt x="1" y="0"/>
                  </a:moveTo>
                  <a:lnTo>
                    <a:pt x="1" y="4067"/>
                  </a:lnTo>
                  <a:lnTo>
                    <a:pt x="2774" y="4067"/>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2071;p37">
              <a:extLst>
                <a:ext uri="{FF2B5EF4-FFF2-40B4-BE49-F238E27FC236}">
                  <a16:creationId xmlns:a16="http://schemas.microsoft.com/office/drawing/2014/main" id="{5BAF4FA2-6ECA-883D-E059-C342AF58887E}"/>
                </a:ext>
              </a:extLst>
            </p:cNvPr>
            <p:cNvSpPr/>
            <p:nvPr/>
          </p:nvSpPr>
          <p:spPr>
            <a:xfrm>
              <a:off x="3855725" y="1244650"/>
              <a:ext cx="170100" cy="822625"/>
            </a:xfrm>
            <a:custGeom>
              <a:avLst/>
              <a:gdLst/>
              <a:ahLst/>
              <a:cxnLst/>
              <a:rect l="l" t="t" r="r" b="b"/>
              <a:pathLst>
                <a:path w="6804" h="32905" extrusionOk="0">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2072;p37">
              <a:extLst>
                <a:ext uri="{FF2B5EF4-FFF2-40B4-BE49-F238E27FC236}">
                  <a16:creationId xmlns:a16="http://schemas.microsoft.com/office/drawing/2014/main" id="{97BC43AB-DACF-56CA-AA3D-891E08A70B0F}"/>
                </a:ext>
              </a:extLst>
            </p:cNvPr>
            <p:cNvSpPr/>
            <p:nvPr/>
          </p:nvSpPr>
          <p:spPr>
            <a:xfrm>
              <a:off x="4130225" y="1239100"/>
              <a:ext cx="302275" cy="14800"/>
            </a:xfrm>
            <a:custGeom>
              <a:avLst/>
              <a:gdLst/>
              <a:ahLst/>
              <a:cxnLst/>
              <a:rect l="l" t="t" r="r" b="b"/>
              <a:pathLst>
                <a:path w="12091" h="592" extrusionOk="0">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2073;p37">
              <a:extLst>
                <a:ext uri="{FF2B5EF4-FFF2-40B4-BE49-F238E27FC236}">
                  <a16:creationId xmlns:a16="http://schemas.microsoft.com/office/drawing/2014/main" id="{0F72D724-9FB1-4D1A-0934-D8DF07BD220E}"/>
                </a:ext>
              </a:extLst>
            </p:cNvPr>
            <p:cNvSpPr/>
            <p:nvPr/>
          </p:nvSpPr>
          <p:spPr>
            <a:xfrm>
              <a:off x="4130225" y="13306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2074;p37">
              <a:extLst>
                <a:ext uri="{FF2B5EF4-FFF2-40B4-BE49-F238E27FC236}">
                  <a16:creationId xmlns:a16="http://schemas.microsoft.com/office/drawing/2014/main" id="{7DDF5AE3-8A97-3BCC-242F-3F0CBDDD80E9}"/>
                </a:ext>
              </a:extLst>
            </p:cNvPr>
            <p:cNvSpPr/>
            <p:nvPr/>
          </p:nvSpPr>
          <p:spPr>
            <a:xfrm>
              <a:off x="4130225" y="14221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2075;p37">
              <a:extLst>
                <a:ext uri="{FF2B5EF4-FFF2-40B4-BE49-F238E27FC236}">
                  <a16:creationId xmlns:a16="http://schemas.microsoft.com/office/drawing/2014/main" id="{6D6718D8-5103-B9D2-B67B-4E8C1DAAADC1}"/>
                </a:ext>
              </a:extLst>
            </p:cNvPr>
            <p:cNvSpPr/>
            <p:nvPr/>
          </p:nvSpPr>
          <p:spPr>
            <a:xfrm>
              <a:off x="1709575" y="4545200"/>
              <a:ext cx="317975" cy="15750"/>
            </a:xfrm>
            <a:custGeom>
              <a:avLst/>
              <a:gdLst/>
              <a:ahLst/>
              <a:cxnLst/>
              <a:rect l="l" t="t" r="r" b="b"/>
              <a:pathLst>
                <a:path w="12719" h="630" extrusionOk="0">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2076;p37">
              <a:extLst>
                <a:ext uri="{FF2B5EF4-FFF2-40B4-BE49-F238E27FC236}">
                  <a16:creationId xmlns:a16="http://schemas.microsoft.com/office/drawing/2014/main" id="{9DD0D503-AC7D-943C-FF4B-EE2E1D2653DE}"/>
                </a:ext>
              </a:extLst>
            </p:cNvPr>
            <p:cNvSpPr/>
            <p:nvPr/>
          </p:nvSpPr>
          <p:spPr>
            <a:xfrm>
              <a:off x="1709575" y="4631150"/>
              <a:ext cx="317975" cy="15750"/>
            </a:xfrm>
            <a:custGeom>
              <a:avLst/>
              <a:gdLst/>
              <a:ahLst/>
              <a:cxnLst/>
              <a:rect l="l" t="t" r="r" b="b"/>
              <a:pathLst>
                <a:path w="12719" h="630" extrusionOk="0">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2077;p37">
              <a:extLst>
                <a:ext uri="{FF2B5EF4-FFF2-40B4-BE49-F238E27FC236}">
                  <a16:creationId xmlns:a16="http://schemas.microsoft.com/office/drawing/2014/main" id="{A582E7B9-F1C8-2165-2486-8C44F9256F29}"/>
                </a:ext>
              </a:extLst>
            </p:cNvPr>
            <p:cNvSpPr/>
            <p:nvPr/>
          </p:nvSpPr>
          <p:spPr>
            <a:xfrm>
              <a:off x="1709575" y="4717125"/>
              <a:ext cx="317975" cy="15725"/>
            </a:xfrm>
            <a:custGeom>
              <a:avLst/>
              <a:gdLst/>
              <a:ahLst/>
              <a:cxnLst/>
              <a:rect l="l" t="t" r="r" b="b"/>
              <a:pathLst>
                <a:path w="12719" h="629" extrusionOk="0">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2078;p37">
              <a:extLst>
                <a:ext uri="{FF2B5EF4-FFF2-40B4-BE49-F238E27FC236}">
                  <a16:creationId xmlns:a16="http://schemas.microsoft.com/office/drawing/2014/main" id="{E3B905E7-6197-FD0D-FD6A-E91006BFF11E}"/>
                </a:ext>
              </a:extLst>
            </p:cNvPr>
            <p:cNvSpPr/>
            <p:nvPr/>
          </p:nvSpPr>
          <p:spPr>
            <a:xfrm>
              <a:off x="1709575" y="4803075"/>
              <a:ext cx="317975" cy="14800"/>
            </a:xfrm>
            <a:custGeom>
              <a:avLst/>
              <a:gdLst/>
              <a:ahLst/>
              <a:cxnLst/>
              <a:rect l="l" t="t" r="r" b="b"/>
              <a:pathLst>
                <a:path w="12719" h="592" extrusionOk="0">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2079;p37">
              <a:extLst>
                <a:ext uri="{FF2B5EF4-FFF2-40B4-BE49-F238E27FC236}">
                  <a16:creationId xmlns:a16="http://schemas.microsoft.com/office/drawing/2014/main" id="{3AE7AB0F-B40C-441D-0773-950B0719270E}"/>
                </a:ext>
              </a:extLst>
            </p:cNvPr>
            <p:cNvSpPr/>
            <p:nvPr/>
          </p:nvSpPr>
          <p:spPr>
            <a:xfrm>
              <a:off x="2163400" y="3753100"/>
              <a:ext cx="949250" cy="949250"/>
            </a:xfrm>
            <a:custGeom>
              <a:avLst/>
              <a:gdLst/>
              <a:ahLst/>
              <a:cxnLst/>
              <a:rect l="l" t="t" r="r" b="b"/>
              <a:pathLst>
                <a:path w="37970" h="37970" extrusionOk="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2080;p37">
              <a:extLst>
                <a:ext uri="{FF2B5EF4-FFF2-40B4-BE49-F238E27FC236}">
                  <a16:creationId xmlns:a16="http://schemas.microsoft.com/office/drawing/2014/main" id="{343CD0B0-F7F8-F0DC-9735-3DC3188A6C6B}"/>
                </a:ext>
              </a:extLst>
            </p:cNvPr>
            <p:cNvSpPr/>
            <p:nvPr/>
          </p:nvSpPr>
          <p:spPr>
            <a:xfrm>
              <a:off x="2155075" y="3744775"/>
              <a:ext cx="965875" cy="965900"/>
            </a:xfrm>
            <a:custGeom>
              <a:avLst/>
              <a:gdLst/>
              <a:ahLst/>
              <a:cxnLst/>
              <a:rect l="l" t="t" r="r" b="b"/>
              <a:pathLst>
                <a:path w="38635" h="38636" extrusionOk="0">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2081;p37">
              <a:extLst>
                <a:ext uri="{FF2B5EF4-FFF2-40B4-BE49-F238E27FC236}">
                  <a16:creationId xmlns:a16="http://schemas.microsoft.com/office/drawing/2014/main" id="{30DEF2A2-4B4C-36FC-E4A4-71516D08034B}"/>
                </a:ext>
              </a:extLst>
            </p:cNvPr>
            <p:cNvSpPr/>
            <p:nvPr/>
          </p:nvSpPr>
          <p:spPr>
            <a:xfrm>
              <a:off x="2283550" y="3873250"/>
              <a:ext cx="708950" cy="708950"/>
            </a:xfrm>
            <a:custGeom>
              <a:avLst/>
              <a:gdLst/>
              <a:ahLst/>
              <a:cxnLst/>
              <a:rect l="l" t="t" r="r" b="b"/>
              <a:pathLst>
                <a:path w="28358" h="28358" extrusionOk="0">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2082;p37">
              <a:extLst>
                <a:ext uri="{FF2B5EF4-FFF2-40B4-BE49-F238E27FC236}">
                  <a16:creationId xmlns:a16="http://schemas.microsoft.com/office/drawing/2014/main" id="{C4DD77F5-603A-1D00-38EB-E81036032C55}"/>
                </a:ext>
              </a:extLst>
            </p:cNvPr>
            <p:cNvSpPr/>
            <p:nvPr/>
          </p:nvSpPr>
          <p:spPr>
            <a:xfrm>
              <a:off x="2275225" y="3864950"/>
              <a:ext cx="725575" cy="725575"/>
            </a:xfrm>
            <a:custGeom>
              <a:avLst/>
              <a:gdLst/>
              <a:ahLst/>
              <a:cxnLst/>
              <a:rect l="l" t="t" r="r" b="b"/>
              <a:pathLst>
                <a:path w="29023" h="29023" extrusionOk="0">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2083;p37">
              <a:extLst>
                <a:ext uri="{FF2B5EF4-FFF2-40B4-BE49-F238E27FC236}">
                  <a16:creationId xmlns:a16="http://schemas.microsoft.com/office/drawing/2014/main" id="{E92E6877-4FA9-44CC-CCDC-D10CCCC14523}"/>
                </a:ext>
              </a:extLst>
            </p:cNvPr>
            <p:cNvSpPr/>
            <p:nvPr/>
          </p:nvSpPr>
          <p:spPr>
            <a:xfrm>
              <a:off x="2413875" y="4003575"/>
              <a:ext cx="448300" cy="448300"/>
            </a:xfrm>
            <a:custGeom>
              <a:avLst/>
              <a:gdLst/>
              <a:ahLst/>
              <a:cxnLst/>
              <a:rect l="l" t="t" r="r" b="b"/>
              <a:pathLst>
                <a:path w="17932" h="17932" extrusionOk="0">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2084;p37">
              <a:extLst>
                <a:ext uri="{FF2B5EF4-FFF2-40B4-BE49-F238E27FC236}">
                  <a16:creationId xmlns:a16="http://schemas.microsoft.com/office/drawing/2014/main" id="{05AA23E6-5F6D-118D-F241-C44E652B36CD}"/>
                </a:ext>
              </a:extLst>
            </p:cNvPr>
            <p:cNvSpPr/>
            <p:nvPr/>
          </p:nvSpPr>
          <p:spPr>
            <a:xfrm>
              <a:off x="2406475" y="3996175"/>
              <a:ext cx="463075" cy="463100"/>
            </a:xfrm>
            <a:custGeom>
              <a:avLst/>
              <a:gdLst/>
              <a:ahLst/>
              <a:cxnLst/>
              <a:rect l="l" t="t" r="r" b="b"/>
              <a:pathLst>
                <a:path w="18523" h="18524" extrusionOk="0">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2085;p37">
              <a:extLst>
                <a:ext uri="{FF2B5EF4-FFF2-40B4-BE49-F238E27FC236}">
                  <a16:creationId xmlns:a16="http://schemas.microsoft.com/office/drawing/2014/main" id="{B7A4CD33-5ECA-D6A7-C4FF-AB8CE2F5878D}"/>
                </a:ext>
              </a:extLst>
            </p:cNvPr>
            <p:cNvSpPr/>
            <p:nvPr/>
          </p:nvSpPr>
          <p:spPr>
            <a:xfrm>
              <a:off x="1636575" y="3993425"/>
              <a:ext cx="469550" cy="468625"/>
            </a:xfrm>
            <a:custGeom>
              <a:avLst/>
              <a:gdLst/>
              <a:ahLst/>
              <a:cxnLst/>
              <a:rect l="l" t="t" r="r" b="b"/>
              <a:pathLst>
                <a:path w="18782" h="18745" extrusionOk="0">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2086;p37">
              <a:extLst>
                <a:ext uri="{FF2B5EF4-FFF2-40B4-BE49-F238E27FC236}">
                  <a16:creationId xmlns:a16="http://schemas.microsoft.com/office/drawing/2014/main" id="{B3F0C12E-5B1C-7502-B894-FD5AE7AB195E}"/>
                </a:ext>
              </a:extLst>
            </p:cNvPr>
            <p:cNvSpPr/>
            <p:nvPr/>
          </p:nvSpPr>
          <p:spPr>
            <a:xfrm>
              <a:off x="1629175" y="3985100"/>
              <a:ext cx="484325" cy="485250"/>
            </a:xfrm>
            <a:custGeom>
              <a:avLst/>
              <a:gdLst/>
              <a:ahLst/>
              <a:cxnLst/>
              <a:rect l="l" t="t" r="r" b="b"/>
              <a:pathLst>
                <a:path w="19373" h="19410" extrusionOk="0">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2087;p37">
              <a:extLst>
                <a:ext uri="{FF2B5EF4-FFF2-40B4-BE49-F238E27FC236}">
                  <a16:creationId xmlns:a16="http://schemas.microsoft.com/office/drawing/2014/main" id="{D195DFDB-1EA9-35FC-BE1C-2B3F1428FDC0}"/>
                </a:ext>
              </a:extLst>
            </p:cNvPr>
            <p:cNvSpPr/>
            <p:nvPr/>
          </p:nvSpPr>
          <p:spPr>
            <a:xfrm>
              <a:off x="1740075" y="4096925"/>
              <a:ext cx="262525" cy="262525"/>
            </a:xfrm>
            <a:custGeom>
              <a:avLst/>
              <a:gdLst/>
              <a:ahLst/>
              <a:cxnLst/>
              <a:rect l="l" t="t" r="r" b="b"/>
              <a:pathLst>
                <a:path w="10501" h="10501" extrusionOk="0">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2088;p37">
              <a:extLst>
                <a:ext uri="{FF2B5EF4-FFF2-40B4-BE49-F238E27FC236}">
                  <a16:creationId xmlns:a16="http://schemas.microsoft.com/office/drawing/2014/main" id="{A8749B43-3DF9-8D57-31F2-4F2FA976E5CB}"/>
                </a:ext>
              </a:extLst>
            </p:cNvPr>
            <p:cNvSpPr/>
            <p:nvPr/>
          </p:nvSpPr>
          <p:spPr>
            <a:xfrm>
              <a:off x="1732700" y="4088600"/>
              <a:ext cx="277300" cy="278250"/>
            </a:xfrm>
            <a:custGeom>
              <a:avLst/>
              <a:gdLst/>
              <a:ahLst/>
              <a:cxnLst/>
              <a:rect l="l" t="t" r="r" b="b"/>
              <a:pathLst>
                <a:path w="11092" h="11130" extrusionOk="0">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2089;p37">
              <a:extLst>
                <a:ext uri="{FF2B5EF4-FFF2-40B4-BE49-F238E27FC236}">
                  <a16:creationId xmlns:a16="http://schemas.microsoft.com/office/drawing/2014/main" id="{BC0EB3AD-38BE-B95B-64E3-8F1BA9CA0B83}"/>
                </a:ext>
              </a:extLst>
            </p:cNvPr>
            <p:cNvSpPr/>
            <p:nvPr/>
          </p:nvSpPr>
          <p:spPr>
            <a:xfrm>
              <a:off x="1304750" y="4090450"/>
              <a:ext cx="274525" cy="274550"/>
            </a:xfrm>
            <a:custGeom>
              <a:avLst/>
              <a:gdLst/>
              <a:ahLst/>
              <a:cxnLst/>
              <a:rect l="l" t="t" r="r" b="b"/>
              <a:pathLst>
                <a:path w="10981" h="10982" extrusionOk="0">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2090;p37">
              <a:extLst>
                <a:ext uri="{FF2B5EF4-FFF2-40B4-BE49-F238E27FC236}">
                  <a16:creationId xmlns:a16="http://schemas.microsoft.com/office/drawing/2014/main" id="{300A9A33-4997-0D42-6485-0B6D20168F85}"/>
                </a:ext>
              </a:extLst>
            </p:cNvPr>
            <p:cNvSpPr/>
            <p:nvPr/>
          </p:nvSpPr>
          <p:spPr>
            <a:xfrm>
              <a:off x="1297350" y="4083075"/>
              <a:ext cx="290250" cy="289300"/>
            </a:xfrm>
            <a:custGeom>
              <a:avLst/>
              <a:gdLst/>
              <a:ahLst/>
              <a:cxnLst/>
              <a:rect l="l" t="t" r="r" b="b"/>
              <a:pathLst>
                <a:path w="11610" h="11572" extrusionOk="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2091;p37">
              <a:extLst>
                <a:ext uri="{FF2B5EF4-FFF2-40B4-BE49-F238E27FC236}">
                  <a16:creationId xmlns:a16="http://schemas.microsoft.com/office/drawing/2014/main" id="{4F3E52B5-C968-E707-0EAC-6F68EC2153BD}"/>
                </a:ext>
              </a:extLst>
            </p:cNvPr>
            <p:cNvSpPr/>
            <p:nvPr/>
          </p:nvSpPr>
          <p:spPr>
            <a:xfrm>
              <a:off x="1364825" y="4150550"/>
              <a:ext cx="154375" cy="154375"/>
            </a:xfrm>
            <a:custGeom>
              <a:avLst/>
              <a:gdLst/>
              <a:ahLst/>
              <a:cxnLst/>
              <a:rect l="l" t="t" r="r" b="b"/>
              <a:pathLst>
                <a:path w="6175" h="6175" extrusionOk="0">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2092;p37">
              <a:extLst>
                <a:ext uri="{FF2B5EF4-FFF2-40B4-BE49-F238E27FC236}">
                  <a16:creationId xmlns:a16="http://schemas.microsoft.com/office/drawing/2014/main" id="{E0576080-BD10-D949-54DB-58437DD66BD2}"/>
                </a:ext>
              </a:extLst>
            </p:cNvPr>
            <p:cNvSpPr/>
            <p:nvPr/>
          </p:nvSpPr>
          <p:spPr>
            <a:xfrm>
              <a:off x="1357450" y="4143150"/>
              <a:ext cx="169150" cy="169150"/>
            </a:xfrm>
            <a:custGeom>
              <a:avLst/>
              <a:gdLst/>
              <a:ahLst/>
              <a:cxnLst/>
              <a:rect l="l" t="t" r="r" b="b"/>
              <a:pathLst>
                <a:path w="6766" h="6766" extrusionOk="0">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2093;p37">
              <a:extLst>
                <a:ext uri="{FF2B5EF4-FFF2-40B4-BE49-F238E27FC236}">
                  <a16:creationId xmlns:a16="http://schemas.microsoft.com/office/drawing/2014/main" id="{ADBBD691-8242-0320-CA75-6AAFBFD08BA1}"/>
                </a:ext>
              </a:extLst>
            </p:cNvPr>
            <p:cNvSpPr/>
            <p:nvPr/>
          </p:nvSpPr>
          <p:spPr>
            <a:xfrm>
              <a:off x="1150400" y="4228175"/>
              <a:ext cx="1488100" cy="25"/>
            </a:xfrm>
            <a:custGeom>
              <a:avLst/>
              <a:gdLst/>
              <a:ahLst/>
              <a:cxnLst/>
              <a:rect l="l" t="t" r="r" b="b"/>
              <a:pathLst>
                <a:path w="59524" h="1" extrusionOk="0">
                  <a:moveTo>
                    <a:pt x="59523" y="1"/>
                  </a:moveTo>
                  <a:lnTo>
                    <a:pt x="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94;p37">
              <a:extLst>
                <a:ext uri="{FF2B5EF4-FFF2-40B4-BE49-F238E27FC236}">
                  <a16:creationId xmlns:a16="http://schemas.microsoft.com/office/drawing/2014/main" id="{894A1176-D9A7-F001-B057-B4B3DF46DDEB}"/>
                </a:ext>
              </a:extLst>
            </p:cNvPr>
            <p:cNvSpPr/>
            <p:nvPr/>
          </p:nvSpPr>
          <p:spPr>
            <a:xfrm>
              <a:off x="1143000" y="4219850"/>
              <a:ext cx="1502900" cy="15750"/>
            </a:xfrm>
            <a:custGeom>
              <a:avLst/>
              <a:gdLst/>
              <a:ahLst/>
              <a:cxnLst/>
              <a:rect l="l" t="t" r="r" b="b"/>
              <a:pathLst>
                <a:path w="60116" h="630" extrusionOk="0">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95;p37">
              <a:extLst>
                <a:ext uri="{FF2B5EF4-FFF2-40B4-BE49-F238E27FC236}">
                  <a16:creationId xmlns:a16="http://schemas.microsoft.com/office/drawing/2014/main" id="{5297214C-C1D9-D7FD-8EF4-9E60819CAA71}"/>
                </a:ext>
              </a:extLst>
            </p:cNvPr>
            <p:cNvSpPr/>
            <p:nvPr/>
          </p:nvSpPr>
          <p:spPr>
            <a:xfrm>
              <a:off x="2662500" y="939625"/>
              <a:ext cx="943700" cy="739450"/>
            </a:xfrm>
            <a:custGeom>
              <a:avLst/>
              <a:gdLst/>
              <a:ahLst/>
              <a:cxnLst/>
              <a:rect l="l" t="t" r="r" b="b"/>
              <a:pathLst>
                <a:path w="37748" h="29578" extrusionOk="0">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96;p37">
              <a:extLst>
                <a:ext uri="{FF2B5EF4-FFF2-40B4-BE49-F238E27FC236}">
                  <a16:creationId xmlns:a16="http://schemas.microsoft.com/office/drawing/2014/main" id="{2C23BCF7-2636-3D27-D04A-352433D43153}"/>
                </a:ext>
              </a:extLst>
            </p:cNvPr>
            <p:cNvSpPr/>
            <p:nvPr/>
          </p:nvSpPr>
          <p:spPr>
            <a:xfrm>
              <a:off x="2752150" y="1489575"/>
              <a:ext cx="854050" cy="189500"/>
            </a:xfrm>
            <a:custGeom>
              <a:avLst/>
              <a:gdLst/>
              <a:ahLst/>
              <a:cxnLst/>
              <a:rect l="l" t="t" r="r" b="b"/>
              <a:pathLst>
                <a:path w="34162" h="7580" extrusionOk="0">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203" name="Google Shape;2097;p37">
              <a:extLst>
                <a:ext uri="{FF2B5EF4-FFF2-40B4-BE49-F238E27FC236}">
                  <a16:creationId xmlns:a16="http://schemas.microsoft.com/office/drawing/2014/main" id="{B5F622C6-91F1-DD27-5FA6-E5F5C41E7467}"/>
                </a:ext>
              </a:extLst>
            </p:cNvPr>
            <p:cNvSpPr/>
            <p:nvPr/>
          </p:nvSpPr>
          <p:spPr>
            <a:xfrm>
              <a:off x="2662500" y="1694750"/>
              <a:ext cx="943700" cy="74900"/>
            </a:xfrm>
            <a:custGeom>
              <a:avLst/>
              <a:gdLst/>
              <a:ahLst/>
              <a:cxnLst/>
              <a:rect l="l" t="t" r="r" b="b"/>
              <a:pathLst>
                <a:path w="37748" h="2996" extrusionOk="0">
                  <a:moveTo>
                    <a:pt x="1" y="1"/>
                  </a:moveTo>
                  <a:lnTo>
                    <a:pt x="1" y="2995"/>
                  </a:lnTo>
                  <a:lnTo>
                    <a:pt x="37747" y="2995"/>
                  </a:lnTo>
                  <a:lnTo>
                    <a:pt x="37747" y="1"/>
                  </a:lnTo>
                  <a:close/>
                </a:path>
              </a:pathLst>
            </a:custGeom>
            <a:solidFill>
              <a:schemeClr val="tx2">
                <a:lumMod val="40000"/>
                <a:lumOff val="6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98;p37">
              <a:extLst>
                <a:ext uri="{FF2B5EF4-FFF2-40B4-BE49-F238E27FC236}">
                  <a16:creationId xmlns:a16="http://schemas.microsoft.com/office/drawing/2014/main" id="{454061EE-0D84-741F-BAA0-7FE401BCC3F1}"/>
                </a:ext>
              </a:extLst>
            </p:cNvPr>
            <p:cNvSpPr/>
            <p:nvPr/>
          </p:nvSpPr>
          <p:spPr>
            <a:xfrm>
              <a:off x="2662500" y="1679050"/>
              <a:ext cx="943700" cy="15725"/>
            </a:xfrm>
            <a:custGeom>
              <a:avLst/>
              <a:gdLst/>
              <a:ahLst/>
              <a:cxnLst/>
              <a:rect l="l" t="t" r="r" b="b"/>
              <a:pathLst>
                <a:path w="37748" h="629" extrusionOk="0">
                  <a:moveTo>
                    <a:pt x="1" y="0"/>
                  </a:moveTo>
                  <a:lnTo>
                    <a:pt x="1" y="629"/>
                  </a:lnTo>
                  <a:lnTo>
                    <a:pt x="37747" y="629"/>
                  </a:lnTo>
                  <a:lnTo>
                    <a:pt x="377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99;p37">
              <a:extLst>
                <a:ext uri="{FF2B5EF4-FFF2-40B4-BE49-F238E27FC236}">
                  <a16:creationId xmlns:a16="http://schemas.microsoft.com/office/drawing/2014/main" id="{5726837E-8156-9B9A-EB71-209BA7355C5C}"/>
                </a:ext>
              </a:extLst>
            </p:cNvPr>
            <p:cNvSpPr/>
            <p:nvPr/>
          </p:nvSpPr>
          <p:spPr>
            <a:xfrm>
              <a:off x="2655100" y="932250"/>
              <a:ext cx="959425" cy="844800"/>
            </a:xfrm>
            <a:custGeom>
              <a:avLst/>
              <a:gdLst/>
              <a:ahLst/>
              <a:cxnLst/>
              <a:rect l="l" t="t" r="r" b="b"/>
              <a:pathLst>
                <a:path w="38377" h="33792" extrusionOk="0">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100;p37">
              <a:extLst>
                <a:ext uri="{FF2B5EF4-FFF2-40B4-BE49-F238E27FC236}">
                  <a16:creationId xmlns:a16="http://schemas.microsoft.com/office/drawing/2014/main" id="{CDFF0A36-B5AF-C03D-73F9-6B272BA23049}"/>
                </a:ext>
              </a:extLst>
            </p:cNvPr>
            <p:cNvSpPr/>
            <p:nvPr/>
          </p:nvSpPr>
          <p:spPr>
            <a:xfrm>
              <a:off x="2662500" y="939625"/>
              <a:ext cx="943700" cy="141450"/>
            </a:xfrm>
            <a:custGeom>
              <a:avLst/>
              <a:gdLst/>
              <a:ahLst/>
              <a:cxnLst/>
              <a:rect l="l" t="t" r="r" b="b"/>
              <a:pathLst>
                <a:path w="37748" h="5658" extrusionOk="0">
                  <a:moveTo>
                    <a:pt x="1" y="1"/>
                  </a:moveTo>
                  <a:lnTo>
                    <a:pt x="1" y="5657"/>
                  </a:lnTo>
                  <a:lnTo>
                    <a:pt x="37747" y="5657"/>
                  </a:lnTo>
                  <a:lnTo>
                    <a:pt x="377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101;p37">
              <a:extLst>
                <a:ext uri="{FF2B5EF4-FFF2-40B4-BE49-F238E27FC236}">
                  <a16:creationId xmlns:a16="http://schemas.microsoft.com/office/drawing/2014/main" id="{AA105E09-32B8-90BC-DF14-81F5F29639E4}"/>
                </a:ext>
              </a:extLst>
            </p:cNvPr>
            <p:cNvSpPr/>
            <p:nvPr/>
          </p:nvSpPr>
          <p:spPr>
            <a:xfrm>
              <a:off x="2655100" y="932250"/>
              <a:ext cx="959425" cy="156225"/>
            </a:xfrm>
            <a:custGeom>
              <a:avLst/>
              <a:gdLst/>
              <a:ahLst/>
              <a:cxnLst/>
              <a:rect l="l" t="t" r="r" b="b"/>
              <a:pathLst>
                <a:path w="38377" h="6249" extrusionOk="0">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102;p37">
              <a:extLst>
                <a:ext uri="{FF2B5EF4-FFF2-40B4-BE49-F238E27FC236}">
                  <a16:creationId xmlns:a16="http://schemas.microsoft.com/office/drawing/2014/main" id="{83C319E1-9BFE-33A3-F063-C7100ED43C04}"/>
                </a:ext>
              </a:extLst>
            </p:cNvPr>
            <p:cNvSpPr/>
            <p:nvPr/>
          </p:nvSpPr>
          <p:spPr>
            <a:xfrm>
              <a:off x="2942550" y="1191950"/>
              <a:ext cx="389150" cy="389150"/>
            </a:xfrm>
            <a:custGeom>
              <a:avLst/>
              <a:gdLst/>
              <a:ahLst/>
              <a:cxnLst/>
              <a:rect l="l" t="t" r="r" b="b"/>
              <a:pathLst>
                <a:path w="15566" h="15566" extrusionOk="0">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103;p37">
              <a:extLst>
                <a:ext uri="{FF2B5EF4-FFF2-40B4-BE49-F238E27FC236}">
                  <a16:creationId xmlns:a16="http://schemas.microsoft.com/office/drawing/2014/main" id="{6969A433-2472-8CA9-8AEF-2B336369F6F1}"/>
                </a:ext>
              </a:extLst>
            </p:cNvPr>
            <p:cNvSpPr/>
            <p:nvPr/>
          </p:nvSpPr>
          <p:spPr>
            <a:xfrm>
              <a:off x="2935150" y="1183650"/>
              <a:ext cx="404850" cy="404850"/>
            </a:xfrm>
            <a:custGeom>
              <a:avLst/>
              <a:gdLst/>
              <a:ahLst/>
              <a:cxnLst/>
              <a:rect l="l" t="t" r="r" b="b"/>
              <a:pathLst>
                <a:path w="16194" h="16194" extrusionOk="0">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4;p37">
              <a:extLst>
                <a:ext uri="{FF2B5EF4-FFF2-40B4-BE49-F238E27FC236}">
                  <a16:creationId xmlns:a16="http://schemas.microsoft.com/office/drawing/2014/main" id="{4179D02F-3E4B-6DFE-1156-DD6592A9AC66}"/>
                </a:ext>
              </a:extLst>
            </p:cNvPr>
            <p:cNvSpPr/>
            <p:nvPr/>
          </p:nvSpPr>
          <p:spPr>
            <a:xfrm>
              <a:off x="3046075" y="1257575"/>
              <a:ext cx="228325" cy="263450"/>
            </a:xfrm>
            <a:custGeom>
              <a:avLst/>
              <a:gdLst/>
              <a:ahLst/>
              <a:cxnLst/>
              <a:rect l="l" t="t" r="r" b="b"/>
              <a:pathLst>
                <a:path w="9133" h="10538" extrusionOk="0">
                  <a:moveTo>
                    <a:pt x="0" y="1"/>
                  </a:moveTo>
                  <a:lnTo>
                    <a:pt x="0" y="10537"/>
                  </a:lnTo>
                  <a:lnTo>
                    <a:pt x="9132" y="528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05;p37">
              <a:extLst>
                <a:ext uri="{FF2B5EF4-FFF2-40B4-BE49-F238E27FC236}">
                  <a16:creationId xmlns:a16="http://schemas.microsoft.com/office/drawing/2014/main" id="{6037A8E7-7DD3-EC9A-E6D5-D70692A08780}"/>
                </a:ext>
              </a:extLst>
            </p:cNvPr>
            <p:cNvSpPr/>
            <p:nvPr/>
          </p:nvSpPr>
          <p:spPr>
            <a:xfrm>
              <a:off x="3038675" y="1250425"/>
              <a:ext cx="243100" cy="278675"/>
            </a:xfrm>
            <a:custGeom>
              <a:avLst/>
              <a:gdLst/>
              <a:ahLst/>
              <a:cxnLst/>
              <a:rect l="l" t="t" r="r" b="b"/>
              <a:pathLst>
                <a:path w="9724" h="11147" extrusionOk="0">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2" name="TextBox 211">
            <a:extLst>
              <a:ext uri="{FF2B5EF4-FFF2-40B4-BE49-F238E27FC236}">
                <a16:creationId xmlns:a16="http://schemas.microsoft.com/office/drawing/2014/main" id="{780967E7-F7BF-C706-74E5-4F46AEFCA113}"/>
              </a:ext>
            </a:extLst>
          </p:cNvPr>
          <p:cNvSpPr txBox="1"/>
          <p:nvPr/>
        </p:nvSpPr>
        <p:spPr>
          <a:xfrm>
            <a:off x="9525000" y="4000500"/>
            <a:ext cx="8763000" cy="1723549"/>
          </a:xfrm>
          <a:prstGeom prst="rect">
            <a:avLst/>
          </a:prstGeom>
          <a:noFill/>
        </p:spPr>
        <p:txBody>
          <a:bodyPr wrap="square" rtlCol="0">
            <a:spAutoFit/>
          </a:bodyPr>
          <a:lstStyle/>
          <a:p>
            <a:r>
              <a:rPr lang="en-US" sz="10600" dirty="0">
                <a:solidFill>
                  <a:schemeClr val="tx2">
                    <a:lumMod val="50000"/>
                  </a:schemeClr>
                </a:solidFill>
                <a:latin typeface="Amasis MT Pro Medium" panose="02040604050005020304" pitchFamily="18" charset="0"/>
              </a:rPr>
              <a:t>THANK YOU</a:t>
            </a:r>
            <a:endParaRPr lang="en-IN" sz="10600" dirty="0">
              <a:solidFill>
                <a:schemeClr val="tx2">
                  <a:lumMod val="50000"/>
                </a:schemeClr>
              </a:solidFill>
              <a:latin typeface="Amasis MT Pro Medium" panose="02040604050005020304" pitchFamily="18" charset="0"/>
            </a:endParaRPr>
          </a:p>
        </p:txBody>
      </p:sp>
    </p:spTree>
    <p:extLst>
      <p:ext uri="{BB962C8B-B14F-4D97-AF65-F5344CB8AC3E}">
        <p14:creationId xmlns:p14="http://schemas.microsoft.com/office/powerpoint/2010/main" val="24927064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364</TotalTime>
  <Words>1060</Words>
  <Application>Microsoft Office PowerPoint</Application>
  <PresentationFormat>Custom</PresentationFormat>
  <Paragraphs>119</Paragraphs>
  <Slides>12</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Amasis MT Pro Medium</vt:lpstr>
      <vt:lpstr>Calibri</vt:lpstr>
      <vt:lpstr>Arial</vt:lpstr>
      <vt:lpstr>Barlow Semi Condensed</vt:lpstr>
      <vt:lpstr>Office Theme</vt:lpstr>
      <vt:lpstr>PowerPoint Presentation</vt:lpstr>
      <vt:lpstr>PREDICTING SMART PHONE ADDICTION THROUGH DEEP LEARNING   </vt:lpstr>
      <vt:lpstr>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Yellow and Green Modern Product Development Roadmap Presentation</dc:title>
  <dc:creator>Sruthi Kandhagatla</dc:creator>
  <cp:lastModifiedBy>venkanna mittakolu</cp:lastModifiedBy>
  <cp:revision>14</cp:revision>
  <dcterms:created xsi:type="dcterms:W3CDTF">2006-08-16T00:00:00Z</dcterms:created>
  <dcterms:modified xsi:type="dcterms:W3CDTF">2025-11-17T17:02:05Z</dcterms:modified>
  <dc:identifier>DAGwUkITy7k</dc:identifier>
</cp:coreProperties>
</file>