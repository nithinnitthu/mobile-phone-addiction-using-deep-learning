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50" r:id="rId1"/>
    <p:sldMasterId id="2147483660" r:id="rId2"/>
  </p:sldMasterIdLst>
  <p:notesMasterIdLst>
    <p:notesMasterId r:id="rId4"/>
  </p:notesMasterIdLst>
  <p:handoutMasterIdLst>
    <p:handoutMasterId r:id="rId5"/>
  </p:handoutMasterIdLst>
  <p:sldIdLst>
    <p:sldId id="256" r:id="rId3"/>
  </p:sldIdLst>
  <p:sldSz cx="27432000" cy="16459200"/>
  <p:notesSz cx="6858000" cy="9144000"/>
  <p:defaultTextStyle>
    <a:defPPr>
      <a:defRPr lang="en-US"/>
    </a:defPPr>
    <a:lvl1pPr marL="0" algn="l" defTabSz="2507943" rtl="0" eaLnBrk="1" latinLnBrk="0" hangingPunct="1">
      <a:defRPr sz="4900" kern="1200">
        <a:solidFill>
          <a:schemeClr val="tx1"/>
        </a:solidFill>
        <a:latin typeface="+mn-lt"/>
        <a:ea typeface="+mn-ea"/>
        <a:cs typeface="+mn-cs"/>
      </a:defRPr>
    </a:lvl1pPr>
    <a:lvl2pPr marL="1253972" algn="l" defTabSz="2507943" rtl="0" eaLnBrk="1" latinLnBrk="0" hangingPunct="1">
      <a:defRPr sz="4900" kern="1200">
        <a:solidFill>
          <a:schemeClr val="tx1"/>
        </a:solidFill>
        <a:latin typeface="+mn-lt"/>
        <a:ea typeface="+mn-ea"/>
        <a:cs typeface="+mn-cs"/>
      </a:defRPr>
    </a:lvl2pPr>
    <a:lvl3pPr marL="2507943" algn="l" defTabSz="2507943" rtl="0" eaLnBrk="1" latinLnBrk="0" hangingPunct="1">
      <a:defRPr sz="4900" kern="1200">
        <a:solidFill>
          <a:schemeClr val="tx1"/>
        </a:solidFill>
        <a:latin typeface="+mn-lt"/>
        <a:ea typeface="+mn-ea"/>
        <a:cs typeface="+mn-cs"/>
      </a:defRPr>
    </a:lvl3pPr>
    <a:lvl4pPr marL="3761915" algn="l" defTabSz="2507943" rtl="0" eaLnBrk="1" latinLnBrk="0" hangingPunct="1">
      <a:defRPr sz="4900" kern="1200">
        <a:solidFill>
          <a:schemeClr val="tx1"/>
        </a:solidFill>
        <a:latin typeface="+mn-lt"/>
        <a:ea typeface="+mn-ea"/>
        <a:cs typeface="+mn-cs"/>
      </a:defRPr>
    </a:lvl4pPr>
    <a:lvl5pPr marL="5015886" algn="l" defTabSz="2507943" rtl="0" eaLnBrk="1" latinLnBrk="0" hangingPunct="1">
      <a:defRPr sz="4900" kern="1200">
        <a:solidFill>
          <a:schemeClr val="tx1"/>
        </a:solidFill>
        <a:latin typeface="+mn-lt"/>
        <a:ea typeface="+mn-ea"/>
        <a:cs typeface="+mn-cs"/>
      </a:defRPr>
    </a:lvl5pPr>
    <a:lvl6pPr marL="6269858" algn="l" defTabSz="2507943" rtl="0" eaLnBrk="1" latinLnBrk="0" hangingPunct="1">
      <a:defRPr sz="4900" kern="1200">
        <a:solidFill>
          <a:schemeClr val="tx1"/>
        </a:solidFill>
        <a:latin typeface="+mn-lt"/>
        <a:ea typeface="+mn-ea"/>
        <a:cs typeface="+mn-cs"/>
      </a:defRPr>
    </a:lvl6pPr>
    <a:lvl7pPr marL="7523830" algn="l" defTabSz="2507943" rtl="0" eaLnBrk="1" latinLnBrk="0" hangingPunct="1">
      <a:defRPr sz="4900" kern="1200">
        <a:solidFill>
          <a:schemeClr val="tx1"/>
        </a:solidFill>
        <a:latin typeface="+mn-lt"/>
        <a:ea typeface="+mn-ea"/>
        <a:cs typeface="+mn-cs"/>
      </a:defRPr>
    </a:lvl7pPr>
    <a:lvl8pPr marL="8777801" algn="l" defTabSz="2507943" rtl="0" eaLnBrk="1" latinLnBrk="0" hangingPunct="1">
      <a:defRPr sz="4900" kern="1200">
        <a:solidFill>
          <a:schemeClr val="tx1"/>
        </a:solidFill>
        <a:latin typeface="+mn-lt"/>
        <a:ea typeface="+mn-ea"/>
        <a:cs typeface="+mn-cs"/>
      </a:defRPr>
    </a:lvl8pPr>
    <a:lvl9pPr marL="10031773" algn="l" defTabSz="2507943" rtl="0" eaLnBrk="1" latinLnBrk="0" hangingPunct="1">
      <a:defRPr sz="4900" kern="1200">
        <a:solidFill>
          <a:schemeClr val="tx1"/>
        </a:solidFill>
        <a:latin typeface="+mn-lt"/>
        <a:ea typeface="+mn-ea"/>
        <a:cs typeface="+mn-cs"/>
      </a:defRPr>
    </a:lvl9pPr>
  </p:defaultTextStyle>
  <p:extLst>
    <p:ext uri="{EFAFB233-063F-42B5-8137-9DF3F51BA10A}">
      <p15:sldGuideLst xmlns="" xmlns:p15="http://schemas.microsoft.com/office/powerpoint/2012/main">
        <p15:guide id="1" orient="horz" pos="1659">
          <p15:clr>
            <a:srgbClr val="A4A3A4"/>
          </p15:clr>
        </p15:guide>
        <p15:guide id="3" orient="horz" pos="10080">
          <p15:clr>
            <a:srgbClr val="A4A3A4"/>
          </p15:clr>
        </p15:guide>
        <p15:guide id="4" orient="horz">
          <p15:clr>
            <a:srgbClr val="A4A3A4"/>
          </p15:clr>
        </p15:guide>
        <p15:guide id="5" pos="363">
          <p15:clr>
            <a:srgbClr val="A4A3A4"/>
          </p15:clr>
        </p15:guide>
        <p15:guide id="6" pos="16918">
          <p15:clr>
            <a:srgbClr val="A4A3A4"/>
          </p15:clr>
        </p15:guide>
      </p15:sldGuideLst>
    </p:ext>
    <p:ext uri="{2D200454-40CA-4A62-9FC3-DE9A4176ACB9}">
      <p15:notesGuideLst xmlns="" xmlns:p15="http://schemas.microsoft.com/office/powerpoint/2012/main"/>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0" name="A.KOTOULAS" initials="AK" lastIdx="2" clrIdx="0"/>
  <p:cmAuthor id="1" name="A.KOTOULAS" initials="HELP" lastIdx="1" clrIdx="1"/>
  <p:cmAuthor id="2" name="A.KOTOULAS" initials="HELP - " lastIdx="1" clrIdx="2"/>
  <p:cmAuthor id="3" name="PosterPresentations.com - 510.649.3001" initials="HELP - " lastIdx="1" clrIdx="3"/>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E3E9E5"/>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snapVertSplitter="1" vertBarState="minimized" horzBarState="maximized">
    <p:restoredLeft sz="9345" autoAdjust="0"/>
    <p:restoredTop sz="94706" autoAdjust="0"/>
  </p:normalViewPr>
  <p:slideViewPr>
    <p:cSldViewPr snapToGrid="0" snapToObjects="1" showGuides="1">
      <p:cViewPr>
        <p:scale>
          <a:sx n="25" d="100"/>
          <a:sy n="25" d="100"/>
        </p:scale>
        <p:origin x="-1664" y="-236"/>
      </p:cViewPr>
      <p:guideLst>
        <p:guide orient="horz" pos="1659"/>
        <p:guide orient="horz" pos="10080"/>
        <p:guide orient="horz"/>
        <p:guide pos="363"/>
        <p:guide pos="16918"/>
      </p:guideLst>
    </p:cSldViewPr>
  </p:slideViewPr>
  <p:outlineViewPr>
    <p:cViewPr>
      <p:scale>
        <a:sx n="33" d="100"/>
        <a:sy n="33" d="100"/>
      </p:scale>
      <p:origin x="0" y="0"/>
    </p:cViewPr>
  </p:outlineViewPr>
  <p:notesTextViewPr>
    <p:cViewPr>
      <p:scale>
        <a:sx n="100" d="100"/>
        <a:sy n="100" d="100"/>
      </p:scale>
      <p:origin x="0" y="0"/>
    </p:cViewPr>
  </p:notesTextViewPr>
  <p:sorterViewPr>
    <p:cViewPr>
      <p:scale>
        <a:sx n="66" d="100"/>
        <a:sy n="66" d="100"/>
      </p:scale>
      <p:origin x="0" y="0"/>
    </p:cViewPr>
  </p:sorterViewPr>
  <p:notesViewPr>
    <p:cSldViewPr snapToGrid="0" snapToObjects="1">
      <p:cViewPr varScale="1">
        <p:scale>
          <a:sx n="75" d="100"/>
          <a:sy n="75" d="100"/>
        </p:scale>
        <p:origin x="2268" y="60"/>
      </p:cViewPr>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viewProps" Target="viewProps.xml"/><Relationship Id="rId3" Type="http://schemas.openxmlformats.org/officeDocument/2006/relationships/slide" Target="slides/slide1.xml"/><Relationship Id="rId7" Type="http://schemas.openxmlformats.org/officeDocument/2006/relationships/presProps" Target="presProps.xml"/><Relationship Id="rId2" Type="http://schemas.openxmlformats.org/officeDocument/2006/relationships/slideMaster" Target="slideMasters/slideMaster2.xml"/><Relationship Id="rId1" Type="http://schemas.openxmlformats.org/officeDocument/2006/relationships/slideMaster" Target="slideMasters/slideMaster1.xml"/><Relationship Id="rId6" Type="http://schemas.openxmlformats.org/officeDocument/2006/relationships/commentAuthors" Target="commentAuthors.xml"/><Relationship Id="rId5" Type="http://schemas.openxmlformats.org/officeDocument/2006/relationships/handoutMaster" Target="handoutMasters/handoutMaster1.xml"/><Relationship Id="rId10" Type="http://schemas.openxmlformats.org/officeDocument/2006/relationships/tableStyles" Target="tableStyles.xml"/><Relationship Id="rId4" Type="http://schemas.openxmlformats.org/officeDocument/2006/relationships/notesMaster" Target="notesMasters/notesMaster1.xml"/><Relationship Id="rId9" Type="http://schemas.openxmlformats.org/officeDocument/2006/relationships/theme" Target="theme/theme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4.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4" name="Footer Placeholder 3"/>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987B717E-17DC-4276-BCDC-C73550588E55}" type="slidenum">
              <a:rPr lang="en-US" smtClean="0"/>
              <a:t>‹#›</a:t>
            </a:fld>
            <a:endParaRPr lang="en-US"/>
          </a:p>
        </p:txBody>
      </p:sp>
    </p:spTree>
    <p:extLst>
      <p:ext uri="{BB962C8B-B14F-4D97-AF65-F5344CB8AC3E}">
        <p14:creationId xmlns:p14="http://schemas.microsoft.com/office/powerpoint/2010/main" val="1708058954"/>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dirty="0"/>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E6CC2317-6751-4CD4-9995-8782DD78E936}" type="datetimeFigureOut">
              <a:rPr lang="en-US" smtClean="0"/>
              <a:pPr/>
              <a:t>11/26/2025</a:t>
            </a:fld>
            <a:endParaRPr lang="en-US" dirty="0"/>
          </a:p>
        </p:txBody>
      </p:sp>
      <p:sp>
        <p:nvSpPr>
          <p:cNvPr id="4" name="Slide Image Placeholder 3"/>
          <p:cNvSpPr>
            <a:spLocks noGrp="1" noRot="1" noChangeAspect="1"/>
          </p:cNvSpPr>
          <p:nvPr>
            <p:ph type="sldImg" idx="2"/>
          </p:nvPr>
        </p:nvSpPr>
        <p:spPr>
          <a:xfrm>
            <a:off x="571500" y="685800"/>
            <a:ext cx="5715000" cy="3429000"/>
          </a:xfrm>
          <a:prstGeom prst="rect">
            <a:avLst/>
          </a:prstGeom>
          <a:noFill/>
          <a:ln w="12700">
            <a:solidFill>
              <a:prstClr val="black"/>
            </a:solidFill>
          </a:ln>
        </p:spPr>
        <p:txBody>
          <a:bodyPr vert="horz" lIns="91440" tIns="45720" rIns="91440" bIns="45720" rtlCol="0" anchor="ctr"/>
          <a:lstStyle/>
          <a:p>
            <a:endParaRPr lang="en-US" dirty="0"/>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dirty="0"/>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26A1A87D-CAF7-4BDC-A0D3-C0DBEDE81619}" type="slidenum">
              <a:rPr lang="en-US" smtClean="0"/>
              <a:pPr/>
              <a:t>‹#›</a:t>
            </a:fld>
            <a:endParaRPr lang="en-US" dirty="0"/>
          </a:p>
        </p:txBody>
      </p:sp>
    </p:spTree>
    <p:extLst>
      <p:ext uri="{BB962C8B-B14F-4D97-AF65-F5344CB8AC3E}">
        <p14:creationId xmlns:p14="http://schemas.microsoft.com/office/powerpoint/2010/main" val="3146657063"/>
      </p:ext>
    </p:extLst>
  </p:cSld>
  <p:clrMap bg1="lt1" tx1="dk1" bg2="lt2" tx2="dk2" accent1="accent1" accent2="accent2" accent3="accent3" accent4="accent4" accent5="accent5" accent6="accent6" hlink="hlink" folHlink="folHlink"/>
  <p:notesStyle>
    <a:lvl1pPr marL="0" algn="l" defTabSz="2507943" rtl="0" eaLnBrk="1" latinLnBrk="0" hangingPunct="1">
      <a:defRPr sz="3300" kern="1200">
        <a:solidFill>
          <a:schemeClr val="tx1"/>
        </a:solidFill>
        <a:latin typeface="+mn-lt"/>
        <a:ea typeface="+mn-ea"/>
        <a:cs typeface="+mn-cs"/>
      </a:defRPr>
    </a:lvl1pPr>
    <a:lvl2pPr marL="1253972" algn="l" defTabSz="2507943" rtl="0" eaLnBrk="1" latinLnBrk="0" hangingPunct="1">
      <a:defRPr sz="3300" kern="1200">
        <a:solidFill>
          <a:schemeClr val="tx1"/>
        </a:solidFill>
        <a:latin typeface="+mn-lt"/>
        <a:ea typeface="+mn-ea"/>
        <a:cs typeface="+mn-cs"/>
      </a:defRPr>
    </a:lvl2pPr>
    <a:lvl3pPr marL="2507943" algn="l" defTabSz="2507943" rtl="0" eaLnBrk="1" latinLnBrk="0" hangingPunct="1">
      <a:defRPr sz="3300" kern="1200">
        <a:solidFill>
          <a:schemeClr val="tx1"/>
        </a:solidFill>
        <a:latin typeface="+mn-lt"/>
        <a:ea typeface="+mn-ea"/>
        <a:cs typeface="+mn-cs"/>
      </a:defRPr>
    </a:lvl3pPr>
    <a:lvl4pPr marL="3761915" algn="l" defTabSz="2507943" rtl="0" eaLnBrk="1" latinLnBrk="0" hangingPunct="1">
      <a:defRPr sz="3300" kern="1200">
        <a:solidFill>
          <a:schemeClr val="tx1"/>
        </a:solidFill>
        <a:latin typeface="+mn-lt"/>
        <a:ea typeface="+mn-ea"/>
        <a:cs typeface="+mn-cs"/>
      </a:defRPr>
    </a:lvl4pPr>
    <a:lvl5pPr marL="5015886" algn="l" defTabSz="2507943" rtl="0" eaLnBrk="1" latinLnBrk="0" hangingPunct="1">
      <a:defRPr sz="3300" kern="1200">
        <a:solidFill>
          <a:schemeClr val="tx1"/>
        </a:solidFill>
        <a:latin typeface="+mn-lt"/>
        <a:ea typeface="+mn-ea"/>
        <a:cs typeface="+mn-cs"/>
      </a:defRPr>
    </a:lvl5pPr>
    <a:lvl6pPr marL="6269858" algn="l" defTabSz="2507943" rtl="0" eaLnBrk="1" latinLnBrk="0" hangingPunct="1">
      <a:defRPr sz="3300" kern="1200">
        <a:solidFill>
          <a:schemeClr val="tx1"/>
        </a:solidFill>
        <a:latin typeface="+mn-lt"/>
        <a:ea typeface="+mn-ea"/>
        <a:cs typeface="+mn-cs"/>
      </a:defRPr>
    </a:lvl6pPr>
    <a:lvl7pPr marL="7523830" algn="l" defTabSz="2507943" rtl="0" eaLnBrk="1" latinLnBrk="0" hangingPunct="1">
      <a:defRPr sz="3300" kern="1200">
        <a:solidFill>
          <a:schemeClr val="tx1"/>
        </a:solidFill>
        <a:latin typeface="+mn-lt"/>
        <a:ea typeface="+mn-ea"/>
        <a:cs typeface="+mn-cs"/>
      </a:defRPr>
    </a:lvl7pPr>
    <a:lvl8pPr marL="8777801" algn="l" defTabSz="2507943" rtl="0" eaLnBrk="1" latinLnBrk="0" hangingPunct="1">
      <a:defRPr sz="3300" kern="1200">
        <a:solidFill>
          <a:schemeClr val="tx1"/>
        </a:solidFill>
        <a:latin typeface="+mn-lt"/>
        <a:ea typeface="+mn-ea"/>
        <a:cs typeface="+mn-cs"/>
      </a:defRPr>
    </a:lvl8pPr>
    <a:lvl9pPr marL="10031773" algn="l" defTabSz="2507943" rtl="0" eaLnBrk="1" latinLnBrk="0" hangingPunct="1">
      <a:defRPr sz="33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36x60 Template - 4 columns">
    <p:spTree>
      <p:nvGrpSpPr>
        <p:cNvPr id="1" name=""/>
        <p:cNvGrpSpPr/>
        <p:nvPr/>
      </p:nvGrpSpPr>
      <p:grpSpPr>
        <a:xfrm>
          <a:off x="0" y="0"/>
          <a:ext cx="0" cy="0"/>
          <a:chOff x="0" y="0"/>
          <a:chExt cx="0" cy="0"/>
        </a:xfrm>
      </p:grpSpPr>
      <p:sp>
        <p:nvSpPr>
          <p:cNvPr id="4" name="Text Placeholder 3"/>
          <p:cNvSpPr>
            <a:spLocks noGrp="1"/>
          </p:cNvSpPr>
          <p:nvPr>
            <p:ph type="body" sz="quarter" idx="10" hasCustomPrompt="1"/>
          </p:nvPr>
        </p:nvSpPr>
        <p:spPr>
          <a:xfrm>
            <a:off x="565116" y="3063161"/>
            <a:ext cx="6285508" cy="479239"/>
          </a:xfrm>
          <a:prstGeom prst="rect">
            <a:avLst/>
          </a:prstGeom>
        </p:spPr>
        <p:txBody>
          <a:bodyPr wrap="square" lIns="130622" tIns="130622" rIns="130622" bIns="130622" anchor="t" anchorCtr="0">
            <a:spAutoFit/>
          </a:bodyPr>
          <a:lstStyle>
            <a:lvl1pPr marL="0" indent="0">
              <a:buNone/>
              <a:defRPr sz="1400">
                <a:solidFill>
                  <a:schemeClr val="accent5">
                    <a:lumMod val="50000"/>
                  </a:schemeClr>
                </a:solidFill>
                <a:latin typeface="Century Gothic" panose="020B0502020202020204" pitchFamily="34" charset="0"/>
                <a:cs typeface="Times New Roman" panose="02020603050405020304" pitchFamily="18" charset="0"/>
              </a:defRPr>
            </a:lvl1pPr>
            <a:lvl2pPr marL="849043" indent="-326555">
              <a:defRPr sz="1400">
                <a:latin typeface="Trebuchet MS" pitchFamily="34" charset="0"/>
              </a:defRPr>
            </a:lvl2pPr>
            <a:lvl3pPr marL="1175598" indent="-326555">
              <a:defRPr sz="1400">
                <a:latin typeface="Trebuchet MS" pitchFamily="34" charset="0"/>
              </a:defRPr>
            </a:lvl3pPr>
            <a:lvl4pPr marL="1534809" indent="-359211">
              <a:defRPr sz="1400">
                <a:latin typeface="Trebuchet MS" pitchFamily="34" charset="0"/>
              </a:defRPr>
            </a:lvl4pPr>
            <a:lvl5pPr marL="1796053" indent="-261244">
              <a:defRPr sz="1400">
                <a:latin typeface="Trebuchet MS" pitchFamily="34" charset="0"/>
              </a:defRPr>
            </a:lvl5pPr>
          </a:lstStyle>
          <a:p>
            <a:pPr lvl="0"/>
            <a:r>
              <a:rPr lang="en-US" dirty="0"/>
              <a:t>Type in or paste your text here</a:t>
            </a:r>
          </a:p>
        </p:txBody>
      </p:sp>
      <p:sp>
        <p:nvSpPr>
          <p:cNvPr id="6" name="Text Placeholder 5"/>
          <p:cNvSpPr>
            <a:spLocks noGrp="1"/>
          </p:cNvSpPr>
          <p:nvPr>
            <p:ph type="body" sz="quarter" idx="11" hasCustomPrompt="1"/>
          </p:nvPr>
        </p:nvSpPr>
        <p:spPr>
          <a:xfrm>
            <a:off x="576461" y="2649220"/>
            <a:ext cx="6280547" cy="382517"/>
          </a:xfrm>
          <a:prstGeom prst="rect">
            <a:avLst/>
          </a:prstGeom>
          <a:solidFill>
            <a:schemeClr val="accent5">
              <a:lumMod val="50000"/>
            </a:schemeClr>
          </a:solidFill>
        </p:spPr>
        <p:txBody>
          <a:bodyPr lIns="52249" tIns="52249" rIns="52249" bIns="52249" anchor="t" anchorCtr="0">
            <a:spAutoFit/>
          </a:bodyPr>
          <a:lstStyle>
            <a:lvl1pPr marL="0" indent="0" algn="ctr">
              <a:buNone/>
              <a:defRPr sz="1800" b="1" u="none" baseline="0">
                <a:solidFill>
                  <a:schemeClr val="bg1"/>
                </a:solidFill>
                <a:latin typeface="Century Gothic" panose="020B0502020202020204" pitchFamily="34" charset="0"/>
              </a:defRPr>
            </a:lvl1pPr>
          </a:lstStyle>
          <a:p>
            <a:pPr lvl="0"/>
            <a:r>
              <a:rPr lang="en-US" dirty="0"/>
              <a:t>(click to edit) INTRODUCTION or ABSTRACT</a:t>
            </a:r>
          </a:p>
        </p:txBody>
      </p:sp>
      <p:sp>
        <p:nvSpPr>
          <p:cNvPr id="20" name="Text Placeholder 5"/>
          <p:cNvSpPr>
            <a:spLocks noGrp="1"/>
          </p:cNvSpPr>
          <p:nvPr>
            <p:ph type="body" sz="quarter" idx="20" hasCustomPrompt="1"/>
          </p:nvPr>
        </p:nvSpPr>
        <p:spPr>
          <a:xfrm>
            <a:off x="576461" y="7268816"/>
            <a:ext cx="6281539" cy="382517"/>
          </a:xfrm>
          <a:prstGeom prst="rect">
            <a:avLst/>
          </a:prstGeom>
          <a:solidFill>
            <a:schemeClr val="accent5">
              <a:lumMod val="50000"/>
            </a:schemeClr>
          </a:solidFill>
        </p:spPr>
        <p:txBody>
          <a:bodyPr wrap="square" lIns="52249" tIns="52249" rIns="52249" bIns="52249" anchor="t" anchorCtr="0">
            <a:spAutoFit/>
          </a:bodyPr>
          <a:lstStyle>
            <a:lvl1pPr marL="0" indent="0" algn="ctr">
              <a:buNone/>
              <a:defRPr sz="1800" b="1" u="none" baseline="0">
                <a:solidFill>
                  <a:schemeClr val="bg1"/>
                </a:solidFill>
                <a:latin typeface="Century Gothic" panose="020B0502020202020204" pitchFamily="34" charset="0"/>
              </a:defRPr>
            </a:lvl1pPr>
          </a:lstStyle>
          <a:p>
            <a:pPr lvl="0"/>
            <a:r>
              <a:rPr lang="en-US" dirty="0"/>
              <a:t>(click to edit)  OBJECTIVES</a:t>
            </a:r>
          </a:p>
        </p:txBody>
      </p:sp>
      <p:sp>
        <p:nvSpPr>
          <p:cNvPr id="21" name="Text Placeholder 3"/>
          <p:cNvSpPr>
            <a:spLocks noGrp="1"/>
          </p:cNvSpPr>
          <p:nvPr>
            <p:ph type="body" sz="quarter" idx="21" hasCustomPrompt="1"/>
          </p:nvPr>
        </p:nvSpPr>
        <p:spPr>
          <a:xfrm>
            <a:off x="7241978" y="3063161"/>
            <a:ext cx="6280546" cy="479239"/>
          </a:xfrm>
          <a:prstGeom prst="rect">
            <a:avLst/>
          </a:prstGeom>
        </p:spPr>
        <p:txBody>
          <a:bodyPr wrap="square" lIns="130622" tIns="130622" rIns="130622" bIns="130622" anchor="t" anchorCtr="0">
            <a:spAutoFit/>
          </a:bodyPr>
          <a:lstStyle>
            <a:lvl1pPr marL="0" indent="0">
              <a:buNone/>
              <a:defRPr sz="1400">
                <a:solidFill>
                  <a:schemeClr val="accent5">
                    <a:lumMod val="50000"/>
                  </a:schemeClr>
                </a:solidFill>
                <a:latin typeface="Century Gothic" panose="020B0502020202020204" pitchFamily="34" charset="0"/>
                <a:cs typeface="Times New Roman" panose="02020603050405020304" pitchFamily="18" charset="0"/>
              </a:defRPr>
            </a:lvl1pPr>
            <a:lvl2pPr marL="849043" indent="-326555">
              <a:defRPr sz="1400">
                <a:latin typeface="Trebuchet MS" pitchFamily="34" charset="0"/>
              </a:defRPr>
            </a:lvl2pPr>
            <a:lvl3pPr marL="1175598" indent="-326555">
              <a:defRPr sz="1400">
                <a:latin typeface="Trebuchet MS" pitchFamily="34" charset="0"/>
              </a:defRPr>
            </a:lvl3pPr>
            <a:lvl4pPr marL="1534809" indent="-359211">
              <a:defRPr sz="1400">
                <a:latin typeface="Trebuchet MS" pitchFamily="34" charset="0"/>
              </a:defRPr>
            </a:lvl4pPr>
            <a:lvl5pPr marL="1796053" indent="-261244">
              <a:defRPr sz="1400">
                <a:latin typeface="Trebuchet MS" pitchFamily="34" charset="0"/>
              </a:defRPr>
            </a:lvl5pPr>
          </a:lstStyle>
          <a:p>
            <a:pPr lvl="0"/>
            <a:r>
              <a:rPr lang="en-US" dirty="0"/>
              <a:t>Type in or paste your text here</a:t>
            </a:r>
          </a:p>
        </p:txBody>
      </p:sp>
      <p:sp>
        <p:nvSpPr>
          <p:cNvPr id="22" name="Text Placeholder 5"/>
          <p:cNvSpPr>
            <a:spLocks noGrp="1"/>
          </p:cNvSpPr>
          <p:nvPr>
            <p:ph type="body" sz="quarter" idx="22" hasCustomPrompt="1"/>
          </p:nvPr>
        </p:nvSpPr>
        <p:spPr>
          <a:xfrm>
            <a:off x="7241977" y="2649220"/>
            <a:ext cx="6280547" cy="382517"/>
          </a:xfrm>
          <a:prstGeom prst="rect">
            <a:avLst/>
          </a:prstGeom>
          <a:solidFill>
            <a:schemeClr val="accent5">
              <a:lumMod val="50000"/>
            </a:schemeClr>
          </a:solidFill>
        </p:spPr>
        <p:txBody>
          <a:bodyPr lIns="52249" tIns="52249" rIns="52249" bIns="52249" anchor="t" anchorCtr="0">
            <a:spAutoFit/>
          </a:bodyPr>
          <a:lstStyle>
            <a:lvl1pPr marL="0" indent="0" algn="ctr">
              <a:buNone/>
              <a:defRPr sz="1800" b="1" u="none" baseline="0">
                <a:solidFill>
                  <a:schemeClr val="bg1"/>
                </a:solidFill>
                <a:latin typeface="Century Gothic" panose="020B0502020202020204" pitchFamily="34" charset="0"/>
              </a:defRPr>
            </a:lvl1pPr>
          </a:lstStyle>
          <a:p>
            <a:pPr lvl="0"/>
            <a:r>
              <a:rPr lang="en-US" dirty="0"/>
              <a:t>(click to edit)  MATERIALS &amp; METHODS</a:t>
            </a:r>
          </a:p>
        </p:txBody>
      </p:sp>
      <p:sp>
        <p:nvSpPr>
          <p:cNvPr id="23" name="Text Placeholder 3"/>
          <p:cNvSpPr>
            <a:spLocks noGrp="1"/>
          </p:cNvSpPr>
          <p:nvPr>
            <p:ph type="body" sz="quarter" idx="23" hasCustomPrompt="1"/>
          </p:nvPr>
        </p:nvSpPr>
        <p:spPr>
          <a:xfrm>
            <a:off x="13911462" y="3063161"/>
            <a:ext cx="6280546" cy="479239"/>
          </a:xfrm>
          <a:prstGeom prst="rect">
            <a:avLst/>
          </a:prstGeom>
        </p:spPr>
        <p:txBody>
          <a:bodyPr wrap="square" lIns="130622" tIns="130622" rIns="130622" bIns="130622" anchor="t" anchorCtr="0">
            <a:spAutoFit/>
          </a:bodyPr>
          <a:lstStyle>
            <a:lvl1pPr marL="0" indent="0">
              <a:buNone/>
              <a:defRPr sz="1400">
                <a:solidFill>
                  <a:schemeClr val="accent5">
                    <a:lumMod val="50000"/>
                  </a:schemeClr>
                </a:solidFill>
                <a:latin typeface="Century Gothic" panose="020B0502020202020204" pitchFamily="34" charset="0"/>
                <a:cs typeface="Times New Roman" panose="02020603050405020304" pitchFamily="18" charset="0"/>
              </a:defRPr>
            </a:lvl1pPr>
            <a:lvl2pPr marL="849043" indent="-326555">
              <a:defRPr sz="1400">
                <a:latin typeface="Trebuchet MS" pitchFamily="34" charset="0"/>
              </a:defRPr>
            </a:lvl2pPr>
            <a:lvl3pPr marL="1175598" indent="-326555">
              <a:defRPr sz="1400">
                <a:latin typeface="Trebuchet MS" pitchFamily="34" charset="0"/>
              </a:defRPr>
            </a:lvl3pPr>
            <a:lvl4pPr marL="1534809" indent="-359211">
              <a:defRPr sz="1400">
                <a:latin typeface="Trebuchet MS" pitchFamily="34" charset="0"/>
              </a:defRPr>
            </a:lvl4pPr>
            <a:lvl5pPr marL="1796053" indent="-261244">
              <a:defRPr sz="1400">
                <a:latin typeface="Trebuchet MS" pitchFamily="34" charset="0"/>
              </a:defRPr>
            </a:lvl5pPr>
          </a:lstStyle>
          <a:p>
            <a:pPr lvl="0"/>
            <a:r>
              <a:rPr lang="en-US" dirty="0"/>
              <a:t>Type in or paste your text here</a:t>
            </a:r>
          </a:p>
        </p:txBody>
      </p:sp>
      <p:sp>
        <p:nvSpPr>
          <p:cNvPr id="24" name="Text Placeholder 5"/>
          <p:cNvSpPr>
            <a:spLocks noGrp="1"/>
          </p:cNvSpPr>
          <p:nvPr>
            <p:ph type="body" sz="quarter" idx="24" hasCustomPrompt="1"/>
          </p:nvPr>
        </p:nvSpPr>
        <p:spPr>
          <a:xfrm>
            <a:off x="13906500" y="2649220"/>
            <a:ext cx="6286500" cy="382517"/>
          </a:xfrm>
          <a:prstGeom prst="rect">
            <a:avLst/>
          </a:prstGeom>
          <a:solidFill>
            <a:schemeClr val="accent5">
              <a:lumMod val="50000"/>
            </a:schemeClr>
          </a:solidFill>
        </p:spPr>
        <p:txBody>
          <a:bodyPr lIns="52249" tIns="52249" rIns="52249" bIns="52249" anchor="t" anchorCtr="0">
            <a:spAutoFit/>
          </a:bodyPr>
          <a:lstStyle>
            <a:lvl1pPr marL="0" indent="0" algn="ctr">
              <a:buNone/>
              <a:defRPr sz="1800" b="1" u="none" baseline="0">
                <a:solidFill>
                  <a:schemeClr val="bg1"/>
                </a:solidFill>
                <a:latin typeface="Century Gothic" panose="020B0502020202020204" pitchFamily="34" charset="0"/>
              </a:defRPr>
            </a:lvl1pPr>
          </a:lstStyle>
          <a:p>
            <a:pPr lvl="0"/>
            <a:r>
              <a:rPr lang="en-US" dirty="0"/>
              <a:t>(click to edit)  RESULTS</a:t>
            </a:r>
          </a:p>
        </p:txBody>
      </p:sp>
      <p:sp>
        <p:nvSpPr>
          <p:cNvPr id="25" name="Text Placeholder 5"/>
          <p:cNvSpPr>
            <a:spLocks noGrp="1"/>
          </p:cNvSpPr>
          <p:nvPr>
            <p:ph type="body" sz="quarter" idx="25" hasCustomPrompt="1"/>
          </p:nvPr>
        </p:nvSpPr>
        <p:spPr>
          <a:xfrm>
            <a:off x="20575984" y="2649220"/>
            <a:ext cx="6279386" cy="382517"/>
          </a:xfrm>
          <a:prstGeom prst="rect">
            <a:avLst/>
          </a:prstGeom>
          <a:solidFill>
            <a:schemeClr val="accent5">
              <a:lumMod val="50000"/>
            </a:schemeClr>
          </a:solidFill>
        </p:spPr>
        <p:txBody>
          <a:bodyPr wrap="square" lIns="52249" tIns="52249" rIns="52249" bIns="52249" anchor="t" anchorCtr="0">
            <a:spAutoFit/>
          </a:bodyPr>
          <a:lstStyle>
            <a:lvl1pPr marL="0" indent="0" algn="ctr">
              <a:buNone/>
              <a:defRPr sz="1800" b="1" u="none" baseline="0">
                <a:solidFill>
                  <a:schemeClr val="bg1"/>
                </a:solidFill>
                <a:latin typeface="Century Gothic" panose="020B0502020202020204" pitchFamily="34" charset="0"/>
              </a:defRPr>
            </a:lvl1pPr>
          </a:lstStyle>
          <a:p>
            <a:pPr lvl="0"/>
            <a:r>
              <a:rPr lang="en-US" dirty="0"/>
              <a:t>(click to edit)  CONCLUSIONS</a:t>
            </a:r>
          </a:p>
        </p:txBody>
      </p:sp>
      <p:sp>
        <p:nvSpPr>
          <p:cNvPr id="26" name="Text Placeholder 3"/>
          <p:cNvSpPr>
            <a:spLocks noGrp="1"/>
          </p:cNvSpPr>
          <p:nvPr>
            <p:ph type="body" sz="quarter" idx="26" hasCustomPrompt="1"/>
          </p:nvPr>
        </p:nvSpPr>
        <p:spPr>
          <a:xfrm>
            <a:off x="20575984" y="3063161"/>
            <a:ext cx="6279386" cy="479239"/>
          </a:xfrm>
          <a:prstGeom prst="rect">
            <a:avLst/>
          </a:prstGeom>
        </p:spPr>
        <p:txBody>
          <a:bodyPr wrap="square" lIns="130622" tIns="130622" rIns="130622" bIns="130622" anchor="t" anchorCtr="0">
            <a:spAutoFit/>
          </a:bodyPr>
          <a:lstStyle>
            <a:lvl1pPr marL="0" indent="0">
              <a:buNone/>
              <a:defRPr sz="1400">
                <a:solidFill>
                  <a:schemeClr val="accent5">
                    <a:lumMod val="50000"/>
                  </a:schemeClr>
                </a:solidFill>
                <a:latin typeface="Century Gothic" panose="020B0502020202020204" pitchFamily="34" charset="0"/>
                <a:cs typeface="Times New Roman" panose="02020603050405020304" pitchFamily="18" charset="0"/>
              </a:defRPr>
            </a:lvl1pPr>
            <a:lvl2pPr marL="849043" indent="-326555">
              <a:defRPr sz="1400">
                <a:latin typeface="Trebuchet MS" pitchFamily="34" charset="0"/>
              </a:defRPr>
            </a:lvl2pPr>
            <a:lvl3pPr marL="1175598" indent="-326555">
              <a:defRPr sz="1400">
                <a:latin typeface="Trebuchet MS" pitchFamily="34" charset="0"/>
              </a:defRPr>
            </a:lvl3pPr>
            <a:lvl4pPr marL="1534809" indent="-359211">
              <a:defRPr sz="1400">
                <a:latin typeface="Trebuchet MS" pitchFamily="34" charset="0"/>
              </a:defRPr>
            </a:lvl4pPr>
            <a:lvl5pPr marL="1796053" indent="-261244">
              <a:defRPr sz="1400">
                <a:latin typeface="Trebuchet MS" pitchFamily="34" charset="0"/>
              </a:defRPr>
            </a:lvl5pPr>
          </a:lstStyle>
          <a:p>
            <a:pPr lvl="0"/>
            <a:r>
              <a:rPr lang="en-US" dirty="0"/>
              <a:t>Type in or paste your text here</a:t>
            </a:r>
          </a:p>
        </p:txBody>
      </p:sp>
      <p:sp>
        <p:nvSpPr>
          <p:cNvPr id="27" name="Text Placeholder 5"/>
          <p:cNvSpPr>
            <a:spLocks noGrp="1"/>
          </p:cNvSpPr>
          <p:nvPr>
            <p:ph type="body" sz="quarter" idx="27" hasCustomPrompt="1"/>
          </p:nvPr>
        </p:nvSpPr>
        <p:spPr>
          <a:xfrm>
            <a:off x="20575984" y="7298928"/>
            <a:ext cx="6279386" cy="382517"/>
          </a:xfrm>
          <a:prstGeom prst="rect">
            <a:avLst/>
          </a:prstGeom>
          <a:solidFill>
            <a:schemeClr val="accent5">
              <a:lumMod val="50000"/>
            </a:schemeClr>
          </a:solidFill>
        </p:spPr>
        <p:txBody>
          <a:bodyPr wrap="square" lIns="52249" tIns="52249" rIns="52249" bIns="52249" anchor="t" anchorCtr="0">
            <a:spAutoFit/>
          </a:bodyPr>
          <a:lstStyle>
            <a:lvl1pPr marL="0" indent="0" algn="ctr">
              <a:buNone/>
              <a:defRPr sz="1800" b="1" u="none" baseline="0">
                <a:solidFill>
                  <a:schemeClr val="bg1"/>
                </a:solidFill>
                <a:latin typeface="Century Gothic" panose="020B0502020202020204" pitchFamily="34" charset="0"/>
              </a:defRPr>
            </a:lvl1pPr>
          </a:lstStyle>
          <a:p>
            <a:pPr lvl="0"/>
            <a:r>
              <a:rPr lang="en-US" dirty="0"/>
              <a:t>(click to edit)  REFERENCES</a:t>
            </a:r>
          </a:p>
        </p:txBody>
      </p:sp>
      <p:sp>
        <p:nvSpPr>
          <p:cNvPr id="28" name="Text Placeholder 3"/>
          <p:cNvSpPr>
            <a:spLocks noGrp="1"/>
          </p:cNvSpPr>
          <p:nvPr>
            <p:ph type="body" sz="quarter" idx="28" hasCustomPrompt="1"/>
          </p:nvPr>
        </p:nvSpPr>
        <p:spPr>
          <a:xfrm>
            <a:off x="20574412" y="7749540"/>
            <a:ext cx="6282531" cy="479239"/>
          </a:xfrm>
          <a:prstGeom prst="rect">
            <a:avLst/>
          </a:prstGeom>
        </p:spPr>
        <p:txBody>
          <a:bodyPr wrap="square" lIns="130622" tIns="130622" rIns="130622" bIns="130622" anchor="t" anchorCtr="0">
            <a:spAutoFit/>
          </a:bodyPr>
          <a:lstStyle>
            <a:lvl1pPr marL="0" indent="0">
              <a:buNone/>
              <a:defRPr sz="1400">
                <a:solidFill>
                  <a:schemeClr val="accent5">
                    <a:lumMod val="50000"/>
                  </a:schemeClr>
                </a:solidFill>
                <a:latin typeface="Century Gothic" panose="020B0502020202020204" pitchFamily="34" charset="0"/>
                <a:cs typeface="Times New Roman" panose="02020603050405020304" pitchFamily="18" charset="0"/>
              </a:defRPr>
            </a:lvl1pPr>
            <a:lvl2pPr marL="849043" indent="-326555">
              <a:defRPr sz="1400">
                <a:latin typeface="Trebuchet MS" pitchFamily="34" charset="0"/>
              </a:defRPr>
            </a:lvl2pPr>
            <a:lvl3pPr marL="1175598" indent="-326555">
              <a:defRPr sz="1400">
                <a:latin typeface="Trebuchet MS" pitchFamily="34" charset="0"/>
              </a:defRPr>
            </a:lvl3pPr>
            <a:lvl4pPr marL="1534809" indent="-359211">
              <a:defRPr sz="1400">
                <a:latin typeface="Trebuchet MS" pitchFamily="34" charset="0"/>
              </a:defRPr>
            </a:lvl4pPr>
            <a:lvl5pPr marL="1796053" indent="-261244">
              <a:defRPr sz="1400">
                <a:latin typeface="Trebuchet MS" pitchFamily="34" charset="0"/>
              </a:defRPr>
            </a:lvl5pPr>
          </a:lstStyle>
          <a:p>
            <a:pPr lvl="0"/>
            <a:r>
              <a:rPr lang="en-US" dirty="0"/>
              <a:t>Type in or paste your text here</a:t>
            </a:r>
          </a:p>
        </p:txBody>
      </p:sp>
      <p:sp>
        <p:nvSpPr>
          <p:cNvPr id="29" name="Text Placeholder 5"/>
          <p:cNvSpPr>
            <a:spLocks noGrp="1"/>
          </p:cNvSpPr>
          <p:nvPr>
            <p:ph type="body" sz="quarter" idx="29" hasCustomPrompt="1"/>
          </p:nvPr>
        </p:nvSpPr>
        <p:spPr>
          <a:xfrm>
            <a:off x="20575984" y="12840678"/>
            <a:ext cx="6279386" cy="382517"/>
          </a:xfrm>
          <a:prstGeom prst="rect">
            <a:avLst/>
          </a:prstGeom>
          <a:solidFill>
            <a:schemeClr val="accent5">
              <a:lumMod val="50000"/>
            </a:schemeClr>
          </a:solidFill>
        </p:spPr>
        <p:txBody>
          <a:bodyPr wrap="square" lIns="52249" tIns="52249" rIns="52249" bIns="52249" anchor="t" anchorCtr="0">
            <a:spAutoFit/>
          </a:bodyPr>
          <a:lstStyle>
            <a:lvl1pPr marL="0" indent="0" algn="ctr">
              <a:buNone/>
              <a:defRPr sz="1800" b="1" u="none" baseline="0">
                <a:solidFill>
                  <a:schemeClr val="bg1"/>
                </a:solidFill>
                <a:latin typeface="Century Gothic" panose="020B0502020202020204" pitchFamily="34" charset="0"/>
              </a:defRPr>
            </a:lvl1pPr>
          </a:lstStyle>
          <a:p>
            <a:pPr lvl="0"/>
            <a:r>
              <a:rPr lang="en-US" dirty="0"/>
              <a:t>(click to edit)  ACKNOWLEDGEMENTS  or  CONTACT</a:t>
            </a:r>
          </a:p>
        </p:txBody>
      </p:sp>
      <p:sp>
        <p:nvSpPr>
          <p:cNvPr id="30" name="Text Placeholder 3"/>
          <p:cNvSpPr>
            <a:spLocks noGrp="1"/>
          </p:cNvSpPr>
          <p:nvPr>
            <p:ph type="body" sz="quarter" idx="30" hasCustomPrompt="1"/>
          </p:nvPr>
        </p:nvSpPr>
        <p:spPr>
          <a:xfrm>
            <a:off x="20574412" y="13432552"/>
            <a:ext cx="6282531" cy="479239"/>
          </a:xfrm>
          <a:prstGeom prst="rect">
            <a:avLst/>
          </a:prstGeom>
        </p:spPr>
        <p:txBody>
          <a:bodyPr wrap="square" lIns="130622" tIns="130622" rIns="130622" bIns="130622" anchor="t" anchorCtr="0">
            <a:spAutoFit/>
          </a:bodyPr>
          <a:lstStyle>
            <a:lvl1pPr marL="0" indent="0">
              <a:buNone/>
              <a:defRPr sz="1400">
                <a:solidFill>
                  <a:schemeClr val="accent5">
                    <a:lumMod val="50000"/>
                  </a:schemeClr>
                </a:solidFill>
                <a:latin typeface="Century Gothic" panose="020B0502020202020204" pitchFamily="34" charset="0"/>
                <a:cs typeface="Times New Roman" panose="02020603050405020304" pitchFamily="18" charset="0"/>
              </a:defRPr>
            </a:lvl1pPr>
            <a:lvl2pPr marL="849043" indent="-326555">
              <a:defRPr sz="1400">
                <a:latin typeface="Trebuchet MS" pitchFamily="34" charset="0"/>
              </a:defRPr>
            </a:lvl2pPr>
            <a:lvl3pPr marL="1175598" indent="-326555">
              <a:defRPr sz="1400">
                <a:latin typeface="Trebuchet MS" pitchFamily="34" charset="0"/>
              </a:defRPr>
            </a:lvl3pPr>
            <a:lvl4pPr marL="1534809" indent="-359211">
              <a:defRPr sz="1400">
                <a:latin typeface="Trebuchet MS" pitchFamily="34" charset="0"/>
              </a:defRPr>
            </a:lvl4pPr>
            <a:lvl5pPr marL="1796053" indent="-261244">
              <a:defRPr sz="1400">
                <a:latin typeface="Trebuchet MS" pitchFamily="34" charset="0"/>
              </a:defRPr>
            </a:lvl5pPr>
          </a:lstStyle>
          <a:p>
            <a:pPr lvl="0"/>
            <a:r>
              <a:rPr lang="en-US" dirty="0"/>
              <a:t>Type in or paste your text here</a:t>
            </a:r>
          </a:p>
        </p:txBody>
      </p:sp>
      <p:sp>
        <p:nvSpPr>
          <p:cNvPr id="60" name="Text Placeholder 3"/>
          <p:cNvSpPr>
            <a:spLocks noGrp="1"/>
          </p:cNvSpPr>
          <p:nvPr>
            <p:ph type="body" sz="quarter" idx="96" hasCustomPrompt="1"/>
          </p:nvPr>
        </p:nvSpPr>
        <p:spPr>
          <a:xfrm>
            <a:off x="565116" y="7699295"/>
            <a:ext cx="6285508" cy="479239"/>
          </a:xfrm>
          <a:prstGeom prst="rect">
            <a:avLst/>
          </a:prstGeom>
        </p:spPr>
        <p:txBody>
          <a:bodyPr wrap="square" lIns="130622" tIns="130622" rIns="130622" bIns="130622" anchor="t" anchorCtr="0">
            <a:spAutoFit/>
          </a:bodyPr>
          <a:lstStyle>
            <a:lvl1pPr marL="0" indent="0">
              <a:buNone/>
              <a:defRPr sz="1400">
                <a:solidFill>
                  <a:schemeClr val="accent5">
                    <a:lumMod val="50000"/>
                  </a:schemeClr>
                </a:solidFill>
                <a:latin typeface="Century Gothic" panose="020B0502020202020204" pitchFamily="34" charset="0"/>
                <a:cs typeface="Times New Roman" panose="02020603050405020304" pitchFamily="18" charset="0"/>
              </a:defRPr>
            </a:lvl1pPr>
            <a:lvl2pPr marL="849043" indent="-326555">
              <a:defRPr sz="1400">
                <a:latin typeface="Trebuchet MS" pitchFamily="34" charset="0"/>
              </a:defRPr>
            </a:lvl2pPr>
            <a:lvl3pPr marL="1175598" indent="-326555">
              <a:defRPr sz="1400">
                <a:latin typeface="Trebuchet MS" pitchFamily="34" charset="0"/>
              </a:defRPr>
            </a:lvl3pPr>
            <a:lvl4pPr marL="1534809" indent="-359211">
              <a:defRPr sz="1400">
                <a:latin typeface="Trebuchet MS" pitchFamily="34" charset="0"/>
              </a:defRPr>
            </a:lvl4pPr>
            <a:lvl5pPr marL="1796053" indent="-261244">
              <a:defRPr sz="1400">
                <a:latin typeface="Trebuchet MS" pitchFamily="34" charset="0"/>
              </a:defRPr>
            </a:lvl5pPr>
          </a:lstStyle>
          <a:p>
            <a:pPr lvl="0"/>
            <a:r>
              <a:rPr lang="en-US" dirty="0"/>
              <a:t>Type in or paste your text here</a:t>
            </a:r>
          </a:p>
        </p:txBody>
      </p:sp>
      <p:sp>
        <p:nvSpPr>
          <p:cNvPr id="76" name="Text Placeholder 76"/>
          <p:cNvSpPr>
            <a:spLocks noGrp="1"/>
          </p:cNvSpPr>
          <p:nvPr>
            <p:ph type="body" sz="quarter" idx="150" hasCustomPrompt="1"/>
          </p:nvPr>
        </p:nvSpPr>
        <p:spPr>
          <a:xfrm>
            <a:off x="3662362" y="854948"/>
            <a:ext cx="20107276" cy="400110"/>
          </a:xfrm>
          <a:prstGeom prst="rect">
            <a:avLst/>
          </a:prstGeom>
        </p:spPr>
        <p:txBody>
          <a:bodyPr anchor="t" anchorCtr="0">
            <a:spAutoFit/>
          </a:bodyPr>
          <a:lstStyle>
            <a:lvl1pPr marL="0" indent="0" algn="ctr">
              <a:buFontTx/>
              <a:buNone/>
              <a:defRPr sz="2000">
                <a:solidFill>
                  <a:schemeClr val="bg1"/>
                </a:solidFill>
                <a:latin typeface="Century Gothic" panose="020B0502020202020204" pitchFamily="34" charset="0"/>
              </a:defRPr>
            </a:lvl1pPr>
            <a:lvl2pPr>
              <a:buFontTx/>
              <a:buNone/>
              <a:defRPr sz="7200"/>
            </a:lvl2pPr>
            <a:lvl3pPr>
              <a:buFontTx/>
              <a:buNone/>
              <a:defRPr sz="7200"/>
            </a:lvl3pPr>
            <a:lvl4pPr>
              <a:buFontTx/>
              <a:buNone/>
              <a:defRPr sz="7200"/>
            </a:lvl4pPr>
            <a:lvl5pPr>
              <a:buFontTx/>
              <a:buNone/>
              <a:defRPr sz="7200"/>
            </a:lvl5pPr>
          </a:lstStyle>
          <a:p>
            <a:pPr lvl="0"/>
            <a:r>
              <a:rPr lang="en-US" dirty="0"/>
              <a:t>Click here to add authors</a:t>
            </a:r>
          </a:p>
        </p:txBody>
      </p:sp>
      <p:sp>
        <p:nvSpPr>
          <p:cNvPr id="77" name="Text Placeholder 76"/>
          <p:cNvSpPr>
            <a:spLocks noGrp="1"/>
          </p:cNvSpPr>
          <p:nvPr>
            <p:ph type="body" sz="quarter" idx="184" hasCustomPrompt="1"/>
          </p:nvPr>
        </p:nvSpPr>
        <p:spPr>
          <a:xfrm>
            <a:off x="3662362" y="1330168"/>
            <a:ext cx="20107276" cy="338554"/>
          </a:xfrm>
          <a:prstGeom prst="rect">
            <a:avLst/>
          </a:prstGeom>
        </p:spPr>
        <p:txBody>
          <a:bodyPr anchor="t" anchorCtr="0">
            <a:spAutoFit/>
          </a:bodyPr>
          <a:lstStyle>
            <a:lvl1pPr marL="0" indent="0" algn="ctr">
              <a:buFontTx/>
              <a:buNone/>
              <a:defRPr sz="1600">
                <a:solidFill>
                  <a:schemeClr val="bg1"/>
                </a:solidFill>
                <a:latin typeface="Century Gothic" panose="020B0502020202020204" pitchFamily="34" charset="0"/>
              </a:defRPr>
            </a:lvl1pPr>
            <a:lvl2pPr>
              <a:buFontTx/>
              <a:buNone/>
              <a:defRPr sz="7200"/>
            </a:lvl2pPr>
            <a:lvl3pPr>
              <a:buFontTx/>
              <a:buNone/>
              <a:defRPr sz="7200"/>
            </a:lvl3pPr>
            <a:lvl4pPr>
              <a:buFontTx/>
              <a:buNone/>
              <a:defRPr sz="7200"/>
            </a:lvl4pPr>
            <a:lvl5pPr>
              <a:buFontTx/>
              <a:buNone/>
              <a:defRPr sz="7200"/>
            </a:lvl5pPr>
          </a:lstStyle>
          <a:p>
            <a:pPr lvl="0"/>
            <a:r>
              <a:rPr lang="en-US" dirty="0"/>
              <a:t>Click here to add affiliations</a:t>
            </a:r>
          </a:p>
        </p:txBody>
      </p:sp>
      <p:sp>
        <p:nvSpPr>
          <p:cNvPr id="78" name="Text Placeholder 76"/>
          <p:cNvSpPr>
            <a:spLocks noGrp="1"/>
          </p:cNvSpPr>
          <p:nvPr>
            <p:ph type="body" sz="quarter" idx="185" hasCustomPrompt="1"/>
          </p:nvPr>
        </p:nvSpPr>
        <p:spPr>
          <a:xfrm>
            <a:off x="3662362" y="195064"/>
            <a:ext cx="20107276" cy="584775"/>
          </a:xfrm>
          <a:prstGeom prst="rect">
            <a:avLst/>
          </a:prstGeom>
        </p:spPr>
        <p:txBody>
          <a:bodyPr anchor="t" anchorCtr="0">
            <a:spAutoFit/>
          </a:bodyPr>
          <a:lstStyle>
            <a:lvl1pPr marL="0" indent="0" algn="ctr">
              <a:buFontTx/>
              <a:buNone/>
              <a:defRPr sz="3200" b="1">
                <a:solidFill>
                  <a:schemeClr val="bg1"/>
                </a:solidFill>
                <a:latin typeface="Century Gothic" panose="020B0502020202020204" pitchFamily="34" charset="0"/>
              </a:defRPr>
            </a:lvl1pPr>
            <a:lvl2pPr>
              <a:buFontTx/>
              <a:buNone/>
              <a:defRPr sz="7200"/>
            </a:lvl2pPr>
            <a:lvl3pPr>
              <a:buFontTx/>
              <a:buNone/>
              <a:defRPr sz="7200"/>
            </a:lvl3pPr>
            <a:lvl4pPr>
              <a:buFontTx/>
              <a:buNone/>
              <a:defRPr sz="7200"/>
            </a:lvl4pPr>
            <a:lvl5pPr>
              <a:buFontTx/>
              <a:buNone/>
              <a:defRPr sz="7200"/>
            </a:lvl5pPr>
          </a:lstStyle>
          <a:p>
            <a:pPr lvl="0"/>
            <a:r>
              <a:rPr lang="en-US" dirty="0"/>
              <a:t>Click here to add title</a:t>
            </a: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Without guides - 4 columns">
    <p:spTree>
      <p:nvGrpSpPr>
        <p:cNvPr id="1" name=""/>
        <p:cNvGrpSpPr/>
        <p:nvPr/>
      </p:nvGrpSpPr>
      <p:grpSpPr>
        <a:xfrm>
          <a:off x="0" y="0"/>
          <a:ext cx="0" cy="0"/>
          <a:chOff x="0" y="0"/>
          <a:chExt cx="0" cy="0"/>
        </a:xfrm>
      </p:grpSpPr>
      <p:sp>
        <p:nvSpPr>
          <p:cNvPr id="4" name="Text Placeholder 3"/>
          <p:cNvSpPr>
            <a:spLocks noGrp="1"/>
          </p:cNvSpPr>
          <p:nvPr>
            <p:ph type="body" sz="quarter" idx="10" hasCustomPrompt="1"/>
          </p:nvPr>
        </p:nvSpPr>
        <p:spPr>
          <a:xfrm>
            <a:off x="565116" y="3063161"/>
            <a:ext cx="6285508" cy="479239"/>
          </a:xfrm>
          <a:prstGeom prst="rect">
            <a:avLst/>
          </a:prstGeom>
        </p:spPr>
        <p:txBody>
          <a:bodyPr wrap="square" lIns="130622" tIns="130622" rIns="130622" bIns="130622">
            <a:spAutoFit/>
          </a:bodyPr>
          <a:lstStyle>
            <a:lvl1pPr marL="0" indent="0">
              <a:buNone/>
              <a:defRPr sz="1400">
                <a:solidFill>
                  <a:schemeClr val="accent5">
                    <a:lumMod val="50000"/>
                  </a:schemeClr>
                </a:solidFill>
                <a:latin typeface="Times New Roman" panose="02020603050405020304" pitchFamily="18" charset="0"/>
                <a:cs typeface="Times New Roman" panose="02020603050405020304" pitchFamily="18" charset="0"/>
              </a:defRPr>
            </a:lvl1pPr>
            <a:lvl2pPr marL="849043" indent="-326555">
              <a:defRPr sz="1400">
                <a:latin typeface="Trebuchet MS" pitchFamily="34" charset="0"/>
              </a:defRPr>
            </a:lvl2pPr>
            <a:lvl3pPr marL="1175598" indent="-326555">
              <a:defRPr sz="1400">
                <a:latin typeface="Trebuchet MS" pitchFamily="34" charset="0"/>
              </a:defRPr>
            </a:lvl3pPr>
            <a:lvl4pPr marL="1534809" indent="-359211">
              <a:defRPr sz="1400">
                <a:latin typeface="Trebuchet MS" pitchFamily="34" charset="0"/>
              </a:defRPr>
            </a:lvl4pPr>
            <a:lvl5pPr marL="1796053" indent="-261244">
              <a:defRPr sz="1400">
                <a:latin typeface="Trebuchet MS" pitchFamily="34" charset="0"/>
              </a:defRPr>
            </a:lvl5pPr>
          </a:lstStyle>
          <a:p>
            <a:pPr lvl="0"/>
            <a:r>
              <a:rPr lang="en-US" dirty="0"/>
              <a:t>Type in or paste your text here</a:t>
            </a:r>
          </a:p>
        </p:txBody>
      </p:sp>
      <p:sp>
        <p:nvSpPr>
          <p:cNvPr id="6" name="Text Placeholder 5"/>
          <p:cNvSpPr>
            <a:spLocks noGrp="1"/>
          </p:cNvSpPr>
          <p:nvPr>
            <p:ph type="body" sz="quarter" idx="11" hasCustomPrompt="1"/>
          </p:nvPr>
        </p:nvSpPr>
        <p:spPr>
          <a:xfrm>
            <a:off x="576461" y="2649220"/>
            <a:ext cx="6280547" cy="428684"/>
          </a:xfrm>
          <a:prstGeom prst="rect">
            <a:avLst/>
          </a:prstGeom>
          <a:noFill/>
        </p:spPr>
        <p:txBody>
          <a:bodyPr lIns="52249" tIns="52249" rIns="52249" bIns="52249" anchor="ctr" anchorCtr="0">
            <a:spAutoFit/>
          </a:bodyPr>
          <a:lstStyle>
            <a:lvl1pPr marL="0" indent="0" algn="ctr">
              <a:buNone/>
              <a:defRPr sz="2100" b="1" u="sng" baseline="0">
                <a:solidFill>
                  <a:schemeClr val="accent5">
                    <a:lumMod val="50000"/>
                  </a:schemeClr>
                </a:solidFill>
              </a:defRPr>
            </a:lvl1pPr>
          </a:lstStyle>
          <a:p>
            <a:pPr lvl="0"/>
            <a:r>
              <a:rPr lang="en-US" dirty="0"/>
              <a:t>(click to edit) INTRODUCTION or ABSTRACT</a:t>
            </a:r>
          </a:p>
        </p:txBody>
      </p:sp>
      <p:sp>
        <p:nvSpPr>
          <p:cNvPr id="20" name="Text Placeholder 5"/>
          <p:cNvSpPr>
            <a:spLocks noGrp="1"/>
          </p:cNvSpPr>
          <p:nvPr>
            <p:ph type="body" sz="quarter" idx="20" hasCustomPrompt="1"/>
          </p:nvPr>
        </p:nvSpPr>
        <p:spPr>
          <a:xfrm>
            <a:off x="576461" y="7268816"/>
            <a:ext cx="6281539" cy="428684"/>
          </a:xfrm>
          <a:prstGeom prst="rect">
            <a:avLst/>
          </a:prstGeom>
          <a:noFill/>
        </p:spPr>
        <p:txBody>
          <a:bodyPr wrap="square" lIns="52249" tIns="52249" rIns="52249" bIns="52249" anchor="ctr" anchorCtr="0">
            <a:spAutoFit/>
          </a:bodyPr>
          <a:lstStyle>
            <a:lvl1pPr marL="0" indent="0" algn="ctr">
              <a:buNone/>
              <a:defRPr sz="2100" b="1" u="sng" baseline="0">
                <a:solidFill>
                  <a:schemeClr val="accent5">
                    <a:lumMod val="50000"/>
                  </a:schemeClr>
                </a:solidFill>
              </a:defRPr>
            </a:lvl1pPr>
          </a:lstStyle>
          <a:p>
            <a:pPr lvl="0"/>
            <a:r>
              <a:rPr lang="en-US" dirty="0"/>
              <a:t>(click to edit)  OBJECTIVES</a:t>
            </a:r>
          </a:p>
        </p:txBody>
      </p:sp>
      <p:sp>
        <p:nvSpPr>
          <p:cNvPr id="21" name="Text Placeholder 3"/>
          <p:cNvSpPr>
            <a:spLocks noGrp="1"/>
          </p:cNvSpPr>
          <p:nvPr>
            <p:ph type="body" sz="quarter" idx="21" hasCustomPrompt="1"/>
          </p:nvPr>
        </p:nvSpPr>
        <p:spPr>
          <a:xfrm>
            <a:off x="7241978" y="3063161"/>
            <a:ext cx="6280546" cy="479239"/>
          </a:xfrm>
          <a:prstGeom prst="rect">
            <a:avLst/>
          </a:prstGeom>
        </p:spPr>
        <p:txBody>
          <a:bodyPr wrap="square" lIns="130622" tIns="130622" rIns="130622" bIns="130622">
            <a:spAutoFit/>
          </a:bodyPr>
          <a:lstStyle>
            <a:lvl1pPr marL="0" indent="0">
              <a:buNone/>
              <a:defRPr sz="1400">
                <a:solidFill>
                  <a:schemeClr val="accent5">
                    <a:lumMod val="50000"/>
                  </a:schemeClr>
                </a:solidFill>
                <a:latin typeface="Times New Roman" panose="02020603050405020304" pitchFamily="18" charset="0"/>
                <a:cs typeface="Times New Roman" panose="02020603050405020304" pitchFamily="18" charset="0"/>
              </a:defRPr>
            </a:lvl1pPr>
            <a:lvl2pPr marL="849043" indent="-326555">
              <a:defRPr sz="1400">
                <a:latin typeface="Trebuchet MS" pitchFamily="34" charset="0"/>
              </a:defRPr>
            </a:lvl2pPr>
            <a:lvl3pPr marL="1175598" indent="-326555">
              <a:defRPr sz="1400">
                <a:latin typeface="Trebuchet MS" pitchFamily="34" charset="0"/>
              </a:defRPr>
            </a:lvl3pPr>
            <a:lvl4pPr marL="1534809" indent="-359211">
              <a:defRPr sz="1400">
                <a:latin typeface="Trebuchet MS" pitchFamily="34" charset="0"/>
              </a:defRPr>
            </a:lvl4pPr>
            <a:lvl5pPr marL="1796053" indent="-261244">
              <a:defRPr sz="1400">
                <a:latin typeface="Trebuchet MS" pitchFamily="34" charset="0"/>
              </a:defRPr>
            </a:lvl5pPr>
          </a:lstStyle>
          <a:p>
            <a:pPr lvl="0"/>
            <a:r>
              <a:rPr lang="en-US" dirty="0"/>
              <a:t>Type in or paste your text here</a:t>
            </a:r>
          </a:p>
        </p:txBody>
      </p:sp>
      <p:sp>
        <p:nvSpPr>
          <p:cNvPr id="22" name="Text Placeholder 5"/>
          <p:cNvSpPr>
            <a:spLocks noGrp="1"/>
          </p:cNvSpPr>
          <p:nvPr>
            <p:ph type="body" sz="quarter" idx="22" hasCustomPrompt="1"/>
          </p:nvPr>
        </p:nvSpPr>
        <p:spPr>
          <a:xfrm>
            <a:off x="7241977" y="2649220"/>
            <a:ext cx="6280547" cy="428684"/>
          </a:xfrm>
          <a:prstGeom prst="rect">
            <a:avLst/>
          </a:prstGeom>
          <a:noFill/>
        </p:spPr>
        <p:txBody>
          <a:bodyPr lIns="52249" tIns="52249" rIns="52249" bIns="52249" anchor="ctr" anchorCtr="0">
            <a:spAutoFit/>
          </a:bodyPr>
          <a:lstStyle>
            <a:lvl1pPr marL="0" indent="0" algn="ctr">
              <a:buNone/>
              <a:defRPr sz="2100" b="1" u="sng" baseline="0">
                <a:solidFill>
                  <a:schemeClr val="accent5">
                    <a:lumMod val="50000"/>
                  </a:schemeClr>
                </a:solidFill>
              </a:defRPr>
            </a:lvl1pPr>
          </a:lstStyle>
          <a:p>
            <a:pPr lvl="0"/>
            <a:r>
              <a:rPr lang="en-US" dirty="0"/>
              <a:t>(click to edit)  MATERIALS &amp; METHODS</a:t>
            </a:r>
          </a:p>
        </p:txBody>
      </p:sp>
      <p:sp>
        <p:nvSpPr>
          <p:cNvPr id="23" name="Text Placeholder 3"/>
          <p:cNvSpPr>
            <a:spLocks noGrp="1"/>
          </p:cNvSpPr>
          <p:nvPr>
            <p:ph type="body" sz="quarter" idx="23" hasCustomPrompt="1"/>
          </p:nvPr>
        </p:nvSpPr>
        <p:spPr>
          <a:xfrm>
            <a:off x="13911462" y="3063161"/>
            <a:ext cx="6280546" cy="479239"/>
          </a:xfrm>
          <a:prstGeom prst="rect">
            <a:avLst/>
          </a:prstGeom>
        </p:spPr>
        <p:txBody>
          <a:bodyPr wrap="square" lIns="130622" tIns="130622" rIns="130622" bIns="130622">
            <a:spAutoFit/>
          </a:bodyPr>
          <a:lstStyle>
            <a:lvl1pPr marL="0" indent="0">
              <a:buNone/>
              <a:defRPr sz="1400">
                <a:solidFill>
                  <a:schemeClr val="accent5">
                    <a:lumMod val="50000"/>
                  </a:schemeClr>
                </a:solidFill>
                <a:latin typeface="Times New Roman" panose="02020603050405020304" pitchFamily="18" charset="0"/>
                <a:cs typeface="Times New Roman" panose="02020603050405020304" pitchFamily="18" charset="0"/>
              </a:defRPr>
            </a:lvl1pPr>
            <a:lvl2pPr marL="849043" indent="-326555">
              <a:defRPr sz="1400">
                <a:latin typeface="Trebuchet MS" pitchFamily="34" charset="0"/>
              </a:defRPr>
            </a:lvl2pPr>
            <a:lvl3pPr marL="1175598" indent="-326555">
              <a:defRPr sz="1400">
                <a:latin typeface="Trebuchet MS" pitchFamily="34" charset="0"/>
              </a:defRPr>
            </a:lvl3pPr>
            <a:lvl4pPr marL="1534809" indent="-359211">
              <a:defRPr sz="1400">
                <a:latin typeface="Trebuchet MS" pitchFamily="34" charset="0"/>
              </a:defRPr>
            </a:lvl4pPr>
            <a:lvl5pPr marL="1796053" indent="-261244">
              <a:defRPr sz="1400">
                <a:latin typeface="Trebuchet MS" pitchFamily="34" charset="0"/>
              </a:defRPr>
            </a:lvl5pPr>
          </a:lstStyle>
          <a:p>
            <a:pPr lvl="0"/>
            <a:r>
              <a:rPr lang="en-US" dirty="0"/>
              <a:t>Type in or paste your text here</a:t>
            </a:r>
          </a:p>
        </p:txBody>
      </p:sp>
      <p:sp>
        <p:nvSpPr>
          <p:cNvPr id="24" name="Text Placeholder 5"/>
          <p:cNvSpPr>
            <a:spLocks noGrp="1"/>
          </p:cNvSpPr>
          <p:nvPr>
            <p:ph type="body" sz="quarter" idx="24" hasCustomPrompt="1"/>
          </p:nvPr>
        </p:nvSpPr>
        <p:spPr>
          <a:xfrm>
            <a:off x="13906500" y="2649220"/>
            <a:ext cx="6286500" cy="428684"/>
          </a:xfrm>
          <a:prstGeom prst="rect">
            <a:avLst/>
          </a:prstGeom>
          <a:noFill/>
        </p:spPr>
        <p:txBody>
          <a:bodyPr lIns="52249" tIns="52249" rIns="52249" bIns="52249" anchor="ctr" anchorCtr="0">
            <a:spAutoFit/>
          </a:bodyPr>
          <a:lstStyle>
            <a:lvl1pPr marL="0" indent="0" algn="ctr">
              <a:buNone/>
              <a:defRPr sz="2100" b="1" u="sng" baseline="0">
                <a:solidFill>
                  <a:schemeClr val="accent5">
                    <a:lumMod val="50000"/>
                  </a:schemeClr>
                </a:solidFill>
              </a:defRPr>
            </a:lvl1pPr>
          </a:lstStyle>
          <a:p>
            <a:pPr lvl="0"/>
            <a:r>
              <a:rPr lang="en-US" dirty="0"/>
              <a:t>(click to edit)  RESULTS</a:t>
            </a:r>
          </a:p>
        </p:txBody>
      </p:sp>
      <p:sp>
        <p:nvSpPr>
          <p:cNvPr id="25" name="Text Placeholder 5"/>
          <p:cNvSpPr>
            <a:spLocks noGrp="1"/>
          </p:cNvSpPr>
          <p:nvPr>
            <p:ph type="body" sz="quarter" idx="25" hasCustomPrompt="1"/>
          </p:nvPr>
        </p:nvSpPr>
        <p:spPr>
          <a:xfrm>
            <a:off x="20575984" y="2649220"/>
            <a:ext cx="6279386" cy="428684"/>
          </a:xfrm>
          <a:prstGeom prst="rect">
            <a:avLst/>
          </a:prstGeom>
          <a:noFill/>
        </p:spPr>
        <p:txBody>
          <a:bodyPr wrap="square" lIns="52249" tIns="52249" rIns="52249" bIns="52249" anchor="ctr" anchorCtr="0">
            <a:spAutoFit/>
          </a:bodyPr>
          <a:lstStyle>
            <a:lvl1pPr marL="0" indent="0" algn="ctr">
              <a:buNone/>
              <a:defRPr sz="2100" b="1" u="sng" baseline="0">
                <a:solidFill>
                  <a:schemeClr val="accent5">
                    <a:lumMod val="50000"/>
                  </a:schemeClr>
                </a:solidFill>
              </a:defRPr>
            </a:lvl1pPr>
          </a:lstStyle>
          <a:p>
            <a:pPr lvl="0"/>
            <a:r>
              <a:rPr lang="en-US" dirty="0"/>
              <a:t>(click to edit)  CONCLUSIONS</a:t>
            </a:r>
          </a:p>
        </p:txBody>
      </p:sp>
      <p:sp>
        <p:nvSpPr>
          <p:cNvPr id="26" name="Text Placeholder 3"/>
          <p:cNvSpPr>
            <a:spLocks noGrp="1"/>
          </p:cNvSpPr>
          <p:nvPr>
            <p:ph type="body" sz="quarter" idx="26" hasCustomPrompt="1"/>
          </p:nvPr>
        </p:nvSpPr>
        <p:spPr>
          <a:xfrm>
            <a:off x="20575984" y="3063161"/>
            <a:ext cx="6279386" cy="479239"/>
          </a:xfrm>
          <a:prstGeom prst="rect">
            <a:avLst/>
          </a:prstGeom>
        </p:spPr>
        <p:txBody>
          <a:bodyPr wrap="square" lIns="130622" tIns="130622" rIns="130622" bIns="130622">
            <a:spAutoFit/>
          </a:bodyPr>
          <a:lstStyle>
            <a:lvl1pPr marL="0" indent="0">
              <a:buNone/>
              <a:defRPr sz="1400">
                <a:solidFill>
                  <a:schemeClr val="accent5">
                    <a:lumMod val="50000"/>
                  </a:schemeClr>
                </a:solidFill>
                <a:latin typeface="Times New Roman" panose="02020603050405020304" pitchFamily="18" charset="0"/>
                <a:cs typeface="Times New Roman" panose="02020603050405020304" pitchFamily="18" charset="0"/>
              </a:defRPr>
            </a:lvl1pPr>
            <a:lvl2pPr marL="849043" indent="-326555">
              <a:defRPr sz="1400">
                <a:latin typeface="Trebuchet MS" pitchFamily="34" charset="0"/>
              </a:defRPr>
            </a:lvl2pPr>
            <a:lvl3pPr marL="1175598" indent="-326555">
              <a:defRPr sz="1400">
                <a:latin typeface="Trebuchet MS" pitchFamily="34" charset="0"/>
              </a:defRPr>
            </a:lvl3pPr>
            <a:lvl4pPr marL="1534809" indent="-359211">
              <a:defRPr sz="1400">
                <a:latin typeface="Trebuchet MS" pitchFamily="34" charset="0"/>
              </a:defRPr>
            </a:lvl4pPr>
            <a:lvl5pPr marL="1796053" indent="-261244">
              <a:defRPr sz="1400">
                <a:latin typeface="Trebuchet MS" pitchFamily="34" charset="0"/>
              </a:defRPr>
            </a:lvl5pPr>
          </a:lstStyle>
          <a:p>
            <a:pPr lvl="0"/>
            <a:r>
              <a:rPr lang="en-US" dirty="0"/>
              <a:t>Type in or paste your text here</a:t>
            </a:r>
          </a:p>
        </p:txBody>
      </p:sp>
      <p:sp>
        <p:nvSpPr>
          <p:cNvPr id="27" name="Text Placeholder 5"/>
          <p:cNvSpPr>
            <a:spLocks noGrp="1"/>
          </p:cNvSpPr>
          <p:nvPr>
            <p:ph type="body" sz="quarter" idx="27" hasCustomPrompt="1"/>
          </p:nvPr>
        </p:nvSpPr>
        <p:spPr>
          <a:xfrm>
            <a:off x="20575984" y="7298928"/>
            <a:ext cx="6279386" cy="428684"/>
          </a:xfrm>
          <a:prstGeom prst="rect">
            <a:avLst/>
          </a:prstGeom>
          <a:noFill/>
        </p:spPr>
        <p:txBody>
          <a:bodyPr wrap="square" lIns="52249" tIns="52249" rIns="52249" bIns="52249" anchor="ctr" anchorCtr="0">
            <a:spAutoFit/>
          </a:bodyPr>
          <a:lstStyle>
            <a:lvl1pPr marL="0" indent="0" algn="ctr">
              <a:buNone/>
              <a:defRPr sz="2100" b="1" u="sng" baseline="0">
                <a:solidFill>
                  <a:schemeClr val="accent5">
                    <a:lumMod val="50000"/>
                  </a:schemeClr>
                </a:solidFill>
              </a:defRPr>
            </a:lvl1pPr>
          </a:lstStyle>
          <a:p>
            <a:pPr lvl="0"/>
            <a:r>
              <a:rPr lang="en-US" dirty="0"/>
              <a:t>(click to edit)  REFERENCES</a:t>
            </a:r>
          </a:p>
        </p:txBody>
      </p:sp>
      <p:sp>
        <p:nvSpPr>
          <p:cNvPr id="28" name="Text Placeholder 3"/>
          <p:cNvSpPr>
            <a:spLocks noGrp="1"/>
          </p:cNvSpPr>
          <p:nvPr>
            <p:ph type="body" sz="quarter" idx="28" hasCustomPrompt="1"/>
          </p:nvPr>
        </p:nvSpPr>
        <p:spPr>
          <a:xfrm>
            <a:off x="20574412" y="7749540"/>
            <a:ext cx="6282531" cy="479239"/>
          </a:xfrm>
          <a:prstGeom prst="rect">
            <a:avLst/>
          </a:prstGeom>
        </p:spPr>
        <p:txBody>
          <a:bodyPr wrap="square" lIns="130622" tIns="130622" rIns="130622" bIns="130622">
            <a:spAutoFit/>
          </a:bodyPr>
          <a:lstStyle>
            <a:lvl1pPr marL="0" indent="0">
              <a:buNone/>
              <a:defRPr sz="1400">
                <a:solidFill>
                  <a:schemeClr val="accent5">
                    <a:lumMod val="50000"/>
                  </a:schemeClr>
                </a:solidFill>
                <a:latin typeface="Times New Roman" panose="02020603050405020304" pitchFamily="18" charset="0"/>
                <a:cs typeface="Times New Roman" panose="02020603050405020304" pitchFamily="18" charset="0"/>
              </a:defRPr>
            </a:lvl1pPr>
            <a:lvl2pPr marL="849043" indent="-326555">
              <a:defRPr sz="1400">
                <a:latin typeface="Trebuchet MS" pitchFamily="34" charset="0"/>
              </a:defRPr>
            </a:lvl2pPr>
            <a:lvl3pPr marL="1175598" indent="-326555">
              <a:defRPr sz="1400">
                <a:latin typeface="Trebuchet MS" pitchFamily="34" charset="0"/>
              </a:defRPr>
            </a:lvl3pPr>
            <a:lvl4pPr marL="1534809" indent="-359211">
              <a:defRPr sz="1400">
                <a:latin typeface="Trebuchet MS" pitchFamily="34" charset="0"/>
              </a:defRPr>
            </a:lvl4pPr>
            <a:lvl5pPr marL="1796053" indent="-261244">
              <a:defRPr sz="1400">
                <a:latin typeface="Trebuchet MS" pitchFamily="34" charset="0"/>
              </a:defRPr>
            </a:lvl5pPr>
          </a:lstStyle>
          <a:p>
            <a:pPr lvl="0"/>
            <a:r>
              <a:rPr lang="en-US" dirty="0"/>
              <a:t>Type in or paste your text here</a:t>
            </a:r>
          </a:p>
        </p:txBody>
      </p:sp>
      <p:sp>
        <p:nvSpPr>
          <p:cNvPr id="29" name="Text Placeholder 5"/>
          <p:cNvSpPr>
            <a:spLocks noGrp="1"/>
          </p:cNvSpPr>
          <p:nvPr>
            <p:ph type="body" sz="quarter" idx="29" hasCustomPrompt="1"/>
          </p:nvPr>
        </p:nvSpPr>
        <p:spPr>
          <a:xfrm>
            <a:off x="20575984" y="13002260"/>
            <a:ext cx="6279386" cy="428684"/>
          </a:xfrm>
          <a:prstGeom prst="rect">
            <a:avLst/>
          </a:prstGeom>
          <a:noFill/>
        </p:spPr>
        <p:txBody>
          <a:bodyPr wrap="square" lIns="52249" tIns="52249" rIns="52249" bIns="52249" anchor="ctr" anchorCtr="0">
            <a:spAutoFit/>
          </a:bodyPr>
          <a:lstStyle>
            <a:lvl1pPr marL="0" indent="0" algn="ctr">
              <a:buNone/>
              <a:defRPr sz="2100" b="1" u="sng" baseline="0">
                <a:solidFill>
                  <a:schemeClr val="accent5">
                    <a:lumMod val="50000"/>
                  </a:schemeClr>
                </a:solidFill>
              </a:defRPr>
            </a:lvl1pPr>
          </a:lstStyle>
          <a:p>
            <a:pPr lvl="0"/>
            <a:r>
              <a:rPr lang="en-US" dirty="0"/>
              <a:t>(click to edit)  ACKNOWLEDGEMENTS  or  CONTACT</a:t>
            </a:r>
          </a:p>
        </p:txBody>
      </p:sp>
      <p:sp>
        <p:nvSpPr>
          <p:cNvPr id="30" name="Text Placeholder 3"/>
          <p:cNvSpPr>
            <a:spLocks noGrp="1"/>
          </p:cNvSpPr>
          <p:nvPr>
            <p:ph type="body" sz="quarter" idx="30" hasCustomPrompt="1"/>
          </p:nvPr>
        </p:nvSpPr>
        <p:spPr>
          <a:xfrm>
            <a:off x="20574412" y="13432552"/>
            <a:ext cx="6282531" cy="479239"/>
          </a:xfrm>
          <a:prstGeom prst="rect">
            <a:avLst/>
          </a:prstGeom>
        </p:spPr>
        <p:txBody>
          <a:bodyPr wrap="square" lIns="130622" tIns="130622" rIns="130622" bIns="130622">
            <a:spAutoFit/>
          </a:bodyPr>
          <a:lstStyle>
            <a:lvl1pPr marL="0" indent="0">
              <a:buNone/>
              <a:defRPr sz="1400">
                <a:solidFill>
                  <a:schemeClr val="accent5">
                    <a:lumMod val="50000"/>
                  </a:schemeClr>
                </a:solidFill>
                <a:latin typeface="Times New Roman" panose="02020603050405020304" pitchFamily="18" charset="0"/>
                <a:cs typeface="Times New Roman" panose="02020603050405020304" pitchFamily="18" charset="0"/>
              </a:defRPr>
            </a:lvl1pPr>
            <a:lvl2pPr marL="849043" indent="-326555">
              <a:defRPr sz="1400">
                <a:latin typeface="Trebuchet MS" pitchFamily="34" charset="0"/>
              </a:defRPr>
            </a:lvl2pPr>
            <a:lvl3pPr marL="1175598" indent="-326555">
              <a:defRPr sz="1400">
                <a:latin typeface="Trebuchet MS" pitchFamily="34" charset="0"/>
              </a:defRPr>
            </a:lvl3pPr>
            <a:lvl4pPr marL="1534809" indent="-359211">
              <a:defRPr sz="1400">
                <a:latin typeface="Trebuchet MS" pitchFamily="34" charset="0"/>
              </a:defRPr>
            </a:lvl4pPr>
            <a:lvl5pPr marL="1796053" indent="-261244">
              <a:defRPr sz="1400">
                <a:latin typeface="Trebuchet MS" pitchFamily="34" charset="0"/>
              </a:defRPr>
            </a:lvl5pPr>
          </a:lstStyle>
          <a:p>
            <a:pPr lvl="0"/>
            <a:r>
              <a:rPr lang="en-US" dirty="0"/>
              <a:t>Type in or paste your text here</a:t>
            </a:r>
          </a:p>
        </p:txBody>
      </p:sp>
      <p:sp>
        <p:nvSpPr>
          <p:cNvPr id="60" name="Text Placeholder 3"/>
          <p:cNvSpPr>
            <a:spLocks noGrp="1"/>
          </p:cNvSpPr>
          <p:nvPr>
            <p:ph type="body" sz="quarter" idx="96" hasCustomPrompt="1"/>
          </p:nvPr>
        </p:nvSpPr>
        <p:spPr>
          <a:xfrm>
            <a:off x="565116" y="7699295"/>
            <a:ext cx="6285508" cy="479239"/>
          </a:xfrm>
          <a:prstGeom prst="rect">
            <a:avLst/>
          </a:prstGeom>
        </p:spPr>
        <p:txBody>
          <a:bodyPr wrap="square" lIns="130622" tIns="130622" rIns="130622" bIns="130622">
            <a:spAutoFit/>
          </a:bodyPr>
          <a:lstStyle>
            <a:lvl1pPr marL="0" indent="0">
              <a:buNone/>
              <a:defRPr sz="1400">
                <a:solidFill>
                  <a:schemeClr val="accent5">
                    <a:lumMod val="50000"/>
                  </a:schemeClr>
                </a:solidFill>
                <a:latin typeface="Times New Roman" panose="02020603050405020304" pitchFamily="18" charset="0"/>
                <a:cs typeface="Times New Roman" panose="02020603050405020304" pitchFamily="18" charset="0"/>
              </a:defRPr>
            </a:lvl1pPr>
            <a:lvl2pPr marL="849043" indent="-326555">
              <a:defRPr sz="1400">
                <a:latin typeface="Trebuchet MS" pitchFamily="34" charset="0"/>
              </a:defRPr>
            </a:lvl2pPr>
            <a:lvl3pPr marL="1175598" indent="-326555">
              <a:defRPr sz="1400">
                <a:latin typeface="Trebuchet MS" pitchFamily="34" charset="0"/>
              </a:defRPr>
            </a:lvl3pPr>
            <a:lvl4pPr marL="1534809" indent="-359211">
              <a:defRPr sz="1400">
                <a:latin typeface="Trebuchet MS" pitchFamily="34" charset="0"/>
              </a:defRPr>
            </a:lvl4pPr>
            <a:lvl5pPr marL="1796053" indent="-261244">
              <a:defRPr sz="1400">
                <a:latin typeface="Trebuchet MS" pitchFamily="34" charset="0"/>
              </a:defRPr>
            </a:lvl5pPr>
          </a:lstStyle>
          <a:p>
            <a:pPr lvl="0"/>
            <a:r>
              <a:rPr lang="en-US" dirty="0"/>
              <a:t>Type in or paste your text here</a:t>
            </a:r>
          </a:p>
        </p:txBody>
      </p:sp>
      <p:sp>
        <p:nvSpPr>
          <p:cNvPr id="76" name="Text Placeholder 76"/>
          <p:cNvSpPr>
            <a:spLocks noGrp="1"/>
          </p:cNvSpPr>
          <p:nvPr>
            <p:ph type="body" sz="quarter" idx="150" hasCustomPrompt="1"/>
          </p:nvPr>
        </p:nvSpPr>
        <p:spPr>
          <a:xfrm>
            <a:off x="3662362" y="1078170"/>
            <a:ext cx="20107276" cy="598230"/>
          </a:xfrm>
          <a:prstGeom prst="rect">
            <a:avLst/>
          </a:prstGeom>
        </p:spPr>
        <p:txBody>
          <a:bodyPr>
            <a:normAutofit/>
          </a:bodyPr>
          <a:lstStyle>
            <a:lvl1pPr marL="0" indent="0" algn="ctr">
              <a:buFontTx/>
              <a:buNone/>
              <a:defRPr sz="3600">
                <a:solidFill>
                  <a:schemeClr val="accent5">
                    <a:lumMod val="50000"/>
                  </a:schemeClr>
                </a:solidFill>
              </a:defRPr>
            </a:lvl1pPr>
            <a:lvl2pPr>
              <a:buFontTx/>
              <a:buNone/>
              <a:defRPr sz="7200"/>
            </a:lvl2pPr>
            <a:lvl3pPr>
              <a:buFontTx/>
              <a:buNone/>
              <a:defRPr sz="7200"/>
            </a:lvl3pPr>
            <a:lvl4pPr>
              <a:buFontTx/>
              <a:buNone/>
              <a:defRPr sz="7200"/>
            </a:lvl4pPr>
            <a:lvl5pPr>
              <a:buFontTx/>
              <a:buNone/>
              <a:defRPr sz="7200"/>
            </a:lvl5pPr>
          </a:lstStyle>
          <a:p>
            <a:pPr lvl="0"/>
            <a:r>
              <a:rPr lang="en-US" dirty="0"/>
              <a:t>Click here to add authors</a:t>
            </a:r>
          </a:p>
        </p:txBody>
      </p:sp>
      <p:sp>
        <p:nvSpPr>
          <p:cNvPr id="77" name="Text Placeholder 76"/>
          <p:cNvSpPr>
            <a:spLocks noGrp="1"/>
          </p:cNvSpPr>
          <p:nvPr>
            <p:ph type="body" sz="quarter" idx="184" hasCustomPrompt="1"/>
          </p:nvPr>
        </p:nvSpPr>
        <p:spPr>
          <a:xfrm>
            <a:off x="3662362" y="1676399"/>
            <a:ext cx="20107276" cy="634555"/>
          </a:xfrm>
          <a:prstGeom prst="rect">
            <a:avLst/>
          </a:prstGeom>
        </p:spPr>
        <p:txBody>
          <a:bodyPr>
            <a:normAutofit/>
          </a:bodyPr>
          <a:lstStyle>
            <a:lvl1pPr marL="0" indent="0" algn="ctr">
              <a:buFontTx/>
              <a:buNone/>
              <a:defRPr sz="2800">
                <a:solidFill>
                  <a:schemeClr val="accent5">
                    <a:lumMod val="50000"/>
                  </a:schemeClr>
                </a:solidFill>
              </a:defRPr>
            </a:lvl1pPr>
            <a:lvl2pPr>
              <a:buFontTx/>
              <a:buNone/>
              <a:defRPr sz="7200"/>
            </a:lvl2pPr>
            <a:lvl3pPr>
              <a:buFontTx/>
              <a:buNone/>
              <a:defRPr sz="7200"/>
            </a:lvl3pPr>
            <a:lvl4pPr>
              <a:buFontTx/>
              <a:buNone/>
              <a:defRPr sz="7200"/>
            </a:lvl4pPr>
            <a:lvl5pPr>
              <a:buFontTx/>
              <a:buNone/>
              <a:defRPr sz="7200"/>
            </a:lvl5pPr>
          </a:lstStyle>
          <a:p>
            <a:pPr lvl="0"/>
            <a:r>
              <a:rPr lang="en-US" dirty="0"/>
              <a:t>Click here to add affiliations</a:t>
            </a:r>
          </a:p>
        </p:txBody>
      </p:sp>
      <p:sp>
        <p:nvSpPr>
          <p:cNvPr id="78" name="Text Placeholder 76"/>
          <p:cNvSpPr>
            <a:spLocks noGrp="1"/>
          </p:cNvSpPr>
          <p:nvPr>
            <p:ph type="body" sz="quarter" idx="185" hasCustomPrompt="1"/>
          </p:nvPr>
        </p:nvSpPr>
        <p:spPr>
          <a:xfrm>
            <a:off x="3662362" y="232386"/>
            <a:ext cx="20107276" cy="834414"/>
          </a:xfrm>
          <a:prstGeom prst="rect">
            <a:avLst/>
          </a:prstGeom>
        </p:spPr>
        <p:txBody>
          <a:bodyPr>
            <a:normAutofit/>
          </a:bodyPr>
          <a:lstStyle>
            <a:lvl1pPr marL="0" indent="0" algn="ctr">
              <a:buFontTx/>
              <a:buNone/>
              <a:defRPr sz="4800" b="1">
                <a:solidFill>
                  <a:schemeClr val="accent5">
                    <a:lumMod val="50000"/>
                  </a:schemeClr>
                </a:solidFill>
              </a:defRPr>
            </a:lvl1pPr>
            <a:lvl2pPr>
              <a:buFontTx/>
              <a:buNone/>
              <a:defRPr sz="7200"/>
            </a:lvl2pPr>
            <a:lvl3pPr>
              <a:buFontTx/>
              <a:buNone/>
              <a:defRPr sz="7200"/>
            </a:lvl3pPr>
            <a:lvl4pPr>
              <a:buFontTx/>
              <a:buNone/>
              <a:defRPr sz="7200"/>
            </a:lvl4pPr>
            <a:lvl5pPr>
              <a:buFontTx/>
              <a:buNone/>
              <a:defRPr sz="7200"/>
            </a:lvl5pPr>
          </a:lstStyle>
          <a:p>
            <a:pPr lvl="0"/>
            <a:r>
              <a:rPr lang="en-US" dirty="0"/>
              <a:t>Click here to add title</a:t>
            </a:r>
          </a:p>
        </p:txBody>
      </p:sp>
    </p:spTree>
    <p:extLst>
      <p:ext uri="{BB962C8B-B14F-4D97-AF65-F5344CB8AC3E}">
        <p14:creationId xmlns:p14="http://schemas.microsoft.com/office/powerpoint/2010/main" val="423627594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Without guides - 3 columns">
    <p:spTree>
      <p:nvGrpSpPr>
        <p:cNvPr id="1" name=""/>
        <p:cNvGrpSpPr/>
        <p:nvPr/>
      </p:nvGrpSpPr>
      <p:grpSpPr>
        <a:xfrm>
          <a:off x="0" y="0"/>
          <a:ext cx="0" cy="0"/>
          <a:chOff x="0" y="0"/>
          <a:chExt cx="0" cy="0"/>
        </a:xfrm>
      </p:grpSpPr>
      <p:sp>
        <p:nvSpPr>
          <p:cNvPr id="4" name="Text Placeholder 3"/>
          <p:cNvSpPr>
            <a:spLocks noGrp="1"/>
          </p:cNvSpPr>
          <p:nvPr>
            <p:ph type="body" sz="quarter" idx="10" hasCustomPrompt="1"/>
          </p:nvPr>
        </p:nvSpPr>
        <p:spPr>
          <a:xfrm>
            <a:off x="568308" y="3063161"/>
            <a:ext cx="6285508" cy="479239"/>
          </a:xfrm>
          <a:prstGeom prst="rect">
            <a:avLst/>
          </a:prstGeom>
        </p:spPr>
        <p:txBody>
          <a:bodyPr wrap="square" lIns="130622" tIns="130622" rIns="130622" bIns="130622">
            <a:spAutoFit/>
          </a:bodyPr>
          <a:lstStyle>
            <a:lvl1pPr marL="0" indent="0">
              <a:buNone/>
              <a:defRPr sz="1400">
                <a:solidFill>
                  <a:schemeClr val="accent5">
                    <a:lumMod val="50000"/>
                  </a:schemeClr>
                </a:solidFill>
                <a:latin typeface="Times New Roman" panose="02020603050405020304" pitchFamily="18" charset="0"/>
                <a:cs typeface="Times New Roman" panose="02020603050405020304" pitchFamily="18" charset="0"/>
              </a:defRPr>
            </a:lvl1pPr>
            <a:lvl2pPr marL="849043" indent="-326555">
              <a:defRPr sz="1400">
                <a:latin typeface="Trebuchet MS" pitchFamily="34" charset="0"/>
              </a:defRPr>
            </a:lvl2pPr>
            <a:lvl3pPr marL="1175598" indent="-326555">
              <a:defRPr sz="1400">
                <a:latin typeface="Trebuchet MS" pitchFamily="34" charset="0"/>
              </a:defRPr>
            </a:lvl3pPr>
            <a:lvl4pPr marL="1534809" indent="-359211">
              <a:defRPr sz="1400">
                <a:latin typeface="Trebuchet MS" pitchFamily="34" charset="0"/>
              </a:defRPr>
            </a:lvl4pPr>
            <a:lvl5pPr marL="1796053" indent="-261244">
              <a:defRPr sz="1400">
                <a:latin typeface="Trebuchet MS" pitchFamily="34" charset="0"/>
              </a:defRPr>
            </a:lvl5pPr>
          </a:lstStyle>
          <a:p>
            <a:pPr lvl="0"/>
            <a:r>
              <a:rPr lang="en-US" dirty="0"/>
              <a:t>Enter your text here</a:t>
            </a:r>
          </a:p>
        </p:txBody>
      </p:sp>
      <p:sp>
        <p:nvSpPr>
          <p:cNvPr id="6" name="Text Placeholder 5"/>
          <p:cNvSpPr>
            <a:spLocks noGrp="1"/>
          </p:cNvSpPr>
          <p:nvPr>
            <p:ph type="body" sz="quarter" idx="11" hasCustomPrompt="1"/>
          </p:nvPr>
        </p:nvSpPr>
        <p:spPr>
          <a:xfrm>
            <a:off x="570789" y="2632869"/>
            <a:ext cx="6280547" cy="428684"/>
          </a:xfrm>
          <a:prstGeom prst="rect">
            <a:avLst/>
          </a:prstGeom>
          <a:noFill/>
        </p:spPr>
        <p:txBody>
          <a:bodyPr lIns="52249" tIns="52249" rIns="52249" bIns="52249" anchor="ctr" anchorCtr="0">
            <a:spAutoFit/>
          </a:bodyPr>
          <a:lstStyle>
            <a:lvl1pPr marL="0" indent="0" algn="ctr">
              <a:buNone/>
              <a:defRPr sz="2100" b="1" u="sng" baseline="0">
                <a:solidFill>
                  <a:schemeClr val="accent5">
                    <a:lumMod val="50000"/>
                  </a:schemeClr>
                </a:solidFill>
              </a:defRPr>
            </a:lvl1pPr>
          </a:lstStyle>
          <a:p>
            <a:pPr lvl="0"/>
            <a:r>
              <a:rPr lang="en-US" dirty="0"/>
              <a:t>(click to add) INTRODUCTION or ABSTRACT</a:t>
            </a:r>
          </a:p>
        </p:txBody>
      </p:sp>
      <p:sp>
        <p:nvSpPr>
          <p:cNvPr id="19" name="Text Placeholder 3"/>
          <p:cNvSpPr>
            <a:spLocks noGrp="1"/>
          </p:cNvSpPr>
          <p:nvPr>
            <p:ph type="body" sz="quarter" idx="19" hasCustomPrompt="1"/>
          </p:nvPr>
        </p:nvSpPr>
        <p:spPr>
          <a:xfrm>
            <a:off x="567812" y="7540814"/>
            <a:ext cx="6286500" cy="479239"/>
          </a:xfrm>
          <a:prstGeom prst="rect">
            <a:avLst/>
          </a:prstGeom>
        </p:spPr>
        <p:txBody>
          <a:bodyPr wrap="square" lIns="130622" tIns="130622" rIns="130622" bIns="130622">
            <a:spAutoFit/>
          </a:bodyPr>
          <a:lstStyle>
            <a:lvl1pPr marL="0" indent="0">
              <a:buNone/>
              <a:defRPr sz="1400">
                <a:solidFill>
                  <a:schemeClr val="accent5">
                    <a:lumMod val="50000"/>
                  </a:schemeClr>
                </a:solidFill>
                <a:latin typeface="Times New Roman" panose="02020603050405020304" pitchFamily="18" charset="0"/>
                <a:cs typeface="Times New Roman" panose="02020603050405020304" pitchFamily="18" charset="0"/>
              </a:defRPr>
            </a:lvl1pPr>
            <a:lvl2pPr marL="849043" indent="-326555">
              <a:defRPr sz="1400">
                <a:latin typeface="Trebuchet MS" pitchFamily="34" charset="0"/>
              </a:defRPr>
            </a:lvl2pPr>
            <a:lvl3pPr marL="1175598" indent="-326555">
              <a:defRPr sz="1400">
                <a:latin typeface="Trebuchet MS" pitchFamily="34" charset="0"/>
              </a:defRPr>
            </a:lvl3pPr>
            <a:lvl4pPr marL="1534809" indent="-359211">
              <a:defRPr sz="1400">
                <a:latin typeface="Trebuchet MS" pitchFamily="34" charset="0"/>
              </a:defRPr>
            </a:lvl4pPr>
            <a:lvl5pPr marL="1796053" indent="-261244">
              <a:defRPr sz="1400">
                <a:latin typeface="Trebuchet MS" pitchFamily="34" charset="0"/>
              </a:defRPr>
            </a:lvl5pPr>
          </a:lstStyle>
          <a:p>
            <a:pPr lvl="0"/>
            <a:r>
              <a:rPr lang="en-US" dirty="0"/>
              <a:t>Enter your text here</a:t>
            </a:r>
          </a:p>
        </p:txBody>
      </p:sp>
      <p:sp>
        <p:nvSpPr>
          <p:cNvPr id="20" name="Text Placeholder 5"/>
          <p:cNvSpPr>
            <a:spLocks noGrp="1"/>
          </p:cNvSpPr>
          <p:nvPr>
            <p:ph type="body" sz="quarter" idx="20" hasCustomPrompt="1"/>
          </p:nvPr>
        </p:nvSpPr>
        <p:spPr>
          <a:xfrm>
            <a:off x="570293" y="7106256"/>
            <a:ext cx="6281539" cy="428684"/>
          </a:xfrm>
          <a:prstGeom prst="rect">
            <a:avLst/>
          </a:prstGeom>
          <a:noFill/>
        </p:spPr>
        <p:txBody>
          <a:bodyPr wrap="square" lIns="52249" tIns="52249" rIns="52249" bIns="52249" anchor="ctr" anchorCtr="0">
            <a:spAutoFit/>
          </a:bodyPr>
          <a:lstStyle>
            <a:lvl1pPr marL="0" indent="0" algn="ctr">
              <a:buNone/>
              <a:defRPr sz="2100" b="1" u="sng" baseline="0">
                <a:solidFill>
                  <a:schemeClr val="accent5">
                    <a:lumMod val="50000"/>
                  </a:schemeClr>
                </a:solidFill>
              </a:defRPr>
            </a:lvl1pPr>
          </a:lstStyle>
          <a:p>
            <a:pPr lvl="0"/>
            <a:r>
              <a:rPr lang="en-US" dirty="0"/>
              <a:t>(click to add)  OBJECTIVES</a:t>
            </a:r>
          </a:p>
        </p:txBody>
      </p:sp>
      <p:sp>
        <p:nvSpPr>
          <p:cNvPr id="21" name="Text Placeholder 3"/>
          <p:cNvSpPr>
            <a:spLocks noGrp="1"/>
          </p:cNvSpPr>
          <p:nvPr>
            <p:ph type="body" sz="quarter" idx="21" hasCustomPrompt="1"/>
          </p:nvPr>
        </p:nvSpPr>
        <p:spPr>
          <a:xfrm>
            <a:off x="7241977" y="3079512"/>
            <a:ext cx="12950030" cy="479239"/>
          </a:xfrm>
          <a:prstGeom prst="rect">
            <a:avLst/>
          </a:prstGeom>
        </p:spPr>
        <p:txBody>
          <a:bodyPr wrap="square" lIns="130622" tIns="130622" rIns="130622" bIns="130622">
            <a:spAutoFit/>
          </a:bodyPr>
          <a:lstStyle>
            <a:lvl1pPr marL="0" indent="0">
              <a:buNone/>
              <a:defRPr sz="1400">
                <a:solidFill>
                  <a:schemeClr val="accent5">
                    <a:lumMod val="50000"/>
                  </a:schemeClr>
                </a:solidFill>
                <a:latin typeface="Times New Roman" panose="02020603050405020304" pitchFamily="18" charset="0"/>
                <a:cs typeface="Times New Roman" panose="02020603050405020304" pitchFamily="18" charset="0"/>
              </a:defRPr>
            </a:lvl1pPr>
            <a:lvl2pPr marL="849043" indent="-326555">
              <a:defRPr sz="1400">
                <a:latin typeface="Trebuchet MS" pitchFamily="34" charset="0"/>
              </a:defRPr>
            </a:lvl2pPr>
            <a:lvl3pPr marL="1175598" indent="-326555">
              <a:defRPr sz="1400">
                <a:latin typeface="Trebuchet MS" pitchFamily="34" charset="0"/>
              </a:defRPr>
            </a:lvl3pPr>
            <a:lvl4pPr marL="1534809" indent="-359211">
              <a:defRPr sz="1400">
                <a:latin typeface="Trebuchet MS" pitchFamily="34" charset="0"/>
              </a:defRPr>
            </a:lvl4pPr>
            <a:lvl5pPr marL="1796053" indent="-261244">
              <a:defRPr sz="1400">
                <a:latin typeface="Trebuchet MS" pitchFamily="34" charset="0"/>
              </a:defRPr>
            </a:lvl5pPr>
          </a:lstStyle>
          <a:p>
            <a:pPr lvl="0"/>
            <a:r>
              <a:rPr lang="en-US" dirty="0"/>
              <a:t>Enter your text here</a:t>
            </a:r>
          </a:p>
        </p:txBody>
      </p:sp>
      <p:sp>
        <p:nvSpPr>
          <p:cNvPr id="22" name="Text Placeholder 5"/>
          <p:cNvSpPr>
            <a:spLocks noGrp="1"/>
          </p:cNvSpPr>
          <p:nvPr>
            <p:ph type="body" sz="quarter" idx="22" hasCustomPrompt="1"/>
          </p:nvPr>
        </p:nvSpPr>
        <p:spPr>
          <a:xfrm>
            <a:off x="7241977" y="2632869"/>
            <a:ext cx="12950031" cy="428684"/>
          </a:xfrm>
          <a:prstGeom prst="rect">
            <a:avLst/>
          </a:prstGeom>
          <a:noFill/>
        </p:spPr>
        <p:txBody>
          <a:bodyPr wrap="square" lIns="52249" tIns="52249" rIns="52249" bIns="52249" anchor="ctr" anchorCtr="0">
            <a:spAutoFit/>
          </a:bodyPr>
          <a:lstStyle>
            <a:lvl1pPr marL="0" indent="0" algn="ctr">
              <a:buNone/>
              <a:defRPr sz="2100" b="1" u="sng" baseline="0">
                <a:solidFill>
                  <a:schemeClr val="accent5">
                    <a:lumMod val="50000"/>
                  </a:schemeClr>
                </a:solidFill>
              </a:defRPr>
            </a:lvl1pPr>
          </a:lstStyle>
          <a:p>
            <a:pPr lvl="0"/>
            <a:r>
              <a:rPr lang="en-US" dirty="0"/>
              <a:t>(header)  MATERIALS &amp; METHODS</a:t>
            </a:r>
          </a:p>
        </p:txBody>
      </p:sp>
      <p:sp>
        <p:nvSpPr>
          <p:cNvPr id="23" name="Text Placeholder 3"/>
          <p:cNvSpPr>
            <a:spLocks noGrp="1"/>
          </p:cNvSpPr>
          <p:nvPr>
            <p:ph type="body" sz="quarter" idx="23" hasCustomPrompt="1"/>
          </p:nvPr>
        </p:nvSpPr>
        <p:spPr>
          <a:xfrm>
            <a:off x="7241977" y="10987984"/>
            <a:ext cx="12950031" cy="479239"/>
          </a:xfrm>
          <a:prstGeom prst="rect">
            <a:avLst/>
          </a:prstGeom>
        </p:spPr>
        <p:txBody>
          <a:bodyPr wrap="square" lIns="130622" tIns="130622" rIns="130622" bIns="130622">
            <a:spAutoFit/>
          </a:bodyPr>
          <a:lstStyle>
            <a:lvl1pPr marL="0" indent="0">
              <a:buNone/>
              <a:defRPr sz="1400">
                <a:solidFill>
                  <a:schemeClr val="accent5">
                    <a:lumMod val="50000"/>
                  </a:schemeClr>
                </a:solidFill>
                <a:latin typeface="Times New Roman" panose="02020603050405020304" pitchFamily="18" charset="0"/>
                <a:cs typeface="Times New Roman" panose="02020603050405020304" pitchFamily="18" charset="0"/>
              </a:defRPr>
            </a:lvl1pPr>
            <a:lvl2pPr marL="849043" indent="-326555">
              <a:defRPr sz="1400">
                <a:latin typeface="Trebuchet MS" pitchFamily="34" charset="0"/>
              </a:defRPr>
            </a:lvl2pPr>
            <a:lvl3pPr marL="1175598" indent="-326555">
              <a:defRPr sz="1400">
                <a:latin typeface="Trebuchet MS" pitchFamily="34" charset="0"/>
              </a:defRPr>
            </a:lvl3pPr>
            <a:lvl4pPr marL="1534809" indent="-359211">
              <a:defRPr sz="1400">
                <a:latin typeface="Trebuchet MS" pitchFamily="34" charset="0"/>
              </a:defRPr>
            </a:lvl4pPr>
            <a:lvl5pPr marL="1796053" indent="-261244">
              <a:defRPr sz="1400">
                <a:latin typeface="Trebuchet MS" pitchFamily="34" charset="0"/>
              </a:defRPr>
            </a:lvl5pPr>
          </a:lstStyle>
          <a:p>
            <a:pPr lvl="0"/>
            <a:r>
              <a:rPr lang="en-US" dirty="0"/>
              <a:t>Enter your text here</a:t>
            </a:r>
          </a:p>
        </p:txBody>
      </p:sp>
      <p:sp>
        <p:nvSpPr>
          <p:cNvPr id="24" name="Text Placeholder 5"/>
          <p:cNvSpPr>
            <a:spLocks noGrp="1"/>
          </p:cNvSpPr>
          <p:nvPr>
            <p:ph type="body" sz="quarter" idx="24" hasCustomPrompt="1"/>
          </p:nvPr>
        </p:nvSpPr>
        <p:spPr>
          <a:xfrm>
            <a:off x="7241977" y="10537372"/>
            <a:ext cx="12950031" cy="428684"/>
          </a:xfrm>
          <a:prstGeom prst="rect">
            <a:avLst/>
          </a:prstGeom>
          <a:noFill/>
        </p:spPr>
        <p:txBody>
          <a:bodyPr wrap="square" lIns="52249" tIns="52249" rIns="52249" bIns="52249" anchor="ctr" anchorCtr="0">
            <a:spAutoFit/>
          </a:bodyPr>
          <a:lstStyle>
            <a:lvl1pPr marL="0" indent="0" algn="ctr">
              <a:buNone/>
              <a:defRPr sz="2100" b="1" u="sng" baseline="0">
                <a:solidFill>
                  <a:schemeClr val="accent5">
                    <a:lumMod val="50000"/>
                  </a:schemeClr>
                </a:solidFill>
              </a:defRPr>
            </a:lvl1pPr>
          </a:lstStyle>
          <a:p>
            <a:pPr lvl="0"/>
            <a:r>
              <a:rPr lang="en-US" dirty="0"/>
              <a:t>(click to add)  RESULTS</a:t>
            </a:r>
          </a:p>
        </p:txBody>
      </p:sp>
      <p:sp>
        <p:nvSpPr>
          <p:cNvPr id="25" name="Text Placeholder 5"/>
          <p:cNvSpPr>
            <a:spLocks noGrp="1"/>
          </p:cNvSpPr>
          <p:nvPr>
            <p:ph type="body" sz="quarter" idx="25" hasCustomPrompt="1"/>
          </p:nvPr>
        </p:nvSpPr>
        <p:spPr>
          <a:xfrm>
            <a:off x="20600583" y="2632869"/>
            <a:ext cx="6279386" cy="428684"/>
          </a:xfrm>
          <a:prstGeom prst="rect">
            <a:avLst/>
          </a:prstGeom>
          <a:noFill/>
        </p:spPr>
        <p:txBody>
          <a:bodyPr wrap="square" lIns="52249" tIns="52249" rIns="52249" bIns="52249" anchor="ctr" anchorCtr="0">
            <a:spAutoFit/>
          </a:bodyPr>
          <a:lstStyle>
            <a:lvl1pPr marL="0" indent="0" algn="ctr">
              <a:buNone/>
              <a:defRPr sz="2100" b="1" u="sng" baseline="0">
                <a:solidFill>
                  <a:schemeClr val="accent5">
                    <a:lumMod val="50000"/>
                  </a:schemeClr>
                </a:solidFill>
              </a:defRPr>
            </a:lvl1pPr>
          </a:lstStyle>
          <a:p>
            <a:pPr lvl="0"/>
            <a:r>
              <a:rPr lang="en-US" dirty="0"/>
              <a:t>(click to add)  CONCLUSIONS</a:t>
            </a:r>
          </a:p>
        </p:txBody>
      </p:sp>
      <p:sp>
        <p:nvSpPr>
          <p:cNvPr id="26" name="Text Placeholder 3"/>
          <p:cNvSpPr>
            <a:spLocks noGrp="1"/>
          </p:cNvSpPr>
          <p:nvPr>
            <p:ph type="body" sz="quarter" idx="26" hasCustomPrompt="1"/>
          </p:nvPr>
        </p:nvSpPr>
        <p:spPr>
          <a:xfrm>
            <a:off x="20600583" y="3083481"/>
            <a:ext cx="6279386" cy="479239"/>
          </a:xfrm>
          <a:prstGeom prst="rect">
            <a:avLst/>
          </a:prstGeom>
        </p:spPr>
        <p:txBody>
          <a:bodyPr wrap="square" lIns="130622" tIns="130622" rIns="130622" bIns="130622">
            <a:spAutoFit/>
          </a:bodyPr>
          <a:lstStyle>
            <a:lvl1pPr marL="0" indent="0">
              <a:buNone/>
              <a:defRPr sz="1400">
                <a:solidFill>
                  <a:schemeClr val="accent5">
                    <a:lumMod val="50000"/>
                  </a:schemeClr>
                </a:solidFill>
                <a:latin typeface="Times New Roman" panose="02020603050405020304" pitchFamily="18" charset="0"/>
                <a:cs typeface="Times New Roman" panose="02020603050405020304" pitchFamily="18" charset="0"/>
              </a:defRPr>
            </a:lvl1pPr>
            <a:lvl2pPr marL="849043" indent="-326555">
              <a:defRPr sz="1400">
                <a:latin typeface="Trebuchet MS" pitchFamily="34" charset="0"/>
              </a:defRPr>
            </a:lvl2pPr>
            <a:lvl3pPr marL="1175598" indent="-326555">
              <a:defRPr sz="1400">
                <a:latin typeface="Trebuchet MS" pitchFamily="34" charset="0"/>
              </a:defRPr>
            </a:lvl3pPr>
            <a:lvl4pPr marL="1534809" indent="-359211">
              <a:defRPr sz="1400">
                <a:latin typeface="Trebuchet MS" pitchFamily="34" charset="0"/>
              </a:defRPr>
            </a:lvl4pPr>
            <a:lvl5pPr marL="1796053" indent="-261244">
              <a:defRPr sz="1400">
                <a:latin typeface="Trebuchet MS" pitchFamily="34" charset="0"/>
              </a:defRPr>
            </a:lvl5pPr>
          </a:lstStyle>
          <a:p>
            <a:pPr lvl="0"/>
            <a:r>
              <a:rPr lang="en-US" dirty="0"/>
              <a:t>Enter your text here</a:t>
            </a:r>
          </a:p>
        </p:txBody>
      </p:sp>
      <p:sp>
        <p:nvSpPr>
          <p:cNvPr id="27" name="Text Placeholder 5"/>
          <p:cNvSpPr>
            <a:spLocks noGrp="1"/>
          </p:cNvSpPr>
          <p:nvPr>
            <p:ph type="body" sz="quarter" idx="27" hasCustomPrompt="1"/>
          </p:nvPr>
        </p:nvSpPr>
        <p:spPr>
          <a:xfrm>
            <a:off x="20600583" y="7136368"/>
            <a:ext cx="6279386" cy="428684"/>
          </a:xfrm>
          <a:prstGeom prst="rect">
            <a:avLst/>
          </a:prstGeom>
          <a:noFill/>
        </p:spPr>
        <p:txBody>
          <a:bodyPr wrap="square" lIns="52249" tIns="52249" rIns="52249" bIns="52249" anchor="ctr" anchorCtr="0">
            <a:spAutoFit/>
          </a:bodyPr>
          <a:lstStyle>
            <a:lvl1pPr marL="0" indent="0" algn="ctr">
              <a:buNone/>
              <a:defRPr sz="2100" b="1" u="sng" baseline="0">
                <a:solidFill>
                  <a:schemeClr val="accent5">
                    <a:lumMod val="50000"/>
                  </a:schemeClr>
                </a:solidFill>
              </a:defRPr>
            </a:lvl1pPr>
          </a:lstStyle>
          <a:p>
            <a:pPr lvl="0"/>
            <a:r>
              <a:rPr lang="en-US" dirty="0"/>
              <a:t>(click to add)  REFERENCES</a:t>
            </a:r>
          </a:p>
        </p:txBody>
      </p:sp>
      <p:sp>
        <p:nvSpPr>
          <p:cNvPr id="28" name="Text Placeholder 3"/>
          <p:cNvSpPr>
            <a:spLocks noGrp="1"/>
          </p:cNvSpPr>
          <p:nvPr>
            <p:ph type="body" sz="quarter" idx="28" hasCustomPrompt="1"/>
          </p:nvPr>
        </p:nvSpPr>
        <p:spPr>
          <a:xfrm>
            <a:off x="20599011" y="7586980"/>
            <a:ext cx="6282531" cy="479239"/>
          </a:xfrm>
          <a:prstGeom prst="rect">
            <a:avLst/>
          </a:prstGeom>
        </p:spPr>
        <p:txBody>
          <a:bodyPr wrap="square" lIns="130622" tIns="130622" rIns="130622" bIns="130622">
            <a:spAutoFit/>
          </a:bodyPr>
          <a:lstStyle>
            <a:lvl1pPr marL="0" indent="0">
              <a:buNone/>
              <a:defRPr sz="1400">
                <a:solidFill>
                  <a:schemeClr val="accent5">
                    <a:lumMod val="50000"/>
                  </a:schemeClr>
                </a:solidFill>
                <a:latin typeface="Times New Roman" panose="02020603050405020304" pitchFamily="18" charset="0"/>
                <a:cs typeface="Times New Roman" panose="02020603050405020304" pitchFamily="18" charset="0"/>
              </a:defRPr>
            </a:lvl1pPr>
            <a:lvl2pPr marL="849043" indent="-326555">
              <a:defRPr sz="1400">
                <a:latin typeface="Trebuchet MS" pitchFamily="34" charset="0"/>
              </a:defRPr>
            </a:lvl2pPr>
            <a:lvl3pPr marL="1175598" indent="-326555">
              <a:defRPr sz="1400">
                <a:latin typeface="Trebuchet MS" pitchFamily="34" charset="0"/>
              </a:defRPr>
            </a:lvl3pPr>
            <a:lvl4pPr marL="1534809" indent="-359211">
              <a:defRPr sz="1400">
                <a:latin typeface="Trebuchet MS" pitchFamily="34" charset="0"/>
              </a:defRPr>
            </a:lvl4pPr>
            <a:lvl5pPr marL="1796053" indent="-261244">
              <a:defRPr sz="1400">
                <a:latin typeface="Trebuchet MS" pitchFamily="34" charset="0"/>
              </a:defRPr>
            </a:lvl5pPr>
          </a:lstStyle>
          <a:p>
            <a:pPr lvl="0"/>
            <a:r>
              <a:rPr lang="en-US" dirty="0"/>
              <a:t>Enter your text here</a:t>
            </a:r>
          </a:p>
        </p:txBody>
      </p:sp>
      <p:sp>
        <p:nvSpPr>
          <p:cNvPr id="29" name="Text Placeholder 5"/>
          <p:cNvSpPr>
            <a:spLocks noGrp="1"/>
          </p:cNvSpPr>
          <p:nvPr>
            <p:ph type="body" sz="quarter" idx="29" hasCustomPrompt="1"/>
          </p:nvPr>
        </p:nvSpPr>
        <p:spPr>
          <a:xfrm>
            <a:off x="20600583" y="12839700"/>
            <a:ext cx="6279386" cy="428684"/>
          </a:xfrm>
          <a:prstGeom prst="rect">
            <a:avLst/>
          </a:prstGeom>
          <a:noFill/>
        </p:spPr>
        <p:txBody>
          <a:bodyPr wrap="square" lIns="52249" tIns="52249" rIns="52249" bIns="52249" anchor="ctr" anchorCtr="0">
            <a:spAutoFit/>
          </a:bodyPr>
          <a:lstStyle>
            <a:lvl1pPr marL="0" indent="0" algn="ctr">
              <a:buNone/>
              <a:defRPr sz="2100" b="1" u="sng" baseline="0">
                <a:solidFill>
                  <a:schemeClr val="accent5">
                    <a:lumMod val="50000"/>
                  </a:schemeClr>
                </a:solidFill>
              </a:defRPr>
            </a:lvl1pPr>
          </a:lstStyle>
          <a:p>
            <a:pPr lvl="0"/>
            <a:r>
              <a:rPr lang="en-US" dirty="0"/>
              <a:t>(click to add)  ACKNOWLEDGEMENTS  or  CONTACT</a:t>
            </a:r>
          </a:p>
        </p:txBody>
      </p:sp>
      <p:sp>
        <p:nvSpPr>
          <p:cNvPr id="30" name="Text Placeholder 3"/>
          <p:cNvSpPr>
            <a:spLocks noGrp="1"/>
          </p:cNvSpPr>
          <p:nvPr>
            <p:ph type="body" sz="quarter" idx="30" hasCustomPrompt="1"/>
          </p:nvPr>
        </p:nvSpPr>
        <p:spPr>
          <a:xfrm>
            <a:off x="20599011" y="13290312"/>
            <a:ext cx="6282531" cy="479239"/>
          </a:xfrm>
          <a:prstGeom prst="rect">
            <a:avLst/>
          </a:prstGeom>
        </p:spPr>
        <p:txBody>
          <a:bodyPr wrap="square" lIns="130622" tIns="130622" rIns="130622" bIns="130622">
            <a:spAutoFit/>
          </a:bodyPr>
          <a:lstStyle>
            <a:lvl1pPr marL="0" indent="0">
              <a:buNone/>
              <a:defRPr sz="1400">
                <a:solidFill>
                  <a:schemeClr val="accent5">
                    <a:lumMod val="50000"/>
                  </a:schemeClr>
                </a:solidFill>
                <a:latin typeface="Times New Roman" panose="02020603050405020304" pitchFamily="18" charset="0"/>
                <a:cs typeface="Times New Roman" panose="02020603050405020304" pitchFamily="18" charset="0"/>
              </a:defRPr>
            </a:lvl1pPr>
            <a:lvl2pPr marL="849043" indent="-326555">
              <a:defRPr sz="1400">
                <a:latin typeface="Trebuchet MS" pitchFamily="34" charset="0"/>
              </a:defRPr>
            </a:lvl2pPr>
            <a:lvl3pPr marL="1175598" indent="-326555">
              <a:defRPr sz="1400">
                <a:latin typeface="Trebuchet MS" pitchFamily="34" charset="0"/>
              </a:defRPr>
            </a:lvl3pPr>
            <a:lvl4pPr marL="1534809" indent="-359211">
              <a:defRPr sz="1400">
                <a:latin typeface="Trebuchet MS" pitchFamily="34" charset="0"/>
              </a:defRPr>
            </a:lvl4pPr>
            <a:lvl5pPr marL="1796053" indent="-261244">
              <a:defRPr sz="1400">
                <a:latin typeface="Trebuchet MS" pitchFamily="34" charset="0"/>
              </a:defRPr>
            </a:lvl5pPr>
          </a:lstStyle>
          <a:p>
            <a:pPr lvl="0"/>
            <a:r>
              <a:rPr lang="en-US" dirty="0"/>
              <a:t>Enter your text here</a:t>
            </a:r>
          </a:p>
        </p:txBody>
      </p:sp>
      <p:sp>
        <p:nvSpPr>
          <p:cNvPr id="83" name="Text Placeholder 76"/>
          <p:cNvSpPr>
            <a:spLocks noGrp="1"/>
          </p:cNvSpPr>
          <p:nvPr>
            <p:ph type="body" sz="quarter" idx="150" hasCustomPrompt="1"/>
          </p:nvPr>
        </p:nvSpPr>
        <p:spPr>
          <a:xfrm>
            <a:off x="3662362" y="1078170"/>
            <a:ext cx="20107276" cy="598230"/>
          </a:xfrm>
          <a:prstGeom prst="rect">
            <a:avLst/>
          </a:prstGeom>
        </p:spPr>
        <p:txBody>
          <a:bodyPr>
            <a:normAutofit/>
          </a:bodyPr>
          <a:lstStyle>
            <a:lvl1pPr marL="0" indent="0" algn="ctr">
              <a:buFontTx/>
              <a:buNone/>
              <a:defRPr sz="3600">
                <a:solidFill>
                  <a:schemeClr val="accent5">
                    <a:lumMod val="50000"/>
                  </a:schemeClr>
                </a:solidFill>
              </a:defRPr>
            </a:lvl1pPr>
            <a:lvl2pPr>
              <a:buFontTx/>
              <a:buNone/>
              <a:defRPr sz="7200"/>
            </a:lvl2pPr>
            <a:lvl3pPr>
              <a:buFontTx/>
              <a:buNone/>
              <a:defRPr sz="7200"/>
            </a:lvl3pPr>
            <a:lvl4pPr>
              <a:buFontTx/>
              <a:buNone/>
              <a:defRPr sz="7200"/>
            </a:lvl4pPr>
            <a:lvl5pPr>
              <a:buFontTx/>
              <a:buNone/>
              <a:defRPr sz="7200"/>
            </a:lvl5pPr>
          </a:lstStyle>
          <a:p>
            <a:pPr lvl="0"/>
            <a:r>
              <a:rPr lang="en-US" dirty="0"/>
              <a:t>Click here to add authors</a:t>
            </a:r>
          </a:p>
        </p:txBody>
      </p:sp>
      <p:sp>
        <p:nvSpPr>
          <p:cNvPr id="84" name="Text Placeholder 76"/>
          <p:cNvSpPr>
            <a:spLocks noGrp="1"/>
          </p:cNvSpPr>
          <p:nvPr>
            <p:ph type="body" sz="quarter" idx="184" hasCustomPrompt="1"/>
          </p:nvPr>
        </p:nvSpPr>
        <p:spPr>
          <a:xfrm>
            <a:off x="3662362" y="1676399"/>
            <a:ext cx="20107276" cy="634555"/>
          </a:xfrm>
          <a:prstGeom prst="rect">
            <a:avLst/>
          </a:prstGeom>
        </p:spPr>
        <p:txBody>
          <a:bodyPr>
            <a:normAutofit/>
          </a:bodyPr>
          <a:lstStyle>
            <a:lvl1pPr marL="0" indent="0" algn="ctr">
              <a:buFontTx/>
              <a:buNone/>
              <a:defRPr sz="2800">
                <a:solidFill>
                  <a:schemeClr val="accent5">
                    <a:lumMod val="50000"/>
                  </a:schemeClr>
                </a:solidFill>
              </a:defRPr>
            </a:lvl1pPr>
            <a:lvl2pPr>
              <a:buFontTx/>
              <a:buNone/>
              <a:defRPr sz="7200"/>
            </a:lvl2pPr>
            <a:lvl3pPr>
              <a:buFontTx/>
              <a:buNone/>
              <a:defRPr sz="7200"/>
            </a:lvl3pPr>
            <a:lvl4pPr>
              <a:buFontTx/>
              <a:buNone/>
              <a:defRPr sz="7200"/>
            </a:lvl4pPr>
            <a:lvl5pPr>
              <a:buFontTx/>
              <a:buNone/>
              <a:defRPr sz="7200"/>
            </a:lvl5pPr>
          </a:lstStyle>
          <a:p>
            <a:pPr lvl="0"/>
            <a:r>
              <a:rPr lang="en-US" dirty="0"/>
              <a:t>Click here to add affiliations</a:t>
            </a:r>
          </a:p>
        </p:txBody>
      </p:sp>
      <p:sp>
        <p:nvSpPr>
          <p:cNvPr id="85" name="Text Placeholder 76"/>
          <p:cNvSpPr>
            <a:spLocks noGrp="1"/>
          </p:cNvSpPr>
          <p:nvPr>
            <p:ph type="body" sz="quarter" idx="185" hasCustomPrompt="1"/>
          </p:nvPr>
        </p:nvSpPr>
        <p:spPr>
          <a:xfrm>
            <a:off x="3662362" y="232386"/>
            <a:ext cx="20107276" cy="834414"/>
          </a:xfrm>
          <a:prstGeom prst="rect">
            <a:avLst/>
          </a:prstGeom>
        </p:spPr>
        <p:txBody>
          <a:bodyPr>
            <a:normAutofit/>
          </a:bodyPr>
          <a:lstStyle>
            <a:lvl1pPr marL="0" indent="0" algn="ctr">
              <a:buFontTx/>
              <a:buNone/>
              <a:defRPr sz="4800" b="1">
                <a:solidFill>
                  <a:schemeClr val="accent5">
                    <a:lumMod val="50000"/>
                  </a:schemeClr>
                </a:solidFill>
              </a:defRPr>
            </a:lvl1pPr>
            <a:lvl2pPr>
              <a:buFontTx/>
              <a:buNone/>
              <a:defRPr sz="7200"/>
            </a:lvl2pPr>
            <a:lvl3pPr>
              <a:buFontTx/>
              <a:buNone/>
              <a:defRPr sz="7200"/>
            </a:lvl3pPr>
            <a:lvl4pPr>
              <a:buFontTx/>
              <a:buNone/>
              <a:defRPr sz="7200"/>
            </a:lvl4pPr>
            <a:lvl5pPr>
              <a:buFontTx/>
              <a:buNone/>
              <a:defRPr sz="7200"/>
            </a:lvl5pPr>
          </a:lstStyle>
          <a:p>
            <a:pPr lvl="0"/>
            <a:r>
              <a:rPr lang="en-US" dirty="0"/>
              <a:t>Click here to add title</a:t>
            </a:r>
          </a:p>
        </p:txBody>
      </p:sp>
    </p:spTree>
    <p:extLst>
      <p:ext uri="{BB962C8B-B14F-4D97-AF65-F5344CB8AC3E}">
        <p14:creationId xmlns:p14="http://schemas.microsoft.com/office/powerpoint/2010/main" val="417057597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image" Target="../media/image5.png"/><Relationship Id="rId3" Type="http://schemas.openxmlformats.org/officeDocument/2006/relationships/image" Target="../media/image1.png"/><Relationship Id="rId7" Type="http://schemas.openxmlformats.org/officeDocument/2006/relationships/hyperlink" Target="https://www.posterpresentations.com/how-to-change-the-research-poster-template-colors.html" TargetMode="External"/><Relationship Id="rId2" Type="http://schemas.openxmlformats.org/officeDocument/2006/relationships/theme" Target="../theme/theme1.xml"/><Relationship Id="rId1" Type="http://schemas.openxmlformats.org/officeDocument/2006/relationships/slideLayout" Target="../slideLayouts/slideLayout1.xml"/><Relationship Id="rId6" Type="http://schemas.openxmlformats.org/officeDocument/2006/relationships/image" Target="../media/image4.png"/><Relationship Id="rId5" Type="http://schemas.openxmlformats.org/officeDocument/2006/relationships/image" Target="../media/image3.png"/><Relationship Id="rId4" Type="http://schemas.openxmlformats.org/officeDocument/2006/relationships/image" Target="../media/image2.png"/><Relationship Id="rId9" Type="http://schemas.openxmlformats.org/officeDocument/2006/relationships/image" Target="../media/image6.png"/></Relationships>
</file>

<file path=ppt/slideMasters/_rels/slideMaster2.xml.rels><?xml version="1.0" encoding="UTF-8" standalone="yes"?>
<Relationships xmlns="http://schemas.openxmlformats.org/package/2006/relationships"><Relationship Id="rId3" Type="http://schemas.openxmlformats.org/officeDocument/2006/relationships/theme" Target="../theme/theme2.xml"/><Relationship Id="rId2" Type="http://schemas.openxmlformats.org/officeDocument/2006/relationships/slideLayout" Target="../slideLayouts/slideLayout3.xml"/><Relationship Id="rId1" Type="http://schemas.openxmlformats.org/officeDocument/2006/relationships/slideLayout" Target="../slideLayouts/slideLayout2.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5" name="Rectangle 4">
            <a:extLst>
              <a:ext uri="{FF2B5EF4-FFF2-40B4-BE49-F238E27FC236}">
                <a16:creationId xmlns="" xmlns:a16="http://schemas.microsoft.com/office/drawing/2014/main" id="{FC879195-2184-0D50-8EB5-35F38A60D9ED}"/>
              </a:ext>
            </a:extLst>
          </p:cNvPr>
          <p:cNvSpPr/>
          <p:nvPr userDrawn="1"/>
        </p:nvSpPr>
        <p:spPr>
          <a:xfrm>
            <a:off x="0" y="15992669"/>
            <a:ext cx="27432000" cy="466531"/>
          </a:xfrm>
          <a:prstGeom prst="rect">
            <a:avLst/>
          </a:prstGeom>
          <a:solidFill>
            <a:schemeClr val="accent5">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Text Box 14"/>
          <p:cNvSpPr txBox="1">
            <a:spLocks noChangeArrowheads="1"/>
          </p:cNvSpPr>
          <p:nvPr/>
        </p:nvSpPr>
        <p:spPr bwMode="auto">
          <a:xfrm>
            <a:off x="321211" y="16130263"/>
            <a:ext cx="1571625" cy="191341"/>
          </a:xfrm>
          <a:prstGeom prst="rect">
            <a:avLst/>
          </a:prstGeom>
          <a:noFill/>
          <a:ln w="9525">
            <a:noFill/>
            <a:miter lim="800000"/>
            <a:headEnd/>
            <a:tailEnd/>
          </a:ln>
          <a:effectLst/>
        </p:spPr>
        <p:txBody>
          <a:bodyPr lIns="52150" tIns="26070" rIns="52150" bIns="26070">
            <a:spAutoFit/>
          </a:bodyPr>
          <a:lstStyle/>
          <a:p>
            <a:pPr eaLnBrk="0" hangingPunct="0">
              <a:lnSpc>
                <a:spcPct val="65000"/>
              </a:lnSpc>
              <a:spcBef>
                <a:spcPct val="50000"/>
              </a:spcBef>
              <a:defRPr/>
            </a:pPr>
            <a:r>
              <a:rPr lang="en-US" sz="300" b="1" dirty="0">
                <a:solidFill>
                  <a:schemeClr val="bg1">
                    <a:lumMod val="75000"/>
                  </a:schemeClr>
                </a:solidFill>
                <a:latin typeface="Arial" charset="0"/>
              </a:rPr>
              <a:t>RESEARCH POSTER PRESENTATION DESIGN © </a:t>
            </a:r>
          </a:p>
          <a:p>
            <a:pPr eaLnBrk="0" hangingPunct="0">
              <a:lnSpc>
                <a:spcPct val="65000"/>
              </a:lnSpc>
              <a:spcBef>
                <a:spcPct val="50000"/>
              </a:spcBef>
              <a:defRPr/>
            </a:pPr>
            <a:r>
              <a:rPr lang="en-US" sz="600" b="1" dirty="0">
                <a:solidFill>
                  <a:schemeClr val="bg1">
                    <a:lumMod val="75000"/>
                  </a:schemeClr>
                </a:solidFill>
                <a:latin typeface="Arial" charset="0"/>
              </a:rPr>
              <a:t>www.PosterPresentations.com</a:t>
            </a:r>
          </a:p>
        </p:txBody>
      </p:sp>
      <p:graphicFrame>
        <p:nvGraphicFramePr>
          <p:cNvPr id="3" name="Table 2">
            <a:extLst>
              <a:ext uri="{FF2B5EF4-FFF2-40B4-BE49-F238E27FC236}">
                <a16:creationId xmlns="" xmlns:a16="http://schemas.microsoft.com/office/drawing/2014/main" id="{F975EFFA-C972-2647-BE78-A38A83A69E99}"/>
              </a:ext>
            </a:extLst>
          </p:cNvPr>
          <p:cNvGraphicFramePr>
            <a:graphicFrameLocks noGrp="1"/>
          </p:cNvGraphicFramePr>
          <p:nvPr userDrawn="1">
            <p:extLst>
              <p:ext uri="{D42A27DB-BD31-4B8C-83A1-F6EECF244321}">
                <p14:modId xmlns:p14="http://schemas.microsoft.com/office/powerpoint/2010/main" val="1742631184"/>
              </p:ext>
            </p:extLst>
          </p:nvPr>
        </p:nvGraphicFramePr>
        <p:xfrm>
          <a:off x="-6586434" y="0"/>
          <a:ext cx="6099844" cy="16554581"/>
        </p:xfrm>
        <a:graphic>
          <a:graphicData uri="http://schemas.openxmlformats.org/drawingml/2006/table">
            <a:tbl>
              <a:tblPr firstRow="1" bandRow="1">
                <a:tableStyleId>{5C22544A-7EE6-4342-B048-85BDC9FD1C3A}</a:tableStyleId>
              </a:tblPr>
              <a:tblGrid>
                <a:gridCol w="2615564">
                  <a:extLst>
                    <a:ext uri="{9D8B030D-6E8A-4147-A177-3AD203B41FA5}">
                      <a16:colId xmlns="" xmlns:a16="http://schemas.microsoft.com/office/drawing/2014/main" val="20000"/>
                    </a:ext>
                  </a:extLst>
                </a:gridCol>
                <a:gridCol w="3484280">
                  <a:extLst>
                    <a:ext uri="{9D8B030D-6E8A-4147-A177-3AD203B41FA5}">
                      <a16:colId xmlns="" xmlns:a16="http://schemas.microsoft.com/office/drawing/2014/main" val="20001"/>
                    </a:ext>
                  </a:extLst>
                </a:gridCol>
              </a:tblGrid>
              <a:tr h="669420">
                <a:tc gridSpan="2">
                  <a:txBody>
                    <a:bodyPr/>
                    <a:lstStyle/>
                    <a:p>
                      <a:pPr marL="0" marR="0" indent="0" algn="ctr" defTabSz="4388900" rtl="0" eaLnBrk="1" fontAlgn="auto" latinLnBrk="0" hangingPunct="1">
                        <a:lnSpc>
                          <a:spcPct val="100000"/>
                        </a:lnSpc>
                        <a:spcBef>
                          <a:spcPts val="0"/>
                        </a:spcBef>
                        <a:spcAft>
                          <a:spcPts val="0"/>
                        </a:spcAft>
                        <a:buClrTx/>
                        <a:buSzTx/>
                        <a:buFontTx/>
                        <a:buNone/>
                        <a:tabLst/>
                        <a:defRPr/>
                      </a:pPr>
                      <a:r>
                        <a:rPr lang="en-US" sz="1800" b="0" spc="600" dirty="0">
                          <a:solidFill>
                            <a:srgbClr val="1F3A4E"/>
                          </a:solidFill>
                          <a:latin typeface="Arial Black" panose="020B0A04020102020204" pitchFamily="34" charset="0"/>
                        </a:rPr>
                        <a:t>QUICK START GUIDE</a:t>
                      </a:r>
                      <a:br>
                        <a:rPr lang="en-US" sz="1800" b="0" spc="600" dirty="0">
                          <a:solidFill>
                            <a:srgbClr val="1F3A4E"/>
                          </a:solidFill>
                          <a:latin typeface="Arial Black" panose="020B0A04020102020204" pitchFamily="34" charset="0"/>
                        </a:rPr>
                      </a:br>
                      <a:r>
                        <a:rPr lang="en-US" sz="1400" b="1" spc="0" dirty="0">
                          <a:solidFill>
                            <a:srgbClr val="FF0000"/>
                          </a:solidFill>
                          <a:latin typeface="Trebuchet MS" pitchFamily="34" charset="0"/>
                        </a:rPr>
                        <a:t>(THIS SIDEBAR WILL NOT PRINT)</a:t>
                      </a:r>
                      <a:endParaRPr lang="en-US" sz="1800" b="1" spc="600" dirty="0">
                        <a:solidFill>
                          <a:schemeClr val="bg1"/>
                        </a:solidFill>
                        <a:latin typeface="Trebuchet MS" pitchFamily="34" charset="0"/>
                      </a:endParaRPr>
                    </a:p>
                  </a:txBody>
                  <a:tcPr marL="182880" marT="137160">
                    <a:solidFill>
                      <a:srgbClr val="FFC000"/>
                    </a:solidFill>
                  </a:tcPr>
                </a:tc>
                <a:tc hMerge="1">
                  <a:txBody>
                    <a:bodyPr/>
                    <a:lstStyle/>
                    <a:p>
                      <a:endParaRPr lang="en-US" dirty="0"/>
                    </a:p>
                  </a:txBody>
                  <a:tcPr/>
                </a:tc>
                <a:extLst>
                  <a:ext uri="{0D108BD9-81ED-4DB2-BD59-A6C34878D82A}">
                    <a16:rowId xmlns="" xmlns:a16="http://schemas.microsoft.com/office/drawing/2014/main" val="10000"/>
                  </a:ext>
                </a:extLst>
              </a:tr>
              <a:tr h="2118706">
                <a:tc gridSpan="2">
                  <a:txBody>
                    <a:bodyPr/>
                    <a:lstStyle/>
                    <a:p>
                      <a:pPr defTabSz="3765639"/>
                      <a:r>
                        <a:rPr lang="en-US" sz="1100" i="0" dirty="0">
                          <a:solidFill>
                            <a:srgbClr val="D9D9D9"/>
                          </a:solidFill>
                          <a:latin typeface="Arial"/>
                          <a:cs typeface="Arial"/>
                        </a:rPr>
                        <a:t>This PowerPoint template produces a </a:t>
                      </a:r>
                      <a:r>
                        <a:rPr lang="en-US" sz="1100" i="0" dirty="0">
                          <a:solidFill>
                            <a:srgbClr val="FFC000"/>
                          </a:solidFill>
                          <a:latin typeface="Arial"/>
                          <a:cs typeface="Arial"/>
                        </a:rPr>
                        <a:t>36”x60" </a:t>
                      </a:r>
                      <a:r>
                        <a:rPr lang="en-US" sz="1100" i="0" dirty="0">
                          <a:solidFill>
                            <a:srgbClr val="D9D9D9"/>
                          </a:solidFill>
                          <a:latin typeface="Arial"/>
                          <a:cs typeface="Arial"/>
                        </a:rPr>
                        <a:t>presentation poster. You can use it to create your research poster by placing your title, subtitle, text, tables, charts and photos. </a:t>
                      </a:r>
                    </a:p>
                    <a:p>
                      <a:pPr defTabSz="3765639"/>
                      <a:endParaRPr lang="en-US" sz="1100" i="0" dirty="0">
                        <a:solidFill>
                          <a:srgbClr val="D9D9D9"/>
                        </a:solidFill>
                        <a:latin typeface="Arial"/>
                        <a:cs typeface="Arial"/>
                      </a:endParaRPr>
                    </a:p>
                    <a:p>
                      <a:pPr defTabSz="3765639"/>
                      <a:r>
                        <a:rPr lang="en-US" sz="1100" i="0" dirty="0">
                          <a:solidFill>
                            <a:srgbClr val="D9D9D9"/>
                          </a:solidFill>
                          <a:latin typeface="Arial"/>
                          <a:cs typeface="Arial"/>
                        </a:rPr>
                        <a:t>We provide a series of online tutorials that will guide you through the poster design process and answer your poster production questions. For complete template tutorials, go online to </a:t>
                      </a:r>
                      <a:r>
                        <a:rPr lang="en-US" sz="1100" i="0" dirty="0" err="1">
                          <a:solidFill>
                            <a:srgbClr val="FFC000"/>
                          </a:solidFill>
                          <a:latin typeface="Arial"/>
                          <a:cs typeface="Arial"/>
                        </a:rPr>
                        <a:t>PosterPresentations.com</a:t>
                      </a:r>
                      <a:r>
                        <a:rPr lang="en-US" sz="1100" i="0" dirty="0">
                          <a:solidFill>
                            <a:srgbClr val="D9D9D9"/>
                          </a:solidFill>
                          <a:latin typeface="Arial"/>
                          <a:cs typeface="Arial"/>
                        </a:rPr>
                        <a:t> and click on the  </a:t>
                      </a:r>
                      <a:r>
                        <a:rPr lang="en-US" sz="1100" i="0" dirty="0">
                          <a:solidFill>
                            <a:srgbClr val="FFC000"/>
                          </a:solidFill>
                          <a:latin typeface="Arial"/>
                          <a:cs typeface="Arial"/>
                        </a:rPr>
                        <a:t>HELP DESK</a:t>
                      </a:r>
                      <a:r>
                        <a:rPr lang="en-US" sz="1100" i="0" baseline="0" dirty="0">
                          <a:solidFill>
                            <a:srgbClr val="D9D9D9"/>
                          </a:solidFill>
                          <a:latin typeface="Arial"/>
                          <a:cs typeface="Arial"/>
                        </a:rPr>
                        <a:t> </a:t>
                      </a:r>
                      <a:r>
                        <a:rPr lang="en-US" sz="1100" i="0" dirty="0">
                          <a:solidFill>
                            <a:srgbClr val="D9D9D9"/>
                          </a:solidFill>
                          <a:latin typeface="Arial"/>
                          <a:cs typeface="Arial"/>
                        </a:rPr>
                        <a:t>tab.</a:t>
                      </a:r>
                    </a:p>
                    <a:p>
                      <a:pPr defTabSz="3765639"/>
                      <a:endParaRPr lang="en-US" sz="1100" i="0" dirty="0">
                        <a:solidFill>
                          <a:srgbClr val="D9D9D9"/>
                        </a:solidFill>
                        <a:latin typeface="Arial"/>
                        <a:cs typeface="Arial"/>
                      </a:endParaRPr>
                    </a:p>
                    <a:p>
                      <a:pPr defTabSz="3765639"/>
                      <a:r>
                        <a:rPr lang="en-US" sz="1100" i="0" dirty="0">
                          <a:solidFill>
                            <a:srgbClr val="D9D9D9"/>
                          </a:solidFill>
                          <a:latin typeface="Arial"/>
                          <a:cs typeface="Arial"/>
                        </a:rPr>
                        <a:t>To print your poster using our same-day professional printing service, go online to </a:t>
                      </a:r>
                      <a:r>
                        <a:rPr lang="en-US" sz="1100" i="0" dirty="0" err="1">
                          <a:solidFill>
                            <a:srgbClr val="FFC000"/>
                          </a:solidFill>
                          <a:latin typeface="Arial"/>
                          <a:cs typeface="Arial"/>
                        </a:rPr>
                        <a:t>PosterPresentations.com</a:t>
                      </a:r>
                      <a:r>
                        <a:rPr lang="en-US" sz="1100" i="0" dirty="0">
                          <a:solidFill>
                            <a:srgbClr val="D9D9D9"/>
                          </a:solidFill>
                          <a:latin typeface="Arial"/>
                          <a:cs typeface="Arial"/>
                        </a:rPr>
                        <a:t> and click on "</a:t>
                      </a:r>
                      <a:r>
                        <a:rPr lang="en-US" sz="1100" i="0" dirty="0">
                          <a:solidFill>
                            <a:srgbClr val="FFC000"/>
                          </a:solidFill>
                          <a:latin typeface="Arial"/>
                          <a:cs typeface="Arial"/>
                        </a:rPr>
                        <a:t>Order your poster</a:t>
                      </a:r>
                      <a:r>
                        <a:rPr lang="en-US" sz="1100" i="0" dirty="0">
                          <a:solidFill>
                            <a:srgbClr val="D9D9D9"/>
                          </a:solidFill>
                          <a:latin typeface="Arial"/>
                          <a:cs typeface="Arial"/>
                        </a:rPr>
                        <a:t>".</a:t>
                      </a:r>
                      <a:endParaRPr lang="en-US" sz="1100" b="1" dirty="0">
                        <a:solidFill>
                          <a:srgbClr val="D9D9D9"/>
                        </a:solidFill>
                        <a:latin typeface="Arial"/>
                        <a:cs typeface="Arial"/>
                      </a:endParaRPr>
                    </a:p>
                  </a:txBody>
                  <a:tcPr marL="182880" marT="137160">
                    <a:solidFill>
                      <a:srgbClr val="010101"/>
                    </a:solidFill>
                  </a:tcPr>
                </a:tc>
                <a:tc hMerge="1">
                  <a:txBody>
                    <a:bodyPr/>
                    <a:lstStyle/>
                    <a:p>
                      <a:pPr marL="0" indent="0" algn="l" defTabSz="114300"/>
                      <a:endParaRPr lang="en-US" sz="2400" b="0" baseline="0" dirty="0">
                        <a:solidFill>
                          <a:srgbClr val="FFC000"/>
                        </a:solidFill>
                        <a:latin typeface="Arial" panose="020B0604020202020204" pitchFamily="34" charset="0"/>
                        <a:cs typeface="Arial" panose="020B0604020202020204" pitchFamily="34" charset="0"/>
                      </a:endParaRPr>
                    </a:p>
                  </a:txBody>
                  <a:tcPr>
                    <a:solidFill>
                      <a:schemeClr val="tx1">
                        <a:lumMod val="95000"/>
                        <a:lumOff val="5000"/>
                      </a:schemeClr>
                    </a:solidFill>
                  </a:tcPr>
                </a:tc>
                <a:extLst>
                  <a:ext uri="{0D108BD9-81ED-4DB2-BD59-A6C34878D82A}">
                    <a16:rowId xmlns="" xmlns:a16="http://schemas.microsoft.com/office/drawing/2014/main" val="677555919"/>
                  </a:ext>
                </a:extLst>
              </a:tr>
              <a:tr h="2302941">
                <a:tc>
                  <a:txBody>
                    <a:bodyPr/>
                    <a:lstStyle/>
                    <a:p>
                      <a:pPr algn="ctr"/>
                      <a:endParaRPr lang="en-US" sz="1100" dirty="0">
                        <a:solidFill>
                          <a:srgbClr val="1F3A4E"/>
                        </a:solidFill>
                      </a:endParaRPr>
                    </a:p>
                    <a:p>
                      <a:pPr algn="ctr"/>
                      <a:endParaRPr lang="en-US" sz="1100" dirty="0">
                        <a:solidFill>
                          <a:srgbClr val="1F3A4E"/>
                        </a:solidFill>
                      </a:endParaRPr>
                    </a:p>
                    <a:p>
                      <a:pPr algn="ctr"/>
                      <a:r>
                        <a:rPr lang="en-US" sz="1100" dirty="0">
                          <a:solidFill>
                            <a:schemeClr val="bg1"/>
                          </a:solidFill>
                          <a:latin typeface="Arial" panose="020B0604020202020204" pitchFamily="34" charset="0"/>
                          <a:cs typeface="Arial" panose="020B0604020202020204" pitchFamily="34" charset="0"/>
                        </a:rPr>
                        <a:t>This is a template for a</a:t>
                      </a:r>
                    </a:p>
                    <a:p>
                      <a:pPr algn="ctr"/>
                      <a:r>
                        <a:rPr lang="en-US" sz="1100" dirty="0">
                          <a:solidFill>
                            <a:schemeClr val="bg1"/>
                          </a:solidFill>
                          <a:latin typeface="Arial" panose="020B0604020202020204" pitchFamily="34" charset="0"/>
                          <a:cs typeface="Arial" panose="020B0604020202020204" pitchFamily="34" charset="0"/>
                        </a:rPr>
                        <a:t>presentation poster </a:t>
                      </a:r>
                      <a:br>
                        <a:rPr lang="en-US" sz="1100" dirty="0">
                          <a:solidFill>
                            <a:schemeClr val="bg1"/>
                          </a:solidFill>
                          <a:latin typeface="Arial" panose="020B0604020202020204" pitchFamily="34" charset="0"/>
                          <a:cs typeface="Arial" panose="020B0604020202020204" pitchFamily="34" charset="0"/>
                        </a:rPr>
                      </a:br>
                      <a:r>
                        <a:rPr lang="en-US" sz="1800" b="1" dirty="0">
                          <a:solidFill>
                            <a:srgbClr val="FFC000"/>
                          </a:solidFill>
                          <a:latin typeface="Arial" panose="020B0604020202020204" pitchFamily="34" charset="0"/>
                          <a:cs typeface="Arial" panose="020B0604020202020204" pitchFamily="34" charset="0"/>
                        </a:rPr>
                        <a:t>36 inches tall</a:t>
                      </a:r>
                      <a:br>
                        <a:rPr lang="en-US" sz="1800" b="1" dirty="0">
                          <a:solidFill>
                            <a:srgbClr val="FFC000"/>
                          </a:solidFill>
                          <a:latin typeface="Arial" panose="020B0604020202020204" pitchFamily="34" charset="0"/>
                          <a:cs typeface="Arial" panose="020B0604020202020204" pitchFamily="34" charset="0"/>
                        </a:rPr>
                      </a:br>
                      <a:r>
                        <a:rPr lang="en-US" sz="1800" b="1" dirty="0">
                          <a:solidFill>
                            <a:srgbClr val="FFC000"/>
                          </a:solidFill>
                          <a:latin typeface="Arial" panose="020B0604020202020204" pitchFamily="34" charset="0"/>
                          <a:cs typeface="Arial" panose="020B0604020202020204" pitchFamily="34" charset="0"/>
                        </a:rPr>
                        <a:t>by</a:t>
                      </a:r>
                      <a:br>
                        <a:rPr lang="en-US" sz="1800" b="1" dirty="0">
                          <a:solidFill>
                            <a:srgbClr val="FFC000"/>
                          </a:solidFill>
                          <a:latin typeface="Arial" panose="020B0604020202020204" pitchFamily="34" charset="0"/>
                          <a:cs typeface="Arial" panose="020B0604020202020204" pitchFamily="34" charset="0"/>
                        </a:rPr>
                      </a:br>
                      <a:r>
                        <a:rPr lang="en-US" sz="1800" b="1" dirty="0">
                          <a:solidFill>
                            <a:srgbClr val="FFC000"/>
                          </a:solidFill>
                          <a:latin typeface="Arial" panose="020B0604020202020204" pitchFamily="34" charset="0"/>
                          <a:cs typeface="Arial" panose="020B0604020202020204" pitchFamily="34" charset="0"/>
                        </a:rPr>
                        <a:t>60 inches wide</a:t>
                      </a:r>
                      <a:r>
                        <a:rPr lang="en-US" sz="1100" dirty="0">
                          <a:solidFill>
                            <a:schemeClr val="bg1"/>
                          </a:solidFill>
                          <a:latin typeface="Arial" panose="020B0604020202020204" pitchFamily="34" charset="0"/>
                          <a:cs typeface="Arial" panose="020B0604020202020204" pitchFamily="34" charset="0"/>
                        </a:rPr>
                        <a:t/>
                      </a:r>
                      <a:br>
                        <a:rPr lang="en-US" sz="1100" dirty="0">
                          <a:solidFill>
                            <a:schemeClr val="bg1"/>
                          </a:solidFill>
                          <a:latin typeface="Arial" panose="020B0604020202020204" pitchFamily="34" charset="0"/>
                          <a:cs typeface="Arial" panose="020B0604020202020204" pitchFamily="34" charset="0"/>
                        </a:rPr>
                      </a:br>
                      <a:endParaRPr lang="en-US" sz="1100" dirty="0">
                        <a:solidFill>
                          <a:srgbClr val="1F3A4E"/>
                        </a:solidFill>
                      </a:endParaRPr>
                    </a:p>
                  </a:txBody>
                  <a:tcPr>
                    <a:solidFill>
                      <a:srgbClr val="010101"/>
                    </a:solidFill>
                  </a:tcPr>
                </a:tc>
                <a:tc>
                  <a:txBody>
                    <a:bodyPr/>
                    <a:lstStyle/>
                    <a:p>
                      <a:pPr marL="0" marR="0" indent="0" algn="l" defTabSz="4388900" rtl="0" eaLnBrk="1" fontAlgn="auto" latinLnBrk="0" hangingPunct="1">
                        <a:lnSpc>
                          <a:spcPct val="100000"/>
                        </a:lnSpc>
                        <a:spcBef>
                          <a:spcPts val="0"/>
                        </a:spcBef>
                        <a:spcAft>
                          <a:spcPts val="0"/>
                        </a:spcAft>
                        <a:buClrTx/>
                        <a:buSzTx/>
                        <a:buFontTx/>
                        <a:buNone/>
                        <a:tabLst/>
                        <a:defRPr/>
                      </a:pPr>
                      <a:r>
                        <a:rPr lang="en-US" sz="1200" b="1" baseline="0" dirty="0">
                          <a:solidFill>
                            <a:srgbClr val="FFC000"/>
                          </a:solidFill>
                          <a:latin typeface="Arial" panose="020B0604020202020204" pitchFamily="34" charset="0"/>
                          <a:cs typeface="Arial" panose="020B0604020202020204" pitchFamily="34" charset="0"/>
                        </a:rPr>
                        <a:t>Important: Check the template size</a:t>
                      </a:r>
                      <a:r>
                        <a:rPr lang="en-US" sz="1100" b="0" baseline="0" dirty="0">
                          <a:solidFill>
                            <a:srgbClr val="FFC000"/>
                          </a:solidFill>
                          <a:latin typeface="Arial" panose="020B0604020202020204" pitchFamily="34" charset="0"/>
                          <a:cs typeface="Arial" panose="020B0604020202020204" pitchFamily="34" charset="0"/>
                        </a:rPr>
                        <a:t/>
                      </a:r>
                      <a:br>
                        <a:rPr lang="en-US" sz="1100" b="0" baseline="0" dirty="0">
                          <a:solidFill>
                            <a:srgbClr val="FFC000"/>
                          </a:solidFill>
                          <a:latin typeface="Arial" panose="020B0604020202020204" pitchFamily="34" charset="0"/>
                          <a:cs typeface="Arial" panose="020B0604020202020204" pitchFamily="34" charset="0"/>
                        </a:rPr>
                      </a:br>
                      <a:r>
                        <a:rPr lang="en-US" sz="1100" b="0" baseline="0" dirty="0">
                          <a:solidFill>
                            <a:srgbClr val="D9D9D9"/>
                          </a:solidFill>
                          <a:latin typeface="Arial" panose="020B0604020202020204" pitchFamily="34" charset="0"/>
                          <a:cs typeface="Arial" panose="020B0604020202020204" pitchFamily="34" charset="0"/>
                        </a:rPr>
                        <a:t>Before you start working on your poster and to avoid printing problems check that you have downloaded and that you are using the correct size template for your poster presentation.</a:t>
                      </a:r>
                      <a:br>
                        <a:rPr lang="en-US" sz="1100" b="0" baseline="0" dirty="0">
                          <a:solidFill>
                            <a:srgbClr val="D9D9D9"/>
                          </a:solidFill>
                          <a:latin typeface="Arial" panose="020B0604020202020204" pitchFamily="34" charset="0"/>
                          <a:cs typeface="Arial" panose="020B0604020202020204" pitchFamily="34" charset="0"/>
                        </a:rPr>
                      </a:br>
                      <a:r>
                        <a:rPr lang="en-US" sz="1100" b="0" baseline="0" dirty="0">
                          <a:solidFill>
                            <a:srgbClr val="D9D9D9"/>
                          </a:solidFill>
                          <a:latin typeface="Arial" panose="020B0604020202020204" pitchFamily="34" charset="0"/>
                          <a:cs typeface="Arial" panose="020B0604020202020204" pitchFamily="34" charset="0"/>
                        </a:rPr>
                        <a:t>This template can also be printed at the following sizes without distortion and without any additional formatting:</a:t>
                      </a:r>
                      <a:r>
                        <a:rPr lang="en-US" sz="1100" b="0" baseline="0" dirty="0">
                          <a:solidFill>
                            <a:srgbClr val="FFC000"/>
                          </a:solidFill>
                          <a:latin typeface="Arial" panose="020B0604020202020204" pitchFamily="34" charset="0"/>
                          <a:cs typeface="Arial" panose="020B0604020202020204" pitchFamily="34" charset="0"/>
                        </a:rPr>
                        <a:t/>
                      </a:r>
                      <a:br>
                        <a:rPr lang="en-US" sz="1100" b="0" baseline="0" dirty="0">
                          <a:solidFill>
                            <a:srgbClr val="FFC000"/>
                          </a:solidFill>
                          <a:latin typeface="Arial" panose="020B0604020202020204" pitchFamily="34" charset="0"/>
                          <a:cs typeface="Arial" panose="020B0604020202020204" pitchFamily="34" charset="0"/>
                        </a:rPr>
                      </a:br>
                      <a:r>
                        <a:rPr lang="en-US" sz="1100" b="0" baseline="0" dirty="0">
                          <a:solidFill>
                            <a:srgbClr val="FFC000"/>
                          </a:solidFill>
                          <a:latin typeface="Arial" panose="020B0604020202020204" pitchFamily="34" charset="0"/>
                          <a:cs typeface="Arial" panose="020B0604020202020204" pitchFamily="34" charset="0"/>
                        </a:rPr>
                        <a:t>42 tall x 70 wide</a:t>
                      </a:r>
                      <a:br>
                        <a:rPr lang="en-US" sz="1100" b="0" baseline="0" dirty="0">
                          <a:solidFill>
                            <a:srgbClr val="FFC000"/>
                          </a:solidFill>
                          <a:latin typeface="Arial" panose="020B0604020202020204" pitchFamily="34" charset="0"/>
                          <a:cs typeface="Arial" panose="020B0604020202020204" pitchFamily="34" charset="0"/>
                        </a:rPr>
                      </a:br>
                      <a:r>
                        <a:rPr lang="en-US" sz="1100" b="0" baseline="0" dirty="0">
                          <a:solidFill>
                            <a:srgbClr val="FFC000"/>
                          </a:solidFill>
                          <a:latin typeface="Arial" panose="020B0604020202020204" pitchFamily="34" charset="0"/>
                          <a:cs typeface="Arial" panose="020B0604020202020204" pitchFamily="34" charset="0"/>
                        </a:rPr>
                        <a:t>48 tall x 80 wide</a:t>
                      </a:r>
                    </a:p>
                  </a:txBody>
                  <a:tcPr marL="182880" marT="137160">
                    <a:solidFill>
                      <a:srgbClr val="010101"/>
                    </a:solidFill>
                  </a:tcPr>
                </a:tc>
                <a:extLst>
                  <a:ext uri="{0D108BD9-81ED-4DB2-BD59-A6C34878D82A}">
                    <a16:rowId xmlns="" xmlns:a16="http://schemas.microsoft.com/office/drawing/2014/main" val="10008"/>
                  </a:ext>
                </a:extLst>
              </a:tr>
              <a:tr h="2160040">
                <a:tc>
                  <a:txBody>
                    <a:bodyPr/>
                    <a:lstStyle/>
                    <a:p>
                      <a:endParaRPr lang="en-US" sz="1100" dirty="0">
                        <a:solidFill>
                          <a:srgbClr val="1F3A4E"/>
                        </a:solidFill>
                      </a:endParaRPr>
                    </a:p>
                  </a:txBody>
                  <a:tcPr>
                    <a:blipFill rotWithShape="1">
                      <a:blip r:embed="rId3"/>
                      <a:stretch>
                        <a:fillRect/>
                      </a:stretch>
                    </a:blipFill>
                  </a:tcPr>
                </a:tc>
                <a:tc>
                  <a:txBody>
                    <a:bodyPr/>
                    <a:lstStyle/>
                    <a:p>
                      <a:pPr algn="l"/>
                      <a:r>
                        <a:rPr lang="en-US" sz="1200" b="1" baseline="0" dirty="0">
                          <a:solidFill>
                            <a:srgbClr val="FFC000"/>
                          </a:solidFill>
                          <a:latin typeface="Arial" panose="020B0604020202020204" pitchFamily="34" charset="0"/>
                          <a:cs typeface="Arial" panose="020B0604020202020204" pitchFamily="34" charset="0"/>
                        </a:rPr>
                        <a:t>How to </a:t>
                      </a:r>
                      <a:r>
                        <a:rPr lang="en-US" sz="2000" b="1" baseline="0" dirty="0">
                          <a:solidFill>
                            <a:srgbClr val="FFC000"/>
                          </a:solidFill>
                          <a:latin typeface="Arial" panose="020B0604020202020204" pitchFamily="34" charset="0"/>
                          <a:cs typeface="Arial" panose="020B0604020202020204" pitchFamily="34" charset="0"/>
                        </a:rPr>
                        <a:t>Zoom in </a:t>
                      </a:r>
                      <a:r>
                        <a:rPr lang="en-US" sz="1200" b="1" baseline="0" dirty="0">
                          <a:solidFill>
                            <a:srgbClr val="FFC000"/>
                          </a:solidFill>
                          <a:latin typeface="Arial" panose="020B0604020202020204" pitchFamily="34" charset="0"/>
                          <a:cs typeface="Arial" panose="020B0604020202020204" pitchFamily="34" charset="0"/>
                        </a:rPr>
                        <a:t>and </a:t>
                      </a:r>
                      <a:r>
                        <a:rPr lang="en-US" sz="1050" b="1" baseline="0" dirty="0">
                          <a:solidFill>
                            <a:srgbClr val="FFC000"/>
                          </a:solidFill>
                          <a:latin typeface="Arial" panose="020B0604020202020204" pitchFamily="34" charset="0"/>
                          <a:cs typeface="Arial" panose="020B0604020202020204" pitchFamily="34" charset="0"/>
                        </a:rPr>
                        <a:t>out</a:t>
                      </a:r>
                      <a:endParaRPr lang="en-US" sz="1200" b="1" baseline="0" dirty="0">
                        <a:solidFill>
                          <a:srgbClr val="FFC000"/>
                        </a:solidFill>
                        <a:latin typeface="Arial" panose="020B0604020202020204" pitchFamily="34" charset="0"/>
                        <a:cs typeface="Arial" panose="020B0604020202020204" pitchFamily="34" charset="0"/>
                      </a:endParaRPr>
                    </a:p>
                    <a:p>
                      <a:pPr algn="l"/>
                      <a:r>
                        <a:rPr lang="en-US" sz="1100" b="0" baseline="0" dirty="0">
                          <a:solidFill>
                            <a:srgbClr val="D9D9D9"/>
                          </a:solidFill>
                          <a:latin typeface="Arial" panose="020B0604020202020204" pitchFamily="34" charset="0"/>
                          <a:cs typeface="Arial" panose="020B0604020202020204" pitchFamily="34" charset="0"/>
                        </a:rPr>
                        <a:t>Use the PowerPoint zoom tool to adjust the screen magnification to view comfortably. PowerPoint provides 2 ways to zoom: </a:t>
                      </a:r>
                      <a:br>
                        <a:rPr lang="en-US" sz="1100" b="0" baseline="0" dirty="0">
                          <a:solidFill>
                            <a:srgbClr val="D9D9D9"/>
                          </a:solidFill>
                          <a:latin typeface="Arial" panose="020B0604020202020204" pitchFamily="34" charset="0"/>
                          <a:cs typeface="Arial" panose="020B0604020202020204" pitchFamily="34" charset="0"/>
                        </a:rPr>
                      </a:br>
                      <a:r>
                        <a:rPr lang="en-US" sz="1100" b="0" baseline="0" dirty="0">
                          <a:solidFill>
                            <a:srgbClr val="FFC000"/>
                          </a:solidFill>
                          <a:latin typeface="Arial" panose="020B0604020202020204" pitchFamily="34" charset="0"/>
                          <a:cs typeface="Arial" panose="020B0604020202020204" pitchFamily="34" charset="0"/>
                        </a:rPr>
                        <a:t>1. </a:t>
                      </a:r>
                      <a:r>
                        <a:rPr lang="en-US" sz="1100" b="0" baseline="0" dirty="0">
                          <a:solidFill>
                            <a:srgbClr val="D9D9D9"/>
                          </a:solidFill>
                          <a:latin typeface="Arial" panose="020B0604020202020204" pitchFamily="34" charset="0"/>
                          <a:cs typeface="Arial" panose="020B0604020202020204" pitchFamily="34" charset="0"/>
                        </a:rPr>
                        <a:t>On the top menu bar click on the VIEW tab and then click on ZOOM. Choose the zoom percentage that works best for you. </a:t>
                      </a:r>
                      <a:br>
                        <a:rPr lang="en-US" sz="1100" b="0" baseline="0" dirty="0">
                          <a:solidFill>
                            <a:srgbClr val="D9D9D9"/>
                          </a:solidFill>
                          <a:latin typeface="Arial" panose="020B0604020202020204" pitchFamily="34" charset="0"/>
                          <a:cs typeface="Arial" panose="020B0604020202020204" pitchFamily="34" charset="0"/>
                        </a:rPr>
                      </a:br>
                      <a:r>
                        <a:rPr lang="en-US" sz="1100" b="0" baseline="0" dirty="0">
                          <a:solidFill>
                            <a:srgbClr val="FFC000"/>
                          </a:solidFill>
                          <a:latin typeface="Arial" panose="020B0604020202020204" pitchFamily="34" charset="0"/>
                          <a:cs typeface="Arial" panose="020B0604020202020204" pitchFamily="34" charset="0"/>
                        </a:rPr>
                        <a:t>2. </a:t>
                      </a:r>
                      <a:r>
                        <a:rPr lang="en-US" sz="1100" b="0" baseline="0" dirty="0">
                          <a:solidFill>
                            <a:srgbClr val="D9D9D9"/>
                          </a:solidFill>
                          <a:latin typeface="Arial" panose="020B0604020202020204" pitchFamily="34" charset="0"/>
                          <a:cs typeface="Arial" panose="020B0604020202020204" pitchFamily="34" charset="0"/>
                        </a:rPr>
                        <a:t>For better zoom flexibility, use the zoom slider at the bottom right of the window.</a:t>
                      </a:r>
                    </a:p>
                  </a:txBody>
                  <a:tcPr marL="182880" marT="137160">
                    <a:solidFill>
                      <a:srgbClr val="010101"/>
                    </a:solidFill>
                  </a:tcPr>
                </a:tc>
                <a:extLst>
                  <a:ext uri="{0D108BD9-81ED-4DB2-BD59-A6C34878D82A}">
                    <a16:rowId xmlns="" xmlns:a16="http://schemas.microsoft.com/office/drawing/2014/main" val="10001"/>
                  </a:ext>
                </a:extLst>
              </a:tr>
              <a:tr h="906852">
                <a:tc gridSpan="2">
                  <a:txBody>
                    <a:bodyPr/>
                    <a:lstStyle/>
                    <a:p>
                      <a:pPr marL="0" marR="0" lvl="0" indent="0" algn="l" defTabSz="4388900" rtl="0" eaLnBrk="1" fontAlgn="auto" latinLnBrk="0" hangingPunct="1">
                        <a:lnSpc>
                          <a:spcPct val="100000"/>
                        </a:lnSpc>
                        <a:spcBef>
                          <a:spcPts val="0"/>
                        </a:spcBef>
                        <a:spcAft>
                          <a:spcPts val="0"/>
                        </a:spcAft>
                        <a:buClrTx/>
                        <a:buSzTx/>
                        <a:buFontTx/>
                        <a:buNone/>
                        <a:tabLst/>
                        <a:defRPr/>
                      </a:pPr>
                      <a:r>
                        <a:rPr lang="en-US" sz="1200" b="1" baseline="0" dirty="0">
                          <a:solidFill>
                            <a:srgbClr val="FFC000"/>
                          </a:solidFill>
                          <a:latin typeface="Arial" panose="020B0604020202020204" pitchFamily="34" charset="0"/>
                          <a:cs typeface="Arial" panose="020B0604020202020204" pitchFamily="34" charset="0"/>
                        </a:rPr>
                        <a:t>Ruler and Guides</a:t>
                      </a:r>
                      <a:r>
                        <a:rPr lang="en-US" sz="1100" b="0" baseline="0" dirty="0">
                          <a:solidFill>
                            <a:srgbClr val="FFC000"/>
                          </a:solidFill>
                          <a:latin typeface="Arial" panose="020B0604020202020204" pitchFamily="34" charset="0"/>
                          <a:cs typeface="Arial" panose="020B0604020202020204" pitchFamily="34" charset="0"/>
                        </a:rPr>
                        <a:t/>
                      </a:r>
                      <a:br>
                        <a:rPr lang="en-US" sz="1100" b="0" baseline="0" dirty="0">
                          <a:solidFill>
                            <a:srgbClr val="FFC000"/>
                          </a:solidFill>
                          <a:latin typeface="Arial" panose="020B0604020202020204" pitchFamily="34" charset="0"/>
                          <a:cs typeface="Arial" panose="020B0604020202020204" pitchFamily="34" charset="0"/>
                        </a:rPr>
                      </a:br>
                      <a:r>
                        <a:rPr lang="en-US" sz="1100" b="0" baseline="0" dirty="0">
                          <a:solidFill>
                            <a:srgbClr val="D9D9D9"/>
                          </a:solidFill>
                          <a:latin typeface="Arial" panose="020B0604020202020204" pitchFamily="34" charset="0"/>
                          <a:cs typeface="Arial" panose="020B0604020202020204" pitchFamily="34" charset="0"/>
                        </a:rPr>
                        <a:t>The dotted lines on his poster template are guides.  The horizontal and vertical guides will help you align your poster elements accurately. Text boxes and other elements will ”snap” to the guides and stay within the boundaries of the columns. To hide the guides go to VIEW and uncheck the Guides box.</a:t>
                      </a:r>
                    </a:p>
                  </a:txBody>
                  <a:tcPr>
                    <a:solidFill>
                      <a:srgbClr val="010101"/>
                    </a:solidFill>
                  </a:tcPr>
                </a:tc>
                <a:tc hMerge="1">
                  <a:txBody>
                    <a:bodyPr/>
                    <a:lstStyle/>
                    <a:p>
                      <a:endParaRPr lang="en-US" sz="2400" b="0" baseline="0" dirty="0">
                        <a:solidFill>
                          <a:schemeClr val="bg1"/>
                        </a:solidFill>
                        <a:latin typeface="Arial" panose="020B0604020202020204" pitchFamily="34" charset="0"/>
                        <a:cs typeface="Arial" panose="020B0604020202020204" pitchFamily="34" charset="0"/>
                      </a:endParaRPr>
                    </a:p>
                  </a:txBody>
                  <a:tcPr marL="182880" marT="137160">
                    <a:solidFill>
                      <a:schemeClr val="tx1">
                        <a:lumMod val="95000"/>
                        <a:lumOff val="5000"/>
                      </a:schemeClr>
                    </a:solidFill>
                  </a:tcPr>
                </a:tc>
                <a:extLst>
                  <a:ext uri="{0D108BD9-81ED-4DB2-BD59-A6C34878D82A}">
                    <a16:rowId xmlns="" xmlns:a16="http://schemas.microsoft.com/office/drawing/2014/main" val="10002"/>
                  </a:ext>
                </a:extLst>
              </a:tr>
              <a:tr h="1926164">
                <a:tc>
                  <a:txBody>
                    <a:bodyPr/>
                    <a:lstStyle/>
                    <a:p>
                      <a:endParaRPr lang="en-US" sz="1100" dirty="0">
                        <a:solidFill>
                          <a:srgbClr val="1F3A4E"/>
                        </a:solidFill>
                      </a:endParaRPr>
                    </a:p>
                  </a:txBody>
                  <a:tcPr>
                    <a:blipFill rotWithShape="1">
                      <a:blip r:embed="rId4"/>
                      <a:stretch>
                        <a:fillRect/>
                      </a:stretch>
                    </a:blipFill>
                  </a:tcPr>
                </a:tc>
                <a:tc>
                  <a:txBody>
                    <a:bodyPr/>
                    <a:lstStyle/>
                    <a:p>
                      <a:pPr marL="0" lvl="1" indent="0" algn="l" defTabSz="114300"/>
                      <a:r>
                        <a:rPr lang="en-US" sz="1200" b="1" baseline="0" dirty="0">
                          <a:solidFill>
                            <a:srgbClr val="FFC000"/>
                          </a:solidFill>
                          <a:latin typeface="Arial" panose="020B0604020202020204" pitchFamily="34" charset="0"/>
                          <a:cs typeface="Arial" panose="020B0604020202020204" pitchFamily="34" charset="0"/>
                        </a:rPr>
                        <a:t>Headers and text containers</a:t>
                      </a:r>
                      <a:r>
                        <a:rPr lang="en-US" sz="1100" b="0" baseline="0" dirty="0">
                          <a:solidFill>
                            <a:schemeClr val="bg1"/>
                          </a:solidFill>
                          <a:latin typeface="Arial" panose="020B0604020202020204" pitchFamily="34" charset="0"/>
                          <a:cs typeface="Arial" panose="020B0604020202020204" pitchFamily="34" charset="0"/>
                        </a:rPr>
                        <a:t/>
                      </a:r>
                      <a:br>
                        <a:rPr lang="en-US" sz="1100" b="0" baseline="0" dirty="0">
                          <a:solidFill>
                            <a:schemeClr val="bg1"/>
                          </a:solidFill>
                          <a:latin typeface="Arial" panose="020B0604020202020204" pitchFamily="34" charset="0"/>
                          <a:cs typeface="Arial" panose="020B0604020202020204" pitchFamily="34" charset="0"/>
                        </a:rPr>
                      </a:br>
                      <a:r>
                        <a:rPr lang="en-US" sz="1100" b="0" baseline="0" dirty="0">
                          <a:solidFill>
                            <a:srgbClr val="D9D9D9"/>
                          </a:solidFill>
                          <a:latin typeface="Arial" panose="020B0604020202020204" pitchFamily="34" charset="0"/>
                          <a:cs typeface="Arial" panose="020B0604020202020204" pitchFamily="34" charset="0"/>
                        </a:rPr>
                        <a:t>Included in this template are commonly used section headers such as Abstract, Objectives, Methods, Results, etc. </a:t>
                      </a:r>
                      <a:r>
                        <a:rPr lang="en-US" sz="1100" b="0" baseline="0" dirty="0">
                          <a:solidFill>
                            <a:schemeClr val="bg1"/>
                          </a:solidFill>
                          <a:latin typeface="Arial" panose="020B0604020202020204" pitchFamily="34" charset="0"/>
                          <a:cs typeface="Arial" panose="020B0604020202020204" pitchFamily="34" charset="0"/>
                        </a:rPr>
                        <a:t/>
                      </a:r>
                      <a:br>
                        <a:rPr lang="en-US" sz="1100" b="0" baseline="0" dirty="0">
                          <a:solidFill>
                            <a:schemeClr val="bg1"/>
                          </a:solidFill>
                          <a:latin typeface="Arial" panose="020B0604020202020204" pitchFamily="34" charset="0"/>
                          <a:cs typeface="Arial" panose="020B0604020202020204" pitchFamily="34" charset="0"/>
                        </a:rPr>
                      </a:br>
                      <a:r>
                        <a:rPr lang="en-US" sz="1100" b="0" baseline="0" dirty="0">
                          <a:solidFill>
                            <a:srgbClr val="FFC000"/>
                          </a:solidFill>
                          <a:latin typeface="Arial" panose="020B0604020202020204" pitchFamily="34" charset="0"/>
                          <a:cs typeface="Arial" panose="020B0604020202020204" pitchFamily="34" charset="0"/>
                        </a:rPr>
                        <a:t>-</a:t>
                      </a:r>
                      <a:r>
                        <a:rPr lang="en-US" sz="1100" b="0" baseline="0" dirty="0">
                          <a:solidFill>
                            <a:schemeClr val="bg1"/>
                          </a:solidFill>
                          <a:latin typeface="Arial" panose="020B0604020202020204" pitchFamily="34" charset="0"/>
                          <a:cs typeface="Arial" panose="020B0604020202020204" pitchFamily="34" charset="0"/>
                        </a:rPr>
                        <a:t> </a:t>
                      </a:r>
                      <a:r>
                        <a:rPr lang="en-US" sz="1100" b="0" baseline="0" dirty="0">
                          <a:solidFill>
                            <a:srgbClr val="D9D9D9"/>
                          </a:solidFill>
                          <a:latin typeface="Arial" panose="020B0604020202020204" pitchFamily="34" charset="0"/>
                          <a:cs typeface="Arial" panose="020B0604020202020204" pitchFamily="34" charset="0"/>
                        </a:rPr>
                        <a:t>Click inside a section header to add its text. </a:t>
                      </a:r>
                      <a:r>
                        <a:rPr lang="en-US" sz="1100" b="0" baseline="0" dirty="0">
                          <a:solidFill>
                            <a:schemeClr val="bg1"/>
                          </a:solidFill>
                          <a:latin typeface="Arial" panose="020B0604020202020204" pitchFamily="34" charset="0"/>
                          <a:cs typeface="Arial" panose="020B0604020202020204" pitchFamily="34" charset="0"/>
                        </a:rPr>
                        <a:t/>
                      </a:r>
                      <a:br>
                        <a:rPr lang="en-US" sz="1100" b="0" baseline="0" dirty="0">
                          <a:solidFill>
                            <a:schemeClr val="bg1"/>
                          </a:solidFill>
                          <a:latin typeface="Arial" panose="020B0604020202020204" pitchFamily="34" charset="0"/>
                          <a:cs typeface="Arial" panose="020B0604020202020204" pitchFamily="34" charset="0"/>
                        </a:rPr>
                      </a:br>
                      <a:r>
                        <a:rPr lang="en-US" sz="1100" b="0" baseline="0" dirty="0">
                          <a:solidFill>
                            <a:srgbClr val="FFC000"/>
                          </a:solidFill>
                          <a:latin typeface="Arial" panose="020B0604020202020204" pitchFamily="34" charset="0"/>
                          <a:cs typeface="Arial" panose="020B0604020202020204" pitchFamily="34" charset="0"/>
                        </a:rPr>
                        <a:t>-</a:t>
                      </a:r>
                      <a:r>
                        <a:rPr lang="en-US" sz="1100" b="0" baseline="0" dirty="0">
                          <a:solidFill>
                            <a:schemeClr val="bg1"/>
                          </a:solidFill>
                          <a:latin typeface="Arial" panose="020B0604020202020204" pitchFamily="34" charset="0"/>
                          <a:cs typeface="Arial" panose="020B0604020202020204" pitchFamily="34" charset="0"/>
                        </a:rPr>
                        <a:t> </a:t>
                      </a:r>
                      <a:r>
                        <a:rPr lang="en-US" sz="1100" b="0" baseline="0" dirty="0">
                          <a:solidFill>
                            <a:srgbClr val="D9D9D9"/>
                          </a:solidFill>
                          <a:latin typeface="Arial" panose="020B0604020202020204" pitchFamily="34" charset="0"/>
                          <a:cs typeface="Arial" panose="020B0604020202020204" pitchFamily="34" charset="0"/>
                        </a:rPr>
                        <a:t>To add another header, click on edge of the section box so that it is outlined. Copy and paste it. </a:t>
                      </a:r>
                      <a:r>
                        <a:rPr lang="en-US" sz="1100" b="0" baseline="0" dirty="0">
                          <a:solidFill>
                            <a:schemeClr val="bg1"/>
                          </a:solidFill>
                          <a:latin typeface="Arial" panose="020B0604020202020204" pitchFamily="34" charset="0"/>
                          <a:cs typeface="Arial" panose="020B0604020202020204" pitchFamily="34" charset="0"/>
                        </a:rPr>
                        <a:t/>
                      </a:r>
                      <a:br>
                        <a:rPr lang="en-US" sz="1100" b="0" baseline="0" dirty="0">
                          <a:solidFill>
                            <a:schemeClr val="bg1"/>
                          </a:solidFill>
                          <a:latin typeface="Arial" panose="020B0604020202020204" pitchFamily="34" charset="0"/>
                          <a:cs typeface="Arial" panose="020B0604020202020204" pitchFamily="34" charset="0"/>
                        </a:rPr>
                      </a:br>
                      <a:r>
                        <a:rPr lang="en-US" sz="1100" b="0" baseline="0" dirty="0">
                          <a:solidFill>
                            <a:srgbClr val="FFC000"/>
                          </a:solidFill>
                          <a:latin typeface="Arial" panose="020B0604020202020204" pitchFamily="34" charset="0"/>
                          <a:cs typeface="Arial" panose="020B0604020202020204" pitchFamily="34" charset="0"/>
                        </a:rPr>
                        <a:t>-</a:t>
                      </a:r>
                      <a:r>
                        <a:rPr lang="en-US" sz="1100" b="0" baseline="0" dirty="0">
                          <a:solidFill>
                            <a:schemeClr val="bg1"/>
                          </a:solidFill>
                          <a:latin typeface="Arial" panose="020B0604020202020204" pitchFamily="34" charset="0"/>
                          <a:cs typeface="Arial" panose="020B0604020202020204" pitchFamily="34" charset="0"/>
                        </a:rPr>
                        <a:t> </a:t>
                      </a:r>
                      <a:r>
                        <a:rPr lang="en-US" sz="1100" b="0" baseline="0" dirty="0">
                          <a:solidFill>
                            <a:srgbClr val="D9D9D9"/>
                          </a:solidFill>
                          <a:latin typeface="Arial" panose="020B0604020202020204" pitchFamily="34" charset="0"/>
                          <a:cs typeface="Arial" panose="020B0604020202020204" pitchFamily="34" charset="0"/>
                        </a:rPr>
                        <a:t>To increase its size, click on the white circles and expand to the the desired size.</a:t>
                      </a:r>
                    </a:p>
                  </a:txBody>
                  <a:tcPr marL="182880" marT="137160">
                    <a:solidFill>
                      <a:srgbClr val="010101"/>
                    </a:solidFill>
                  </a:tcPr>
                </a:tc>
                <a:extLst>
                  <a:ext uri="{0D108BD9-81ED-4DB2-BD59-A6C34878D82A}">
                    <a16:rowId xmlns="" xmlns:a16="http://schemas.microsoft.com/office/drawing/2014/main" val="10003"/>
                  </a:ext>
                </a:extLst>
              </a:tr>
              <a:tr h="1772445">
                <a:tc gridSpan="2">
                  <a:txBody>
                    <a:bodyPr/>
                    <a:lstStyle/>
                    <a:p>
                      <a:r>
                        <a:rPr lang="en-US" sz="1200" b="1" dirty="0">
                          <a:solidFill>
                            <a:srgbClr val="FFC000"/>
                          </a:solidFill>
                          <a:latin typeface="Arial" panose="020B0604020202020204" pitchFamily="34" charset="0"/>
                          <a:cs typeface="Arial" panose="020B0604020202020204" pitchFamily="34" charset="0"/>
                        </a:rPr>
                        <a:t>Adding content to the poster</a:t>
                      </a:r>
                    </a:p>
                    <a:p>
                      <a:r>
                        <a:rPr lang="en-US" sz="1100" baseline="0" dirty="0">
                          <a:solidFill>
                            <a:srgbClr val="D9D9D9"/>
                          </a:solidFill>
                          <a:latin typeface="Arial" panose="020B0604020202020204" pitchFamily="34" charset="0"/>
                          <a:cs typeface="Arial" panose="020B0604020202020204" pitchFamily="34" charset="0"/>
                        </a:rPr>
                        <a:t>Start by adding your text to each section without spending too much time with formatting. Use the default font size even if your text extends beyond the bottom of the poster. Continue until you have added all your content including text, graphics, photos, etc. Once you finish adding your content you can go back and format your text as needed.</a:t>
                      </a:r>
                    </a:p>
                    <a:p>
                      <a:pPr marL="342900" indent="-342900">
                        <a:buFontTx/>
                        <a:buChar char="-"/>
                      </a:pPr>
                      <a:r>
                        <a:rPr lang="en-US" sz="1100" baseline="0" dirty="0">
                          <a:solidFill>
                            <a:srgbClr val="D9D9D9"/>
                          </a:solidFill>
                          <a:latin typeface="Arial" panose="020B0604020202020204" pitchFamily="34" charset="0"/>
                          <a:cs typeface="Arial" panose="020B0604020202020204" pitchFamily="34" charset="0"/>
                        </a:rPr>
                        <a:t>If you run out of room, try to reduce the size of your fonts and/or the size of your graphics. If there is a lot of empty space try to increase your font sizes and the size of your graphics. The font used for references can be smaller.</a:t>
                      </a:r>
                      <a:endParaRPr lang="en-US" sz="1100" dirty="0">
                        <a:solidFill>
                          <a:srgbClr val="D9D9D9"/>
                        </a:solidFill>
                        <a:latin typeface="Arial" panose="020B0604020202020204" pitchFamily="34" charset="0"/>
                        <a:cs typeface="Arial" panose="020B0604020202020204" pitchFamily="34" charset="0"/>
                      </a:endParaRPr>
                    </a:p>
                  </a:txBody>
                  <a:tcPr>
                    <a:solidFill>
                      <a:srgbClr val="010101"/>
                    </a:solidFill>
                  </a:tcPr>
                </a:tc>
                <a:tc hMerge="1">
                  <a:txBody>
                    <a:bodyPr/>
                    <a:lstStyle/>
                    <a:p>
                      <a:endParaRPr lang="en-US" sz="2400" dirty="0">
                        <a:solidFill>
                          <a:schemeClr val="bg1"/>
                        </a:solidFill>
                        <a:latin typeface="Arial" panose="020B0604020202020204" pitchFamily="34" charset="0"/>
                        <a:cs typeface="Arial" panose="020B0604020202020204" pitchFamily="34" charset="0"/>
                      </a:endParaRPr>
                    </a:p>
                  </a:txBody>
                  <a:tcPr marL="182880" marT="137160">
                    <a:solidFill>
                      <a:srgbClr val="010101"/>
                    </a:solidFill>
                  </a:tcPr>
                </a:tc>
                <a:extLst>
                  <a:ext uri="{0D108BD9-81ED-4DB2-BD59-A6C34878D82A}">
                    <a16:rowId xmlns="" xmlns:a16="http://schemas.microsoft.com/office/drawing/2014/main" val="10004"/>
                  </a:ext>
                </a:extLst>
              </a:tr>
              <a:tr h="1197529">
                <a:tc gridSpan="2">
                  <a:txBody>
                    <a:bodyPr/>
                    <a:lstStyle/>
                    <a:p>
                      <a:pPr marL="0" marR="0" lvl="0" indent="0" algn="l" defTabSz="1518341" rtl="0" eaLnBrk="1" fontAlgn="auto" latinLnBrk="0" hangingPunct="1">
                        <a:lnSpc>
                          <a:spcPct val="100000"/>
                        </a:lnSpc>
                        <a:spcBef>
                          <a:spcPts val="0"/>
                        </a:spcBef>
                        <a:spcAft>
                          <a:spcPts val="0"/>
                        </a:spcAft>
                        <a:buClrTx/>
                        <a:buSzTx/>
                        <a:buFontTx/>
                        <a:buNone/>
                        <a:tabLst/>
                        <a:defRPr/>
                      </a:pPr>
                      <a:r>
                        <a:rPr lang="en-US" sz="1200" b="1" noProof="0" dirty="0">
                          <a:solidFill>
                            <a:srgbClr val="FFC000"/>
                          </a:solidFill>
                          <a:latin typeface="Arial" panose="020B0604020202020204" pitchFamily="34" charset="0"/>
                          <a:cs typeface="Arial" panose="020B0604020202020204" pitchFamily="34" charset="0"/>
                        </a:rPr>
                        <a:t>Photos</a:t>
                      </a:r>
                    </a:p>
                    <a:p>
                      <a:pPr marL="0" marR="0" lvl="0" indent="0" algn="l" defTabSz="977900"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dirty="0">
                          <a:ln>
                            <a:noFill/>
                          </a:ln>
                          <a:solidFill>
                            <a:srgbClr val="D9D9D9"/>
                          </a:solidFill>
                          <a:effectLst/>
                          <a:uLnTx/>
                          <a:uFillTx/>
                          <a:latin typeface="Arial"/>
                          <a:ea typeface="+mn-ea"/>
                          <a:cs typeface="Arial"/>
                        </a:rPr>
                        <a:t>You can add photos by dragging and dropping from your desktop, copy and paste, or by going to INSERT &gt; PICTURES. Resize images proportionally by holding down the SHIFT key and dragging one of the white corner handles (dots). For a professional-looking poster, do not distort your images by stretching them disproportionally.</a:t>
                      </a:r>
                    </a:p>
                  </a:txBody>
                  <a:tcPr marL="182880" marT="137160">
                    <a:solidFill>
                      <a:srgbClr val="010101"/>
                    </a:solidFill>
                  </a:tcPr>
                </a:tc>
                <a:tc hMerge="1">
                  <a:txBody>
                    <a:bodyPr/>
                    <a:lstStyle/>
                    <a:p>
                      <a:pPr marL="0" marR="0" lvl="0" indent="0" algn="l" defTabSz="1518341" rtl="0" eaLnBrk="1" fontAlgn="auto" latinLnBrk="0" hangingPunct="1">
                        <a:lnSpc>
                          <a:spcPct val="100000"/>
                        </a:lnSpc>
                        <a:spcBef>
                          <a:spcPts val="0"/>
                        </a:spcBef>
                        <a:spcAft>
                          <a:spcPts val="0"/>
                        </a:spcAft>
                        <a:buClrTx/>
                        <a:buSzTx/>
                        <a:buFontTx/>
                        <a:buNone/>
                        <a:tabLst/>
                        <a:defRPr/>
                      </a:pPr>
                      <a:endParaRPr lang="en-US" sz="2200" noProof="0" dirty="0">
                        <a:latin typeface="Arial" panose="020B0604020202020204" pitchFamily="34" charset="0"/>
                        <a:cs typeface="Arial" panose="020B0604020202020204" pitchFamily="34" charset="0"/>
                      </a:endParaRPr>
                    </a:p>
                  </a:txBody>
                  <a:tcPr/>
                </a:tc>
                <a:extLst>
                  <a:ext uri="{0D108BD9-81ED-4DB2-BD59-A6C34878D82A}">
                    <a16:rowId xmlns="" xmlns:a16="http://schemas.microsoft.com/office/drawing/2014/main" val="10005"/>
                  </a:ext>
                </a:extLst>
              </a:tr>
              <a:tr h="1154977">
                <a:tc gridSpan="2">
                  <a:txBody>
                    <a:bodyPr/>
                    <a:lstStyle/>
                    <a:p>
                      <a:endParaRPr lang="en-US" sz="1100" dirty="0">
                        <a:solidFill>
                          <a:schemeClr val="bg1"/>
                        </a:solidFill>
                        <a:latin typeface="Arial" panose="020B0604020202020204" pitchFamily="34" charset="0"/>
                        <a:cs typeface="Arial" panose="020B0604020202020204" pitchFamily="34" charset="0"/>
                      </a:endParaRPr>
                    </a:p>
                  </a:txBody>
                  <a:tcPr marL="182880" marT="137160">
                    <a:blipFill rotWithShape="1">
                      <a:blip r:embed="rId5"/>
                      <a:stretch>
                        <a:fillRect/>
                      </a:stretch>
                    </a:blipFill>
                  </a:tcPr>
                </a:tc>
                <a:tc hMerge="1">
                  <a:txBody>
                    <a:bodyPr/>
                    <a:lstStyle/>
                    <a:p>
                      <a:endParaRPr lang="en-US" sz="2400" dirty="0">
                        <a:solidFill>
                          <a:srgbClr val="1F3A4E"/>
                        </a:solidFill>
                      </a:endParaRPr>
                    </a:p>
                  </a:txBody>
                  <a:tcPr/>
                </a:tc>
                <a:extLst>
                  <a:ext uri="{0D108BD9-81ED-4DB2-BD59-A6C34878D82A}">
                    <a16:rowId xmlns="" xmlns:a16="http://schemas.microsoft.com/office/drawing/2014/main" val="10006"/>
                  </a:ext>
                </a:extLst>
              </a:tr>
              <a:tr h="644824">
                <a:tc gridSpan="2">
                  <a:txBody>
                    <a:bodyPr/>
                    <a:lstStyle/>
                    <a:p>
                      <a:pPr marL="0" marR="0" lvl="0" indent="0" algn="l" defTabSz="1518341" rtl="0" eaLnBrk="1" fontAlgn="auto" latinLnBrk="0" hangingPunct="1">
                        <a:lnSpc>
                          <a:spcPct val="100000"/>
                        </a:lnSpc>
                        <a:spcBef>
                          <a:spcPts val="0"/>
                        </a:spcBef>
                        <a:spcAft>
                          <a:spcPts val="0"/>
                        </a:spcAft>
                        <a:buClrTx/>
                        <a:buSzTx/>
                        <a:buFontTx/>
                        <a:buNone/>
                        <a:tabLst/>
                        <a:defRPr/>
                      </a:pPr>
                      <a:r>
                        <a:rPr lang="en-US" sz="1200" b="1" noProof="0" dirty="0">
                          <a:solidFill>
                            <a:srgbClr val="FFC000"/>
                          </a:solidFill>
                          <a:latin typeface="Arial"/>
                          <a:cs typeface="Arial"/>
                        </a:rPr>
                        <a:t>Quality check your graphics</a:t>
                      </a:r>
                    </a:p>
                    <a:p>
                      <a:pPr marL="0" marR="0" lvl="0" indent="0" algn="l" defTabSz="1518341" rtl="0" eaLnBrk="1" fontAlgn="auto" latinLnBrk="0" hangingPunct="1">
                        <a:lnSpc>
                          <a:spcPct val="100000"/>
                        </a:lnSpc>
                        <a:spcBef>
                          <a:spcPts val="0"/>
                        </a:spcBef>
                        <a:spcAft>
                          <a:spcPts val="0"/>
                        </a:spcAft>
                        <a:buClrTx/>
                        <a:buSzTx/>
                        <a:buFontTx/>
                        <a:buNone/>
                        <a:tabLst/>
                        <a:defRPr/>
                      </a:pPr>
                      <a:r>
                        <a:rPr lang="en-US" sz="1100" noProof="0" dirty="0">
                          <a:solidFill>
                            <a:srgbClr val="D9D9D9"/>
                          </a:solidFill>
                          <a:latin typeface="Arial"/>
                          <a:cs typeface="Arial"/>
                        </a:rPr>
                        <a:t>Zoom in and look at your images at 100%-200% magnification. If they look clear, they will print well. </a:t>
                      </a:r>
                    </a:p>
                  </a:txBody>
                  <a:tcPr marL="182880" marT="137160">
                    <a:solidFill>
                      <a:srgbClr val="010101"/>
                    </a:solidFill>
                  </a:tcPr>
                </a:tc>
                <a:tc hMerge="1">
                  <a:txBody>
                    <a:bodyPr/>
                    <a:lstStyle/>
                    <a:p>
                      <a:endParaRPr lang="en-US" sz="2400" dirty="0">
                        <a:solidFill>
                          <a:srgbClr val="1F3A4E"/>
                        </a:solidFill>
                      </a:endParaRPr>
                    </a:p>
                  </a:txBody>
                  <a:tcPr>
                    <a:solidFill>
                      <a:schemeClr val="tx1">
                        <a:lumMod val="95000"/>
                        <a:lumOff val="5000"/>
                      </a:schemeClr>
                    </a:solidFill>
                  </a:tcPr>
                </a:tc>
                <a:extLst>
                  <a:ext uri="{0D108BD9-81ED-4DB2-BD59-A6C34878D82A}">
                    <a16:rowId xmlns="" xmlns:a16="http://schemas.microsoft.com/office/drawing/2014/main" val="10007"/>
                  </a:ext>
                </a:extLst>
              </a:tr>
              <a:tr h="1605299">
                <a:tc gridSpan="2">
                  <a:txBody>
                    <a:bodyPr/>
                    <a:lstStyle/>
                    <a:p>
                      <a:pPr marL="0" marR="0" lvl="0" indent="0" algn="l" defTabSz="1518341" rtl="0" eaLnBrk="1" fontAlgn="auto" latinLnBrk="0" hangingPunct="1">
                        <a:lnSpc>
                          <a:spcPct val="100000"/>
                        </a:lnSpc>
                        <a:spcBef>
                          <a:spcPts val="0"/>
                        </a:spcBef>
                        <a:spcAft>
                          <a:spcPts val="0"/>
                        </a:spcAft>
                        <a:buClrTx/>
                        <a:buSzTx/>
                        <a:buFontTx/>
                        <a:buNone/>
                        <a:tabLst/>
                        <a:defRPr/>
                      </a:pPr>
                      <a:endParaRPr lang="en-US" sz="1100" noProof="0" dirty="0">
                        <a:solidFill>
                          <a:schemeClr val="bg1"/>
                        </a:solidFill>
                        <a:latin typeface="Arial"/>
                        <a:cs typeface="Arial"/>
                      </a:endParaRPr>
                    </a:p>
                  </a:txBody>
                  <a:tcPr marL="182880" marT="137160">
                    <a:blipFill rotWithShape="1">
                      <a:blip r:embed="rId6"/>
                      <a:stretch>
                        <a:fillRect/>
                      </a:stretch>
                    </a:blipFill>
                  </a:tcPr>
                </a:tc>
                <a:tc hMerge="1">
                  <a:txBody>
                    <a:bodyPr/>
                    <a:lstStyle/>
                    <a:p>
                      <a:endParaRPr lang="en-US"/>
                    </a:p>
                  </a:txBody>
                  <a:tcPr/>
                </a:tc>
                <a:extLst>
                  <a:ext uri="{0D108BD9-81ED-4DB2-BD59-A6C34878D82A}">
                    <a16:rowId xmlns="" xmlns:a16="http://schemas.microsoft.com/office/drawing/2014/main" val="10010"/>
                  </a:ext>
                </a:extLst>
              </a:tr>
            </a:tbl>
          </a:graphicData>
        </a:graphic>
      </p:graphicFrame>
      <p:graphicFrame>
        <p:nvGraphicFramePr>
          <p:cNvPr id="4" name="Table 3">
            <a:extLst>
              <a:ext uri="{FF2B5EF4-FFF2-40B4-BE49-F238E27FC236}">
                <a16:creationId xmlns="" xmlns:a16="http://schemas.microsoft.com/office/drawing/2014/main" id="{64FD3542-AD2C-C041-AA7D-037EAF9B14E2}"/>
              </a:ext>
            </a:extLst>
          </p:cNvPr>
          <p:cNvGraphicFramePr>
            <a:graphicFrameLocks noGrp="1"/>
          </p:cNvGraphicFramePr>
          <p:nvPr userDrawn="1">
            <p:extLst>
              <p:ext uri="{D42A27DB-BD31-4B8C-83A1-F6EECF244321}">
                <p14:modId xmlns:p14="http://schemas.microsoft.com/office/powerpoint/2010/main" val="456304823"/>
              </p:ext>
            </p:extLst>
          </p:nvPr>
        </p:nvGraphicFramePr>
        <p:xfrm>
          <a:off x="27918589" y="0"/>
          <a:ext cx="6099844" cy="16632915"/>
        </p:xfrm>
        <a:graphic>
          <a:graphicData uri="http://schemas.openxmlformats.org/drawingml/2006/table">
            <a:tbl>
              <a:tblPr firstRow="1" bandRow="1">
                <a:tableStyleId>{5C22544A-7EE6-4342-B048-85BDC9FD1C3A}</a:tableStyleId>
              </a:tblPr>
              <a:tblGrid>
                <a:gridCol w="3056584">
                  <a:extLst>
                    <a:ext uri="{9D8B030D-6E8A-4147-A177-3AD203B41FA5}">
                      <a16:colId xmlns="" xmlns:a16="http://schemas.microsoft.com/office/drawing/2014/main" val="20000"/>
                    </a:ext>
                  </a:extLst>
                </a:gridCol>
                <a:gridCol w="3043260">
                  <a:extLst>
                    <a:ext uri="{9D8B030D-6E8A-4147-A177-3AD203B41FA5}">
                      <a16:colId xmlns="" xmlns:a16="http://schemas.microsoft.com/office/drawing/2014/main" val="4164475170"/>
                    </a:ext>
                  </a:extLst>
                </a:gridCol>
              </a:tblGrid>
              <a:tr h="855655">
                <a:tc gridSpan="2">
                  <a:txBody>
                    <a:bodyPr/>
                    <a:lstStyle/>
                    <a:p>
                      <a:pPr marL="0" marR="0" indent="0" algn="ctr" defTabSz="4388900" rtl="0" eaLnBrk="1" fontAlgn="auto" latinLnBrk="0" hangingPunct="1">
                        <a:lnSpc>
                          <a:spcPct val="100000"/>
                        </a:lnSpc>
                        <a:spcBef>
                          <a:spcPts val="0"/>
                        </a:spcBef>
                        <a:spcAft>
                          <a:spcPts val="0"/>
                        </a:spcAft>
                        <a:buClrTx/>
                        <a:buSzTx/>
                        <a:buFontTx/>
                        <a:buNone/>
                        <a:tabLst/>
                        <a:defRPr/>
                      </a:pPr>
                      <a:r>
                        <a:rPr lang="en-US" sz="2000" b="0" spc="600" dirty="0">
                          <a:solidFill>
                            <a:srgbClr val="1F3A4E"/>
                          </a:solidFill>
                          <a:latin typeface="Arial Black" panose="020B0A04020102020204" pitchFamily="34" charset="0"/>
                        </a:rPr>
                        <a:t>QUICK START GUIDE</a:t>
                      </a:r>
                      <a:br>
                        <a:rPr lang="en-US" sz="2000" b="0" spc="600" dirty="0">
                          <a:solidFill>
                            <a:srgbClr val="1F3A4E"/>
                          </a:solidFill>
                          <a:latin typeface="Arial Black" panose="020B0A04020102020204" pitchFamily="34" charset="0"/>
                        </a:rPr>
                      </a:br>
                      <a:r>
                        <a:rPr lang="en-US" sz="1600" b="1" spc="0" dirty="0">
                          <a:solidFill>
                            <a:srgbClr val="FF0000"/>
                          </a:solidFill>
                          <a:latin typeface="Trebuchet MS" pitchFamily="34" charset="0"/>
                        </a:rPr>
                        <a:t>(THIS SIDEBAR WILL NOT PRINT)</a:t>
                      </a:r>
                      <a:endParaRPr lang="en-US" sz="2000" b="1" spc="600" dirty="0">
                        <a:solidFill>
                          <a:schemeClr val="bg1"/>
                        </a:solidFill>
                        <a:latin typeface="Trebuchet MS" pitchFamily="34" charset="0"/>
                      </a:endParaRPr>
                    </a:p>
                  </a:txBody>
                  <a:tcPr marL="182880" marT="137160">
                    <a:solidFill>
                      <a:srgbClr val="FFC000"/>
                    </a:solidFill>
                  </a:tcPr>
                </a:tc>
                <a:tc hMerge="1">
                  <a:txBody>
                    <a:bodyPr/>
                    <a:lstStyle/>
                    <a:p>
                      <a:endParaRPr lang="en-US"/>
                    </a:p>
                  </a:txBody>
                  <a:tcPr/>
                </a:tc>
                <a:extLst>
                  <a:ext uri="{0D108BD9-81ED-4DB2-BD59-A6C34878D82A}">
                    <a16:rowId xmlns="" xmlns:a16="http://schemas.microsoft.com/office/drawing/2014/main" val="10000"/>
                  </a:ext>
                </a:extLst>
              </a:tr>
              <a:tr h="2710095">
                <a:tc gridSpan="2">
                  <a:txBody>
                    <a:bodyPr/>
                    <a:lstStyle/>
                    <a:p>
                      <a:pPr algn="l"/>
                      <a:r>
                        <a:rPr lang="en-US" sz="1400" b="1" baseline="0" dirty="0">
                          <a:solidFill>
                            <a:srgbClr val="FFC000"/>
                          </a:solidFill>
                          <a:latin typeface="Arial" panose="020B0604020202020204" pitchFamily="34" charset="0"/>
                          <a:cs typeface="Arial" panose="020B0604020202020204" pitchFamily="34" charset="0"/>
                        </a:rPr>
                        <a:t>How to change the template colors</a:t>
                      </a:r>
                    </a:p>
                    <a:p>
                      <a:pPr marL="0" indent="0" algn="l" defTabSz="114300"/>
                      <a:r>
                        <a:rPr lang="en-US" sz="1200" b="0" baseline="0" dirty="0">
                          <a:solidFill>
                            <a:srgbClr val="D9D9D9"/>
                          </a:solidFill>
                          <a:latin typeface="Arial" panose="020B0604020202020204" pitchFamily="34" charset="0"/>
                          <a:cs typeface="Arial" panose="020B0604020202020204" pitchFamily="34" charset="0"/>
                        </a:rPr>
                        <a:t>You can change the overall template color theme by clicking on the COLORS dropdown menu under the DESIGN tab. You can see a tutorial here: </a:t>
                      </a:r>
                      <a:r>
                        <a:rPr lang="en-US" sz="1200" dirty="0">
                          <a:solidFill>
                            <a:srgbClr val="FFC000"/>
                          </a:solidFill>
                          <a:hlinkClick r:id="rId7">
                            <a:extLst>
                              <a:ext uri="{A12FA001-AC4F-418D-AE19-62706E023703}">
                                <ahyp:hlinkClr xmlns="" xmlns:ahyp="http://schemas.microsoft.com/office/drawing/2018/hyperlinkcolor" val="tx"/>
                              </a:ext>
                            </a:extLst>
                          </a:hlinkClick>
                        </a:rPr>
                        <a:t>https://www.posterpresentations.com/how-to-change-the-research-poster-template-colors.html</a:t>
                      </a:r>
                      <a:endParaRPr lang="en-US" sz="1200" dirty="0">
                        <a:solidFill>
                          <a:srgbClr val="FFC000"/>
                        </a:solidFill>
                      </a:endParaRPr>
                    </a:p>
                    <a:p>
                      <a:pPr marL="0" indent="0" algn="l" defTabSz="114300"/>
                      <a:endParaRPr lang="en-US" sz="1200" b="0" baseline="0" dirty="0">
                        <a:solidFill>
                          <a:srgbClr val="D9D9D9"/>
                        </a:solidFill>
                        <a:latin typeface="Arial" panose="020B0604020202020204" pitchFamily="34" charset="0"/>
                        <a:cs typeface="Arial" panose="020B0604020202020204" pitchFamily="34" charset="0"/>
                      </a:endParaRPr>
                    </a:p>
                    <a:p>
                      <a:pPr marL="0" indent="0" algn="l" defTabSz="114300"/>
                      <a:r>
                        <a:rPr lang="en-US" sz="1200" b="0" baseline="0" dirty="0">
                          <a:solidFill>
                            <a:srgbClr val="D9D9D9"/>
                          </a:solidFill>
                          <a:latin typeface="Arial" panose="020B0604020202020204" pitchFamily="34" charset="0"/>
                          <a:cs typeface="Arial" panose="020B0604020202020204" pitchFamily="34" charset="0"/>
                        </a:rPr>
                        <a:t>You can also manually change the color of individual elements by going to VIEW &gt; SLIDE MASTER. On the left side of your screen select the background master where you can change the template background, column sizes, etc. </a:t>
                      </a:r>
                    </a:p>
                    <a:p>
                      <a:pPr marL="0" indent="0" algn="l" defTabSz="114300"/>
                      <a:endParaRPr lang="en-US" sz="1200" b="0" baseline="0" dirty="0">
                        <a:solidFill>
                          <a:srgbClr val="D9D9D9"/>
                        </a:solidFill>
                        <a:latin typeface="Arial" panose="020B0604020202020204" pitchFamily="34" charset="0"/>
                        <a:cs typeface="Arial" panose="020B0604020202020204" pitchFamily="34" charset="0"/>
                      </a:endParaRPr>
                    </a:p>
                    <a:p>
                      <a:pPr marL="0" indent="0" algn="l" defTabSz="114300"/>
                      <a:r>
                        <a:rPr lang="en-US" sz="1200" b="0" baseline="0" dirty="0">
                          <a:solidFill>
                            <a:srgbClr val="D9D9D9"/>
                          </a:solidFill>
                          <a:latin typeface="Arial" panose="020B0604020202020204" pitchFamily="34" charset="0"/>
                          <a:cs typeface="Arial" panose="020B0604020202020204" pitchFamily="34" charset="0"/>
                        </a:rPr>
                        <a:t>After you finish working on the SLIDE MASTER, it is important that you go to VIEW &gt; NORMAL to continue working on your poster. </a:t>
                      </a:r>
                    </a:p>
                  </a:txBody>
                  <a:tcPr marL="182880" marT="137160">
                    <a:solidFill>
                      <a:schemeClr val="tx1"/>
                    </a:solidFill>
                  </a:tcPr>
                </a:tc>
                <a:tc hMerge="1">
                  <a:txBody>
                    <a:bodyPr/>
                    <a:lstStyle/>
                    <a:p>
                      <a:endParaRPr lang="en-US"/>
                    </a:p>
                  </a:txBody>
                  <a:tcPr/>
                </a:tc>
                <a:extLst>
                  <a:ext uri="{0D108BD9-81ED-4DB2-BD59-A6C34878D82A}">
                    <a16:rowId xmlns="" xmlns:a16="http://schemas.microsoft.com/office/drawing/2014/main" val="10001"/>
                  </a:ext>
                </a:extLst>
              </a:tr>
              <a:tr h="1786749">
                <a:tc gridSpan="2">
                  <a:txBody>
                    <a:bodyPr/>
                    <a:lstStyle/>
                    <a:p>
                      <a:r>
                        <a:rPr lang="en-US" sz="1400" b="1" dirty="0">
                          <a:solidFill>
                            <a:srgbClr val="FFC000"/>
                          </a:solidFill>
                          <a:latin typeface="Arial" panose="020B0604020202020204" pitchFamily="34" charset="0"/>
                          <a:cs typeface="Arial" panose="020B0604020202020204" pitchFamily="34" charset="0"/>
                        </a:rPr>
                        <a:t>How to change the column layout configuration</a:t>
                      </a:r>
                    </a:p>
                    <a:p>
                      <a:r>
                        <a:rPr lang="en-US" sz="1200" dirty="0">
                          <a:solidFill>
                            <a:srgbClr val="D9D9D9"/>
                          </a:solidFill>
                          <a:latin typeface="Arial" panose="020B0604020202020204" pitchFamily="34" charset="0"/>
                          <a:cs typeface="Arial" panose="020B0604020202020204" pitchFamily="34" charset="0"/>
                        </a:rPr>
                        <a:t>You can manually change the configuration on the columns by going to VIEW &gt; SLIDE MASTER. You can delete columns, resize them or modify them as needed for your layout. </a:t>
                      </a:r>
                    </a:p>
                    <a:p>
                      <a:pPr marL="0" marR="0" indent="0" algn="l" defTabSz="3765366" rtl="0" eaLnBrk="1" fontAlgn="auto" latinLnBrk="0" hangingPunct="1">
                        <a:lnSpc>
                          <a:spcPct val="100000"/>
                        </a:lnSpc>
                        <a:spcBef>
                          <a:spcPts val="0"/>
                        </a:spcBef>
                        <a:spcAft>
                          <a:spcPts val="0"/>
                        </a:spcAft>
                        <a:buClrTx/>
                        <a:buSzTx/>
                        <a:buFontTx/>
                        <a:buNone/>
                        <a:tabLst/>
                        <a:defRPr/>
                      </a:pPr>
                      <a:r>
                        <a:rPr lang="en-US" sz="1200" dirty="0">
                          <a:solidFill>
                            <a:srgbClr val="D9D9D9"/>
                          </a:solidFill>
                          <a:latin typeface="Arial" panose="020B0604020202020204" pitchFamily="34" charset="0"/>
                          <a:cs typeface="Arial" panose="020B0604020202020204" pitchFamily="34" charset="0"/>
                        </a:rPr>
                        <a:t>You can see a tutorial here: </a:t>
                      </a:r>
                      <a:r>
                        <a:rPr lang="en-US" sz="1200" u="sng" dirty="0">
                          <a:solidFill>
                            <a:srgbClr val="FFC000"/>
                          </a:solidFill>
                          <a:latin typeface="Arial" panose="020B0604020202020204" pitchFamily="34" charset="0"/>
                          <a:cs typeface="Arial" panose="020B0604020202020204" pitchFamily="34" charset="0"/>
                        </a:rPr>
                        <a:t>https://</a:t>
                      </a:r>
                      <a:r>
                        <a:rPr lang="en-US" sz="1200" u="sng" dirty="0" err="1">
                          <a:solidFill>
                            <a:srgbClr val="FFC000"/>
                          </a:solidFill>
                          <a:latin typeface="Arial" panose="020B0604020202020204" pitchFamily="34" charset="0"/>
                          <a:cs typeface="Arial" panose="020B0604020202020204" pitchFamily="34" charset="0"/>
                        </a:rPr>
                        <a:t>www.posterpresentations.com</a:t>
                      </a:r>
                      <a:r>
                        <a:rPr lang="en-US" sz="1200" u="sng" dirty="0">
                          <a:solidFill>
                            <a:srgbClr val="FFC000"/>
                          </a:solidFill>
                          <a:latin typeface="Arial" panose="020B0604020202020204" pitchFamily="34" charset="0"/>
                          <a:cs typeface="Arial" panose="020B0604020202020204" pitchFamily="34" charset="0"/>
                        </a:rPr>
                        <a:t>/how-to-change-the-column-</a:t>
                      </a:r>
                      <a:r>
                        <a:rPr lang="en-US" sz="1200" u="sng" dirty="0" err="1">
                          <a:solidFill>
                            <a:srgbClr val="FFC000"/>
                          </a:solidFill>
                          <a:latin typeface="Arial" panose="020B0604020202020204" pitchFamily="34" charset="0"/>
                          <a:cs typeface="Arial" panose="020B0604020202020204" pitchFamily="34" charset="0"/>
                        </a:rPr>
                        <a:t>configuration.html</a:t>
                      </a:r>
                      <a:endParaRPr lang="en-US" sz="3200" u="sng" dirty="0">
                        <a:solidFill>
                          <a:srgbClr val="FFC000"/>
                        </a:solidFill>
                      </a:endParaRPr>
                    </a:p>
                  </a:txBody>
                  <a:tcPr marL="182880" marT="137160">
                    <a:solidFill>
                      <a:schemeClr val="tx1"/>
                    </a:solidFill>
                  </a:tcPr>
                </a:tc>
                <a:tc hMerge="1">
                  <a:txBody>
                    <a:bodyPr/>
                    <a:lstStyle/>
                    <a:p>
                      <a:endParaRPr lang="en-US" dirty="0"/>
                    </a:p>
                  </a:txBody>
                  <a:tcPr marL="182880" marT="137160">
                    <a:solidFill>
                      <a:srgbClr val="010101"/>
                    </a:solidFill>
                  </a:tcPr>
                </a:tc>
                <a:extLst>
                  <a:ext uri="{0D108BD9-81ED-4DB2-BD59-A6C34878D82A}">
                    <a16:rowId xmlns="" xmlns:a16="http://schemas.microsoft.com/office/drawing/2014/main" val="10004"/>
                  </a:ext>
                </a:extLst>
              </a:tr>
              <a:tr h="2522040">
                <a:tc>
                  <a:txBody>
                    <a:bodyPr/>
                    <a:lstStyle/>
                    <a:p>
                      <a:pPr marL="0" marR="0" lvl="0" indent="0" algn="l" defTabSz="1518341" rtl="0" eaLnBrk="1" fontAlgn="auto" latinLnBrk="0" hangingPunct="1">
                        <a:lnSpc>
                          <a:spcPct val="100000"/>
                        </a:lnSpc>
                        <a:spcBef>
                          <a:spcPts val="0"/>
                        </a:spcBef>
                        <a:spcAft>
                          <a:spcPts val="0"/>
                        </a:spcAft>
                        <a:buClrTx/>
                        <a:buSzTx/>
                        <a:buFontTx/>
                        <a:buNone/>
                        <a:tabLst/>
                        <a:defRPr/>
                      </a:pPr>
                      <a:endParaRPr lang="en-US" sz="1200" noProof="0" dirty="0">
                        <a:solidFill>
                          <a:srgbClr val="D9D9D9"/>
                        </a:solidFill>
                        <a:latin typeface="Arial" panose="020B0604020202020204" pitchFamily="34" charset="0"/>
                        <a:cs typeface="Arial" panose="020B0604020202020204" pitchFamily="34" charset="0"/>
                      </a:endParaRPr>
                    </a:p>
                  </a:txBody>
                  <a:tcPr marL="182880" marT="137160">
                    <a:blipFill dpi="0" rotWithShape="1">
                      <a:blip r:embed="rId8">
                        <a:extLst>
                          <a:ext uri="{28A0092B-C50C-407E-A947-70E740481C1C}">
                            <a14:useLocalDpi xmlns:a14="http://schemas.microsoft.com/office/drawing/2010/main" val="0"/>
                          </a:ext>
                        </a:extLst>
                      </a:blip>
                      <a:srcRect/>
                      <a:stretch>
                        <a:fillRect/>
                      </a:stretch>
                    </a:blipFill>
                  </a:tcPr>
                </a:tc>
                <a:tc rowSpan="2">
                  <a:txBody>
                    <a:bodyPr/>
                    <a:lstStyle/>
                    <a:p>
                      <a:pPr marL="0" marR="0" lvl="0" indent="0" algn="l" defTabSz="1518341" rtl="0" eaLnBrk="1" fontAlgn="auto" latinLnBrk="0" hangingPunct="1">
                        <a:lnSpc>
                          <a:spcPct val="100000"/>
                        </a:lnSpc>
                        <a:spcBef>
                          <a:spcPts val="0"/>
                        </a:spcBef>
                        <a:spcAft>
                          <a:spcPts val="0"/>
                        </a:spcAft>
                        <a:buClrTx/>
                        <a:buSzTx/>
                        <a:buFontTx/>
                        <a:buNone/>
                        <a:tabLst/>
                        <a:defRPr/>
                      </a:pPr>
                      <a:r>
                        <a:rPr lang="en-US" sz="1400" b="1" noProof="0" dirty="0">
                          <a:solidFill>
                            <a:srgbClr val="FFC000"/>
                          </a:solidFill>
                          <a:latin typeface="Arial" panose="020B0604020202020204" pitchFamily="34" charset="0"/>
                          <a:cs typeface="Arial" panose="020B0604020202020204" pitchFamily="34" charset="0"/>
                        </a:rPr>
                        <a:t>How to hide the QUICK START GUIDE bars from the sides of the template</a:t>
                      </a:r>
                    </a:p>
                    <a:p>
                      <a:pPr marL="0" marR="0" lvl="0" indent="0" algn="l" defTabSz="114300" rtl="0" eaLnBrk="1" fontAlgn="auto" latinLnBrk="0" hangingPunct="1">
                        <a:lnSpc>
                          <a:spcPct val="100000"/>
                        </a:lnSpc>
                        <a:spcBef>
                          <a:spcPts val="0"/>
                        </a:spcBef>
                        <a:spcAft>
                          <a:spcPts val="0"/>
                        </a:spcAft>
                        <a:buClrTx/>
                        <a:buSzTx/>
                        <a:buFontTx/>
                        <a:buNone/>
                        <a:tabLst/>
                        <a:defRPr/>
                      </a:pPr>
                      <a:r>
                        <a:rPr lang="en-US" sz="1200" noProof="0" dirty="0">
                          <a:solidFill>
                            <a:srgbClr val="D9D9D9"/>
                          </a:solidFill>
                          <a:latin typeface="Arial" panose="020B0604020202020204" pitchFamily="34" charset="0"/>
                          <a:cs typeface="Arial" panose="020B0604020202020204" pitchFamily="34" charset="0"/>
                        </a:rPr>
                        <a:t>The Quick Start</a:t>
                      </a:r>
                      <a:r>
                        <a:rPr lang="en-US" sz="1200" baseline="0" noProof="0" dirty="0">
                          <a:solidFill>
                            <a:srgbClr val="D9D9D9"/>
                          </a:solidFill>
                          <a:latin typeface="Arial" panose="020B0604020202020204" pitchFamily="34" charset="0"/>
                          <a:cs typeface="Arial" panose="020B0604020202020204" pitchFamily="34" charset="0"/>
                        </a:rPr>
                        <a:t> Guides</a:t>
                      </a:r>
                      <a:r>
                        <a:rPr lang="en-US" sz="1200" noProof="0" dirty="0">
                          <a:solidFill>
                            <a:srgbClr val="D9D9D9"/>
                          </a:solidFill>
                          <a:latin typeface="Arial" panose="020B0604020202020204" pitchFamily="34" charset="0"/>
                          <a:cs typeface="Arial" panose="020B0604020202020204" pitchFamily="34" charset="0"/>
                        </a:rPr>
                        <a:t> </a:t>
                      </a:r>
                      <a:r>
                        <a:rPr lang="en-US" sz="1200" u="sng" noProof="0" dirty="0">
                          <a:solidFill>
                            <a:srgbClr val="D9D9D9"/>
                          </a:solidFill>
                          <a:latin typeface="Arial" panose="020B0604020202020204" pitchFamily="34" charset="0"/>
                          <a:cs typeface="Arial" panose="020B0604020202020204" pitchFamily="34" charset="0"/>
                        </a:rPr>
                        <a:t>are outside the template’s printable area</a:t>
                      </a:r>
                      <a:r>
                        <a:rPr lang="en-US" sz="1200" noProof="0" dirty="0">
                          <a:solidFill>
                            <a:srgbClr val="D9D9D9"/>
                          </a:solidFill>
                          <a:latin typeface="Arial" panose="020B0604020202020204" pitchFamily="34" charset="0"/>
                          <a:cs typeface="Arial" panose="020B0604020202020204" pitchFamily="34" charset="0"/>
                        </a:rPr>
                        <a:t> and they will not be on the printed poster</a:t>
                      </a:r>
                      <a:r>
                        <a:rPr lang="en-US" sz="1200" baseline="0" noProof="0" dirty="0">
                          <a:solidFill>
                            <a:srgbClr val="D9D9D9"/>
                          </a:solidFill>
                          <a:latin typeface="Arial" panose="020B0604020202020204" pitchFamily="34" charset="0"/>
                          <a:cs typeface="Arial" panose="020B0604020202020204" pitchFamily="34" charset="0"/>
                        </a:rPr>
                        <a:t>. </a:t>
                      </a:r>
                    </a:p>
                    <a:p>
                      <a:pPr marL="0" marR="0" lvl="0" indent="0" algn="l" defTabSz="114300" rtl="0" eaLnBrk="1" fontAlgn="auto" latinLnBrk="0" hangingPunct="1">
                        <a:lnSpc>
                          <a:spcPct val="100000"/>
                        </a:lnSpc>
                        <a:spcBef>
                          <a:spcPts val="0"/>
                        </a:spcBef>
                        <a:spcAft>
                          <a:spcPts val="0"/>
                        </a:spcAft>
                        <a:buClrTx/>
                        <a:buSzTx/>
                        <a:buFontTx/>
                        <a:buNone/>
                        <a:tabLst/>
                        <a:defRPr/>
                      </a:pPr>
                      <a:endParaRPr lang="en-US" sz="1200" baseline="0" noProof="0" dirty="0">
                        <a:solidFill>
                          <a:srgbClr val="D9D9D9"/>
                        </a:solidFill>
                        <a:latin typeface="Arial" panose="020B0604020202020204" pitchFamily="34" charset="0"/>
                        <a:cs typeface="Arial" panose="020B0604020202020204" pitchFamily="34" charset="0"/>
                      </a:endParaRPr>
                    </a:p>
                    <a:p>
                      <a:pPr marL="0" marR="0" lvl="0" indent="0" algn="l" defTabSz="114300" rtl="0" eaLnBrk="1" fontAlgn="auto" latinLnBrk="0" hangingPunct="1">
                        <a:lnSpc>
                          <a:spcPct val="100000"/>
                        </a:lnSpc>
                        <a:spcBef>
                          <a:spcPts val="0"/>
                        </a:spcBef>
                        <a:spcAft>
                          <a:spcPts val="0"/>
                        </a:spcAft>
                        <a:buClrTx/>
                        <a:buSzTx/>
                        <a:buFontTx/>
                        <a:buNone/>
                        <a:tabLst/>
                        <a:defRPr/>
                      </a:pPr>
                      <a:r>
                        <a:rPr lang="en-US" sz="1200" baseline="0" noProof="0" dirty="0">
                          <a:solidFill>
                            <a:srgbClr val="D9D9D9"/>
                          </a:solidFill>
                          <a:latin typeface="Arial" panose="020B0604020202020204" pitchFamily="34" charset="0"/>
                          <a:cs typeface="Arial" panose="020B0604020202020204" pitchFamily="34" charset="0"/>
                        </a:rPr>
                        <a:t>If you create a PDF file from your template, the guides will not be included.</a:t>
                      </a:r>
                    </a:p>
                    <a:p>
                      <a:pPr marL="0" marR="0" lvl="0" indent="0" algn="l" defTabSz="114300" rtl="0" eaLnBrk="1" fontAlgn="auto" latinLnBrk="0" hangingPunct="1">
                        <a:lnSpc>
                          <a:spcPct val="100000"/>
                        </a:lnSpc>
                        <a:spcBef>
                          <a:spcPts val="0"/>
                        </a:spcBef>
                        <a:spcAft>
                          <a:spcPts val="0"/>
                        </a:spcAft>
                        <a:buClrTx/>
                        <a:buSzTx/>
                        <a:buFontTx/>
                        <a:buNone/>
                        <a:tabLst/>
                        <a:defRPr/>
                      </a:pPr>
                      <a:endParaRPr lang="en-US" sz="1200" baseline="0" noProof="0" dirty="0">
                        <a:solidFill>
                          <a:srgbClr val="D9D9D9"/>
                        </a:solidFill>
                        <a:latin typeface="Arial" panose="020B0604020202020204" pitchFamily="34" charset="0"/>
                        <a:cs typeface="Arial" panose="020B0604020202020204" pitchFamily="34" charset="0"/>
                      </a:endParaRPr>
                    </a:p>
                    <a:p>
                      <a:pPr marL="0" marR="0" lvl="0" indent="0" algn="l" defTabSz="114300" rtl="0" eaLnBrk="1" fontAlgn="auto" latinLnBrk="0" hangingPunct="1">
                        <a:lnSpc>
                          <a:spcPct val="100000"/>
                        </a:lnSpc>
                        <a:spcBef>
                          <a:spcPts val="0"/>
                        </a:spcBef>
                        <a:spcAft>
                          <a:spcPts val="0"/>
                        </a:spcAft>
                        <a:buClrTx/>
                        <a:buSzTx/>
                        <a:buFontTx/>
                        <a:buNone/>
                        <a:tabLst/>
                        <a:defRPr/>
                      </a:pPr>
                      <a:r>
                        <a:rPr lang="en-US" sz="1200" baseline="0" noProof="0" dirty="0">
                          <a:solidFill>
                            <a:srgbClr val="D9D9D9"/>
                          </a:solidFill>
                          <a:latin typeface="Arial" panose="020B0604020202020204" pitchFamily="34" charset="0"/>
                          <a:cs typeface="Arial" panose="020B0604020202020204" pitchFamily="34" charset="0"/>
                        </a:rPr>
                        <a:t>To hide the guides click on the </a:t>
                      </a:r>
                      <a:r>
                        <a:rPr lang="en-US" sz="1200" b="1" baseline="0" noProof="0" dirty="0">
                          <a:solidFill>
                            <a:srgbClr val="D9D9D9"/>
                          </a:solidFill>
                          <a:latin typeface="Arial" panose="020B0604020202020204" pitchFamily="34" charset="0"/>
                          <a:cs typeface="Arial" panose="020B0604020202020204" pitchFamily="34" charset="0"/>
                        </a:rPr>
                        <a:t>Home</a:t>
                      </a:r>
                      <a:r>
                        <a:rPr lang="en-US" sz="1200" baseline="0" noProof="0" dirty="0">
                          <a:solidFill>
                            <a:srgbClr val="D9D9D9"/>
                          </a:solidFill>
                          <a:latin typeface="Arial" panose="020B0604020202020204" pitchFamily="34" charset="0"/>
                          <a:cs typeface="Arial" panose="020B0604020202020204" pitchFamily="34" charset="0"/>
                        </a:rPr>
                        <a:t> tab (top of the screen) and then click on the </a:t>
                      </a:r>
                      <a:r>
                        <a:rPr lang="en-US" sz="1200" b="1" baseline="0" noProof="0" dirty="0">
                          <a:solidFill>
                            <a:srgbClr val="D9D9D9"/>
                          </a:solidFill>
                          <a:latin typeface="Arial" panose="020B0604020202020204" pitchFamily="34" charset="0"/>
                          <a:cs typeface="Arial" panose="020B0604020202020204" pitchFamily="34" charset="0"/>
                        </a:rPr>
                        <a:t>Layout</a:t>
                      </a:r>
                      <a:r>
                        <a:rPr lang="en-US" sz="1200" baseline="0" noProof="0" dirty="0">
                          <a:solidFill>
                            <a:srgbClr val="D9D9D9"/>
                          </a:solidFill>
                          <a:latin typeface="Arial" panose="020B0604020202020204" pitchFamily="34" charset="0"/>
                          <a:cs typeface="Arial" panose="020B0604020202020204" pitchFamily="34" charset="0"/>
                        </a:rPr>
                        <a:t> button below to see the available layouts. Choose the </a:t>
                      </a:r>
                      <a:r>
                        <a:rPr lang="en-US" sz="1200" b="1" baseline="0" noProof="0" dirty="0">
                          <a:solidFill>
                            <a:srgbClr val="D9D9D9"/>
                          </a:solidFill>
                          <a:latin typeface="Arial" panose="020B0604020202020204" pitchFamily="34" charset="0"/>
                          <a:cs typeface="Arial" panose="020B0604020202020204" pitchFamily="34" charset="0"/>
                        </a:rPr>
                        <a:t>Without Guides </a:t>
                      </a:r>
                      <a:r>
                        <a:rPr lang="en-US" sz="1200" b="0" baseline="0" noProof="0" dirty="0">
                          <a:solidFill>
                            <a:srgbClr val="D9D9D9"/>
                          </a:solidFill>
                          <a:latin typeface="Arial" panose="020B0604020202020204" pitchFamily="34" charset="0"/>
                          <a:cs typeface="Arial" panose="020B0604020202020204" pitchFamily="34" charset="0"/>
                        </a:rPr>
                        <a:t>layout</a:t>
                      </a:r>
                      <a:r>
                        <a:rPr lang="en-US" sz="1200" baseline="0" noProof="0" dirty="0">
                          <a:solidFill>
                            <a:srgbClr val="D9D9D9"/>
                          </a:solidFill>
                          <a:latin typeface="Arial" panose="020B0604020202020204" pitchFamily="34" charset="0"/>
                          <a:cs typeface="Arial" panose="020B0604020202020204" pitchFamily="34" charset="0"/>
                        </a:rPr>
                        <a:t>.</a:t>
                      </a:r>
                      <a:endParaRPr lang="en-US" sz="1200" noProof="0" dirty="0">
                        <a:solidFill>
                          <a:srgbClr val="D9D9D9"/>
                        </a:solidFill>
                        <a:latin typeface="Arial" panose="020B0604020202020204" pitchFamily="34" charset="0"/>
                        <a:cs typeface="Arial" panose="020B0604020202020204" pitchFamily="34" charset="0"/>
                      </a:endParaRPr>
                    </a:p>
                    <a:p>
                      <a:pPr marL="0" marR="0" lvl="0" indent="0" algn="l" defTabSz="114300" rtl="0" eaLnBrk="1" fontAlgn="auto" latinLnBrk="0" hangingPunct="1">
                        <a:lnSpc>
                          <a:spcPct val="100000"/>
                        </a:lnSpc>
                        <a:spcBef>
                          <a:spcPts val="0"/>
                        </a:spcBef>
                        <a:spcAft>
                          <a:spcPts val="0"/>
                        </a:spcAft>
                        <a:buClrTx/>
                        <a:buSzTx/>
                        <a:buFontTx/>
                        <a:buNone/>
                        <a:tabLst/>
                        <a:defRPr/>
                      </a:pPr>
                      <a:endParaRPr lang="en-US" sz="1200" noProof="0" dirty="0">
                        <a:solidFill>
                          <a:srgbClr val="D9D9D9"/>
                        </a:solidFill>
                        <a:latin typeface="Arial" panose="020B0604020202020204" pitchFamily="34" charset="0"/>
                        <a:cs typeface="Arial" panose="020B0604020202020204" pitchFamily="34" charset="0"/>
                      </a:endParaRPr>
                    </a:p>
                  </a:txBody>
                  <a:tcPr marL="182880" marT="137160">
                    <a:solidFill>
                      <a:srgbClr val="010101"/>
                    </a:solidFill>
                  </a:tcPr>
                </a:tc>
                <a:extLst>
                  <a:ext uri="{0D108BD9-81ED-4DB2-BD59-A6C34878D82A}">
                    <a16:rowId xmlns="" xmlns:a16="http://schemas.microsoft.com/office/drawing/2014/main" val="10005"/>
                  </a:ext>
                </a:extLst>
              </a:tr>
              <a:tr h="1407064">
                <a:tc>
                  <a:txBody>
                    <a:bodyPr/>
                    <a:lstStyle/>
                    <a:p>
                      <a:pPr marL="0" marR="0" lvl="0" indent="0" algn="l" defTabSz="1518341" rtl="0" eaLnBrk="1" fontAlgn="auto" latinLnBrk="0" hangingPunct="1">
                        <a:lnSpc>
                          <a:spcPct val="100000"/>
                        </a:lnSpc>
                        <a:spcBef>
                          <a:spcPts val="0"/>
                        </a:spcBef>
                        <a:spcAft>
                          <a:spcPts val="0"/>
                        </a:spcAft>
                        <a:buClrTx/>
                        <a:buSzTx/>
                        <a:buFontTx/>
                        <a:buNone/>
                        <a:tabLst/>
                        <a:defRPr/>
                      </a:pPr>
                      <a:endParaRPr lang="en-US" sz="1200" noProof="0" dirty="0">
                        <a:solidFill>
                          <a:srgbClr val="D9D9D9"/>
                        </a:solidFill>
                        <a:latin typeface="Arial" panose="020B0604020202020204" pitchFamily="34" charset="0"/>
                        <a:cs typeface="Arial" panose="020B0604020202020204" pitchFamily="34" charset="0"/>
                      </a:endParaRPr>
                    </a:p>
                  </a:txBody>
                  <a:tcPr marL="182880" marT="137160">
                    <a:solidFill>
                      <a:srgbClr val="010101"/>
                    </a:solidFill>
                  </a:tcPr>
                </a:tc>
                <a:tc vMerge="1">
                  <a:txBody>
                    <a:bodyPr/>
                    <a:lstStyle/>
                    <a:p>
                      <a:endParaRPr lang="en-US"/>
                    </a:p>
                  </a:txBody>
                  <a:tcPr/>
                </a:tc>
                <a:extLst>
                  <a:ext uri="{0D108BD9-81ED-4DB2-BD59-A6C34878D82A}">
                    <a16:rowId xmlns="" xmlns:a16="http://schemas.microsoft.com/office/drawing/2014/main" val="1766341567"/>
                  </a:ext>
                </a:extLst>
              </a:tr>
              <a:tr h="1853928">
                <a:tc>
                  <a:txBody>
                    <a:bodyPr/>
                    <a:lstStyle/>
                    <a:p>
                      <a:r>
                        <a:rPr lang="en-US" sz="1400" b="1" dirty="0">
                          <a:solidFill>
                            <a:srgbClr val="FFC000"/>
                          </a:solidFill>
                          <a:latin typeface="Arial" panose="020B0604020202020204" pitchFamily="34" charset="0"/>
                          <a:cs typeface="Arial" panose="020B0604020202020204" pitchFamily="34" charset="0"/>
                        </a:rPr>
                        <a:t>How to</a:t>
                      </a:r>
                      <a:r>
                        <a:rPr lang="en-US" sz="1400" b="1" baseline="0" dirty="0">
                          <a:solidFill>
                            <a:srgbClr val="FFC000"/>
                          </a:solidFill>
                          <a:latin typeface="Arial" panose="020B0604020202020204" pitchFamily="34" charset="0"/>
                          <a:cs typeface="Arial" panose="020B0604020202020204" pitchFamily="34" charset="0"/>
                        </a:rPr>
                        <a:t> preview your poster prior to printing</a:t>
                      </a:r>
                      <a:endParaRPr lang="en-US" sz="1400" b="1" dirty="0">
                        <a:solidFill>
                          <a:srgbClr val="FFC000"/>
                        </a:solidFill>
                        <a:latin typeface="Arial" panose="020B0604020202020204" pitchFamily="34" charset="0"/>
                        <a:cs typeface="Arial" panose="020B0604020202020204" pitchFamily="34" charset="0"/>
                      </a:endParaRPr>
                    </a:p>
                    <a:p>
                      <a:r>
                        <a:rPr lang="en-US" sz="1200" dirty="0">
                          <a:solidFill>
                            <a:srgbClr val="D9D9D9"/>
                          </a:solidFill>
                          <a:latin typeface="Arial" panose="020B0604020202020204" pitchFamily="34" charset="0"/>
                          <a:cs typeface="Arial" panose="020B0604020202020204" pitchFamily="34" charset="0"/>
                        </a:rPr>
                        <a:t>You can preview your poster at any time by pressing the </a:t>
                      </a:r>
                      <a:r>
                        <a:rPr lang="en-US" sz="1200" dirty="0">
                          <a:solidFill>
                            <a:srgbClr val="FFC000"/>
                          </a:solidFill>
                          <a:latin typeface="Arial" panose="020B0604020202020204" pitchFamily="34" charset="0"/>
                          <a:cs typeface="Arial" panose="020B0604020202020204" pitchFamily="34" charset="0"/>
                        </a:rPr>
                        <a:t>F5 key</a:t>
                      </a:r>
                      <a:r>
                        <a:rPr lang="en-US" sz="1200" dirty="0">
                          <a:solidFill>
                            <a:srgbClr val="D9D9D9"/>
                          </a:solidFill>
                          <a:latin typeface="Arial" panose="020B0604020202020204" pitchFamily="34" charset="0"/>
                          <a:cs typeface="Arial" panose="020B0604020202020204" pitchFamily="34" charset="0"/>
                        </a:rPr>
                        <a:t> on your keyboard. You will see on the screen what's on your poster and how it should look when printed. Press the </a:t>
                      </a:r>
                      <a:r>
                        <a:rPr lang="en-US" sz="1200" dirty="0">
                          <a:solidFill>
                            <a:srgbClr val="FFC000"/>
                          </a:solidFill>
                          <a:latin typeface="Arial" panose="020B0604020202020204" pitchFamily="34" charset="0"/>
                          <a:cs typeface="Arial" panose="020B0604020202020204" pitchFamily="34" charset="0"/>
                        </a:rPr>
                        <a:t>ESC key </a:t>
                      </a:r>
                      <a:r>
                        <a:rPr lang="en-US" sz="1200" dirty="0">
                          <a:solidFill>
                            <a:srgbClr val="D9D9D9"/>
                          </a:solidFill>
                          <a:latin typeface="Arial" panose="020B0604020202020204" pitchFamily="34" charset="0"/>
                          <a:cs typeface="Arial" panose="020B0604020202020204" pitchFamily="34" charset="0"/>
                        </a:rPr>
                        <a:t>to exit Preview.</a:t>
                      </a:r>
                    </a:p>
                  </a:txBody>
                  <a:tcPr marL="182880" marT="137160">
                    <a:solidFill>
                      <a:srgbClr val="010101"/>
                    </a:solidFill>
                  </a:tcPr>
                </a:tc>
                <a:tc>
                  <a:txBody>
                    <a:bodyPr/>
                    <a:lstStyle/>
                    <a:p>
                      <a:pPr algn="ctr"/>
                      <a:r>
                        <a:rPr lang="en-US" sz="6600" b="1" dirty="0">
                          <a:solidFill>
                            <a:srgbClr val="D9D9D9"/>
                          </a:solidFill>
                          <a:latin typeface="Arial" panose="020B0604020202020204" pitchFamily="34" charset="0"/>
                          <a:cs typeface="Arial" panose="020B0604020202020204" pitchFamily="34" charset="0"/>
                        </a:rPr>
                        <a:t>F5</a:t>
                      </a:r>
                      <a:r>
                        <a:rPr lang="en-US" sz="1200" baseline="0" dirty="0">
                          <a:solidFill>
                            <a:srgbClr val="D9D9D9"/>
                          </a:solidFill>
                          <a:latin typeface="Arial" panose="020B0604020202020204" pitchFamily="34" charset="0"/>
                          <a:cs typeface="Arial" panose="020B0604020202020204" pitchFamily="34" charset="0"/>
                        </a:rPr>
                        <a:t> </a:t>
                      </a:r>
                      <a:endParaRPr lang="en-US" sz="3200" dirty="0"/>
                    </a:p>
                  </a:txBody>
                  <a:tcPr marL="182880" marT="137160" anchor="ctr">
                    <a:solidFill>
                      <a:schemeClr val="tx1">
                        <a:lumMod val="95000"/>
                        <a:lumOff val="5000"/>
                      </a:schemeClr>
                    </a:solidFill>
                  </a:tcPr>
                </a:tc>
                <a:extLst>
                  <a:ext uri="{0D108BD9-81ED-4DB2-BD59-A6C34878D82A}">
                    <a16:rowId xmlns="" xmlns:a16="http://schemas.microsoft.com/office/drawing/2014/main" val="10006"/>
                  </a:ext>
                </a:extLst>
              </a:tr>
              <a:tr h="2764124">
                <a:tc gridSpan="2">
                  <a:txBody>
                    <a:bodyPr/>
                    <a:lstStyle/>
                    <a:p>
                      <a:pPr marL="0" marR="0" lvl="0" indent="0" algn="l" defTabSz="1518341" rtl="0" eaLnBrk="1" fontAlgn="auto" latinLnBrk="0" hangingPunct="1">
                        <a:lnSpc>
                          <a:spcPct val="100000"/>
                        </a:lnSpc>
                        <a:spcBef>
                          <a:spcPts val="0"/>
                        </a:spcBef>
                        <a:spcAft>
                          <a:spcPts val="0"/>
                        </a:spcAft>
                        <a:buClrTx/>
                        <a:buSzTx/>
                        <a:buFontTx/>
                        <a:buNone/>
                        <a:tabLst/>
                        <a:defRPr/>
                      </a:pPr>
                      <a:r>
                        <a:rPr lang="en-US" sz="1400" b="1" noProof="0" dirty="0">
                          <a:solidFill>
                            <a:srgbClr val="FFC000"/>
                          </a:solidFill>
                          <a:latin typeface="Arial"/>
                          <a:cs typeface="Arial"/>
                        </a:rPr>
                        <a:t>How to print your poster</a:t>
                      </a:r>
                    </a:p>
                    <a:p>
                      <a:pPr marL="0" marR="0" lvl="0" indent="0" algn="l" defTabSz="114300" rtl="0" eaLnBrk="1" fontAlgn="auto" latinLnBrk="0" hangingPunct="1">
                        <a:lnSpc>
                          <a:spcPct val="100000"/>
                        </a:lnSpc>
                        <a:spcBef>
                          <a:spcPts val="0"/>
                        </a:spcBef>
                        <a:spcAft>
                          <a:spcPts val="0"/>
                        </a:spcAft>
                        <a:buClrTx/>
                        <a:buSzTx/>
                        <a:buFontTx/>
                        <a:buNone/>
                        <a:tabLst/>
                        <a:defRPr/>
                      </a:pPr>
                      <a:r>
                        <a:rPr lang="en-US" sz="1200" noProof="0" dirty="0">
                          <a:solidFill>
                            <a:srgbClr val="D9D9D9"/>
                          </a:solidFill>
                          <a:latin typeface="Arial"/>
                          <a:cs typeface="Arial"/>
                        </a:rPr>
                        <a:t>When you are ready to have your poster printed go online to </a:t>
                      </a:r>
                      <a:r>
                        <a:rPr lang="en-US" sz="1200" noProof="0" dirty="0" err="1">
                          <a:solidFill>
                            <a:srgbClr val="FFC000"/>
                          </a:solidFill>
                          <a:latin typeface="Arial"/>
                          <a:cs typeface="Arial"/>
                        </a:rPr>
                        <a:t>PosterPresentations.com</a:t>
                      </a:r>
                      <a:r>
                        <a:rPr lang="en-US" sz="1200" noProof="0" dirty="0">
                          <a:solidFill>
                            <a:srgbClr val="D9D9D9"/>
                          </a:solidFill>
                          <a:latin typeface="Arial"/>
                          <a:cs typeface="Arial"/>
                        </a:rPr>
                        <a:t> and click on the "</a:t>
                      </a:r>
                      <a:r>
                        <a:rPr lang="en-US" sz="1200" noProof="0" dirty="0">
                          <a:solidFill>
                            <a:srgbClr val="FFC000"/>
                          </a:solidFill>
                          <a:latin typeface="Arial"/>
                          <a:cs typeface="Arial"/>
                        </a:rPr>
                        <a:t>Order Your Poster</a:t>
                      </a:r>
                      <a:r>
                        <a:rPr lang="en-US" sz="1200" noProof="0" dirty="0">
                          <a:solidFill>
                            <a:srgbClr val="D9D9D9"/>
                          </a:solidFill>
                          <a:latin typeface="Arial"/>
                          <a:cs typeface="Arial"/>
                        </a:rPr>
                        <a:t>" button. You can have your poster printed on professional papers, fabric for easy traveling and a variety of other materials. </a:t>
                      </a:r>
                    </a:p>
                    <a:p>
                      <a:pPr marL="0" marR="0" lvl="0" indent="0" algn="l" defTabSz="114300" rtl="0" eaLnBrk="1" fontAlgn="auto" latinLnBrk="0" hangingPunct="1">
                        <a:lnSpc>
                          <a:spcPct val="100000"/>
                        </a:lnSpc>
                        <a:spcBef>
                          <a:spcPts val="0"/>
                        </a:spcBef>
                        <a:spcAft>
                          <a:spcPts val="0"/>
                        </a:spcAft>
                        <a:buClrTx/>
                        <a:buSzTx/>
                        <a:buFontTx/>
                        <a:buNone/>
                        <a:tabLst/>
                        <a:defRPr/>
                      </a:pPr>
                      <a:r>
                        <a:rPr lang="en-US" sz="1200" noProof="0" dirty="0">
                          <a:solidFill>
                            <a:srgbClr val="D9D9D9"/>
                          </a:solidFill>
                          <a:latin typeface="Arial"/>
                          <a:cs typeface="Arial"/>
                        </a:rPr>
                        <a:t>If you submit a PowerPoint document, you will be receiving a PDF proof for your approval prior to printing. If your order is placed and paid for before noon (Pacific time) Monday-Friday, your order will ship out that same day. FedEx Next day, Second day, Third day, and Free Ground services are offered. </a:t>
                      </a:r>
                    </a:p>
                    <a:p>
                      <a:pPr marL="0" marR="0" lvl="0" indent="0" algn="l" defTabSz="114300" rtl="0" eaLnBrk="1" fontAlgn="auto" latinLnBrk="0" hangingPunct="1">
                        <a:lnSpc>
                          <a:spcPct val="100000"/>
                        </a:lnSpc>
                        <a:spcBef>
                          <a:spcPts val="0"/>
                        </a:spcBef>
                        <a:spcAft>
                          <a:spcPts val="0"/>
                        </a:spcAft>
                        <a:buClrTx/>
                        <a:buSzTx/>
                        <a:buFontTx/>
                        <a:buNone/>
                        <a:tabLst/>
                        <a:defRPr/>
                      </a:pPr>
                      <a:r>
                        <a:rPr lang="en-US" sz="1200" noProof="0" dirty="0">
                          <a:solidFill>
                            <a:srgbClr val="D9D9D9"/>
                          </a:solidFill>
                          <a:latin typeface="Arial"/>
                          <a:cs typeface="Arial"/>
                        </a:rPr>
                        <a:t/>
                      </a:r>
                      <a:br>
                        <a:rPr lang="en-US" sz="1200" noProof="0" dirty="0">
                          <a:solidFill>
                            <a:srgbClr val="D9D9D9"/>
                          </a:solidFill>
                          <a:latin typeface="Arial"/>
                          <a:cs typeface="Arial"/>
                        </a:rPr>
                      </a:br>
                      <a:r>
                        <a:rPr lang="en-US" sz="1200" noProof="0" dirty="0">
                          <a:solidFill>
                            <a:srgbClr val="D9D9D9"/>
                          </a:solidFill>
                          <a:latin typeface="Arial"/>
                          <a:cs typeface="Arial"/>
                        </a:rPr>
                        <a:t>Go to </a:t>
                      </a:r>
                      <a:r>
                        <a:rPr lang="en-US" sz="1200" noProof="0" dirty="0" err="1">
                          <a:solidFill>
                            <a:srgbClr val="FFC000"/>
                          </a:solidFill>
                          <a:latin typeface="Arial"/>
                          <a:cs typeface="Arial"/>
                        </a:rPr>
                        <a:t>PosterPresentations.com</a:t>
                      </a:r>
                      <a:r>
                        <a:rPr lang="en-US" sz="1200" noProof="0" dirty="0">
                          <a:solidFill>
                            <a:srgbClr val="D9D9D9"/>
                          </a:solidFill>
                          <a:latin typeface="Arial"/>
                          <a:cs typeface="Arial"/>
                        </a:rPr>
                        <a:t> for more information.</a:t>
                      </a:r>
                    </a:p>
                  </a:txBody>
                  <a:tcPr marL="182880" marT="137160">
                    <a:solidFill>
                      <a:srgbClr val="010101"/>
                    </a:solidFill>
                  </a:tcPr>
                </a:tc>
                <a:tc hMerge="1">
                  <a:txBody>
                    <a:bodyPr/>
                    <a:lstStyle/>
                    <a:p>
                      <a:endParaRPr lang="en-US"/>
                    </a:p>
                  </a:txBody>
                  <a:tcPr/>
                </a:tc>
                <a:extLst>
                  <a:ext uri="{0D108BD9-81ED-4DB2-BD59-A6C34878D82A}">
                    <a16:rowId xmlns="" xmlns:a16="http://schemas.microsoft.com/office/drawing/2014/main" val="10007"/>
                  </a:ext>
                </a:extLst>
              </a:tr>
              <a:tr h="659987">
                <a:tc gridSpan="2">
                  <a:txBody>
                    <a:bodyPr/>
                    <a:lstStyle/>
                    <a:p>
                      <a:endParaRPr lang="en-US" sz="1200" dirty="0">
                        <a:solidFill>
                          <a:srgbClr val="1F3A4E"/>
                        </a:solidFill>
                      </a:endParaRPr>
                    </a:p>
                  </a:txBody>
                  <a:tcPr marL="182880" marT="137160">
                    <a:blipFill dpi="0" rotWithShape="1">
                      <a:blip r:embed="rId9">
                        <a:extLst>
                          <a:ext uri="{28A0092B-C50C-407E-A947-70E740481C1C}">
                            <a14:useLocalDpi xmlns:a14="http://schemas.microsoft.com/office/drawing/2010/main" val="0"/>
                          </a:ext>
                        </a:extLst>
                      </a:blip>
                      <a:srcRect/>
                      <a:stretch>
                        <a:fillRect/>
                      </a:stretch>
                    </a:blipFill>
                  </a:tcPr>
                </a:tc>
                <a:tc hMerge="1">
                  <a:txBody>
                    <a:bodyPr/>
                    <a:lstStyle/>
                    <a:p>
                      <a:endParaRPr lang="en-US"/>
                    </a:p>
                  </a:txBody>
                  <a:tcPr/>
                </a:tc>
                <a:extLst>
                  <a:ext uri="{0D108BD9-81ED-4DB2-BD59-A6C34878D82A}">
                    <a16:rowId xmlns="" xmlns:a16="http://schemas.microsoft.com/office/drawing/2014/main" val="10008"/>
                  </a:ext>
                </a:extLst>
              </a:tr>
              <a:tr h="2073273">
                <a:tc>
                  <a:txBody>
                    <a:bodyPr/>
                    <a:lstStyle/>
                    <a:p>
                      <a:pPr>
                        <a:lnSpc>
                          <a:spcPts val="2600"/>
                        </a:lnSpc>
                      </a:pPr>
                      <a:r>
                        <a:rPr lang="en-US" sz="1100" dirty="0">
                          <a:solidFill>
                            <a:schemeClr val="bg1">
                              <a:lumMod val="85000"/>
                            </a:schemeClr>
                          </a:solidFill>
                          <a:latin typeface="Arial"/>
                          <a:cs typeface="Arial"/>
                        </a:rPr>
                        <a:t>© 2022</a:t>
                      </a:r>
                      <a:r>
                        <a:rPr lang="en-US" sz="1100" baseline="0" dirty="0">
                          <a:solidFill>
                            <a:schemeClr val="bg1">
                              <a:lumMod val="85000"/>
                            </a:schemeClr>
                          </a:solidFill>
                          <a:latin typeface="Arial"/>
                          <a:cs typeface="Arial"/>
                        </a:rPr>
                        <a:t> </a:t>
                      </a:r>
                      <a:r>
                        <a:rPr lang="en-US" sz="1100" dirty="0" err="1">
                          <a:solidFill>
                            <a:schemeClr val="bg1">
                              <a:lumMod val="85000"/>
                            </a:schemeClr>
                          </a:solidFill>
                          <a:latin typeface="Arial"/>
                          <a:cs typeface="Arial"/>
                        </a:rPr>
                        <a:t>PosterPresentations.com</a:t>
                      </a:r>
                      <a:r>
                        <a:rPr lang="en-US" sz="1100" dirty="0">
                          <a:solidFill>
                            <a:schemeClr val="bg1">
                              <a:lumMod val="85000"/>
                            </a:schemeClr>
                          </a:solidFill>
                          <a:latin typeface="Arial"/>
                          <a:cs typeface="Arial"/>
                        </a:rPr>
                        <a:t/>
                      </a:r>
                      <a:br>
                        <a:rPr lang="en-US" sz="1100" dirty="0">
                          <a:solidFill>
                            <a:schemeClr val="bg1">
                              <a:lumMod val="85000"/>
                            </a:schemeClr>
                          </a:solidFill>
                          <a:latin typeface="Arial"/>
                          <a:cs typeface="Arial"/>
                        </a:rPr>
                      </a:br>
                      <a:r>
                        <a:rPr lang="en-US" sz="1100" dirty="0">
                          <a:solidFill>
                            <a:schemeClr val="bg1">
                              <a:lumMod val="85000"/>
                            </a:schemeClr>
                          </a:solidFill>
                          <a:latin typeface="Arial"/>
                          <a:cs typeface="Arial"/>
                        </a:rPr>
                        <a:t>2117 Fourth Street ,</a:t>
                      </a:r>
                      <a:r>
                        <a:rPr lang="en-US" sz="1100" baseline="0" dirty="0">
                          <a:solidFill>
                            <a:schemeClr val="bg1">
                              <a:lumMod val="85000"/>
                            </a:schemeClr>
                          </a:solidFill>
                          <a:latin typeface="Arial"/>
                          <a:cs typeface="Arial"/>
                        </a:rPr>
                        <a:t> STE C        </a:t>
                      </a:r>
                    </a:p>
                    <a:p>
                      <a:pPr>
                        <a:lnSpc>
                          <a:spcPts val="2600"/>
                        </a:lnSpc>
                      </a:pPr>
                      <a:r>
                        <a:rPr lang="en-US" sz="1100" baseline="0" dirty="0">
                          <a:solidFill>
                            <a:schemeClr val="bg1">
                              <a:lumMod val="85000"/>
                            </a:schemeClr>
                          </a:solidFill>
                          <a:latin typeface="Arial"/>
                          <a:cs typeface="Arial"/>
                        </a:rPr>
                        <a:t>Berkeley CA 94710 USA</a:t>
                      </a:r>
                      <a:endParaRPr lang="en-US" sz="1100" dirty="0">
                        <a:solidFill>
                          <a:schemeClr val="bg1">
                            <a:lumMod val="85000"/>
                          </a:schemeClr>
                        </a:solidFill>
                        <a:latin typeface="Arial"/>
                        <a:cs typeface="Arial"/>
                      </a:endParaRPr>
                    </a:p>
                  </a:txBody>
                  <a:tcPr marL="182880" marT="137160">
                    <a:solidFill>
                      <a:srgbClr val="010101"/>
                    </a:solidFill>
                  </a:tcPr>
                </a:tc>
                <a:tc>
                  <a:txBody>
                    <a:bodyPr/>
                    <a:lstStyle/>
                    <a:p>
                      <a:pPr marL="0" marR="0" indent="0" algn="l" defTabSz="4388900" rtl="0" eaLnBrk="1" fontAlgn="auto" latinLnBrk="0" hangingPunct="1">
                        <a:lnSpc>
                          <a:spcPct val="100000"/>
                        </a:lnSpc>
                        <a:spcBef>
                          <a:spcPts val="0"/>
                        </a:spcBef>
                        <a:spcAft>
                          <a:spcPts val="0"/>
                        </a:spcAft>
                        <a:buClrTx/>
                        <a:buSzTx/>
                        <a:buFontTx/>
                        <a:buNone/>
                        <a:tabLst/>
                        <a:defRPr/>
                      </a:pPr>
                      <a:r>
                        <a:rPr lang="en-US" sz="1200" b="1" dirty="0">
                          <a:solidFill>
                            <a:srgbClr val="D0D0D0"/>
                          </a:solidFill>
                          <a:latin typeface="Arial"/>
                          <a:cs typeface="Arial"/>
                        </a:rPr>
                        <a:t>For complete tutorials</a:t>
                      </a:r>
                      <a:r>
                        <a:rPr lang="en-US" sz="1200" b="1" baseline="0" dirty="0">
                          <a:solidFill>
                            <a:srgbClr val="D0D0D0"/>
                          </a:solidFill>
                          <a:latin typeface="Arial"/>
                          <a:cs typeface="Arial"/>
                        </a:rPr>
                        <a:t> visit:</a:t>
                      </a:r>
                    </a:p>
                    <a:p>
                      <a:pPr marL="0" marR="0" indent="0" algn="l" defTabSz="4388900" rtl="0" eaLnBrk="1" fontAlgn="auto" latinLnBrk="0" hangingPunct="1">
                        <a:lnSpc>
                          <a:spcPct val="100000"/>
                        </a:lnSpc>
                        <a:spcBef>
                          <a:spcPts val="0"/>
                        </a:spcBef>
                        <a:spcAft>
                          <a:spcPts val="0"/>
                        </a:spcAft>
                        <a:buClrTx/>
                        <a:buSzTx/>
                        <a:buFontTx/>
                        <a:buNone/>
                        <a:tabLst/>
                        <a:defRPr/>
                      </a:pPr>
                      <a:r>
                        <a:rPr lang="en-US" sz="1050" b="1" dirty="0">
                          <a:solidFill>
                            <a:srgbClr val="FFC000"/>
                          </a:solidFill>
                          <a:latin typeface="Arial"/>
                          <a:cs typeface="Arial"/>
                        </a:rPr>
                        <a:t>https://</a:t>
                      </a:r>
                      <a:r>
                        <a:rPr lang="en-US" sz="1050" b="1" dirty="0" err="1">
                          <a:solidFill>
                            <a:srgbClr val="FFC000"/>
                          </a:solidFill>
                          <a:latin typeface="Arial"/>
                          <a:cs typeface="Arial"/>
                        </a:rPr>
                        <a:t>www.posterpresentations.com</a:t>
                      </a:r>
                      <a:r>
                        <a:rPr lang="en-US" sz="1050" b="1" dirty="0">
                          <a:solidFill>
                            <a:srgbClr val="FFC000"/>
                          </a:solidFill>
                          <a:latin typeface="Arial"/>
                          <a:cs typeface="Arial"/>
                        </a:rPr>
                        <a:t>/</a:t>
                      </a:r>
                      <a:r>
                        <a:rPr lang="en-US" sz="1050" b="1" dirty="0" err="1">
                          <a:solidFill>
                            <a:srgbClr val="FFC000"/>
                          </a:solidFill>
                          <a:latin typeface="Arial"/>
                          <a:cs typeface="Arial"/>
                        </a:rPr>
                        <a:t>helpdesk.html</a:t>
                      </a:r>
                      <a:endParaRPr lang="en-US" dirty="0"/>
                    </a:p>
                  </a:txBody>
                  <a:tcPr marL="182880" marT="137160">
                    <a:solidFill>
                      <a:srgbClr val="010101"/>
                    </a:solidFill>
                  </a:tcPr>
                </a:tc>
                <a:extLst>
                  <a:ext uri="{0D108BD9-81ED-4DB2-BD59-A6C34878D82A}">
                    <a16:rowId xmlns="" xmlns:a16="http://schemas.microsoft.com/office/drawing/2014/main" val="10009"/>
                  </a:ext>
                </a:extLst>
              </a:tr>
            </a:tbl>
          </a:graphicData>
        </a:graphic>
      </p:graphicFrame>
      <p:grpSp>
        <p:nvGrpSpPr>
          <p:cNvPr id="6" name="Group 5">
            <a:extLst>
              <a:ext uri="{FF2B5EF4-FFF2-40B4-BE49-F238E27FC236}">
                <a16:creationId xmlns="" xmlns:a16="http://schemas.microsoft.com/office/drawing/2014/main" id="{29617370-133D-35E2-3713-25F7DF26DD3E}"/>
              </a:ext>
            </a:extLst>
          </p:cNvPr>
          <p:cNvGrpSpPr/>
          <p:nvPr userDrawn="1"/>
        </p:nvGrpSpPr>
        <p:grpSpPr>
          <a:xfrm>
            <a:off x="0" y="0"/>
            <a:ext cx="27432000" cy="2388637"/>
            <a:chOff x="0" y="-1"/>
            <a:chExt cx="12192000" cy="1219223"/>
          </a:xfrm>
        </p:grpSpPr>
        <p:sp>
          <p:nvSpPr>
            <p:cNvPr id="7" name="Document 6">
              <a:extLst>
                <a:ext uri="{FF2B5EF4-FFF2-40B4-BE49-F238E27FC236}">
                  <a16:creationId xmlns="" xmlns:a16="http://schemas.microsoft.com/office/drawing/2014/main" id="{2520E72B-861A-8ADF-CD1D-1494DD8042B9}"/>
                </a:ext>
              </a:extLst>
            </p:cNvPr>
            <p:cNvSpPr/>
            <p:nvPr/>
          </p:nvSpPr>
          <p:spPr>
            <a:xfrm>
              <a:off x="0" y="89065"/>
              <a:ext cx="12192000" cy="1130157"/>
            </a:xfrm>
            <a:prstGeom prst="flowChartDocument">
              <a:avLst/>
            </a:prstGeom>
            <a:gradFill>
              <a:gsLst>
                <a:gs pos="0">
                  <a:srgbClr val="C00000"/>
                </a:gs>
                <a:gs pos="100000">
                  <a:schemeClr val="accent4"/>
                </a:gs>
              </a:gsLst>
              <a:lin ang="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Document 7">
              <a:extLst>
                <a:ext uri="{FF2B5EF4-FFF2-40B4-BE49-F238E27FC236}">
                  <a16:creationId xmlns="" xmlns:a16="http://schemas.microsoft.com/office/drawing/2014/main" id="{017BDB47-83AE-C953-8F4D-2AED72103D6B}"/>
                </a:ext>
              </a:extLst>
            </p:cNvPr>
            <p:cNvSpPr/>
            <p:nvPr/>
          </p:nvSpPr>
          <p:spPr>
            <a:xfrm>
              <a:off x="0" y="-1"/>
              <a:ext cx="12192000" cy="1130157"/>
            </a:xfrm>
            <a:prstGeom prst="flowChartDocument">
              <a:avLst/>
            </a:prstGeom>
            <a:solidFill>
              <a:schemeClr val="accent5">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spTree>
  </p:cSld>
  <p:clrMap bg1="lt1" tx1="dk1" bg2="lt2" tx2="dk2" accent1="accent1" accent2="accent2" accent3="accent3" accent4="accent4" accent5="accent5" accent6="accent6" hlink="hlink" folHlink="folHlink"/>
  <p:sldLayoutIdLst>
    <p:sldLayoutId id="2147483652" r:id="rId1"/>
  </p:sldLayoutIdLst>
  <p:txStyles>
    <p:titleStyle>
      <a:lvl1pPr algn="ctr" defTabSz="2507943" rtl="0" eaLnBrk="1" latinLnBrk="0" hangingPunct="1">
        <a:spcBef>
          <a:spcPct val="0"/>
        </a:spcBef>
        <a:buNone/>
        <a:defRPr sz="5000" kern="1200">
          <a:solidFill>
            <a:schemeClr val="bg1"/>
          </a:solidFill>
          <a:latin typeface="Trebuchet MS" pitchFamily="34" charset="0"/>
          <a:ea typeface="+mj-ea"/>
          <a:cs typeface="+mj-cs"/>
        </a:defRPr>
      </a:lvl1pPr>
    </p:titleStyle>
    <p:bodyStyle>
      <a:lvl1pPr marL="940479" indent="-940479" algn="l" defTabSz="2507943" rtl="0" eaLnBrk="1" latinLnBrk="0" hangingPunct="1">
        <a:spcBef>
          <a:spcPct val="20000"/>
        </a:spcBef>
        <a:buFont typeface="Arial" pitchFamily="34" charset="0"/>
        <a:buChar char="•"/>
        <a:defRPr sz="8800" kern="1200">
          <a:solidFill>
            <a:schemeClr val="tx1"/>
          </a:solidFill>
          <a:latin typeface="+mn-lt"/>
          <a:ea typeface="+mn-ea"/>
          <a:cs typeface="+mn-cs"/>
        </a:defRPr>
      </a:lvl1pPr>
      <a:lvl2pPr marL="2037704" indent="-783732" algn="l" defTabSz="2507943" rtl="0" eaLnBrk="1" latinLnBrk="0" hangingPunct="1">
        <a:spcBef>
          <a:spcPct val="20000"/>
        </a:spcBef>
        <a:buFont typeface="Arial" pitchFamily="34" charset="0"/>
        <a:buChar char="–"/>
        <a:defRPr sz="7700" kern="1200">
          <a:solidFill>
            <a:schemeClr val="tx1"/>
          </a:solidFill>
          <a:latin typeface="+mn-lt"/>
          <a:ea typeface="+mn-ea"/>
          <a:cs typeface="+mn-cs"/>
        </a:defRPr>
      </a:lvl2pPr>
      <a:lvl3pPr marL="3134929" indent="-626986" algn="l" defTabSz="2507943" rtl="0" eaLnBrk="1" latinLnBrk="0" hangingPunct="1">
        <a:spcBef>
          <a:spcPct val="20000"/>
        </a:spcBef>
        <a:buFont typeface="Arial" pitchFamily="34" charset="0"/>
        <a:buChar char="•"/>
        <a:defRPr sz="6600" kern="1200">
          <a:solidFill>
            <a:schemeClr val="tx1"/>
          </a:solidFill>
          <a:latin typeface="+mn-lt"/>
          <a:ea typeface="+mn-ea"/>
          <a:cs typeface="+mn-cs"/>
        </a:defRPr>
      </a:lvl3pPr>
      <a:lvl4pPr marL="4388901" indent="-626986" algn="l" defTabSz="2507943" rtl="0" eaLnBrk="1" latinLnBrk="0" hangingPunct="1">
        <a:spcBef>
          <a:spcPct val="20000"/>
        </a:spcBef>
        <a:buFont typeface="Arial" pitchFamily="34" charset="0"/>
        <a:buChar char="–"/>
        <a:defRPr sz="5500" kern="1200">
          <a:solidFill>
            <a:schemeClr val="tx1"/>
          </a:solidFill>
          <a:latin typeface="+mn-lt"/>
          <a:ea typeface="+mn-ea"/>
          <a:cs typeface="+mn-cs"/>
        </a:defRPr>
      </a:lvl4pPr>
      <a:lvl5pPr marL="5642872" indent="-626986" algn="l" defTabSz="2507943" rtl="0" eaLnBrk="1" latinLnBrk="0" hangingPunct="1">
        <a:spcBef>
          <a:spcPct val="20000"/>
        </a:spcBef>
        <a:buFont typeface="Arial" pitchFamily="34" charset="0"/>
        <a:buChar char="»"/>
        <a:defRPr sz="5500" kern="1200">
          <a:solidFill>
            <a:schemeClr val="tx1"/>
          </a:solidFill>
          <a:latin typeface="+mn-lt"/>
          <a:ea typeface="+mn-ea"/>
          <a:cs typeface="+mn-cs"/>
        </a:defRPr>
      </a:lvl5pPr>
      <a:lvl6pPr marL="6896844" indent="-626986" algn="l" defTabSz="2507943" rtl="0" eaLnBrk="1" latinLnBrk="0" hangingPunct="1">
        <a:spcBef>
          <a:spcPct val="20000"/>
        </a:spcBef>
        <a:buFont typeface="Arial" pitchFamily="34" charset="0"/>
        <a:buChar char="•"/>
        <a:defRPr sz="5500" kern="1200">
          <a:solidFill>
            <a:schemeClr val="tx1"/>
          </a:solidFill>
          <a:latin typeface="+mn-lt"/>
          <a:ea typeface="+mn-ea"/>
          <a:cs typeface="+mn-cs"/>
        </a:defRPr>
      </a:lvl6pPr>
      <a:lvl7pPr marL="8150815" indent="-626986" algn="l" defTabSz="2507943" rtl="0" eaLnBrk="1" latinLnBrk="0" hangingPunct="1">
        <a:spcBef>
          <a:spcPct val="20000"/>
        </a:spcBef>
        <a:buFont typeface="Arial" pitchFamily="34" charset="0"/>
        <a:buChar char="•"/>
        <a:defRPr sz="5500" kern="1200">
          <a:solidFill>
            <a:schemeClr val="tx1"/>
          </a:solidFill>
          <a:latin typeface="+mn-lt"/>
          <a:ea typeface="+mn-ea"/>
          <a:cs typeface="+mn-cs"/>
        </a:defRPr>
      </a:lvl7pPr>
      <a:lvl8pPr marL="9404787" indent="-626986" algn="l" defTabSz="2507943" rtl="0" eaLnBrk="1" latinLnBrk="0" hangingPunct="1">
        <a:spcBef>
          <a:spcPct val="20000"/>
        </a:spcBef>
        <a:buFont typeface="Arial" pitchFamily="34" charset="0"/>
        <a:buChar char="•"/>
        <a:defRPr sz="5500" kern="1200">
          <a:solidFill>
            <a:schemeClr val="tx1"/>
          </a:solidFill>
          <a:latin typeface="+mn-lt"/>
          <a:ea typeface="+mn-ea"/>
          <a:cs typeface="+mn-cs"/>
        </a:defRPr>
      </a:lvl8pPr>
      <a:lvl9pPr marL="10658758" indent="-626986" algn="l" defTabSz="2507943" rtl="0" eaLnBrk="1" latinLnBrk="0" hangingPunct="1">
        <a:spcBef>
          <a:spcPct val="20000"/>
        </a:spcBef>
        <a:buFont typeface="Arial" pitchFamily="34" charset="0"/>
        <a:buChar char="•"/>
        <a:defRPr sz="5500" kern="1200">
          <a:solidFill>
            <a:schemeClr val="tx1"/>
          </a:solidFill>
          <a:latin typeface="+mn-lt"/>
          <a:ea typeface="+mn-ea"/>
          <a:cs typeface="+mn-cs"/>
        </a:defRPr>
      </a:lvl9pPr>
    </p:bodyStyle>
    <p:otherStyle>
      <a:defPPr>
        <a:defRPr lang="en-US"/>
      </a:defPPr>
      <a:lvl1pPr marL="0" algn="l" defTabSz="2507943" rtl="0" eaLnBrk="1" latinLnBrk="0" hangingPunct="1">
        <a:defRPr sz="4900" kern="1200">
          <a:solidFill>
            <a:schemeClr val="tx1"/>
          </a:solidFill>
          <a:latin typeface="+mn-lt"/>
          <a:ea typeface="+mn-ea"/>
          <a:cs typeface="+mn-cs"/>
        </a:defRPr>
      </a:lvl1pPr>
      <a:lvl2pPr marL="1253972" algn="l" defTabSz="2507943" rtl="0" eaLnBrk="1" latinLnBrk="0" hangingPunct="1">
        <a:defRPr sz="4900" kern="1200">
          <a:solidFill>
            <a:schemeClr val="tx1"/>
          </a:solidFill>
          <a:latin typeface="+mn-lt"/>
          <a:ea typeface="+mn-ea"/>
          <a:cs typeface="+mn-cs"/>
        </a:defRPr>
      </a:lvl2pPr>
      <a:lvl3pPr marL="2507943" algn="l" defTabSz="2507943" rtl="0" eaLnBrk="1" latinLnBrk="0" hangingPunct="1">
        <a:defRPr sz="4900" kern="1200">
          <a:solidFill>
            <a:schemeClr val="tx1"/>
          </a:solidFill>
          <a:latin typeface="+mn-lt"/>
          <a:ea typeface="+mn-ea"/>
          <a:cs typeface="+mn-cs"/>
        </a:defRPr>
      </a:lvl3pPr>
      <a:lvl4pPr marL="3761915" algn="l" defTabSz="2507943" rtl="0" eaLnBrk="1" latinLnBrk="0" hangingPunct="1">
        <a:defRPr sz="4900" kern="1200">
          <a:solidFill>
            <a:schemeClr val="tx1"/>
          </a:solidFill>
          <a:latin typeface="+mn-lt"/>
          <a:ea typeface="+mn-ea"/>
          <a:cs typeface="+mn-cs"/>
        </a:defRPr>
      </a:lvl4pPr>
      <a:lvl5pPr marL="5015886" algn="l" defTabSz="2507943" rtl="0" eaLnBrk="1" latinLnBrk="0" hangingPunct="1">
        <a:defRPr sz="4900" kern="1200">
          <a:solidFill>
            <a:schemeClr val="tx1"/>
          </a:solidFill>
          <a:latin typeface="+mn-lt"/>
          <a:ea typeface="+mn-ea"/>
          <a:cs typeface="+mn-cs"/>
        </a:defRPr>
      </a:lvl5pPr>
      <a:lvl6pPr marL="6269858" algn="l" defTabSz="2507943" rtl="0" eaLnBrk="1" latinLnBrk="0" hangingPunct="1">
        <a:defRPr sz="4900" kern="1200">
          <a:solidFill>
            <a:schemeClr val="tx1"/>
          </a:solidFill>
          <a:latin typeface="+mn-lt"/>
          <a:ea typeface="+mn-ea"/>
          <a:cs typeface="+mn-cs"/>
        </a:defRPr>
      </a:lvl6pPr>
      <a:lvl7pPr marL="7523830" algn="l" defTabSz="2507943" rtl="0" eaLnBrk="1" latinLnBrk="0" hangingPunct="1">
        <a:defRPr sz="4900" kern="1200">
          <a:solidFill>
            <a:schemeClr val="tx1"/>
          </a:solidFill>
          <a:latin typeface="+mn-lt"/>
          <a:ea typeface="+mn-ea"/>
          <a:cs typeface="+mn-cs"/>
        </a:defRPr>
      </a:lvl7pPr>
      <a:lvl8pPr marL="8777801" algn="l" defTabSz="2507943" rtl="0" eaLnBrk="1" latinLnBrk="0" hangingPunct="1">
        <a:defRPr sz="4900" kern="1200">
          <a:solidFill>
            <a:schemeClr val="tx1"/>
          </a:solidFill>
          <a:latin typeface="+mn-lt"/>
          <a:ea typeface="+mn-ea"/>
          <a:cs typeface="+mn-cs"/>
        </a:defRPr>
      </a:lvl8pPr>
      <a:lvl9pPr marL="10031773" algn="l" defTabSz="2507943" rtl="0" eaLnBrk="1" latinLnBrk="0" hangingPunct="1">
        <a:defRPr sz="49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10" name="Text Box 14"/>
          <p:cNvSpPr txBox="1">
            <a:spLocks noChangeArrowheads="1"/>
          </p:cNvSpPr>
          <p:nvPr/>
        </p:nvSpPr>
        <p:spPr bwMode="auto">
          <a:xfrm>
            <a:off x="918370" y="16156940"/>
            <a:ext cx="1571625" cy="191341"/>
          </a:xfrm>
          <a:prstGeom prst="rect">
            <a:avLst/>
          </a:prstGeom>
          <a:noFill/>
          <a:ln w="9525">
            <a:noFill/>
            <a:miter lim="800000"/>
            <a:headEnd/>
            <a:tailEnd/>
          </a:ln>
          <a:effectLst/>
        </p:spPr>
        <p:txBody>
          <a:bodyPr lIns="52150" tIns="26070" rIns="52150" bIns="26070">
            <a:spAutoFit/>
          </a:bodyPr>
          <a:lstStyle/>
          <a:p>
            <a:pPr eaLnBrk="0" hangingPunct="0">
              <a:lnSpc>
                <a:spcPct val="65000"/>
              </a:lnSpc>
              <a:spcBef>
                <a:spcPct val="50000"/>
              </a:spcBef>
              <a:defRPr/>
            </a:pPr>
            <a:r>
              <a:rPr lang="en-US" sz="300" b="1" dirty="0">
                <a:solidFill>
                  <a:schemeClr val="bg1">
                    <a:lumMod val="75000"/>
                  </a:schemeClr>
                </a:solidFill>
                <a:latin typeface="Arial" charset="0"/>
              </a:rPr>
              <a:t>RESEARCH POSTER PRESENTATION DESIGN © 2022</a:t>
            </a:r>
          </a:p>
          <a:p>
            <a:pPr eaLnBrk="0" hangingPunct="0">
              <a:lnSpc>
                <a:spcPct val="65000"/>
              </a:lnSpc>
              <a:spcBef>
                <a:spcPct val="50000"/>
              </a:spcBef>
              <a:defRPr/>
            </a:pPr>
            <a:r>
              <a:rPr lang="en-US" sz="600" b="1" dirty="0">
                <a:solidFill>
                  <a:schemeClr val="bg1">
                    <a:lumMod val="75000"/>
                  </a:schemeClr>
                </a:solidFill>
                <a:latin typeface="Arial" charset="0"/>
              </a:rPr>
              <a:t>www.PosterPresentations.com</a:t>
            </a:r>
          </a:p>
        </p:txBody>
      </p:sp>
    </p:spTree>
    <p:extLst>
      <p:ext uri="{BB962C8B-B14F-4D97-AF65-F5344CB8AC3E}">
        <p14:creationId xmlns:p14="http://schemas.microsoft.com/office/powerpoint/2010/main" val="1457117017"/>
      </p:ext>
    </p:extLst>
  </p:cSld>
  <p:clrMap bg1="lt1" tx1="dk1" bg2="lt2" tx2="dk2" accent1="accent1" accent2="accent2" accent3="accent3" accent4="accent4" accent5="accent5" accent6="accent6" hlink="hlink" folHlink="folHlink"/>
  <p:sldLayoutIdLst>
    <p:sldLayoutId id="2147483661" r:id="rId1"/>
    <p:sldLayoutId id="2147483662" r:id="rId2"/>
  </p:sldLayoutIdLst>
  <p:txStyles>
    <p:titleStyle>
      <a:lvl1pPr algn="ctr" defTabSz="2507943" rtl="0" eaLnBrk="1" latinLnBrk="0" hangingPunct="1">
        <a:spcBef>
          <a:spcPct val="0"/>
        </a:spcBef>
        <a:buNone/>
        <a:defRPr sz="5000" kern="1200">
          <a:solidFill>
            <a:schemeClr val="bg1"/>
          </a:solidFill>
          <a:latin typeface="Trebuchet MS" pitchFamily="34" charset="0"/>
          <a:ea typeface="+mj-ea"/>
          <a:cs typeface="+mj-cs"/>
        </a:defRPr>
      </a:lvl1pPr>
    </p:titleStyle>
    <p:bodyStyle>
      <a:lvl1pPr marL="940479" indent="-940479" algn="l" defTabSz="2507943" rtl="0" eaLnBrk="1" latinLnBrk="0" hangingPunct="1">
        <a:spcBef>
          <a:spcPct val="20000"/>
        </a:spcBef>
        <a:buFont typeface="Arial" pitchFamily="34" charset="0"/>
        <a:buChar char="•"/>
        <a:defRPr sz="8800" kern="1200">
          <a:solidFill>
            <a:schemeClr val="tx1"/>
          </a:solidFill>
          <a:latin typeface="+mn-lt"/>
          <a:ea typeface="+mn-ea"/>
          <a:cs typeface="+mn-cs"/>
        </a:defRPr>
      </a:lvl1pPr>
      <a:lvl2pPr marL="2037704" indent="-783732" algn="l" defTabSz="2507943" rtl="0" eaLnBrk="1" latinLnBrk="0" hangingPunct="1">
        <a:spcBef>
          <a:spcPct val="20000"/>
        </a:spcBef>
        <a:buFont typeface="Arial" pitchFamily="34" charset="0"/>
        <a:buChar char="–"/>
        <a:defRPr sz="7700" kern="1200">
          <a:solidFill>
            <a:schemeClr val="tx1"/>
          </a:solidFill>
          <a:latin typeface="+mn-lt"/>
          <a:ea typeface="+mn-ea"/>
          <a:cs typeface="+mn-cs"/>
        </a:defRPr>
      </a:lvl2pPr>
      <a:lvl3pPr marL="3134929" indent="-626986" algn="l" defTabSz="2507943" rtl="0" eaLnBrk="1" latinLnBrk="0" hangingPunct="1">
        <a:spcBef>
          <a:spcPct val="20000"/>
        </a:spcBef>
        <a:buFont typeface="Arial" pitchFamily="34" charset="0"/>
        <a:buChar char="•"/>
        <a:defRPr sz="6600" kern="1200">
          <a:solidFill>
            <a:schemeClr val="tx1"/>
          </a:solidFill>
          <a:latin typeface="+mn-lt"/>
          <a:ea typeface="+mn-ea"/>
          <a:cs typeface="+mn-cs"/>
        </a:defRPr>
      </a:lvl3pPr>
      <a:lvl4pPr marL="4388901" indent="-626986" algn="l" defTabSz="2507943" rtl="0" eaLnBrk="1" latinLnBrk="0" hangingPunct="1">
        <a:spcBef>
          <a:spcPct val="20000"/>
        </a:spcBef>
        <a:buFont typeface="Arial" pitchFamily="34" charset="0"/>
        <a:buChar char="–"/>
        <a:defRPr sz="5500" kern="1200">
          <a:solidFill>
            <a:schemeClr val="tx1"/>
          </a:solidFill>
          <a:latin typeface="+mn-lt"/>
          <a:ea typeface="+mn-ea"/>
          <a:cs typeface="+mn-cs"/>
        </a:defRPr>
      </a:lvl4pPr>
      <a:lvl5pPr marL="5642872" indent="-626986" algn="l" defTabSz="2507943" rtl="0" eaLnBrk="1" latinLnBrk="0" hangingPunct="1">
        <a:spcBef>
          <a:spcPct val="20000"/>
        </a:spcBef>
        <a:buFont typeface="Arial" pitchFamily="34" charset="0"/>
        <a:buChar char="»"/>
        <a:defRPr sz="5500" kern="1200">
          <a:solidFill>
            <a:schemeClr val="tx1"/>
          </a:solidFill>
          <a:latin typeface="+mn-lt"/>
          <a:ea typeface="+mn-ea"/>
          <a:cs typeface="+mn-cs"/>
        </a:defRPr>
      </a:lvl5pPr>
      <a:lvl6pPr marL="6896844" indent="-626986" algn="l" defTabSz="2507943" rtl="0" eaLnBrk="1" latinLnBrk="0" hangingPunct="1">
        <a:spcBef>
          <a:spcPct val="20000"/>
        </a:spcBef>
        <a:buFont typeface="Arial" pitchFamily="34" charset="0"/>
        <a:buChar char="•"/>
        <a:defRPr sz="5500" kern="1200">
          <a:solidFill>
            <a:schemeClr val="tx1"/>
          </a:solidFill>
          <a:latin typeface="+mn-lt"/>
          <a:ea typeface="+mn-ea"/>
          <a:cs typeface="+mn-cs"/>
        </a:defRPr>
      </a:lvl6pPr>
      <a:lvl7pPr marL="8150815" indent="-626986" algn="l" defTabSz="2507943" rtl="0" eaLnBrk="1" latinLnBrk="0" hangingPunct="1">
        <a:spcBef>
          <a:spcPct val="20000"/>
        </a:spcBef>
        <a:buFont typeface="Arial" pitchFamily="34" charset="0"/>
        <a:buChar char="•"/>
        <a:defRPr sz="5500" kern="1200">
          <a:solidFill>
            <a:schemeClr val="tx1"/>
          </a:solidFill>
          <a:latin typeface="+mn-lt"/>
          <a:ea typeface="+mn-ea"/>
          <a:cs typeface="+mn-cs"/>
        </a:defRPr>
      </a:lvl7pPr>
      <a:lvl8pPr marL="9404787" indent="-626986" algn="l" defTabSz="2507943" rtl="0" eaLnBrk="1" latinLnBrk="0" hangingPunct="1">
        <a:spcBef>
          <a:spcPct val="20000"/>
        </a:spcBef>
        <a:buFont typeface="Arial" pitchFamily="34" charset="0"/>
        <a:buChar char="•"/>
        <a:defRPr sz="5500" kern="1200">
          <a:solidFill>
            <a:schemeClr val="tx1"/>
          </a:solidFill>
          <a:latin typeface="+mn-lt"/>
          <a:ea typeface="+mn-ea"/>
          <a:cs typeface="+mn-cs"/>
        </a:defRPr>
      </a:lvl8pPr>
      <a:lvl9pPr marL="10658758" indent="-626986" algn="l" defTabSz="2507943" rtl="0" eaLnBrk="1" latinLnBrk="0" hangingPunct="1">
        <a:spcBef>
          <a:spcPct val="20000"/>
        </a:spcBef>
        <a:buFont typeface="Arial" pitchFamily="34" charset="0"/>
        <a:buChar char="•"/>
        <a:defRPr sz="5500" kern="1200">
          <a:solidFill>
            <a:schemeClr val="tx1"/>
          </a:solidFill>
          <a:latin typeface="+mn-lt"/>
          <a:ea typeface="+mn-ea"/>
          <a:cs typeface="+mn-cs"/>
        </a:defRPr>
      </a:lvl9pPr>
    </p:bodyStyle>
    <p:otherStyle>
      <a:defPPr>
        <a:defRPr lang="en-US"/>
      </a:defPPr>
      <a:lvl1pPr marL="0" algn="l" defTabSz="2507943" rtl="0" eaLnBrk="1" latinLnBrk="0" hangingPunct="1">
        <a:defRPr sz="4900" kern="1200">
          <a:solidFill>
            <a:schemeClr val="tx1"/>
          </a:solidFill>
          <a:latin typeface="+mn-lt"/>
          <a:ea typeface="+mn-ea"/>
          <a:cs typeface="+mn-cs"/>
        </a:defRPr>
      </a:lvl1pPr>
      <a:lvl2pPr marL="1253972" algn="l" defTabSz="2507943" rtl="0" eaLnBrk="1" latinLnBrk="0" hangingPunct="1">
        <a:defRPr sz="4900" kern="1200">
          <a:solidFill>
            <a:schemeClr val="tx1"/>
          </a:solidFill>
          <a:latin typeface="+mn-lt"/>
          <a:ea typeface="+mn-ea"/>
          <a:cs typeface="+mn-cs"/>
        </a:defRPr>
      </a:lvl2pPr>
      <a:lvl3pPr marL="2507943" algn="l" defTabSz="2507943" rtl="0" eaLnBrk="1" latinLnBrk="0" hangingPunct="1">
        <a:defRPr sz="4900" kern="1200">
          <a:solidFill>
            <a:schemeClr val="tx1"/>
          </a:solidFill>
          <a:latin typeface="+mn-lt"/>
          <a:ea typeface="+mn-ea"/>
          <a:cs typeface="+mn-cs"/>
        </a:defRPr>
      </a:lvl3pPr>
      <a:lvl4pPr marL="3761915" algn="l" defTabSz="2507943" rtl="0" eaLnBrk="1" latinLnBrk="0" hangingPunct="1">
        <a:defRPr sz="4900" kern="1200">
          <a:solidFill>
            <a:schemeClr val="tx1"/>
          </a:solidFill>
          <a:latin typeface="+mn-lt"/>
          <a:ea typeface="+mn-ea"/>
          <a:cs typeface="+mn-cs"/>
        </a:defRPr>
      </a:lvl4pPr>
      <a:lvl5pPr marL="5015886" algn="l" defTabSz="2507943" rtl="0" eaLnBrk="1" latinLnBrk="0" hangingPunct="1">
        <a:defRPr sz="4900" kern="1200">
          <a:solidFill>
            <a:schemeClr val="tx1"/>
          </a:solidFill>
          <a:latin typeface="+mn-lt"/>
          <a:ea typeface="+mn-ea"/>
          <a:cs typeface="+mn-cs"/>
        </a:defRPr>
      </a:lvl5pPr>
      <a:lvl6pPr marL="6269858" algn="l" defTabSz="2507943" rtl="0" eaLnBrk="1" latinLnBrk="0" hangingPunct="1">
        <a:defRPr sz="4900" kern="1200">
          <a:solidFill>
            <a:schemeClr val="tx1"/>
          </a:solidFill>
          <a:latin typeface="+mn-lt"/>
          <a:ea typeface="+mn-ea"/>
          <a:cs typeface="+mn-cs"/>
        </a:defRPr>
      </a:lvl6pPr>
      <a:lvl7pPr marL="7523830" algn="l" defTabSz="2507943" rtl="0" eaLnBrk="1" latinLnBrk="0" hangingPunct="1">
        <a:defRPr sz="4900" kern="1200">
          <a:solidFill>
            <a:schemeClr val="tx1"/>
          </a:solidFill>
          <a:latin typeface="+mn-lt"/>
          <a:ea typeface="+mn-ea"/>
          <a:cs typeface="+mn-cs"/>
        </a:defRPr>
      </a:lvl7pPr>
      <a:lvl8pPr marL="8777801" algn="l" defTabSz="2507943" rtl="0" eaLnBrk="1" latinLnBrk="0" hangingPunct="1">
        <a:defRPr sz="4900" kern="1200">
          <a:solidFill>
            <a:schemeClr val="tx1"/>
          </a:solidFill>
          <a:latin typeface="+mn-lt"/>
          <a:ea typeface="+mn-ea"/>
          <a:cs typeface="+mn-cs"/>
        </a:defRPr>
      </a:lvl8pPr>
      <a:lvl9pPr marL="10031773" algn="l" defTabSz="2507943" rtl="0" eaLnBrk="1" latinLnBrk="0" hangingPunct="1">
        <a:defRPr sz="49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Layout" Target="../slideLayouts/slideLayout1.xml"/><Relationship Id="rId6" Type="http://schemas.openxmlformats.org/officeDocument/2006/relationships/image" Target="../media/image11.png"/><Relationship Id="rId5" Type="http://schemas.openxmlformats.org/officeDocument/2006/relationships/image" Target="../media/image10.png"/><Relationship Id="rId4" Type="http://schemas.openxmlformats.org/officeDocument/2006/relationships/image" Target="../media/image9.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 xmlns:a16="http://schemas.microsoft.com/office/drawing/2014/main" id="{F5A5A225-4525-E96C-E104-5BB86E81EE7F}"/>
              </a:ext>
            </a:extLst>
          </p:cNvPr>
          <p:cNvSpPr>
            <a:spLocks noGrp="1"/>
          </p:cNvSpPr>
          <p:nvPr>
            <p:ph type="body" sz="quarter" idx="10"/>
          </p:nvPr>
        </p:nvSpPr>
        <p:spPr>
          <a:xfrm>
            <a:off x="565116" y="3063161"/>
            <a:ext cx="6158131" cy="4498801"/>
          </a:xfrm>
        </p:spPr>
        <p:txBody>
          <a:bodyPr/>
          <a:lstStyle/>
          <a:p>
            <a:r>
              <a:rPr lang="en-US" sz="1600" dirty="0" smtClean="0">
                <a:latin typeface="Times New Roman" pitchFamily="18" charset="0"/>
              </a:rPr>
              <a:t>            </a:t>
            </a:r>
            <a:r>
              <a:rPr lang="en-US" sz="1600" dirty="0" smtClean="0">
                <a:solidFill>
                  <a:schemeClr val="tx1"/>
                </a:solidFill>
                <a:latin typeface="Times New Roman" pitchFamily="18" charset="0"/>
              </a:rPr>
              <a:t>This </a:t>
            </a:r>
            <a:r>
              <a:rPr lang="en-US" sz="1600" dirty="0">
                <a:solidFill>
                  <a:schemeClr val="tx1"/>
                </a:solidFill>
                <a:latin typeface="Times New Roman" pitchFamily="18" charset="0"/>
              </a:rPr>
              <a:t>project anticipates addiction to smartphones, it involves deep learning, which analyses the eye activity in real time rather than using screen-time statistics alone. The system observes more indicators of overuse </a:t>
            </a:r>
            <a:r>
              <a:rPr lang="en-US" sz="1600" dirty="0" err="1">
                <a:solidFill>
                  <a:schemeClr val="tx1"/>
                </a:solidFill>
                <a:latin typeface="Times New Roman" pitchFamily="18" charset="0"/>
              </a:rPr>
              <a:t>behaviour</a:t>
            </a:r>
            <a:r>
              <a:rPr lang="en-US" sz="1600" dirty="0">
                <a:solidFill>
                  <a:schemeClr val="tx1"/>
                </a:solidFill>
                <a:latin typeface="Times New Roman" pitchFamily="18" charset="0"/>
              </a:rPr>
              <a:t> and cognition through studying the frequency of blinking, duration of blinking, variability of blinking, classification of eye-state, and patterns of user-session, amongst others. The pipeline identifies eye features using live camera feeds supported by models such as </a:t>
            </a:r>
            <a:r>
              <a:rPr lang="en-US" sz="1600" dirty="0" err="1">
                <a:solidFill>
                  <a:schemeClr val="tx1"/>
                </a:solidFill>
                <a:latin typeface="Times New Roman" pitchFamily="18" charset="0"/>
              </a:rPr>
              <a:t>RetinaFace</a:t>
            </a:r>
            <a:r>
              <a:rPr lang="en-US" sz="1600" dirty="0">
                <a:solidFill>
                  <a:schemeClr val="tx1"/>
                </a:solidFill>
                <a:latin typeface="Times New Roman" pitchFamily="18" charset="0"/>
              </a:rPr>
              <a:t> and MobileNetV2 and feeds them to an MLP model to determine the level of addiction-risk in the user</a:t>
            </a:r>
            <a:r>
              <a:rPr lang="en-US" sz="1600" dirty="0" smtClean="0">
                <a:solidFill>
                  <a:schemeClr val="tx1"/>
                </a:solidFill>
                <a:latin typeface="Times New Roman" pitchFamily="18" charset="0"/>
              </a:rPr>
              <a:t>.</a:t>
            </a:r>
            <a:endParaRPr lang="en-US" sz="1600" dirty="0">
              <a:solidFill>
                <a:schemeClr val="tx1"/>
              </a:solidFill>
              <a:latin typeface="Times New Roman" pitchFamily="18" charset="0"/>
            </a:endParaRPr>
          </a:p>
          <a:p>
            <a:r>
              <a:rPr lang="en-US" sz="1600" dirty="0" smtClean="0">
                <a:solidFill>
                  <a:schemeClr val="tx1"/>
                </a:solidFill>
                <a:latin typeface="Times New Roman" pitchFamily="18" charset="0"/>
              </a:rPr>
              <a:t>              The </a:t>
            </a:r>
            <a:r>
              <a:rPr lang="en-US" sz="1600" dirty="0">
                <a:solidFill>
                  <a:schemeClr val="tx1"/>
                </a:solidFill>
                <a:latin typeface="Times New Roman" pitchFamily="18" charset="0"/>
              </a:rPr>
              <a:t>processes involved in methodology are data preprocessing, eye-region cropping, </a:t>
            </a:r>
            <a:r>
              <a:rPr lang="en-US" sz="1600" dirty="0" err="1">
                <a:solidFill>
                  <a:schemeClr val="tx1"/>
                </a:solidFill>
                <a:latin typeface="Times New Roman" pitchFamily="18" charset="0"/>
              </a:rPr>
              <a:t>normalisation</a:t>
            </a:r>
            <a:r>
              <a:rPr lang="en-US" sz="1600" dirty="0">
                <a:solidFill>
                  <a:schemeClr val="tx1"/>
                </a:solidFill>
                <a:latin typeface="Times New Roman" pitchFamily="18" charset="0"/>
              </a:rPr>
              <a:t>, feature engineering, and model training and evaluation. Comparison between classification and regression techniques is made to identify the best risk-prediction method. On the whole, the system offers </a:t>
            </a:r>
            <a:r>
              <a:rPr lang="en-US" sz="1600" dirty="0" err="1">
                <a:solidFill>
                  <a:schemeClr val="tx1"/>
                </a:solidFill>
                <a:latin typeface="Times New Roman" pitchFamily="18" charset="0"/>
              </a:rPr>
              <a:t>personalised</a:t>
            </a:r>
            <a:r>
              <a:rPr lang="en-US" sz="1600" dirty="0">
                <a:solidFill>
                  <a:schemeClr val="tx1"/>
                </a:solidFill>
                <a:latin typeface="Times New Roman" pitchFamily="18" charset="0"/>
              </a:rPr>
              <a:t> feedback to encourage more healthy screen behavior and is part of the digital-wellness analytics, relying on AI to predict smartphone addiction and encourage healthier technology usage.</a:t>
            </a:r>
          </a:p>
        </p:txBody>
      </p:sp>
      <p:sp>
        <p:nvSpPr>
          <p:cNvPr id="3" name="Text Placeholder 2">
            <a:extLst>
              <a:ext uri="{FF2B5EF4-FFF2-40B4-BE49-F238E27FC236}">
                <a16:creationId xmlns="" xmlns:a16="http://schemas.microsoft.com/office/drawing/2014/main" id="{5F63F70B-D7A7-BCEC-45FC-73290E7AA0D1}"/>
              </a:ext>
            </a:extLst>
          </p:cNvPr>
          <p:cNvSpPr>
            <a:spLocks noGrp="1"/>
          </p:cNvSpPr>
          <p:nvPr>
            <p:ph type="body" sz="quarter" idx="11"/>
          </p:nvPr>
        </p:nvSpPr>
        <p:spPr>
          <a:xfrm>
            <a:off x="576461" y="2649220"/>
            <a:ext cx="6280547" cy="413295"/>
          </a:xfrm>
        </p:spPr>
        <p:txBody>
          <a:bodyPr/>
          <a:lstStyle/>
          <a:p>
            <a:r>
              <a:rPr lang="en-US" sz="2000" dirty="0" smtClean="0">
                <a:latin typeface="Times New Roman" pitchFamily="18" charset="0"/>
                <a:cs typeface="Times New Roman" pitchFamily="18" charset="0"/>
              </a:rPr>
              <a:t>ABSTRACT</a:t>
            </a:r>
            <a:endParaRPr lang="en-US" sz="2000" dirty="0">
              <a:latin typeface="Times New Roman" pitchFamily="18" charset="0"/>
              <a:cs typeface="Times New Roman" pitchFamily="18" charset="0"/>
            </a:endParaRPr>
          </a:p>
        </p:txBody>
      </p:sp>
      <p:sp>
        <p:nvSpPr>
          <p:cNvPr id="4" name="Text Placeholder 3">
            <a:extLst>
              <a:ext uri="{FF2B5EF4-FFF2-40B4-BE49-F238E27FC236}">
                <a16:creationId xmlns="" xmlns:a16="http://schemas.microsoft.com/office/drawing/2014/main" id="{8FBC8F69-591E-42A8-D188-897A5EE8DB72}"/>
              </a:ext>
            </a:extLst>
          </p:cNvPr>
          <p:cNvSpPr>
            <a:spLocks noGrp="1"/>
          </p:cNvSpPr>
          <p:nvPr>
            <p:ph type="body" sz="quarter" idx="20"/>
          </p:nvPr>
        </p:nvSpPr>
        <p:spPr>
          <a:xfrm>
            <a:off x="576461" y="7605700"/>
            <a:ext cx="6146786" cy="413295"/>
          </a:xfrm>
        </p:spPr>
        <p:txBody>
          <a:bodyPr/>
          <a:lstStyle/>
          <a:p>
            <a:r>
              <a:rPr lang="en-US" sz="2000" dirty="0" smtClean="0">
                <a:latin typeface="Times New Roman" pitchFamily="18" charset="0"/>
                <a:cs typeface="Times New Roman" pitchFamily="18" charset="0"/>
              </a:rPr>
              <a:t>OBJECTIVES</a:t>
            </a:r>
            <a:endParaRPr lang="en-US" sz="2000" dirty="0" smtClean="0">
              <a:latin typeface="Times New Roman" pitchFamily="18" charset="0"/>
              <a:cs typeface="Times New Roman" pitchFamily="18" charset="0"/>
            </a:endParaRPr>
          </a:p>
        </p:txBody>
      </p:sp>
      <p:sp>
        <p:nvSpPr>
          <p:cNvPr id="5" name="Text Placeholder 4">
            <a:extLst>
              <a:ext uri="{FF2B5EF4-FFF2-40B4-BE49-F238E27FC236}">
                <a16:creationId xmlns="" xmlns:a16="http://schemas.microsoft.com/office/drawing/2014/main" id="{C2949E1A-F3ED-C103-D00F-9F97D54ECC1D}"/>
              </a:ext>
            </a:extLst>
          </p:cNvPr>
          <p:cNvSpPr>
            <a:spLocks noGrp="1"/>
          </p:cNvSpPr>
          <p:nvPr>
            <p:ph type="body" sz="quarter" idx="21"/>
          </p:nvPr>
        </p:nvSpPr>
        <p:spPr>
          <a:xfrm>
            <a:off x="7708900" y="8115301"/>
            <a:ext cx="5638800" cy="7924800"/>
          </a:xfrm>
        </p:spPr>
        <p:txBody>
          <a:bodyPr/>
          <a:lstStyle/>
          <a:p>
            <a:r>
              <a:rPr lang="en-US" sz="1600" b="1" dirty="0">
                <a:solidFill>
                  <a:schemeClr val="tx1"/>
                </a:solidFill>
                <a:latin typeface="Times New Roman" pitchFamily="18" charset="0"/>
              </a:rPr>
              <a:t>Step 1</a:t>
            </a:r>
            <a:r>
              <a:rPr lang="en-US" sz="1600" b="1" dirty="0">
                <a:solidFill>
                  <a:schemeClr val="tx1"/>
                </a:solidFill>
              </a:rPr>
              <a:t>:</a:t>
            </a:r>
            <a:r>
              <a:rPr lang="en-US" sz="1600" b="1" dirty="0">
                <a:solidFill>
                  <a:schemeClr val="tx1"/>
                </a:solidFill>
                <a:latin typeface="Times New Roman" pitchFamily="18" charset="0"/>
              </a:rPr>
              <a:t> VIDEO FRAME (CAMERA FEED</a:t>
            </a:r>
            <a:r>
              <a:rPr lang="en-US" sz="1600" b="1" dirty="0" smtClean="0">
                <a:solidFill>
                  <a:schemeClr val="tx1"/>
                </a:solidFill>
                <a:latin typeface="Times New Roman" pitchFamily="18" charset="0"/>
              </a:rPr>
              <a:t>)</a:t>
            </a:r>
          </a:p>
          <a:p>
            <a:r>
              <a:rPr lang="en-US" sz="1600" dirty="0" smtClean="0">
                <a:solidFill>
                  <a:schemeClr val="tx1"/>
                </a:solidFill>
                <a:latin typeface="Times New Roman" pitchFamily="18" charset="0"/>
              </a:rPr>
              <a:t>This </a:t>
            </a:r>
            <a:r>
              <a:rPr lang="en-US" sz="1600" dirty="0">
                <a:solidFill>
                  <a:schemeClr val="tx1"/>
                </a:solidFill>
                <a:latin typeface="Times New Roman" pitchFamily="18" charset="0"/>
              </a:rPr>
              <a:t>system starts </a:t>
            </a:r>
            <a:r>
              <a:rPr lang="en-US" sz="1600" dirty="0" smtClean="0">
                <a:solidFill>
                  <a:schemeClr val="tx1"/>
                </a:solidFill>
                <a:latin typeface="Times New Roman" pitchFamily="18" charset="0"/>
              </a:rPr>
              <a:t>    with </a:t>
            </a:r>
            <a:r>
              <a:rPr lang="en-US" sz="1600" dirty="0">
                <a:solidFill>
                  <a:schemeClr val="tx1"/>
                </a:solidFill>
                <a:latin typeface="Times New Roman" pitchFamily="18" charset="0"/>
              </a:rPr>
              <a:t>a live video that has been taken using a web camera or a smart phone camera. Such frames are the visual real time input of the eyes of the user which is further </a:t>
            </a:r>
            <a:r>
              <a:rPr lang="en-US" sz="1600" dirty="0" smtClean="0">
                <a:solidFill>
                  <a:schemeClr val="tx1"/>
                </a:solidFill>
                <a:latin typeface="Times New Roman" pitchFamily="18" charset="0"/>
              </a:rPr>
              <a:t>analyzed.</a:t>
            </a:r>
          </a:p>
          <a:p>
            <a:r>
              <a:rPr lang="en-US" sz="1600" b="1" dirty="0">
                <a:solidFill>
                  <a:schemeClr val="tx1"/>
                </a:solidFill>
                <a:latin typeface="Times New Roman" pitchFamily="18" charset="0"/>
              </a:rPr>
              <a:t>Step 2: RETINAFACE (FACE + EYE </a:t>
            </a:r>
            <a:r>
              <a:rPr lang="en-US" sz="1600" b="1" dirty="0" smtClean="0">
                <a:solidFill>
                  <a:schemeClr val="tx1"/>
                </a:solidFill>
                <a:latin typeface="Times New Roman" pitchFamily="18" charset="0"/>
              </a:rPr>
              <a:t>LANDMARKS)           </a:t>
            </a:r>
            <a:r>
              <a:rPr lang="en-US" sz="1600" dirty="0" err="1" smtClean="0">
                <a:solidFill>
                  <a:schemeClr val="tx1"/>
                </a:solidFill>
                <a:latin typeface="Times New Roman" pitchFamily="18" charset="0"/>
              </a:rPr>
              <a:t>RetinaFace</a:t>
            </a:r>
            <a:r>
              <a:rPr lang="en-US" sz="1600" dirty="0" smtClean="0">
                <a:solidFill>
                  <a:schemeClr val="tx1"/>
                </a:solidFill>
                <a:latin typeface="Times New Roman" pitchFamily="18" charset="0"/>
              </a:rPr>
              <a:t> </a:t>
            </a:r>
            <a:r>
              <a:rPr lang="en-US" sz="1600" dirty="0">
                <a:solidFill>
                  <a:schemeClr val="tx1"/>
                </a:solidFill>
                <a:latin typeface="Times New Roman" pitchFamily="18" charset="0"/>
              </a:rPr>
              <a:t>recognizes the face of a user and it manages to find the dots of the eye per frame. This enables the system to identify and isolate the parts of the eyes</a:t>
            </a:r>
            <a:r>
              <a:rPr lang="en-US" sz="1600" dirty="0" smtClean="0">
                <a:solidFill>
                  <a:schemeClr val="tx1"/>
                </a:solidFill>
                <a:latin typeface="Times New Roman" pitchFamily="18" charset="0"/>
              </a:rPr>
              <a:t>.</a:t>
            </a:r>
          </a:p>
          <a:p>
            <a:r>
              <a:rPr lang="en-US" sz="1600" b="1" dirty="0">
                <a:solidFill>
                  <a:schemeClr val="tx1"/>
                </a:solidFill>
                <a:latin typeface="Times New Roman" pitchFamily="18" charset="0"/>
              </a:rPr>
              <a:t>Step 3: EYE CROPS </a:t>
            </a:r>
            <a:endParaRPr lang="en-US" sz="1600" b="1" dirty="0" smtClean="0">
              <a:solidFill>
                <a:schemeClr val="tx1"/>
              </a:solidFill>
              <a:latin typeface="Times New Roman" pitchFamily="18" charset="0"/>
            </a:endParaRPr>
          </a:p>
          <a:p>
            <a:r>
              <a:rPr lang="en-US" sz="1600" dirty="0" smtClean="0">
                <a:solidFill>
                  <a:schemeClr val="tx1"/>
                </a:solidFill>
                <a:latin typeface="Times New Roman" pitchFamily="18" charset="0"/>
              </a:rPr>
              <a:t>The </a:t>
            </a:r>
            <a:r>
              <a:rPr lang="en-US" sz="1600" dirty="0">
                <a:solidFill>
                  <a:schemeClr val="tx1"/>
                </a:solidFill>
                <a:latin typeface="Times New Roman" pitchFamily="18" charset="0"/>
              </a:rPr>
              <a:t>system simply crops the area of the eye which is identified. These are cut-out images that chop off the background noise and space required to perform analysis on blinking images. </a:t>
            </a:r>
            <a:endParaRPr lang="en-US" sz="1600" dirty="0" smtClean="0">
              <a:solidFill>
                <a:schemeClr val="tx1"/>
              </a:solidFill>
              <a:latin typeface="Times New Roman" pitchFamily="18" charset="0"/>
            </a:endParaRPr>
          </a:p>
          <a:p>
            <a:r>
              <a:rPr lang="en-US" sz="1600" b="1" dirty="0">
                <a:solidFill>
                  <a:schemeClr val="tx1"/>
                </a:solidFill>
                <a:latin typeface="Times New Roman" pitchFamily="18" charset="0"/>
              </a:rPr>
              <a:t>Step 4: MOBILENETV2(OPEN </a:t>
            </a:r>
            <a:r>
              <a:rPr lang="en-US" sz="1600" b="1" dirty="0" err="1">
                <a:solidFill>
                  <a:schemeClr val="tx1"/>
                </a:solidFill>
                <a:latin typeface="Times New Roman" pitchFamily="18" charset="0"/>
              </a:rPr>
              <a:t>vs</a:t>
            </a:r>
            <a:r>
              <a:rPr lang="en-US" sz="1600" b="1" dirty="0">
                <a:solidFill>
                  <a:schemeClr val="tx1"/>
                </a:solidFill>
                <a:latin typeface="Times New Roman" pitchFamily="18" charset="0"/>
              </a:rPr>
              <a:t> Closed Eyes</a:t>
            </a:r>
            <a:r>
              <a:rPr lang="en-US" sz="1600" b="1" dirty="0" smtClean="0">
                <a:solidFill>
                  <a:schemeClr val="tx1"/>
                </a:solidFill>
                <a:latin typeface="Times New Roman" pitchFamily="18" charset="0"/>
              </a:rPr>
              <a:t>)</a:t>
            </a:r>
          </a:p>
          <a:p>
            <a:r>
              <a:rPr lang="en-US" sz="1600" dirty="0" smtClean="0">
                <a:solidFill>
                  <a:schemeClr val="tx1"/>
                </a:solidFill>
                <a:latin typeface="Times New Roman" pitchFamily="18" charset="0"/>
              </a:rPr>
              <a:t> </a:t>
            </a:r>
            <a:r>
              <a:rPr lang="en-US" sz="1600" dirty="0">
                <a:solidFill>
                  <a:schemeClr val="tx1"/>
                </a:solidFill>
                <a:latin typeface="Times New Roman" pitchFamily="18" charset="0"/>
              </a:rPr>
              <a:t>The mobile net V2 model is used to feed all the eye crops and determine whether the eye is open or closed. It triggers the series of eye states in real time that are frame by frame. </a:t>
            </a:r>
            <a:endParaRPr lang="en-US" sz="1600" dirty="0" smtClean="0">
              <a:solidFill>
                <a:schemeClr val="tx1"/>
              </a:solidFill>
              <a:latin typeface="Times New Roman" pitchFamily="18" charset="0"/>
            </a:endParaRPr>
          </a:p>
          <a:p>
            <a:r>
              <a:rPr lang="en-US" sz="1600" b="1" dirty="0">
                <a:solidFill>
                  <a:schemeClr val="tx1"/>
                </a:solidFill>
                <a:latin typeface="Times New Roman" pitchFamily="18" charset="0"/>
              </a:rPr>
              <a:t>Step 5: BLINK TIMELINE (PER 2 MINUTES) </a:t>
            </a:r>
            <a:endParaRPr lang="en-US" sz="1600" b="1" dirty="0" smtClean="0">
              <a:solidFill>
                <a:schemeClr val="tx1"/>
              </a:solidFill>
              <a:latin typeface="Times New Roman" pitchFamily="18" charset="0"/>
            </a:endParaRPr>
          </a:p>
          <a:p>
            <a:r>
              <a:rPr lang="en-US" sz="1600" dirty="0" smtClean="0">
                <a:solidFill>
                  <a:schemeClr val="tx1"/>
                </a:solidFill>
                <a:latin typeface="Times New Roman" pitchFamily="18" charset="0"/>
              </a:rPr>
              <a:t>The </a:t>
            </a:r>
            <a:r>
              <a:rPr lang="en-US" sz="1600" dirty="0">
                <a:solidFill>
                  <a:schemeClr val="tx1"/>
                </a:solidFill>
                <a:latin typeface="Times New Roman" pitchFamily="18" charset="0"/>
              </a:rPr>
              <a:t>eye-state results are also tabulated in two minutes timeline to monitor the trend of the blink like frequency of blink, duration of the blink, and irregularity. This is the chronology, the </a:t>
            </a:r>
            <a:r>
              <a:rPr lang="en-US" sz="1600" dirty="0" err="1">
                <a:solidFill>
                  <a:schemeClr val="tx1"/>
                </a:solidFill>
                <a:latin typeface="Times New Roman" pitchFamily="18" charset="0"/>
              </a:rPr>
              <a:t>behavioural</a:t>
            </a:r>
            <a:r>
              <a:rPr lang="en-US" sz="1600" dirty="0">
                <a:solidFill>
                  <a:schemeClr val="tx1"/>
                </a:solidFill>
                <a:latin typeface="Times New Roman" pitchFamily="18" charset="0"/>
              </a:rPr>
              <a:t> basis of addiction. </a:t>
            </a:r>
            <a:endParaRPr lang="en-US" sz="1600" dirty="0" smtClean="0">
              <a:solidFill>
                <a:schemeClr val="tx1"/>
              </a:solidFill>
              <a:latin typeface="Times New Roman" pitchFamily="18" charset="0"/>
            </a:endParaRPr>
          </a:p>
          <a:p>
            <a:r>
              <a:rPr lang="en-US" sz="1600" b="1" dirty="0" smtClean="0">
                <a:solidFill>
                  <a:schemeClr val="tx1"/>
                </a:solidFill>
                <a:latin typeface="Times New Roman" pitchFamily="18" charset="0"/>
              </a:rPr>
              <a:t>Step </a:t>
            </a:r>
            <a:r>
              <a:rPr lang="en-US" sz="1600" b="1" dirty="0">
                <a:solidFill>
                  <a:schemeClr val="tx1"/>
                </a:solidFill>
                <a:latin typeface="Times New Roman" pitchFamily="18" charset="0"/>
              </a:rPr>
              <a:t>6: 2D EXTRACTION OF FEATURES (ADDICTION / FATIGUE LEVEL) </a:t>
            </a:r>
            <a:endParaRPr lang="en-US" sz="1600" b="1" dirty="0" smtClean="0">
              <a:solidFill>
                <a:schemeClr val="tx1"/>
              </a:solidFill>
              <a:latin typeface="Times New Roman" pitchFamily="18" charset="0"/>
            </a:endParaRPr>
          </a:p>
          <a:p>
            <a:r>
              <a:rPr lang="en-US" sz="1600" dirty="0" smtClean="0">
                <a:solidFill>
                  <a:schemeClr val="tx1"/>
                </a:solidFill>
                <a:latin typeface="Times New Roman" pitchFamily="18" charset="0"/>
              </a:rPr>
              <a:t>The </a:t>
            </a:r>
            <a:r>
              <a:rPr lang="en-US" sz="1600" dirty="0">
                <a:solidFill>
                  <a:schemeClr val="tx1"/>
                </a:solidFill>
                <a:latin typeface="Times New Roman" pitchFamily="18" charset="0"/>
              </a:rPr>
              <a:t>system computes such features as blink rate, variability, and eye-closures time according to the blink timeline. These indicators allow determining the degree of burnout or overuse of the smartphone by the user. </a:t>
            </a:r>
            <a:endParaRPr lang="en-US" sz="1600" dirty="0" smtClean="0">
              <a:solidFill>
                <a:schemeClr val="tx1"/>
              </a:solidFill>
              <a:latin typeface="Times New Roman" pitchFamily="18" charset="0"/>
            </a:endParaRPr>
          </a:p>
          <a:p>
            <a:r>
              <a:rPr lang="en-US" sz="1600" b="1" dirty="0" smtClean="0">
                <a:solidFill>
                  <a:schemeClr val="tx1"/>
                </a:solidFill>
                <a:latin typeface="Times New Roman" pitchFamily="18" charset="0"/>
              </a:rPr>
              <a:t>Step 7: A</a:t>
            </a:r>
            <a:r>
              <a:rPr lang="en-IN" sz="1600" b="1" dirty="0" smtClean="0">
                <a:solidFill>
                  <a:schemeClr val="tx1"/>
                </a:solidFill>
                <a:latin typeface="Times New Roman" pitchFamily="18" charset="0"/>
              </a:rPr>
              <a:t>LERT </a:t>
            </a:r>
            <a:r>
              <a:rPr lang="en-IN" sz="1600" b="1" dirty="0">
                <a:solidFill>
                  <a:schemeClr val="tx1"/>
                </a:solidFill>
                <a:latin typeface="Times New Roman" pitchFamily="18" charset="0"/>
              </a:rPr>
              <a:t>SYSTEM (LOW / MEDIUM / HIGH) </a:t>
            </a:r>
            <a:endParaRPr lang="en-US" sz="1600" b="1" dirty="0" smtClean="0">
              <a:solidFill>
                <a:schemeClr val="tx1"/>
              </a:solidFill>
              <a:latin typeface="Times New Roman" pitchFamily="18" charset="0"/>
            </a:endParaRPr>
          </a:p>
          <a:p>
            <a:r>
              <a:rPr lang="en-US" sz="1600" dirty="0" smtClean="0">
                <a:latin typeface="Times New Roman" pitchFamily="18" charset="0"/>
              </a:rPr>
              <a:t>.</a:t>
            </a:r>
            <a:endParaRPr lang="en-US" sz="1600" dirty="0">
              <a:latin typeface="Times New Roman" pitchFamily="18" charset="0"/>
            </a:endParaRPr>
          </a:p>
        </p:txBody>
      </p:sp>
      <p:sp>
        <p:nvSpPr>
          <p:cNvPr id="6" name="Text Placeholder 5">
            <a:extLst>
              <a:ext uri="{FF2B5EF4-FFF2-40B4-BE49-F238E27FC236}">
                <a16:creationId xmlns="" xmlns:a16="http://schemas.microsoft.com/office/drawing/2014/main" id="{6FF16BBC-5C12-FB0D-0101-DA82CC7E9D3F}"/>
              </a:ext>
            </a:extLst>
          </p:cNvPr>
          <p:cNvSpPr>
            <a:spLocks noGrp="1"/>
          </p:cNvSpPr>
          <p:nvPr>
            <p:ph type="body" sz="quarter" idx="22"/>
          </p:nvPr>
        </p:nvSpPr>
        <p:spPr/>
        <p:txBody>
          <a:bodyPr/>
          <a:lstStyle/>
          <a:p>
            <a:r>
              <a:rPr lang="en-US" dirty="0" smtClean="0">
                <a:latin typeface="Times New Roman" pitchFamily="18" charset="0"/>
                <a:cs typeface="Times New Roman" pitchFamily="18" charset="0"/>
              </a:rPr>
              <a:t>FLOWCHART OF THE SYSTEM</a:t>
            </a:r>
            <a:endParaRPr lang="en-US" dirty="0">
              <a:latin typeface="Times New Roman" pitchFamily="18" charset="0"/>
              <a:cs typeface="Times New Roman" pitchFamily="18" charset="0"/>
            </a:endParaRPr>
          </a:p>
        </p:txBody>
      </p:sp>
      <p:sp>
        <p:nvSpPr>
          <p:cNvPr id="7" name="Text Placeholder 6">
            <a:extLst>
              <a:ext uri="{FF2B5EF4-FFF2-40B4-BE49-F238E27FC236}">
                <a16:creationId xmlns="" xmlns:a16="http://schemas.microsoft.com/office/drawing/2014/main" id="{2DD2F27C-32D9-0042-267C-E5F33D69856A}"/>
              </a:ext>
            </a:extLst>
          </p:cNvPr>
          <p:cNvSpPr>
            <a:spLocks noGrp="1"/>
          </p:cNvSpPr>
          <p:nvPr>
            <p:ph type="body" sz="quarter" idx="23"/>
          </p:nvPr>
        </p:nvSpPr>
        <p:spPr>
          <a:xfrm>
            <a:off x="15920185" y="6781800"/>
            <a:ext cx="2271562" cy="341831"/>
          </a:xfrm>
        </p:spPr>
        <p:txBody>
          <a:bodyPr/>
          <a:lstStyle/>
          <a:p>
            <a:r>
              <a:rPr lang="en-US" dirty="0"/>
              <a:t> </a:t>
            </a:r>
            <a:r>
              <a:rPr lang="en-US" dirty="0" smtClean="0"/>
              <a:t>      </a:t>
            </a:r>
            <a:r>
              <a:rPr lang="en-US" b="1" dirty="0" smtClean="0">
                <a:latin typeface="Times New Roman" pitchFamily="18" charset="0"/>
              </a:rPr>
              <a:t>HOME PAGE</a:t>
            </a:r>
            <a:endParaRPr lang="en-US" b="1" dirty="0">
              <a:latin typeface="Times New Roman" pitchFamily="18" charset="0"/>
            </a:endParaRPr>
          </a:p>
        </p:txBody>
      </p:sp>
      <p:sp>
        <p:nvSpPr>
          <p:cNvPr id="8" name="Text Placeholder 7">
            <a:extLst>
              <a:ext uri="{FF2B5EF4-FFF2-40B4-BE49-F238E27FC236}">
                <a16:creationId xmlns="" xmlns:a16="http://schemas.microsoft.com/office/drawing/2014/main" id="{F6C55420-338F-28E7-D096-DEE3B2197F9E}"/>
              </a:ext>
            </a:extLst>
          </p:cNvPr>
          <p:cNvSpPr>
            <a:spLocks noGrp="1"/>
          </p:cNvSpPr>
          <p:nvPr>
            <p:ph type="body" sz="quarter" idx="24"/>
          </p:nvPr>
        </p:nvSpPr>
        <p:spPr>
          <a:xfrm>
            <a:off x="13906500" y="2649220"/>
            <a:ext cx="6286500" cy="413295"/>
          </a:xfrm>
        </p:spPr>
        <p:txBody>
          <a:bodyPr/>
          <a:lstStyle/>
          <a:p>
            <a:r>
              <a:rPr lang="en-US" sz="2000" dirty="0" smtClean="0">
                <a:latin typeface="Times New Roman" pitchFamily="18" charset="0"/>
                <a:cs typeface="Times New Roman" pitchFamily="18" charset="0"/>
              </a:rPr>
              <a:t>RESULTS</a:t>
            </a:r>
            <a:endParaRPr lang="en-US" sz="2000" dirty="0">
              <a:latin typeface="Times New Roman" pitchFamily="18" charset="0"/>
              <a:cs typeface="Times New Roman" pitchFamily="18" charset="0"/>
            </a:endParaRPr>
          </a:p>
        </p:txBody>
      </p:sp>
      <p:sp>
        <p:nvSpPr>
          <p:cNvPr id="9" name="Text Placeholder 8">
            <a:extLst>
              <a:ext uri="{FF2B5EF4-FFF2-40B4-BE49-F238E27FC236}">
                <a16:creationId xmlns="" xmlns:a16="http://schemas.microsoft.com/office/drawing/2014/main" id="{232F8E70-BB3E-A4F2-3F35-B413E7B40F3A}"/>
              </a:ext>
            </a:extLst>
          </p:cNvPr>
          <p:cNvSpPr>
            <a:spLocks noGrp="1"/>
          </p:cNvSpPr>
          <p:nvPr>
            <p:ph type="body" sz="quarter" idx="25"/>
          </p:nvPr>
        </p:nvSpPr>
        <p:spPr>
          <a:xfrm>
            <a:off x="20575984" y="2649220"/>
            <a:ext cx="6279386" cy="413295"/>
          </a:xfrm>
        </p:spPr>
        <p:txBody>
          <a:bodyPr/>
          <a:lstStyle/>
          <a:p>
            <a:r>
              <a:rPr lang="en-US" sz="2000" dirty="0" smtClean="0">
                <a:latin typeface="Times New Roman" pitchFamily="18" charset="0"/>
                <a:cs typeface="Times New Roman" pitchFamily="18" charset="0"/>
              </a:rPr>
              <a:t>CONCLUSION</a:t>
            </a:r>
            <a:endParaRPr lang="en-US" sz="2000" dirty="0">
              <a:latin typeface="Times New Roman" pitchFamily="18" charset="0"/>
              <a:cs typeface="Times New Roman" pitchFamily="18" charset="0"/>
            </a:endParaRPr>
          </a:p>
        </p:txBody>
      </p:sp>
      <p:sp>
        <p:nvSpPr>
          <p:cNvPr id="10" name="Text Placeholder 9">
            <a:extLst>
              <a:ext uri="{FF2B5EF4-FFF2-40B4-BE49-F238E27FC236}">
                <a16:creationId xmlns="" xmlns:a16="http://schemas.microsoft.com/office/drawing/2014/main" id="{25353D45-9FEA-FE72-ED0A-02795AB5E5EE}"/>
              </a:ext>
            </a:extLst>
          </p:cNvPr>
          <p:cNvSpPr>
            <a:spLocks noGrp="1"/>
          </p:cNvSpPr>
          <p:nvPr>
            <p:ph type="body" sz="quarter" idx="26"/>
          </p:nvPr>
        </p:nvSpPr>
        <p:spPr>
          <a:xfrm>
            <a:off x="20575984" y="3063161"/>
            <a:ext cx="6279386" cy="3718639"/>
          </a:xfrm>
        </p:spPr>
        <p:txBody>
          <a:bodyPr/>
          <a:lstStyle/>
          <a:p>
            <a:r>
              <a:rPr lang="en-US" sz="1600" dirty="0">
                <a:solidFill>
                  <a:schemeClr val="tx1"/>
                </a:solidFill>
                <a:latin typeface="Times New Roman" pitchFamily="18" charset="0"/>
              </a:rPr>
              <a:t>The system that has been developed predicts fatigue caused by smartphones using a deep learning pipeline on blink behavior data that eye activity is an effective digital overuse indicator. The system operates a real-time system by taking live frame feeds and executing </a:t>
            </a:r>
            <a:r>
              <a:rPr lang="en-US" sz="1600" dirty="0" err="1">
                <a:solidFill>
                  <a:schemeClr val="tx1"/>
                </a:solidFill>
                <a:latin typeface="Times New Roman" pitchFamily="18" charset="0"/>
              </a:rPr>
              <a:t>RetinaFace</a:t>
            </a:r>
            <a:r>
              <a:rPr lang="en-US" sz="1600" dirty="0">
                <a:solidFill>
                  <a:schemeClr val="tx1"/>
                </a:solidFill>
                <a:latin typeface="Times New Roman" pitchFamily="18" charset="0"/>
              </a:rPr>
              <a:t> to detect eye landmarks, MobileNetV2 to recognize eye-state, and an MLP to predict fatigue to identify closed or open eyes and the blink patterns</a:t>
            </a:r>
            <a:r>
              <a:rPr lang="en-US" sz="1600" dirty="0" smtClean="0">
                <a:solidFill>
                  <a:schemeClr val="tx1"/>
                </a:solidFill>
                <a:latin typeface="Times New Roman" pitchFamily="18" charset="0"/>
              </a:rPr>
              <a:t>.</a:t>
            </a:r>
            <a:endParaRPr lang="en-US" sz="1600" dirty="0">
              <a:solidFill>
                <a:schemeClr val="tx1"/>
              </a:solidFill>
              <a:latin typeface="Times New Roman" pitchFamily="18" charset="0"/>
            </a:endParaRPr>
          </a:p>
          <a:p>
            <a:r>
              <a:rPr lang="en-US" sz="1600" dirty="0">
                <a:solidFill>
                  <a:schemeClr val="tx1"/>
                </a:solidFill>
                <a:latin typeface="Times New Roman" pitchFamily="18" charset="0"/>
              </a:rPr>
              <a:t>Based on these patterns, the rate of blink, the length of blink, and variability are obtained and utilized to identify the levels of fatigue with a great level of accuracy. The system is 95% accurate in eye-state classification and 93% accurate in predicting fatigue, indicating that it can be used in digital wellness, preventing eye-strain, productivity, and even detecting smartphone addiction.</a:t>
            </a:r>
            <a:endParaRPr lang="en-US" sz="1600" dirty="0">
              <a:solidFill>
                <a:schemeClr val="tx1"/>
              </a:solidFill>
              <a:latin typeface="Times New Roman" pitchFamily="18" charset="0"/>
            </a:endParaRPr>
          </a:p>
        </p:txBody>
      </p:sp>
      <p:sp>
        <p:nvSpPr>
          <p:cNvPr id="11" name="Text Placeholder 10">
            <a:extLst>
              <a:ext uri="{FF2B5EF4-FFF2-40B4-BE49-F238E27FC236}">
                <a16:creationId xmlns="" xmlns:a16="http://schemas.microsoft.com/office/drawing/2014/main" id="{5C904E94-D3B4-64E9-FBD0-DE7149A736ED}"/>
              </a:ext>
            </a:extLst>
          </p:cNvPr>
          <p:cNvSpPr>
            <a:spLocks noGrp="1"/>
          </p:cNvSpPr>
          <p:nvPr>
            <p:ph type="body" sz="quarter" idx="27"/>
          </p:nvPr>
        </p:nvSpPr>
        <p:spPr>
          <a:xfrm>
            <a:off x="20577557" y="6907461"/>
            <a:ext cx="6279386" cy="413295"/>
          </a:xfrm>
        </p:spPr>
        <p:txBody>
          <a:bodyPr/>
          <a:lstStyle/>
          <a:p>
            <a:r>
              <a:rPr lang="en-US" sz="2000" dirty="0" smtClean="0">
                <a:latin typeface="Times New Roman" pitchFamily="18" charset="0"/>
                <a:cs typeface="Times New Roman" pitchFamily="18" charset="0"/>
              </a:rPr>
              <a:t>REFERENCES</a:t>
            </a:r>
            <a:endParaRPr lang="en-US" sz="2000" dirty="0">
              <a:latin typeface="Times New Roman" pitchFamily="18" charset="0"/>
              <a:cs typeface="Times New Roman" pitchFamily="18" charset="0"/>
            </a:endParaRPr>
          </a:p>
        </p:txBody>
      </p:sp>
      <p:sp>
        <p:nvSpPr>
          <p:cNvPr id="12" name="Text Placeholder 11">
            <a:extLst>
              <a:ext uri="{FF2B5EF4-FFF2-40B4-BE49-F238E27FC236}">
                <a16:creationId xmlns="" xmlns:a16="http://schemas.microsoft.com/office/drawing/2014/main" id="{1BB99FC8-E2A1-9183-08E7-8AEF9852E42E}"/>
              </a:ext>
            </a:extLst>
          </p:cNvPr>
          <p:cNvSpPr>
            <a:spLocks noGrp="1"/>
          </p:cNvSpPr>
          <p:nvPr>
            <p:ph type="body" sz="quarter" idx="28"/>
          </p:nvPr>
        </p:nvSpPr>
        <p:spPr>
          <a:xfrm>
            <a:off x="20574412" y="7561962"/>
            <a:ext cx="6282531" cy="4892755"/>
          </a:xfrm>
        </p:spPr>
        <p:txBody>
          <a:bodyPr/>
          <a:lstStyle/>
          <a:p>
            <a:r>
              <a:rPr lang="en-US" sz="1600" dirty="0">
                <a:solidFill>
                  <a:schemeClr val="tx1"/>
                </a:solidFill>
                <a:latin typeface="Times New Roman" pitchFamily="18" charset="0"/>
              </a:rPr>
              <a:t>[1]. J. </a:t>
            </a:r>
            <a:r>
              <a:rPr lang="en-US" sz="1600" dirty="0" err="1">
                <a:solidFill>
                  <a:schemeClr val="tx1"/>
                </a:solidFill>
                <a:latin typeface="Times New Roman" pitchFamily="18" charset="0"/>
              </a:rPr>
              <a:t>Youwei</a:t>
            </a:r>
            <a:r>
              <a:rPr lang="en-US" sz="1600" dirty="0">
                <a:solidFill>
                  <a:schemeClr val="tx1"/>
                </a:solidFill>
                <a:latin typeface="Times New Roman" pitchFamily="18" charset="0"/>
              </a:rPr>
              <a:t>, Real-time Eye Blink Detection using General Cameras: a Facial Landmarks Approach, Int. Sci. J. of Engineering Agriculture, vol. 2, no. 5, pp. 1-8, 2023. isg-journal.com. </a:t>
            </a:r>
            <a:endParaRPr lang="en-US" sz="1600" dirty="0" smtClean="0">
              <a:solidFill>
                <a:schemeClr val="tx1"/>
              </a:solidFill>
              <a:latin typeface="Times New Roman" pitchFamily="18" charset="0"/>
            </a:endParaRPr>
          </a:p>
          <a:p>
            <a:r>
              <a:rPr lang="en-IN" sz="1600" dirty="0">
                <a:solidFill>
                  <a:schemeClr val="tx1"/>
                </a:solidFill>
                <a:latin typeface="Times New Roman" pitchFamily="18" charset="0"/>
              </a:rPr>
              <a:t>[2] V. </a:t>
            </a:r>
            <a:r>
              <a:rPr lang="en-IN" sz="1600" dirty="0" err="1">
                <a:solidFill>
                  <a:schemeClr val="tx1"/>
                </a:solidFill>
                <a:latin typeface="Times New Roman" pitchFamily="18" charset="0"/>
              </a:rPr>
              <a:t>Pothuraju</a:t>
            </a:r>
            <a:r>
              <a:rPr lang="en-IN" sz="1600" dirty="0">
                <a:solidFill>
                  <a:schemeClr val="tx1"/>
                </a:solidFill>
                <a:latin typeface="Times New Roman" pitchFamily="18" charset="0"/>
              </a:rPr>
              <a:t>, </a:t>
            </a:r>
            <a:r>
              <a:rPr lang="en-IN" sz="1600" dirty="0" err="1">
                <a:solidFill>
                  <a:schemeClr val="tx1"/>
                </a:solidFill>
                <a:latin typeface="Times New Roman" pitchFamily="18" charset="0"/>
              </a:rPr>
              <a:t>Raghavendra</a:t>
            </a:r>
            <a:r>
              <a:rPr lang="en-IN" sz="1600" dirty="0">
                <a:solidFill>
                  <a:schemeClr val="tx1"/>
                </a:solidFill>
                <a:latin typeface="Times New Roman" pitchFamily="18" charset="0"/>
              </a:rPr>
              <a:t> S, </a:t>
            </a:r>
            <a:r>
              <a:rPr lang="en-IN" sz="1600" dirty="0" err="1">
                <a:solidFill>
                  <a:schemeClr val="tx1"/>
                </a:solidFill>
                <a:latin typeface="Times New Roman" pitchFamily="18" charset="0"/>
              </a:rPr>
              <a:t>SantoshKumar</a:t>
            </a:r>
            <a:r>
              <a:rPr lang="en-IN" sz="1600" dirty="0">
                <a:solidFill>
                  <a:schemeClr val="tx1"/>
                </a:solidFill>
                <a:latin typeface="Times New Roman" pitchFamily="18" charset="0"/>
              </a:rPr>
              <a:t> </a:t>
            </a:r>
            <a:r>
              <a:rPr lang="en-IN" sz="1600" dirty="0" err="1">
                <a:solidFill>
                  <a:schemeClr val="tx1"/>
                </a:solidFill>
                <a:latin typeface="Times New Roman" pitchFamily="18" charset="0"/>
              </a:rPr>
              <a:t>Jankatti</a:t>
            </a:r>
            <a:r>
              <a:rPr lang="en-IN" sz="1600" dirty="0">
                <a:solidFill>
                  <a:schemeClr val="tx1"/>
                </a:solidFill>
                <a:latin typeface="Times New Roman" pitchFamily="18" charset="0"/>
              </a:rPr>
              <a:t>, and </a:t>
            </a:r>
            <a:r>
              <a:rPr lang="en-IN" sz="1600" dirty="0" err="1">
                <a:solidFill>
                  <a:schemeClr val="tx1"/>
                </a:solidFill>
                <a:latin typeface="Times New Roman" pitchFamily="18" charset="0"/>
              </a:rPr>
              <a:t>Rekha</a:t>
            </a:r>
            <a:r>
              <a:rPr lang="en-IN" sz="1600" dirty="0">
                <a:solidFill>
                  <a:schemeClr val="tx1"/>
                </a:solidFill>
                <a:latin typeface="Times New Roman" pitchFamily="18" charset="0"/>
              </a:rPr>
              <a:t> V, “Eye Blink Detection using CNN to Detect Drowsiness Level in Drivers for Road Safety,” Indonesian Journal of Electrical Engineering and Computer Science, vol. 22, no. 1, pp. 222-231, 2024. ijeecs.iaescore.com. </a:t>
            </a:r>
            <a:endParaRPr lang="en-IN" sz="1600" dirty="0" smtClean="0">
              <a:solidFill>
                <a:schemeClr val="tx1"/>
              </a:solidFill>
              <a:latin typeface="Times New Roman" pitchFamily="18" charset="0"/>
            </a:endParaRPr>
          </a:p>
          <a:p>
            <a:r>
              <a:rPr lang="en-IN" sz="1600" dirty="0">
                <a:solidFill>
                  <a:schemeClr val="tx1"/>
                </a:solidFill>
                <a:latin typeface="Times New Roman" pitchFamily="18" charset="0"/>
              </a:rPr>
              <a:t>[3] “Eye Fatigue Estimation using Blink Detection Based on Eye Aspect Ratio Mapping (EARM),” Cognitive Robotics, vol. 2, 2022, pp. 50-59. </a:t>
            </a:r>
            <a:r>
              <a:rPr lang="en-IN" sz="1600" dirty="0" err="1">
                <a:solidFill>
                  <a:schemeClr val="tx1"/>
                </a:solidFill>
                <a:latin typeface="Times New Roman" pitchFamily="18" charset="0"/>
              </a:rPr>
              <a:t>ScienceDirect</a:t>
            </a:r>
            <a:r>
              <a:rPr lang="en-IN" sz="1600" dirty="0">
                <a:solidFill>
                  <a:schemeClr val="tx1"/>
                </a:solidFill>
                <a:latin typeface="Times New Roman" pitchFamily="18" charset="0"/>
              </a:rPr>
              <a:t>. </a:t>
            </a:r>
            <a:endParaRPr lang="en-IN" sz="1600" dirty="0" smtClean="0">
              <a:solidFill>
                <a:schemeClr val="tx1"/>
              </a:solidFill>
              <a:latin typeface="Times New Roman" pitchFamily="18" charset="0"/>
            </a:endParaRPr>
          </a:p>
          <a:p>
            <a:r>
              <a:rPr lang="en-IN" sz="1600" dirty="0">
                <a:solidFill>
                  <a:schemeClr val="tx1"/>
                </a:solidFill>
                <a:latin typeface="Times New Roman" pitchFamily="18" charset="0"/>
              </a:rPr>
              <a:t>[4] D. Kraft, F. Hartmann, G. </a:t>
            </a:r>
            <a:r>
              <a:rPr lang="en-IN" sz="1600" dirty="0" err="1">
                <a:solidFill>
                  <a:schemeClr val="tx1"/>
                </a:solidFill>
                <a:latin typeface="Times New Roman" pitchFamily="18" charset="0"/>
              </a:rPr>
              <a:t>Bieber</a:t>
            </a:r>
            <a:r>
              <a:rPr lang="en-IN" sz="1600" dirty="0">
                <a:solidFill>
                  <a:schemeClr val="tx1"/>
                </a:solidFill>
                <a:latin typeface="Times New Roman" pitchFamily="18" charset="0"/>
              </a:rPr>
              <a:t>, et al., “Camera-based Blink Detection using 3D- Landmarks,” in Proc. </a:t>
            </a:r>
            <a:r>
              <a:rPr lang="en-IN" sz="1600" dirty="0" err="1">
                <a:solidFill>
                  <a:schemeClr val="tx1"/>
                </a:solidFill>
                <a:latin typeface="Times New Roman" pitchFamily="18" charset="0"/>
              </a:rPr>
              <a:t>iWOAR</a:t>
            </a:r>
            <a:r>
              <a:rPr lang="en-IN" sz="1600" dirty="0">
                <a:solidFill>
                  <a:schemeClr val="tx1"/>
                </a:solidFill>
                <a:latin typeface="Times New Roman" pitchFamily="18" charset="0"/>
              </a:rPr>
              <a:t> ’22: 7th International Workshop on Sensor-based Activity Recognition and AI, Rostock, Germany, Sept. 2022. ACM Digital Library . </a:t>
            </a:r>
            <a:endParaRPr lang="en-IN" sz="1600" dirty="0" smtClean="0">
              <a:solidFill>
                <a:schemeClr val="tx1"/>
              </a:solidFill>
              <a:latin typeface="Times New Roman" pitchFamily="18" charset="0"/>
            </a:endParaRPr>
          </a:p>
          <a:p>
            <a:r>
              <a:rPr lang="en-IN" sz="1600" dirty="0">
                <a:solidFill>
                  <a:schemeClr val="tx1"/>
                </a:solidFill>
                <a:latin typeface="Times New Roman" pitchFamily="18" charset="0"/>
              </a:rPr>
              <a:t>[5] A. </a:t>
            </a:r>
            <a:r>
              <a:rPr lang="en-IN" sz="1600" dirty="0" err="1">
                <a:solidFill>
                  <a:schemeClr val="tx1"/>
                </a:solidFill>
                <a:latin typeface="Times New Roman" pitchFamily="18" charset="0"/>
              </a:rPr>
              <a:t>Jiman</a:t>
            </a:r>
            <a:r>
              <a:rPr lang="en-IN" sz="1600" dirty="0">
                <a:solidFill>
                  <a:schemeClr val="tx1"/>
                </a:solidFill>
                <a:latin typeface="Times New Roman" pitchFamily="18" charset="0"/>
              </a:rPr>
              <a:t>, A. </a:t>
            </a:r>
            <a:r>
              <a:rPr lang="en-IN" sz="1600" dirty="0" err="1">
                <a:solidFill>
                  <a:schemeClr val="tx1"/>
                </a:solidFill>
                <a:latin typeface="Times New Roman" pitchFamily="18" charset="0"/>
              </a:rPr>
              <a:t>Abdullateef</a:t>
            </a:r>
            <a:r>
              <a:rPr lang="en-IN" sz="1600" dirty="0">
                <a:solidFill>
                  <a:schemeClr val="tx1"/>
                </a:solidFill>
                <a:latin typeface="Times New Roman" pitchFamily="18" charset="0"/>
              </a:rPr>
              <a:t>, A. </a:t>
            </a:r>
            <a:r>
              <a:rPr lang="en-IN" sz="1600" dirty="0" err="1">
                <a:solidFill>
                  <a:schemeClr val="tx1"/>
                </a:solidFill>
                <a:latin typeface="Times New Roman" pitchFamily="18" charset="0"/>
              </a:rPr>
              <a:t>Almelawi</a:t>
            </a:r>
            <a:r>
              <a:rPr lang="en-IN" sz="1600" dirty="0">
                <a:solidFill>
                  <a:schemeClr val="tx1"/>
                </a:solidFill>
                <a:latin typeface="Times New Roman" pitchFamily="18" charset="0"/>
              </a:rPr>
              <a:t>, K. </a:t>
            </a:r>
            <a:r>
              <a:rPr lang="en-IN" sz="1600" dirty="0" err="1">
                <a:solidFill>
                  <a:schemeClr val="tx1"/>
                </a:solidFill>
                <a:latin typeface="Times New Roman" pitchFamily="18" charset="0"/>
              </a:rPr>
              <a:t>Yunus</a:t>
            </a:r>
            <a:r>
              <a:rPr lang="en-IN" sz="1600" dirty="0">
                <a:solidFill>
                  <a:schemeClr val="tx1"/>
                </a:solidFill>
                <a:latin typeface="Times New Roman" pitchFamily="18" charset="0"/>
              </a:rPr>
              <a:t>, Y. </a:t>
            </a:r>
            <a:r>
              <a:rPr lang="en-IN" sz="1600" dirty="0" err="1">
                <a:solidFill>
                  <a:schemeClr val="tx1"/>
                </a:solidFill>
                <a:latin typeface="Times New Roman" pitchFamily="18" charset="0"/>
              </a:rPr>
              <a:t>Kadah</a:t>
            </a:r>
            <a:r>
              <a:rPr lang="en-IN" sz="1600" dirty="0">
                <a:solidFill>
                  <a:schemeClr val="tx1"/>
                </a:solidFill>
                <a:latin typeface="Times New Roman" pitchFamily="18" charset="0"/>
              </a:rPr>
              <a:t>, A. </a:t>
            </a:r>
            <a:r>
              <a:rPr lang="en-IN" sz="1600" dirty="0" err="1">
                <a:solidFill>
                  <a:schemeClr val="tx1"/>
                </a:solidFill>
                <a:latin typeface="Times New Roman" pitchFamily="18" charset="0"/>
              </a:rPr>
              <a:t>Turki</a:t>
            </a:r>
            <a:r>
              <a:rPr lang="en-IN" sz="1600" dirty="0">
                <a:solidFill>
                  <a:schemeClr val="tx1"/>
                </a:solidFill>
                <a:latin typeface="Times New Roman" pitchFamily="18" charset="0"/>
              </a:rPr>
              <a:t>, M. </a:t>
            </a:r>
            <a:r>
              <a:rPr lang="en-IN" sz="1600" dirty="0" err="1">
                <a:solidFill>
                  <a:schemeClr val="tx1"/>
                </a:solidFill>
                <a:latin typeface="Times New Roman" pitchFamily="18" charset="0"/>
              </a:rPr>
              <a:t>Abdulaal</a:t>
            </a:r>
            <a:r>
              <a:rPr lang="en-IN" sz="1600" dirty="0">
                <a:solidFill>
                  <a:schemeClr val="tx1"/>
                </a:solidFill>
                <a:latin typeface="Times New Roman" pitchFamily="18" charset="0"/>
              </a:rPr>
              <a:t>, N. </a:t>
            </a:r>
            <a:r>
              <a:rPr lang="en-IN" sz="1600" dirty="0" err="1">
                <a:solidFill>
                  <a:schemeClr val="tx1"/>
                </a:solidFill>
                <a:latin typeface="Times New Roman" pitchFamily="18" charset="0"/>
              </a:rPr>
              <a:t>Sobahi</a:t>
            </a:r>
            <a:r>
              <a:rPr lang="en-IN" sz="1600" dirty="0">
                <a:solidFill>
                  <a:schemeClr val="tx1"/>
                </a:solidFill>
                <a:latin typeface="Times New Roman" pitchFamily="18" charset="0"/>
              </a:rPr>
              <a:t>, and </a:t>
            </a:r>
            <a:r>
              <a:rPr lang="en-IN" sz="1600" dirty="0" err="1">
                <a:solidFill>
                  <a:schemeClr val="tx1"/>
                </a:solidFill>
                <a:latin typeface="Times New Roman" pitchFamily="18" charset="0"/>
              </a:rPr>
              <a:t>Eyad</a:t>
            </a:r>
            <a:r>
              <a:rPr lang="en-IN" sz="1600" dirty="0">
                <a:solidFill>
                  <a:schemeClr val="tx1"/>
                </a:solidFill>
                <a:latin typeface="Times New Roman" pitchFamily="18" charset="0"/>
              </a:rPr>
              <a:t> Attar, “Intelligent standalone eye blinking monitoring system for computer users,” Journal of Eye Movement Research, vol. 17, no. 5, 2024. bop.unibe.ch . </a:t>
            </a:r>
            <a:endParaRPr lang="en-US" sz="1600" dirty="0">
              <a:solidFill>
                <a:schemeClr val="tx1"/>
              </a:solidFill>
              <a:latin typeface="Times New Roman" pitchFamily="18" charset="0"/>
            </a:endParaRPr>
          </a:p>
        </p:txBody>
      </p:sp>
      <p:sp>
        <p:nvSpPr>
          <p:cNvPr id="13" name="Text Placeholder 12">
            <a:extLst>
              <a:ext uri="{FF2B5EF4-FFF2-40B4-BE49-F238E27FC236}">
                <a16:creationId xmlns="" xmlns:a16="http://schemas.microsoft.com/office/drawing/2014/main" id="{336A2402-EA9F-A64F-9757-68F6B6E656BA}"/>
              </a:ext>
            </a:extLst>
          </p:cNvPr>
          <p:cNvSpPr>
            <a:spLocks noGrp="1"/>
          </p:cNvSpPr>
          <p:nvPr>
            <p:ph type="body" sz="quarter" idx="29"/>
          </p:nvPr>
        </p:nvSpPr>
        <p:spPr/>
        <p:txBody>
          <a:bodyPr/>
          <a:lstStyle/>
          <a:p>
            <a:r>
              <a:rPr lang="en-US" dirty="0" smtClean="0"/>
              <a:t>ACKNOWLEDGEMENTS</a:t>
            </a:r>
            <a:endParaRPr lang="en-US" dirty="0"/>
          </a:p>
        </p:txBody>
      </p:sp>
      <p:sp>
        <p:nvSpPr>
          <p:cNvPr id="14" name="Text Placeholder 13">
            <a:extLst>
              <a:ext uri="{FF2B5EF4-FFF2-40B4-BE49-F238E27FC236}">
                <a16:creationId xmlns="" xmlns:a16="http://schemas.microsoft.com/office/drawing/2014/main" id="{4DFA568F-0D96-1B75-7EDD-B140A9747D4E}"/>
              </a:ext>
            </a:extLst>
          </p:cNvPr>
          <p:cNvSpPr>
            <a:spLocks noGrp="1"/>
          </p:cNvSpPr>
          <p:nvPr>
            <p:ph type="body" sz="quarter" idx="30"/>
          </p:nvPr>
        </p:nvSpPr>
        <p:spPr>
          <a:xfrm>
            <a:off x="20574412" y="13432552"/>
            <a:ext cx="6282531" cy="1248680"/>
          </a:xfrm>
        </p:spPr>
        <p:txBody>
          <a:bodyPr/>
          <a:lstStyle/>
          <a:p>
            <a:r>
              <a:rPr lang="en-US" sz="1600" dirty="0" smtClean="0">
                <a:latin typeface="Times New Roman" pitchFamily="18" charset="0"/>
              </a:rPr>
              <a:t>We express our gratitude to our mentor </a:t>
            </a:r>
            <a:r>
              <a:rPr lang="en-US" sz="1600" dirty="0" err="1" smtClean="0">
                <a:latin typeface="Times New Roman" pitchFamily="18" charset="0"/>
              </a:rPr>
              <a:t>Mr.S.Naresh</a:t>
            </a:r>
            <a:r>
              <a:rPr lang="en-US" sz="1600" dirty="0" smtClean="0">
                <a:latin typeface="Times New Roman" pitchFamily="18" charset="0"/>
              </a:rPr>
              <a:t> Kumar sir, Assistant </a:t>
            </a:r>
            <a:r>
              <a:rPr lang="en-US" sz="1600" dirty="0" err="1" smtClean="0">
                <a:latin typeface="Times New Roman" pitchFamily="18" charset="0"/>
              </a:rPr>
              <a:t>Professor,SR</a:t>
            </a:r>
            <a:r>
              <a:rPr lang="en-US" sz="1600" dirty="0" smtClean="0">
                <a:latin typeface="Times New Roman" pitchFamily="18" charset="0"/>
              </a:rPr>
              <a:t> University for providing valuable insights and guidance to our project and also all the other people who have given their opinions about the project.</a:t>
            </a:r>
            <a:endParaRPr lang="en-US" sz="1600" dirty="0">
              <a:latin typeface="Times New Roman" pitchFamily="18" charset="0"/>
            </a:endParaRPr>
          </a:p>
        </p:txBody>
      </p:sp>
      <p:sp>
        <p:nvSpPr>
          <p:cNvPr id="15" name="Text Placeholder 14">
            <a:extLst>
              <a:ext uri="{FF2B5EF4-FFF2-40B4-BE49-F238E27FC236}">
                <a16:creationId xmlns="" xmlns:a16="http://schemas.microsoft.com/office/drawing/2014/main" id="{FE00D810-D757-1213-ADF5-39C00D6A0496}"/>
              </a:ext>
            </a:extLst>
          </p:cNvPr>
          <p:cNvSpPr>
            <a:spLocks noGrp="1"/>
          </p:cNvSpPr>
          <p:nvPr>
            <p:ph type="body" sz="quarter" idx="96"/>
          </p:nvPr>
        </p:nvSpPr>
        <p:spPr>
          <a:xfrm>
            <a:off x="576460" y="8228779"/>
            <a:ext cx="6370440" cy="5828395"/>
          </a:xfrm>
        </p:spPr>
        <p:txBody>
          <a:bodyPr/>
          <a:lstStyle/>
          <a:p>
            <a:r>
              <a:rPr lang="en-US" sz="1600" dirty="0" smtClean="0">
                <a:latin typeface="Times New Roman" pitchFamily="18" charset="0"/>
              </a:rPr>
              <a:t>    </a:t>
            </a:r>
            <a:r>
              <a:rPr lang="en-US" sz="1600" dirty="0" smtClean="0">
                <a:solidFill>
                  <a:schemeClr val="tx1"/>
                </a:solidFill>
                <a:latin typeface="Times New Roman" pitchFamily="18" charset="0"/>
              </a:rPr>
              <a:t>      The </a:t>
            </a:r>
            <a:r>
              <a:rPr lang="en-US" sz="1600" dirty="0">
                <a:solidFill>
                  <a:schemeClr val="tx1"/>
                </a:solidFill>
                <a:latin typeface="Times New Roman" pitchFamily="18" charset="0"/>
              </a:rPr>
              <a:t>most important objective of the project is to create AI-based application, which will be able to predict the addiction to the smartphone, basing on the real time eye pattern and deep learning. </a:t>
            </a:r>
            <a:endParaRPr lang="en-US" sz="1600" dirty="0" smtClean="0">
              <a:solidFill>
                <a:schemeClr val="tx1"/>
              </a:solidFill>
              <a:latin typeface="Times New Roman" pitchFamily="18" charset="0"/>
            </a:endParaRPr>
          </a:p>
          <a:p>
            <a:r>
              <a:rPr lang="en-US" sz="1600" b="1" dirty="0" smtClean="0">
                <a:solidFill>
                  <a:schemeClr val="tx1"/>
                </a:solidFill>
                <a:latin typeface="Times New Roman" pitchFamily="18" charset="0"/>
              </a:rPr>
              <a:t>The </a:t>
            </a:r>
            <a:r>
              <a:rPr lang="en-US" sz="1600" b="1" dirty="0">
                <a:solidFill>
                  <a:schemeClr val="tx1"/>
                </a:solidFill>
                <a:latin typeface="Times New Roman" pitchFamily="18" charset="0"/>
              </a:rPr>
              <a:t>major objectives are: </a:t>
            </a:r>
            <a:endParaRPr lang="en-US" sz="1600" b="1" dirty="0" smtClean="0">
              <a:solidFill>
                <a:schemeClr val="tx1"/>
              </a:solidFill>
              <a:latin typeface="Times New Roman" pitchFamily="18" charset="0"/>
            </a:endParaRPr>
          </a:p>
          <a:p>
            <a:pPr marL="285750" indent="-285750" algn="just">
              <a:buFont typeface="Arial" pitchFamily="34" charset="0"/>
              <a:buChar char="•"/>
            </a:pPr>
            <a:r>
              <a:rPr lang="en-US" sz="1600" dirty="0" smtClean="0">
                <a:solidFill>
                  <a:schemeClr val="tx1"/>
                </a:solidFill>
                <a:latin typeface="Times New Roman" pitchFamily="18" charset="0"/>
              </a:rPr>
              <a:t>Development </a:t>
            </a:r>
            <a:r>
              <a:rPr lang="en-US" sz="1600" dirty="0">
                <a:solidFill>
                  <a:schemeClr val="tx1"/>
                </a:solidFill>
                <a:latin typeface="Times New Roman" pitchFamily="18" charset="0"/>
              </a:rPr>
              <a:t>of a video processing pipeline, which records the eye movement of the camera feed in real time</a:t>
            </a:r>
            <a:r>
              <a:rPr lang="en-US" sz="1600" dirty="0" smtClean="0">
                <a:solidFill>
                  <a:schemeClr val="tx1"/>
                </a:solidFill>
                <a:latin typeface="Times New Roman" pitchFamily="18" charset="0"/>
              </a:rPr>
              <a:t>.</a:t>
            </a:r>
          </a:p>
          <a:p>
            <a:pPr marL="285750" indent="-285750" algn="just">
              <a:buFont typeface="Arial" pitchFamily="34" charset="0"/>
              <a:buChar char="•"/>
            </a:pPr>
            <a:r>
              <a:rPr lang="en-US" sz="1600" dirty="0" smtClean="0">
                <a:solidFill>
                  <a:schemeClr val="tx1"/>
                </a:solidFill>
                <a:latin typeface="Times New Roman" pitchFamily="18" charset="0"/>
              </a:rPr>
              <a:t> </a:t>
            </a:r>
            <a:r>
              <a:rPr lang="en-US" sz="1600" dirty="0">
                <a:solidFill>
                  <a:schemeClr val="tx1"/>
                </a:solidFill>
                <a:latin typeface="Times New Roman" pitchFamily="18" charset="0"/>
              </a:rPr>
              <a:t>Eye-state recognition and localization on </a:t>
            </a:r>
            <a:r>
              <a:rPr lang="en-US" sz="1600" dirty="0" err="1">
                <a:solidFill>
                  <a:schemeClr val="tx1"/>
                </a:solidFill>
                <a:latin typeface="Times New Roman" pitchFamily="18" charset="0"/>
              </a:rPr>
              <a:t>RetinaFace</a:t>
            </a:r>
            <a:r>
              <a:rPr lang="en-US" sz="1600" dirty="0">
                <a:solidFill>
                  <a:schemeClr val="tx1"/>
                </a:solidFill>
                <a:latin typeface="Times New Roman" pitchFamily="18" charset="0"/>
              </a:rPr>
              <a:t> and mobile net </a:t>
            </a:r>
            <a:r>
              <a:rPr lang="en-US" sz="1600" dirty="0" smtClean="0">
                <a:solidFill>
                  <a:schemeClr val="tx1"/>
                </a:solidFill>
                <a:latin typeface="Times New Roman" pitchFamily="18" charset="0"/>
              </a:rPr>
              <a:t>   V2 </a:t>
            </a:r>
            <a:r>
              <a:rPr lang="en-US" sz="1600" dirty="0">
                <a:solidFill>
                  <a:schemeClr val="tx1"/>
                </a:solidFill>
                <a:latin typeface="Times New Roman" pitchFamily="18" charset="0"/>
              </a:rPr>
              <a:t>models</a:t>
            </a:r>
            <a:r>
              <a:rPr lang="en-US" sz="1600" dirty="0" smtClean="0">
                <a:solidFill>
                  <a:schemeClr val="tx1"/>
                </a:solidFill>
                <a:latin typeface="Times New Roman" pitchFamily="18" charset="0"/>
              </a:rPr>
              <a:t>.</a:t>
            </a:r>
          </a:p>
          <a:p>
            <a:pPr marL="285750" indent="-285750" algn="just">
              <a:buFont typeface="Arial" pitchFamily="34" charset="0"/>
              <a:buChar char="•"/>
            </a:pPr>
            <a:r>
              <a:rPr lang="en-US" sz="1600" dirty="0" smtClean="0">
                <a:solidFill>
                  <a:schemeClr val="tx1"/>
                </a:solidFill>
                <a:latin typeface="Times New Roman" pitchFamily="18" charset="0"/>
              </a:rPr>
              <a:t>The </a:t>
            </a:r>
            <a:r>
              <a:rPr lang="en-US" sz="1600" dirty="0">
                <a:solidFill>
                  <a:schemeClr val="tx1"/>
                </a:solidFill>
                <a:latin typeface="Times New Roman" pitchFamily="18" charset="0"/>
              </a:rPr>
              <a:t>frequency, duration and variability of the </a:t>
            </a:r>
            <a:r>
              <a:rPr lang="en-US" sz="1600" dirty="0" err="1">
                <a:solidFill>
                  <a:schemeClr val="tx1"/>
                </a:solidFill>
                <a:latin typeface="Times New Roman" pitchFamily="18" charset="0"/>
              </a:rPr>
              <a:t>behavioural</a:t>
            </a:r>
            <a:r>
              <a:rPr lang="en-US" sz="1600" dirty="0">
                <a:solidFill>
                  <a:schemeClr val="tx1"/>
                </a:solidFill>
                <a:latin typeface="Times New Roman" pitchFamily="18" charset="0"/>
              </a:rPr>
              <a:t> characteristics of the blink were used to carry out the pull out with an aim of carrying out the addiction analysis</a:t>
            </a:r>
            <a:r>
              <a:rPr lang="en-US" sz="1600" dirty="0" smtClean="0">
                <a:solidFill>
                  <a:schemeClr val="tx1"/>
                </a:solidFill>
                <a:latin typeface="Times New Roman" pitchFamily="18" charset="0"/>
              </a:rPr>
              <a:t>.</a:t>
            </a:r>
          </a:p>
          <a:p>
            <a:pPr marL="285750" indent="-285750" algn="just">
              <a:buFont typeface="Arial" pitchFamily="34" charset="0"/>
              <a:buChar char="•"/>
            </a:pPr>
            <a:r>
              <a:rPr lang="en-US" sz="1600" dirty="0" smtClean="0">
                <a:solidFill>
                  <a:schemeClr val="tx1"/>
                </a:solidFill>
                <a:latin typeface="Times New Roman" pitchFamily="18" charset="0"/>
              </a:rPr>
              <a:t>Frame </a:t>
            </a:r>
            <a:r>
              <a:rPr lang="en-US" sz="1600" dirty="0">
                <a:solidFill>
                  <a:schemeClr val="tx1"/>
                </a:solidFill>
                <a:latin typeface="Times New Roman" pitchFamily="18" charset="0"/>
              </a:rPr>
              <a:t>cropping of the eyes, normalization and feature engineering. Multilayer Perceptron (MLP) model Coding and development to predict addiction risk. </a:t>
            </a:r>
            <a:endParaRPr lang="en-US" sz="1600" dirty="0" smtClean="0">
              <a:solidFill>
                <a:schemeClr val="tx1"/>
              </a:solidFill>
              <a:latin typeface="Times New Roman" pitchFamily="18" charset="0"/>
            </a:endParaRPr>
          </a:p>
          <a:p>
            <a:pPr marL="285750" indent="-285750" algn="just">
              <a:buFont typeface="Arial" pitchFamily="34" charset="0"/>
              <a:buChar char="•"/>
            </a:pPr>
            <a:r>
              <a:rPr lang="en-US" sz="1600" dirty="0" smtClean="0">
                <a:solidFill>
                  <a:schemeClr val="tx1"/>
                </a:solidFill>
                <a:latin typeface="Times New Roman" pitchFamily="18" charset="0"/>
              </a:rPr>
              <a:t>Comparison </a:t>
            </a:r>
            <a:r>
              <a:rPr lang="en-US" sz="1600" dirty="0">
                <a:solidFill>
                  <a:schemeClr val="tx1"/>
                </a:solidFill>
                <a:latin typeface="Times New Roman" pitchFamily="18" charset="0"/>
              </a:rPr>
              <a:t>of different methods in machine learning as well as the desire to know which of them would be the most appropriate in terms of prediction accuracy</a:t>
            </a:r>
            <a:r>
              <a:rPr lang="en-US" sz="1600" dirty="0" smtClean="0">
                <a:solidFill>
                  <a:schemeClr val="tx1"/>
                </a:solidFill>
                <a:latin typeface="Times New Roman" pitchFamily="18" charset="0"/>
              </a:rPr>
              <a:t>.</a:t>
            </a:r>
          </a:p>
          <a:p>
            <a:pPr marL="285750" indent="-285750" algn="just">
              <a:buFont typeface="Arial" pitchFamily="34" charset="0"/>
              <a:buChar char="•"/>
            </a:pPr>
            <a:r>
              <a:rPr lang="en-US" sz="1600" dirty="0" smtClean="0">
                <a:solidFill>
                  <a:schemeClr val="tx1"/>
                </a:solidFill>
                <a:latin typeface="Times New Roman" pitchFamily="18" charset="0"/>
              </a:rPr>
              <a:t>The </a:t>
            </a:r>
            <a:r>
              <a:rPr lang="en-US" sz="1600" dirty="0">
                <a:solidFill>
                  <a:schemeClr val="tx1"/>
                </a:solidFill>
                <a:latin typeface="Times New Roman" pitchFamily="18" charset="0"/>
              </a:rPr>
              <a:t>availability of either a personalized feedback and recommendation to the users based on the perceived risk of becoming addicted. </a:t>
            </a:r>
            <a:endParaRPr lang="en-US" sz="1600" dirty="0" smtClean="0">
              <a:solidFill>
                <a:schemeClr val="tx1"/>
              </a:solidFill>
              <a:latin typeface="Times New Roman" pitchFamily="18" charset="0"/>
            </a:endParaRPr>
          </a:p>
          <a:p>
            <a:pPr marL="285750" indent="-285750" algn="just">
              <a:buFont typeface="Arial" pitchFamily="34" charset="0"/>
              <a:buChar char="•"/>
            </a:pPr>
            <a:r>
              <a:rPr lang="en-US" sz="1600" dirty="0" smtClean="0">
                <a:solidFill>
                  <a:schemeClr val="tx1"/>
                </a:solidFill>
                <a:latin typeface="Times New Roman" pitchFamily="18" charset="0"/>
              </a:rPr>
              <a:t>Rapid</a:t>
            </a:r>
            <a:r>
              <a:rPr lang="en-US" sz="1600" dirty="0">
                <a:solidFill>
                  <a:schemeClr val="tx1"/>
                </a:solidFill>
                <a:latin typeface="Times New Roman" pitchFamily="18" charset="0"/>
              </a:rPr>
              <a:t>, accurate and on time analysis, which can be applied in day-to-day basis.</a:t>
            </a:r>
          </a:p>
        </p:txBody>
      </p:sp>
      <p:sp>
        <p:nvSpPr>
          <p:cNvPr id="16" name="Text Placeholder 15">
            <a:extLst>
              <a:ext uri="{FF2B5EF4-FFF2-40B4-BE49-F238E27FC236}">
                <a16:creationId xmlns="" xmlns:a16="http://schemas.microsoft.com/office/drawing/2014/main" id="{B68A2BF7-EE93-DF31-245B-AFFF3B7F774A}"/>
              </a:ext>
            </a:extLst>
          </p:cNvPr>
          <p:cNvSpPr>
            <a:spLocks noGrp="1"/>
          </p:cNvSpPr>
          <p:nvPr>
            <p:ph type="body" sz="quarter" idx="150"/>
          </p:nvPr>
        </p:nvSpPr>
        <p:spPr>
          <a:xfrm>
            <a:off x="3662362" y="854948"/>
            <a:ext cx="20107276" cy="461665"/>
          </a:xfrm>
        </p:spPr>
        <p:txBody>
          <a:bodyPr/>
          <a:lstStyle/>
          <a:p>
            <a:r>
              <a:rPr lang="en-US" sz="2400" b="1" dirty="0" smtClean="0">
                <a:latin typeface="Times New Roman" pitchFamily="18" charset="0"/>
                <a:cs typeface="Times New Roman" pitchFamily="18" charset="0"/>
              </a:rPr>
              <a:t>K.Manush-2203A51081 ,  M.Vedasree-2203A51371 ,  </a:t>
            </a:r>
            <a:r>
              <a:rPr lang="en-US" sz="2400" b="1" dirty="0" err="1" smtClean="0">
                <a:latin typeface="Times New Roman" pitchFamily="18" charset="0"/>
                <a:cs typeface="Times New Roman" pitchFamily="18" charset="0"/>
              </a:rPr>
              <a:t>A.Nithin</a:t>
            </a:r>
            <a:r>
              <a:rPr lang="en-US" sz="2400" b="1" dirty="0" smtClean="0">
                <a:latin typeface="Times New Roman" pitchFamily="18" charset="0"/>
                <a:cs typeface="Times New Roman" pitchFamily="18" charset="0"/>
              </a:rPr>
              <a:t> Chandra-2203A51701 , </a:t>
            </a:r>
            <a:r>
              <a:rPr lang="en-US" sz="2400" b="1" dirty="0" err="1" smtClean="0">
                <a:latin typeface="Times New Roman" pitchFamily="18" charset="0"/>
                <a:cs typeface="Times New Roman" pitchFamily="18" charset="0"/>
              </a:rPr>
              <a:t>B.Shiva</a:t>
            </a:r>
            <a:r>
              <a:rPr lang="en-US" sz="2400" b="1" dirty="0" smtClean="0">
                <a:latin typeface="Times New Roman" pitchFamily="18" charset="0"/>
                <a:cs typeface="Times New Roman" pitchFamily="18" charset="0"/>
              </a:rPr>
              <a:t> Sahithi-2203A51718 , G.Raviteja-2203A51721</a:t>
            </a:r>
            <a:endParaRPr lang="en-US" sz="2400" b="1" dirty="0">
              <a:latin typeface="Times New Roman" pitchFamily="18" charset="0"/>
              <a:cs typeface="Times New Roman" pitchFamily="18" charset="0"/>
            </a:endParaRPr>
          </a:p>
        </p:txBody>
      </p:sp>
      <p:sp>
        <p:nvSpPr>
          <p:cNvPr id="17" name="Text Placeholder 16">
            <a:extLst>
              <a:ext uri="{FF2B5EF4-FFF2-40B4-BE49-F238E27FC236}">
                <a16:creationId xmlns="" xmlns:a16="http://schemas.microsoft.com/office/drawing/2014/main" id="{360C98B8-6007-AC2F-408D-AD37E6C41D0D}"/>
              </a:ext>
            </a:extLst>
          </p:cNvPr>
          <p:cNvSpPr>
            <a:spLocks noGrp="1"/>
          </p:cNvSpPr>
          <p:nvPr>
            <p:ph type="body" sz="quarter" idx="184"/>
          </p:nvPr>
        </p:nvSpPr>
        <p:spPr>
          <a:xfrm>
            <a:off x="3662362" y="1330167"/>
            <a:ext cx="20107276" cy="461665"/>
          </a:xfrm>
        </p:spPr>
        <p:txBody>
          <a:bodyPr/>
          <a:lstStyle/>
          <a:p>
            <a:r>
              <a:rPr lang="en-US" sz="2400" b="1" dirty="0" smtClean="0">
                <a:latin typeface="Times New Roman" pitchFamily="18" charset="0"/>
                <a:cs typeface="Times New Roman" pitchFamily="18" charset="0"/>
              </a:rPr>
              <a:t>SR University, </a:t>
            </a:r>
            <a:r>
              <a:rPr lang="en-US" sz="2400" b="1" dirty="0" err="1" smtClean="0">
                <a:latin typeface="Times New Roman" pitchFamily="18" charset="0"/>
                <a:cs typeface="Times New Roman" pitchFamily="18" charset="0"/>
              </a:rPr>
              <a:t>Hasanparthy</a:t>
            </a:r>
            <a:r>
              <a:rPr lang="en-US" sz="2400" b="1" dirty="0" smtClean="0">
                <a:latin typeface="Times New Roman" pitchFamily="18" charset="0"/>
                <a:cs typeface="Times New Roman" pitchFamily="18" charset="0"/>
              </a:rPr>
              <a:t>, </a:t>
            </a:r>
            <a:r>
              <a:rPr lang="en-US" sz="2400" b="1" dirty="0" err="1" smtClean="0">
                <a:latin typeface="Times New Roman" pitchFamily="18" charset="0"/>
                <a:cs typeface="Times New Roman" pitchFamily="18" charset="0"/>
              </a:rPr>
              <a:t>Hanmkonda</a:t>
            </a:r>
            <a:r>
              <a:rPr lang="en-US" sz="2400" b="1" dirty="0" smtClean="0">
                <a:latin typeface="Times New Roman" pitchFamily="18" charset="0"/>
                <a:cs typeface="Times New Roman" pitchFamily="18" charset="0"/>
              </a:rPr>
              <a:t>, </a:t>
            </a:r>
            <a:r>
              <a:rPr lang="en-US" sz="2400" b="1" dirty="0" err="1" smtClean="0">
                <a:latin typeface="Times New Roman" pitchFamily="18" charset="0"/>
                <a:cs typeface="Times New Roman" pitchFamily="18" charset="0"/>
              </a:rPr>
              <a:t>Telangana</a:t>
            </a:r>
            <a:r>
              <a:rPr lang="en-US" sz="2400" b="1" dirty="0" smtClean="0">
                <a:latin typeface="Times New Roman" pitchFamily="18" charset="0"/>
                <a:cs typeface="Times New Roman" pitchFamily="18" charset="0"/>
              </a:rPr>
              <a:t>, India</a:t>
            </a:r>
            <a:endParaRPr lang="en-US" sz="2400" b="1" dirty="0">
              <a:latin typeface="Times New Roman" pitchFamily="18" charset="0"/>
              <a:cs typeface="Times New Roman" pitchFamily="18" charset="0"/>
            </a:endParaRPr>
          </a:p>
        </p:txBody>
      </p:sp>
      <p:sp>
        <p:nvSpPr>
          <p:cNvPr id="18" name="Text Placeholder 17">
            <a:extLst>
              <a:ext uri="{FF2B5EF4-FFF2-40B4-BE49-F238E27FC236}">
                <a16:creationId xmlns="" xmlns:a16="http://schemas.microsoft.com/office/drawing/2014/main" id="{CC39CF47-5F54-81A4-7E52-25943D6E96B5}"/>
              </a:ext>
            </a:extLst>
          </p:cNvPr>
          <p:cNvSpPr>
            <a:spLocks noGrp="1"/>
          </p:cNvSpPr>
          <p:nvPr>
            <p:ph type="body" sz="quarter" idx="185"/>
          </p:nvPr>
        </p:nvSpPr>
        <p:spPr>
          <a:xfrm>
            <a:off x="3662362" y="195064"/>
            <a:ext cx="20107276" cy="646331"/>
          </a:xfrm>
        </p:spPr>
        <p:txBody>
          <a:bodyPr/>
          <a:lstStyle/>
          <a:p>
            <a:r>
              <a:rPr lang="en-US" sz="3600" dirty="0" smtClean="0">
                <a:latin typeface="Times New Roman" pitchFamily="18" charset="0"/>
                <a:cs typeface="Times New Roman" pitchFamily="18" charset="0"/>
              </a:rPr>
              <a:t>Predicting Smartphone Addiction Through </a:t>
            </a:r>
            <a:r>
              <a:rPr lang="en-US" sz="3600" dirty="0" err="1" smtClean="0">
                <a:latin typeface="Times New Roman" pitchFamily="18" charset="0"/>
                <a:cs typeface="Times New Roman" pitchFamily="18" charset="0"/>
              </a:rPr>
              <a:t>DeepLearning</a:t>
            </a:r>
            <a:endParaRPr lang="en-US" sz="3600" dirty="0">
              <a:latin typeface="Times New Roman" pitchFamily="18" charset="0"/>
              <a:cs typeface="Times New Roman" pitchFamily="18" charset="0"/>
            </a:endParaRPr>
          </a:p>
        </p:txBody>
      </p:sp>
      <p:pic>
        <p:nvPicPr>
          <p:cNvPr id="1027" name="Picture 3"/>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9080500" y="3031737"/>
            <a:ext cx="2743200" cy="498725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1028" name="Picture 4"/>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3716000" y="3314701"/>
            <a:ext cx="6476008" cy="34797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19" name="TextBox 18"/>
          <p:cNvSpPr txBox="1"/>
          <p:nvPr/>
        </p:nvSpPr>
        <p:spPr>
          <a:xfrm>
            <a:off x="13716000" y="7190201"/>
            <a:ext cx="6476008" cy="830997"/>
          </a:xfrm>
          <a:prstGeom prst="rect">
            <a:avLst/>
          </a:prstGeom>
          <a:noFill/>
        </p:spPr>
        <p:txBody>
          <a:bodyPr wrap="square" rtlCol="0">
            <a:spAutoFit/>
          </a:bodyPr>
          <a:lstStyle/>
          <a:p>
            <a:r>
              <a:rPr lang="en-US" sz="1600" dirty="0">
                <a:latin typeface="Times New Roman" pitchFamily="18" charset="0"/>
                <a:cs typeface="Times New Roman" pitchFamily="18" charset="0"/>
              </a:rPr>
              <a:t>The Smartphone Addiction Predictor, the Home Page offers the general information about the system and enables users to begin with the real-time analysis based on the blink.</a:t>
            </a:r>
            <a:endParaRPr lang="en-IN" sz="1600" dirty="0">
              <a:latin typeface="Times New Roman" panose="02020603050405020304" pitchFamily="18" charset="0"/>
              <a:cs typeface="Times New Roman" panose="02020603050405020304" pitchFamily="18" charset="0"/>
            </a:endParaRPr>
          </a:p>
        </p:txBody>
      </p:sp>
      <p:pic>
        <p:nvPicPr>
          <p:cNvPr id="1029" name="Picture 5"/>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3907492" y="8228779"/>
            <a:ext cx="6285508" cy="302925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20" name="TextBox 19"/>
          <p:cNvSpPr txBox="1"/>
          <p:nvPr/>
        </p:nvSpPr>
        <p:spPr>
          <a:xfrm>
            <a:off x="16352413" y="11267121"/>
            <a:ext cx="1395665" cy="307777"/>
          </a:xfrm>
          <a:prstGeom prst="rect">
            <a:avLst/>
          </a:prstGeom>
          <a:noFill/>
        </p:spPr>
        <p:txBody>
          <a:bodyPr wrap="square" rtlCol="0">
            <a:spAutoFit/>
          </a:bodyPr>
          <a:lstStyle/>
          <a:p>
            <a:r>
              <a:rPr lang="en-US" sz="1400" b="1" dirty="0" smtClean="0">
                <a:latin typeface="Times New Roman" panose="02020603050405020304" pitchFamily="18" charset="0"/>
                <a:cs typeface="Times New Roman" panose="02020603050405020304" pitchFamily="18" charset="0"/>
              </a:rPr>
              <a:t>BLINK TIME</a:t>
            </a:r>
            <a:endParaRPr lang="en-IN" sz="1400" b="1" dirty="0">
              <a:latin typeface="Times New Roman" panose="02020603050405020304" pitchFamily="18" charset="0"/>
              <a:cs typeface="Times New Roman" panose="02020603050405020304" pitchFamily="18" charset="0"/>
            </a:endParaRPr>
          </a:p>
        </p:txBody>
      </p:sp>
      <p:sp>
        <p:nvSpPr>
          <p:cNvPr id="21" name="TextBox 20"/>
          <p:cNvSpPr txBox="1"/>
          <p:nvPr/>
        </p:nvSpPr>
        <p:spPr>
          <a:xfrm>
            <a:off x="13907492" y="11574898"/>
            <a:ext cx="6189760" cy="830997"/>
          </a:xfrm>
          <a:prstGeom prst="rect">
            <a:avLst/>
          </a:prstGeom>
          <a:noFill/>
        </p:spPr>
        <p:txBody>
          <a:bodyPr wrap="square" rtlCol="0">
            <a:spAutoFit/>
          </a:bodyPr>
          <a:lstStyle/>
          <a:p>
            <a:pPr algn="just"/>
            <a:r>
              <a:rPr lang="en-US" sz="1600" dirty="0">
                <a:latin typeface="Times New Roman" pitchFamily="18" charset="0"/>
                <a:cs typeface="Times New Roman" pitchFamily="18" charset="0"/>
              </a:rPr>
              <a:t>The Blink Timeline section shows a live log of blink data recorded as the camera is operating and this includes the frequency of blink (</a:t>
            </a:r>
            <a:r>
              <a:rPr lang="en-US" sz="1600" dirty="0" err="1">
                <a:latin typeface="Times New Roman" pitchFamily="18" charset="0"/>
                <a:cs typeface="Times New Roman" pitchFamily="18" charset="0"/>
              </a:rPr>
              <a:t>bpm</a:t>
            </a:r>
            <a:r>
              <a:rPr lang="en-US" sz="1600" dirty="0">
                <a:latin typeface="Times New Roman" pitchFamily="18" charset="0"/>
                <a:cs typeface="Times New Roman" pitchFamily="18" charset="0"/>
              </a:rPr>
              <a:t>), the length of the blink, and the irregularity of the blink.</a:t>
            </a:r>
            <a:endParaRPr lang="en-IN" sz="1600" dirty="0">
              <a:latin typeface="Times New Roman" panose="02020603050405020304" pitchFamily="18" charset="0"/>
              <a:cs typeface="Times New Roman" panose="02020603050405020304" pitchFamily="18" charset="0"/>
            </a:endParaRPr>
          </a:p>
        </p:txBody>
      </p:sp>
      <p:pic>
        <p:nvPicPr>
          <p:cNvPr id="1030" name="Picture 6"/>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3810752" y="12513228"/>
            <a:ext cx="6286499" cy="279712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22" name="TextBox 21"/>
          <p:cNvSpPr txBox="1"/>
          <p:nvPr/>
        </p:nvSpPr>
        <p:spPr>
          <a:xfrm>
            <a:off x="15783172" y="15329908"/>
            <a:ext cx="2921000" cy="307777"/>
          </a:xfrm>
          <a:prstGeom prst="rect">
            <a:avLst/>
          </a:prstGeom>
          <a:noFill/>
        </p:spPr>
        <p:txBody>
          <a:bodyPr wrap="square" rtlCol="0">
            <a:spAutoFit/>
          </a:bodyPr>
          <a:lstStyle/>
          <a:p>
            <a:r>
              <a:rPr lang="en-US" sz="1400" b="1" dirty="0" smtClean="0">
                <a:latin typeface="Times New Roman" panose="02020603050405020304" pitchFamily="18" charset="0"/>
                <a:cs typeface="Times New Roman" panose="02020603050405020304" pitchFamily="18" charset="0"/>
              </a:rPr>
              <a:t>PREDICTING LEVEL HIGH</a:t>
            </a:r>
            <a:endParaRPr lang="en-IN" sz="1400" b="1" dirty="0">
              <a:latin typeface="Times New Roman" panose="02020603050405020304" pitchFamily="18" charset="0"/>
              <a:cs typeface="Times New Roman" panose="02020603050405020304" pitchFamily="18" charset="0"/>
            </a:endParaRPr>
          </a:p>
        </p:txBody>
      </p:sp>
      <p:pic>
        <p:nvPicPr>
          <p:cNvPr id="1031" name="Picture 7"/>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1211530" y="14057174"/>
            <a:ext cx="4901663" cy="18362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2522507181"/>
      </p:ext>
    </p:extLst>
  </p:cSld>
  <p:clrMapOvr>
    <a:masterClrMapping/>
  </p:clrMapOvr>
</p:sld>
</file>

<file path=ppt/theme/theme1.xml><?xml version="1.0" encoding="utf-8"?>
<a:theme xmlns:a="http://schemas.openxmlformats.org/drawingml/2006/main" name="36x60 Templat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txDef>
      <a:spPr>
        <a:noFill/>
      </a:spPr>
      <a:bodyPr wrap="square" rtlCol="0">
        <a:spAutoFit/>
      </a:bodyPr>
      <a:lstStyle>
        <a:defPPr>
          <a:defRPr sz="1400" dirty="0">
            <a:latin typeface="Times New Roman" panose="02020603050405020304" pitchFamily="18" charset="0"/>
            <a:cs typeface="Times New Roman" panose="02020603050405020304" pitchFamily="18" charset="0"/>
          </a:defRPr>
        </a:defPPr>
      </a:lstStyle>
    </a:txDef>
  </a:objectDefaults>
  <a:extraClrSchemeLst/>
</a:theme>
</file>

<file path=ppt/theme/theme2.xml><?xml version="1.0" encoding="utf-8"?>
<a:theme xmlns:a="http://schemas.openxmlformats.org/drawingml/2006/main" name="Without guides">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txDef>
      <a:spPr>
        <a:noFill/>
      </a:spPr>
      <a:bodyPr wrap="square" rtlCol="0">
        <a:spAutoFit/>
      </a:bodyPr>
      <a:lstStyle>
        <a:defPPr>
          <a:defRPr sz="1400" dirty="0">
            <a:latin typeface="Times New Roman" panose="02020603050405020304" pitchFamily="18" charset="0"/>
            <a:cs typeface="Times New Roman" panose="02020603050405020304" pitchFamily="18" charset="0"/>
          </a:defRPr>
        </a:defPPr>
      </a:lstStyle>
    </a:txDef>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4.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PosterPresentations.com-36x60-Template-V3</Template>
  <TotalTime>1908</TotalTime>
  <Words>1218</Words>
  <Application>Microsoft Office PowerPoint</Application>
  <PresentationFormat>Custom</PresentationFormat>
  <Paragraphs>47</Paragraphs>
  <Slides>1</Slides>
  <Notes>0</Notes>
  <HiddenSlides>0</HiddenSlides>
  <MMClips>0</MMClips>
  <ScaleCrop>false</ScaleCrop>
  <HeadingPairs>
    <vt:vector size="4" baseType="variant">
      <vt:variant>
        <vt:lpstr>Theme</vt:lpstr>
      </vt:variant>
      <vt:variant>
        <vt:i4>2</vt:i4>
      </vt:variant>
      <vt:variant>
        <vt:lpstr>Slide Titles</vt:lpstr>
      </vt:variant>
      <vt:variant>
        <vt:i4>1</vt:i4>
      </vt:variant>
    </vt:vector>
  </HeadingPairs>
  <TitlesOfParts>
    <vt:vector size="3" baseType="lpstr">
      <vt:lpstr>36x60 Template</vt:lpstr>
      <vt:lpstr>Without guides</vt:lpstr>
      <vt:lpstr>PowerPoint Presentation</vt:lpstr>
    </vt:vector>
  </TitlesOfParts>
  <Manager>A. Kotoulas </Manager>
  <Company>Canterbury Media Services, Inc. </Company>
  <LinksUpToDate>false</LinksUpToDate>
  <SharedDoc>false</SharedDoc>
  <HyperlinkBase>https://www.posterpresentations.com/free-poster-templates.html</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36x60 PowerPoint Presentation</dc:title>
  <dc:subject>Research poster presentation template </dc:subject>
  <dc:creator>PosterPresentations.com </dc:creator>
  <cp:keywords>Powerpoint poster template, scientific poster template, research poster template </cp:keywords>
  <dc:description>This template is the property of PosterPresentations.com. You are free to modify and print the template as needed, as long as the PosterPresentations.com watermark at the bottom left of the page is visible. Call us if you need help with this poster template. 1-866-649-3004 (c)PosterPresentations.com
</dc:description>
  <cp:lastModifiedBy>raviteja gourishetti</cp:lastModifiedBy>
  <cp:revision>50</cp:revision>
  <dcterms:created xsi:type="dcterms:W3CDTF">2012-02-06T18:46:22Z</dcterms:created>
  <dcterms:modified xsi:type="dcterms:W3CDTF">2025-11-26T12:34:52Z</dcterms:modified>
  <cp:category>Research poster templates </cp:category>
</cp:coreProperties>
</file>